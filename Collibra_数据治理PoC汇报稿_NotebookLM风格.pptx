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Collibra 数据治理 PoC 汇报稿（NotebookLM 风格）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风格说明：结论先行、结构化要点、可直接讲、便于讨论追问</a:t>
            </a:r>
            <a:br/>
            <a:r>
              <a:rPr sz="2000"/>
              <a:t>适配场景：老板汇报会、项目立项会、跨部门评审会</a:t>
            </a:r>
            <a:br/>
            <a:r>
              <a:rPr sz="2000"/>
              <a:t>基础前提：私有化内网、只读、SQL Server/MySQL、ERP/HR/SRM 为首批范围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0. 一句话结论（开场 30 秒）</a:t>
            </a:r>
          </a:p>
          <a:p>
            <a:pPr lvl="0" indent="0" marL="0">
              <a:buNone/>
            </a:pPr>
            <a:r>
              <a:rPr/>
              <a:t>我们建议启动一个 </a:t>
            </a:r>
            <a:r>
              <a:rPr b="1"/>
              <a:t>4 周可验收的 Collibra PoC</a:t>
            </a:r>
            <a:r>
              <a:rPr/>
              <a:t>，用“</a:t>
            </a:r>
            <a:r>
              <a:rPr b="1"/>
              <a:t>只读内网 + 元数据自动采集 + 人机协同确认关系/血缘 + 质量工单闭环</a:t>
            </a:r>
            <a:r>
              <a:rPr/>
              <a:t>”验证治理价值；并用同口径对照 OpenMetadata 作为备选路线，确保立项决策可比、可落、可审计。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你现在要解决的根问题是什么？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核心问题</a:t>
            </a:r>
          </a:p>
          <a:p>
            <a:pPr lvl="0"/>
            <a:r>
              <a:rPr/>
              <a:t>系统多：ERP、HR、SRM（后续还会碰到 CRM、MES、WMS）</a:t>
            </a:r>
          </a:p>
          <a:p>
            <a:pPr lvl="0"/>
            <a:r>
              <a:rPr/>
              <a:t>标准散：同名不同义、同义不同码、口径争议频发</a:t>
            </a:r>
          </a:p>
          <a:p>
            <a:pPr lvl="0"/>
            <a:r>
              <a:rPr/>
              <a:t>责任弱：谁是 Owner、谁改、谁验收不清晰</a:t>
            </a:r>
          </a:p>
          <a:p>
            <a:pPr lvl="0"/>
            <a:r>
              <a:rPr/>
              <a:t>风险高：合规要求强（只读、内网、留痕），但治理过程缺证据链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管理层关心的四件事</a:t>
            </a:r>
          </a:p>
          <a:p>
            <a:pPr lvl="0" indent="-342900" marL="342900">
              <a:buAutoNum type="arabicPeriod"/>
            </a:pPr>
            <a:r>
              <a:rPr/>
              <a:t>数据加载能不能快而稳？</a:t>
            </a:r>
            <a:br/>
          </a:p>
          <a:p>
            <a:pPr lvl="0" indent="-342900" marL="342900">
              <a:buAutoNum type="arabicPeriod"/>
            </a:pPr>
            <a:r>
              <a:rPr/>
              <a:t>问题识别能不能持续化？</a:t>
            </a:r>
            <a:br/>
          </a:p>
          <a:p>
            <a:pPr lvl="0" indent="-342900" marL="342900">
              <a:buAutoNum type="arabicPeriod"/>
            </a:pPr>
            <a:r>
              <a:rPr/>
              <a:t>自动清洗能不能降低人力？</a:t>
            </a:r>
            <a:br/>
          </a:p>
          <a:p>
            <a:pPr lvl="0" indent="-342900" marL="342900">
              <a:buAutoNum type="arabicPeriod"/>
            </a:pPr>
            <a:r>
              <a:rPr/>
              <a:t>效果校验能不能形成经营闭环？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这次 PoC 到底要证明什么？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要证明的“能力”</a:t>
            </a:r>
          </a:p>
          <a:p>
            <a:pPr lvl="0"/>
            <a:r>
              <a:rPr b="1"/>
              <a:t>元数据能力</a:t>
            </a:r>
            <a:r>
              <a:rPr/>
              <a:t>：自动采集表/字段/类型/键/注释，形成目录骨架</a:t>
            </a:r>
          </a:p>
          <a:p>
            <a:pPr lvl="0"/>
            <a:r>
              <a:rPr b="1"/>
              <a:t>关系与血缘能力</a:t>
            </a:r>
            <a:r>
              <a:rPr/>
              <a:t>：跨系统关系候选 + 关键链路追溯</a:t>
            </a:r>
          </a:p>
          <a:p>
            <a:pPr lvl="0"/>
            <a:r>
              <a:rPr b="1"/>
              <a:t>质量能力</a:t>
            </a:r>
            <a:r>
              <a:rPr/>
              <a:t>：规则识别问题 + 工单闭环 + 复跑验证</a:t>
            </a:r>
          </a:p>
          <a:p>
            <a:pPr lvl="0"/>
            <a:r>
              <a:rPr b="1"/>
              <a:t>合规能力</a:t>
            </a:r>
            <a:r>
              <a:rPr/>
              <a:t>：只读、内网、最小权限、留痕审计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要证明的“价值”</a:t>
            </a:r>
          </a:p>
          <a:p>
            <a:pPr lvl="0"/>
            <a:r>
              <a:rPr/>
              <a:t>人工盘点时间下降（目录自动化）</a:t>
            </a:r>
          </a:p>
          <a:p>
            <a:pPr lvl="0"/>
            <a:r>
              <a:rPr/>
              <a:t>问题发现更早（规则化）</a:t>
            </a:r>
          </a:p>
          <a:p>
            <a:pPr lvl="0"/>
            <a:r>
              <a:rPr/>
              <a:t>责任更清楚（Owner 与工单）</a:t>
            </a:r>
          </a:p>
          <a:p>
            <a:pPr lvl="0"/>
            <a:r>
              <a:rPr/>
              <a:t>决策更有证据（可视关系/血缘 + 校验报告）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范围边界（先说清，避免后期扯皮）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系统范围</a:t>
            </a:r>
          </a:p>
          <a:p>
            <a:pPr lvl="0"/>
            <a:r>
              <a:rPr/>
              <a:t>首批：ERP、HR、SRM</a:t>
            </a:r>
          </a:p>
          <a:p>
            <a:pPr lvl="0"/>
            <a:r>
              <a:rPr/>
              <a:t>预留扩展：CRM、MES、WMS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数据范围</a:t>
            </a:r>
          </a:p>
          <a:p>
            <a:pPr lvl="0"/>
            <a:r>
              <a:rPr/>
              <a:t>主数据：员工、客户、供应商、物料、组织、成本中心</a:t>
            </a:r>
          </a:p>
          <a:p>
            <a:pPr lvl="0"/>
            <a:r>
              <a:rPr/>
              <a:t>事务类：订单、入库、财务凭证（仅结构 + 样本）</a:t>
            </a:r>
          </a:p>
          <a:p>
            <a:pPr lvl="0"/>
            <a:r>
              <a:rPr/>
              <a:t>元数据：表名、字段、数据类型、主外键、注释、接口结构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合规边界</a:t>
            </a:r>
          </a:p>
          <a:p>
            <a:pPr lvl="0"/>
            <a:r>
              <a:rPr/>
              <a:t>只读访问（无改写源系统）</a:t>
            </a:r>
          </a:p>
          <a:p>
            <a:pPr lvl="0"/>
            <a:r>
              <a:rPr/>
              <a:t>不做全量搬运（以结构与抽样为主）</a:t>
            </a:r>
          </a:p>
          <a:p>
            <a:pPr lvl="0"/>
            <a:r>
              <a:rPr/>
              <a:t>不出企业可控网络边界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方法论：机器先行 + 人工确认 + 持续运营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1｜机器先行（自动采集与候选生成）</a:t>
            </a:r>
          </a:p>
          <a:p>
            <a:pPr lvl="0"/>
            <a:r>
              <a:rPr/>
              <a:t>连接器采集技术元数据</a:t>
            </a:r>
          </a:p>
          <a:p>
            <a:pPr lvl="0"/>
            <a:r>
              <a:rPr/>
              <a:t>规则/语义生成跨系统关系候选</a:t>
            </a:r>
          </a:p>
          <a:p>
            <a:pPr lvl="0"/>
            <a:r>
              <a:rPr/>
              <a:t>形成初版目录与链路图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2｜人工确认（业务 + IT 联合评审）</a:t>
            </a:r>
          </a:p>
          <a:p>
            <a:pPr lvl="0"/>
            <a:r>
              <a:rPr/>
              <a:t>确认/否决/合并候选关系</a:t>
            </a:r>
          </a:p>
          <a:p>
            <a:pPr lvl="0"/>
            <a:r>
              <a:rPr/>
              <a:t>补充业务定义、术语映射、Owner 归属</a:t>
            </a:r>
          </a:p>
          <a:p>
            <a:pPr lvl="0"/>
            <a:r>
              <a:rPr/>
              <a:t>标注置信度与维护责任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3｜持续运营（工单与验收）</a:t>
            </a:r>
          </a:p>
          <a:p>
            <a:pPr lvl="0"/>
            <a:r>
              <a:rPr/>
              <a:t>质量问题进入工单闭环</a:t>
            </a:r>
          </a:p>
          <a:p>
            <a:pPr lvl="0"/>
            <a:r>
              <a:rPr/>
              <a:t>修复后规则复跑</a:t>
            </a:r>
          </a:p>
          <a:p>
            <a:pPr lvl="0"/>
            <a:r>
              <a:rPr/>
              <a:t>指标持续追踪（覆盖率、一致率、SLA）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4 周执行蓝图（老板可看进度）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1：环境与连接</a:t>
            </a:r>
          </a:p>
          <a:p>
            <a:pPr lvl="0"/>
            <a:r>
              <a:rPr/>
              <a:t>私有化内网部署完成</a:t>
            </a:r>
          </a:p>
          <a:p>
            <a:pPr lvl="0"/>
            <a:r>
              <a:rPr/>
              <a:t>SQL Server/MySQL 只读连接打通</a:t>
            </a:r>
          </a:p>
          <a:p>
            <a:pPr lvl="0"/>
            <a:r>
              <a:rPr/>
              <a:t>首批元数据采集 + 安全基线审计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2：关系与血缘</a:t>
            </a:r>
          </a:p>
          <a:p>
            <a:pPr lvl="0"/>
            <a:r>
              <a:rPr/>
              <a:t>跨系统关系候选生成</a:t>
            </a:r>
          </a:p>
          <a:p>
            <a:pPr lvl="0"/>
            <a:r>
              <a:rPr/>
              <a:t>关键流程链路追溯</a:t>
            </a:r>
          </a:p>
          <a:p>
            <a:pPr lvl="0"/>
            <a:r>
              <a:rPr/>
              <a:t>业务+IT 联合确认机制跑通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3：质量与一致性</a:t>
            </a:r>
          </a:p>
          <a:p>
            <a:pPr lvl="0"/>
            <a:r>
              <a:rPr/>
              <a:t>规则库落地（完整性/唯一性/一致性等）</a:t>
            </a:r>
          </a:p>
          <a:p>
            <a:pPr lvl="0"/>
            <a:r>
              <a:rPr/>
              <a:t>主数据对账分析（员工/客商/物料/组织）</a:t>
            </a:r>
          </a:p>
          <a:p>
            <a:pPr lvl="0"/>
            <a:r>
              <a:rPr/>
              <a:t>Top 问题清单 + 工单派发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4：验收与决策材料</a:t>
            </a:r>
          </a:p>
          <a:p>
            <a:pPr lvl="0"/>
            <a:r>
              <a:rPr/>
              <a:t>场景演示（目录检索、追溯、问题闭环）</a:t>
            </a:r>
          </a:p>
          <a:p>
            <a:pPr lvl="0"/>
            <a:r>
              <a:rPr/>
              <a:t>价值量化（效率/质量/风险）</a:t>
            </a:r>
          </a:p>
          <a:p>
            <a:pPr lvl="0"/>
            <a:r>
              <a:rPr/>
              <a:t>交付：现状报告 + 路线图 + 预算框架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重点解释：管理层“四连问”怎么答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Q1：数据加载怎么做？</a:t>
            </a:r>
          </a:p>
          <a:p>
            <a:pPr lvl="0" indent="0" marL="0">
              <a:buNone/>
            </a:pPr>
            <a:r>
              <a:rPr b="1"/>
              <a:t>答案：分两层。</a:t>
            </a:r>
            <a:br/>
            <a:r>
              <a:rPr/>
              <a:t>- 第一层（本期）：元数据与剖析数据进治理平台（快、轻、可控）</a:t>
            </a:r>
            <a:br/>
            <a:r>
              <a:rPr/>
              <a:t>- 第二层（后续）：业务明细全量入仓（数仓/ETL 项目，不与目录一期混讲）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Q2：问题怎么识别？</a:t>
            </a:r>
          </a:p>
          <a:p>
            <a:pPr lvl="0" indent="0" marL="0">
              <a:buNone/>
            </a:pPr>
            <a:r>
              <a:rPr b="1"/>
              <a:t>答案：规则 + 画像 + 跨系统对账。</a:t>
            </a:r>
            <a:br/>
            <a:r>
              <a:rPr/>
              <a:t>- 识别后必须进入质量工单，形成责任与时限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Q3：自动清洗怎么理解？</a:t>
            </a:r>
          </a:p>
          <a:p>
            <a:pPr lvl="0" indent="0" marL="0">
              <a:buNone/>
            </a:pPr>
            <a:r>
              <a:rPr b="1"/>
              <a:t>答案：自动推荐与自动流程，不等于自动改生产库。</a:t>
            </a:r>
            <a:br/>
            <a:r>
              <a:rPr/>
              <a:t>- 自动识别 + 自动建议 + 自动触发审批</a:t>
            </a:r>
            <a:br/>
            <a:r>
              <a:rPr/>
              <a:t>- 实际改数走源系统或受控 MDM/ETL 通道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Q4：效果怎么验证？</a:t>
            </a:r>
          </a:p>
          <a:p>
            <a:pPr lvl="0" indent="0" marL="0">
              <a:buNone/>
            </a:pPr>
            <a:r>
              <a:rPr b="1"/>
              <a:t>答案：四类证据。</a:t>
            </a:r>
            <a:br/>
            <a:r>
              <a:rPr/>
              <a:t>1) 规则重跑前后对比</a:t>
            </a:r>
            <a:br/>
            <a:r>
              <a:rPr/>
              <a:t>2) 关键质量指标改善</a:t>
            </a:r>
            <a:br/>
            <a:r>
              <a:rPr/>
              <a:t>3) 业务抽检确认</a:t>
            </a:r>
            <a:br/>
            <a:r>
              <a:rPr/>
              <a:t>4) 根因修复与防复发机制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组织与职责（谁对什么负责）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Sponsor（管理层）</a:t>
            </a:r>
          </a:p>
          <a:p>
            <a:pPr lvl="0"/>
            <a:r>
              <a:rPr/>
              <a:t>资源协调、里程碑决策、验收签字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数据治理团队</a:t>
            </a:r>
          </a:p>
          <a:p>
            <a:pPr lvl="0"/>
            <a:r>
              <a:rPr/>
              <a:t>标准、术语、分级、工单机制、运营 KPI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业务 Owner（财务/人力/供应链）</a:t>
            </a:r>
          </a:p>
          <a:p>
            <a:pPr lvl="0"/>
            <a:r>
              <a:rPr/>
              <a:t>口径确认、关系确认、问题优先级裁决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IT/DBA</a:t>
            </a:r>
          </a:p>
          <a:p>
            <a:pPr lvl="0"/>
            <a:r>
              <a:rPr/>
              <a:t>只读账号、网络策略、环境稳定性与安全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实施团队（厂商/伙伴）</a:t>
            </a:r>
          </a:p>
          <a:p>
            <a:pPr lvl="0"/>
            <a:r>
              <a:rPr/>
              <a:t>连接器配置、规则与模型落地、能力移交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成功标准（建议冻结到验收表）</a:t>
            </a:r>
          </a:p>
          <a:p>
            <a:pPr lvl="0"/>
            <a:r>
              <a:rPr/>
              <a:t>ERP/HR/SRM 三系统只读接入完成</a:t>
            </a:r>
          </a:p>
          <a:p>
            <a:pPr lvl="0"/>
            <a:r>
              <a:rPr/>
              <a:t>目标范围元数据采集覆盖达标（按约定口径）</a:t>
            </a:r>
          </a:p>
          <a:p>
            <a:pPr lvl="0"/>
            <a:r>
              <a:rPr/>
              <a:t>关键链路关系/血缘完成联合确认</a:t>
            </a:r>
          </a:p>
          <a:p>
            <a:pPr lvl="0"/>
            <a:r>
              <a:rPr/>
              <a:t>自动识别并闭环一批高价值质量问题（阈值可约定）</a:t>
            </a:r>
          </a:p>
          <a:p>
            <a:pPr lvl="0"/>
            <a:r>
              <a:rPr/>
              <a:t>全流程符合内网/只读/审计策略</a:t>
            </a:r>
          </a:p>
          <a:p>
            <a:pPr lvl="0"/>
            <a:r>
              <a:rPr/>
              <a:t>输出可用于立项的正式材料（报告+路线图+预算框架）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风险清单（简版）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风险 1：连接器与权限审批慢</a:t>
            </a:r>
          </a:p>
          <a:p>
            <a:pPr lvl="0"/>
            <a:r>
              <a:rPr/>
              <a:t>应对：先核心表、后扩展；审批前置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风险 2：关系/血缘准确率低于预期</a:t>
            </a:r>
          </a:p>
          <a:p>
            <a:pPr lvl="0"/>
            <a:r>
              <a:rPr/>
              <a:t>应对：候选机制 + 抽检验收 + 置信度分级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风险 3：业务参与不足</a:t>
            </a:r>
          </a:p>
          <a:p>
            <a:pPr lvl="0"/>
            <a:r>
              <a:rPr/>
              <a:t>应对：Owner 书面指定 + 周例会 + 里程碑签字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风险 4：把治理平台误当“自动改库平台”</a:t>
            </a:r>
          </a:p>
          <a:p>
            <a:pPr lvl="0"/>
            <a:r>
              <a:rPr/>
              <a:t>应对：在章程中锁定自动清洗边界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决策页（建议老板现场拍板）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需要拍板的四件事</a:t>
            </a:r>
          </a:p>
          <a:p>
            <a:pPr lvl="0" indent="-342900" marL="342900">
              <a:buAutoNum type="arabicPeriod"/>
            </a:pPr>
            <a:r>
              <a:rPr/>
              <a:t>PoC 范围（系统、对象、抽样比例）</a:t>
            </a:r>
          </a:p>
          <a:p>
            <a:pPr lvl="0" indent="-342900" marL="342900">
              <a:buAutoNum type="arabicPeriod"/>
            </a:pPr>
            <a:r>
              <a:rPr/>
              <a:t>验收标准（覆盖、质量、合规、交付）</a:t>
            </a:r>
          </a:p>
          <a:p>
            <a:pPr lvl="0" indent="-342900" marL="342900">
              <a:buAutoNum type="arabicPeriod"/>
            </a:pPr>
            <a:r>
              <a:rPr/>
              <a:t>组织责任（Sponsor/Owner/IT/治理团队）</a:t>
            </a:r>
          </a:p>
          <a:p>
            <a:pPr lvl="0" indent="-342900" marL="342900">
              <a:buAutoNum type="arabicPeriod"/>
            </a:pPr>
            <a:r>
              <a:rPr/>
              <a:t>预算框架（PoC 与后续建设分层）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建议结论</a:t>
            </a:r>
          </a:p>
          <a:p>
            <a:pPr lvl="0"/>
            <a:r>
              <a:rPr/>
              <a:t>同意按“私有化内网 + 只读 + 分阶段”启动 PoC</a:t>
            </a:r>
            <a:br/>
          </a:p>
          <a:p>
            <a:pPr lvl="0"/>
            <a:r>
              <a:rPr/>
              <a:t>同步保留 OpenMetadata 对照样板，支持采购与架构双重决策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11. 开源对照（给老板的“B 方案”）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一句话</a:t>
            </a:r>
          </a:p>
          <a:p>
            <a:pPr lvl="0" indent="0" marL="0">
              <a:buNone/>
            </a:pPr>
            <a:r>
              <a:rPr/>
              <a:t>如果预算或采购周期受限，可用 OpenMetadata 做私有化目录与基础治理，但中文复杂流程需联动 OA/钉钉/飞书，自动血缘与运营深度需分阶段补齐。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对照要点</a:t>
            </a:r>
          </a:p>
          <a:p>
            <a:pPr lvl="0"/>
            <a:r>
              <a:rPr/>
              <a:t>Collibra：商业一体化能力更完整，治理运营成熟度高</a:t>
            </a:r>
          </a:p>
          <a:p>
            <a:pPr lvl="0"/>
            <a:r>
              <a:rPr/>
              <a:t>OpenMetadata：性价比高、可私有化、适合先搭基础能力</a:t>
            </a:r>
          </a:p>
          <a:p>
            <a:pPr lvl="0"/>
            <a:r>
              <a:rPr/>
              <a:t>共识：两条路线都必须遵守“只读、内网、可审计”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12. 结束页（可直接念）</a:t>
            </a:r>
          </a:p>
          <a:p>
            <a:pPr lvl="0" indent="0" marL="0">
              <a:buNone/>
            </a:pPr>
            <a:r>
              <a:rPr/>
              <a:t>本次方案不是“上一个工具”，而是建立企业级数据治理操作机制。</a:t>
            </a:r>
            <a:br/>
            <a:r>
              <a:rPr/>
              <a:t>建议先用 4 周 PoC 拿到决策证据，再按 3/6/12 个月分阶段扩展，实现从“问题救火”到“治理经营”的转变。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附：可复制到首页的标准表述</a:t>
            </a:r>
          </a:p>
          <a:p>
            <a:pPr lvl="0" indent="0" marL="0">
              <a:buNone/>
            </a:pPr>
            <a:r>
              <a:rPr/>
              <a:t>元数据获取方式采用“</a:t>
            </a:r>
            <a:r>
              <a:rPr b="1"/>
              <a:t>连接器自动采集 + 平台内治理 + 人机协同确认关系/血缘</a:t>
            </a:r>
            <a:r>
              <a:rPr/>
              <a:t>”；治理闭环采用“</a:t>
            </a:r>
            <a:r>
              <a:rPr b="1"/>
              <a:t>加载 → 识别 → 清洗（分派整改）→ 校验</a:t>
            </a:r>
            <a:r>
              <a:rPr/>
              <a:t>”；部署方式采用“</a:t>
            </a:r>
            <a:r>
              <a:rPr b="1"/>
              <a:t>私有化内网 + 只读最小权限 + 全程留痕可审计</a:t>
            </a:r>
            <a:r>
              <a:rPr/>
              <a:t>”。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2026-03-24T07:20:37Z</dcterms:created>
  <dcterms:modified xsi:type="dcterms:W3CDTF">2026-03-24T07:20:37Z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