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如何重塑制造业主数据治理。先看两个标杆，再给出我们的方案。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四个痛点相互强化：越依赖专家和人工，越难持续。行业共识正在形成——人机共治是方向。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个智能体覆盖治理全流程，强调实时协同——不是串行接力，而是并行响应、相互校验。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主动式质量管理的要点：AI 发起、人工确认、规则回流，形成自我强化的闭环。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治理对象与前期主数据治理专题一致；试点选小切口：见效快、可量化、易推广。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 AI 治理能落地的底线：白盒、人在回路、权限审计，缺一不可。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价值用五维框架表达，量化指标先留白、试点期后回填实测值。以结语收束。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Native 数据治理方案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在主数据治理中的应用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企业数据来源于多个不同的业务系统，数据流转、处理环节多，用“垃圾进，垃圾出”原则保证数据质量已成为数字化转型企业的共识。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企业数据质量管理是一个系统性的工程，数据质量从数据质量标准、数据质量规则、数据质量监控、数据质量持续改进流程等四个方面展开，有机结合形成联动。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制定统一编码规则，实现一物一码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智能数据治理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无缝系统集成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AI</a:t>
            </a: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在</a:t>
            </a:r>
            <a:r>
              <a:rPr sz="2000" b="1" dirty="0" err="1">
                <a:solidFill>
                  <a:srgbClr val="1F4E79"/>
                </a:solidFill>
                <a:latin typeface="微软雅黑"/>
                <a:ea typeface="微软雅黑"/>
              </a:rPr>
              <a:t>数据治理</a:t>
            </a: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中可以发挥很大的作用，有效提高数据质量和数据治理效率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8" y="196035"/>
            <a:ext cx="2481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一个对话框完成全部操作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拍照上传或复制粘贴即可新增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</a:t>
            </a: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AI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平台智能</a:t>
            </a: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匹配、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查重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存量数据规律与阈值学习；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主动推送数据质量报告</a:t>
            </a: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主动提送数据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清洗方案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主动示警可疑数据；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主动分析分发失败原因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融合多模态大模型、领域</a:t>
            </a: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知识库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行业知识库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、</a:t>
            </a: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企业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本体模型与知识库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存量数据规律与阈值沉淀；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行业知识库自动更新；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常见问题知识库积累；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描述」结构化输出，确保无遗漏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补充优化代码，循环直至通过校验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一个对话框，完成主数据新增 / 变更 / 查询 / 审批全流程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拍照识别图纸、铭牌信息；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粘贴文本智能解析，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自动结构化为标准字段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新增即查重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实时提示相似历史物料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从源头防止重复建档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自动补全物料属性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推荐分类与编码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大幅降低填写门槛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设计理念借鉴中翰软件对话式交互（据中翰软件官方发布），结合制造业场景重构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</a:t>
            </a:r>
            <a:r>
              <a:rPr lang="zh-CN" altLang="en-US" sz="1300" b="1" dirty="0">
                <a:solidFill>
                  <a:srgbClr val="333333"/>
                </a:solidFill>
                <a:latin typeface="微软雅黑"/>
                <a:ea typeface="微软雅黑"/>
              </a:rPr>
              <a:t>个专业智能体组成智能体集群，在数据治理</a:t>
            </a: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AI</a:t>
            </a:r>
            <a:r>
              <a:rPr lang="zh-CN" altLang="en-US" sz="1300" b="1" dirty="0">
                <a:solidFill>
                  <a:srgbClr val="333333"/>
                </a:solidFill>
                <a:latin typeface="微软雅黑"/>
                <a:ea typeface="微软雅黑"/>
              </a:rPr>
              <a:t>助手的统一调配架构下工作，成为</a:t>
            </a:r>
            <a:r>
              <a:rPr sz="1300" b="1" dirty="0" err="1">
                <a:solidFill>
                  <a:srgbClr val="333333"/>
                </a:solidFill>
                <a:latin typeface="微软雅黑"/>
                <a:ea typeface="微软雅黑"/>
              </a:rPr>
              <a:t>制造业</a:t>
            </a:r>
            <a:r>
              <a:rPr lang="zh-CN" altLang="en-US" sz="1300" b="1" dirty="0">
                <a:solidFill>
                  <a:srgbClr val="333333"/>
                </a:solidFill>
                <a:latin typeface="微软雅黑"/>
                <a:ea typeface="微软雅黑"/>
              </a:rPr>
              <a:t>数据治理</a:t>
            </a: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AI</a:t>
            </a:r>
            <a:r>
              <a:rPr lang="zh-CN" altLang="en-US" sz="1300" b="1" dirty="0">
                <a:solidFill>
                  <a:srgbClr val="333333"/>
                </a:solidFill>
                <a:latin typeface="微软雅黑"/>
                <a:ea typeface="微软雅黑"/>
              </a:rPr>
              <a:t>全能助手。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关键特征：多智能体实时协同，而非串行接力——一次请求，多 Agent 并行响应、相互校验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理解图纸、铭牌照片与自然语言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——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负责「理解与交互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沉淀物料分类体系与命名规范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——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负责「行业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 know-how」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相似度查重、异常检测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低延迟低成本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 ——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负责「高频判断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构建物料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 - BOM -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工艺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 -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供应商关系图谱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 ——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负责「关系推理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</a:t>
            </a:r>
            <a:r>
              <a:rPr sz="1450" b="1" dirty="0">
                <a:solidFill>
                  <a:srgbClr val="1F4E79"/>
                </a:solidFill>
                <a:latin typeface="微软雅黑"/>
                <a:ea typeface="微软雅黑"/>
              </a:rPr>
              <a:t> + </a:t>
            </a: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标准文档、历史案例检索增强（RAG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—— </a:t>
            </a: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负责「知识供给</a:t>
            </a:r>
            <a:r>
              <a:rPr sz="1150" b="0" dirty="0">
                <a:solidFill>
                  <a:srgbClr val="333333"/>
                </a:solidFill>
                <a:latin typeface="微软雅黑"/>
                <a:ea typeface="微软雅黑"/>
              </a:rPr>
              <a:t>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分工原则：大模型做理解与交互，小模型做高频判断，本体做关系推理——各司其职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预警与诊断由 AI 主动发起；清洗执行前必须人工确认；复核结果回流，持续优化监控规则。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从「被动查询」到「主动预判」——数据质量管理成为持续运转的闭环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 · 可量化 · 易推广）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直接支撑采购整合与降本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降低业务人员填写门槛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异常检测与主动预警推送，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问题早发现、早处置，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防止脏数据向下游扩散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智能体操作过程与决策逻辑全留痕，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可追溯、可查看；借鉴用友白盒设计思想，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拒绝黑箱操作。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</a:t>
            </a: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建议、人决策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新增、冻结、批量清洗等关键节点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必须人工复核确认后方可生效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分级权限管理、操作审计日志、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合规留痕，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满足内控与外部审计要求。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提效，人类把关；过程透明，责任清晰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　　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 </a:t>
            </a: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夯实 AI 应用的数据底座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数据治理：从清洁数据到智慧数据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4049</Words>
  <Application>Microsoft Office PowerPoint</Application>
  <PresentationFormat>宽屏</PresentationFormat>
  <Paragraphs>526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Microsoft YaHei</vt:lpstr>
      <vt:lpstr>Microsoft YaHei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10</cp:revision>
  <dcterms:created xsi:type="dcterms:W3CDTF">2013-01-27T09:14:16Z</dcterms:created>
  <dcterms:modified xsi:type="dcterms:W3CDTF">2026-08-27T14:41:45Z</dcterms:modified>
  <cp:category/>
</cp:coreProperties>
</file>