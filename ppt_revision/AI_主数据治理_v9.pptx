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7" y="196035"/>
            <a:ext cx="2573203" cy="1301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适⽤：对话框即界面，拍照上传 </a:t>
            </a:r>
            <a:r>
              <a:rPr lang="en-US" altLang="zh-CN" sz="1100" dirty="0" b="0">
                <a:solidFill>
                  <a:srgbClr val="475569"/>
                </a:solidFill>
                <a:latin typeface="微软雅黑"/>
                <a:ea typeface="微软雅黑"/>
              </a:rPr>
              <a:t>/ </a:t>
            </a: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复制粘贴 </a:t>
            </a:r>
            <a:r>
              <a:rPr lang="en-US" altLang="zh-CN" sz="1100" dirty="0" b="0">
                <a:solidFill>
                  <a:srgbClr val="475569"/>
                </a:solidFill>
                <a:latin typeface="微软雅黑"/>
                <a:ea typeface="微软雅黑"/>
              </a:rPr>
              <a:t>/ </a:t>
            </a: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语音表达意图，都可以模糊查询 → 智能查数 → 新建物料 → 自动提交。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5000" y="1296000"/>
            <a:ext cx="7757999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9000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多模态识别</a:t>
            </a:r>
          </a:p>
        </p:txBody>
      </p:sp>
      <p:sp>
        <p:nvSpPr>
          <p:cNvPr id="9" name="Oval 8"/>
          <p:cNvSpPr/>
          <p:nvPr/>
        </p:nvSpPr>
        <p:spPr>
          <a:xfrm>
            <a:off x="2655000" y="1143000"/>
            <a:ext cx="306000" cy="306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8000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智能匹配</a:t>
            </a:r>
          </a:p>
        </p:txBody>
      </p:sp>
      <p:sp>
        <p:nvSpPr>
          <p:cNvPr id="11" name="Oval 10"/>
          <p:cNvSpPr/>
          <p:nvPr/>
        </p:nvSpPr>
        <p:spPr>
          <a:xfrm>
            <a:off x="4670999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3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填写编码申请</a:t>
            </a:r>
          </a:p>
        </p:txBody>
      </p:sp>
      <p:sp>
        <p:nvSpPr>
          <p:cNvPr id="13" name="Oval 12"/>
          <p:cNvSpPr/>
          <p:nvPr/>
        </p:nvSpPr>
        <p:spPr>
          <a:xfrm>
            <a:off x="6686999" y="1143000"/>
            <a:ext cx="306000" cy="306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9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MDM规范性检查</a:t>
            </a:r>
          </a:p>
        </p:txBody>
      </p:sp>
      <p:sp>
        <p:nvSpPr>
          <p:cNvPr id="15" name="Oval 14"/>
          <p:cNvSpPr/>
          <p:nvPr/>
        </p:nvSpPr>
        <p:spPr>
          <a:xfrm>
            <a:off x="8702999" y="1143000"/>
            <a:ext cx="306000" cy="306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5999" y="1503000"/>
            <a:ext cx="1440000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  <a:ea typeface="微软雅黑"/>
              </a:rPr>
              <a:t>提交审核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81000" y="1296000"/>
            <a:ext cx="386999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4000" y="1098000"/>
            <a:ext cx="1080000" cy="396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100" b="1">
                <a:solidFill>
                  <a:srgbClr val="475569"/>
                </a:solidFill>
                <a:latin typeface="微软雅黑"/>
                <a:ea typeface="微软雅黑"/>
              </a:rPr>
              <a:t>OA / ERP</a:t>
            </a:r>
          </a:p>
        </p:txBody>
      </p:sp>
      <p:pic>
        <p:nvPicPr>
          <p:cNvPr id="19" name="Picture 18" descr="p15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1944000"/>
            <a:ext cx="5400000" cy="4387500"/>
          </a:xfrm>
          <a:prstGeom prst="rect">
            <a:avLst/>
          </a:prstGeom>
        </p:spPr>
      </p:pic>
      <p:pic>
        <p:nvPicPr>
          <p:cNvPr id="20" name="Picture 19" descr="p15_f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000" y="1944000"/>
            <a:ext cx="4140000" cy="414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2000" y="6385499"/>
            <a:ext cx="5400000" cy="216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拍照 / 粘贴 / 语音输入，AI 识别铭牌并匹配相似编码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2000" y="6137999"/>
            <a:ext cx="4140000" cy="216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ctr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AI 自动填充字段，人工核对后提交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100" dirty="0" b="0">
                <a:solidFill>
                  <a:srgbClr val="475569"/>
                </a:solidFill>
                <a:latin typeface="微软雅黑"/>
                <a:ea typeface="微软雅黑"/>
              </a:rPr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6" name="Picture 5" descr="p16_ale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188000"/>
            <a:ext cx="7020000" cy="4618421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262000" y="1620000"/>
            <a:ext cx="0" cy="234000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100000" y="1295999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2000" y="1296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推送待办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2000" y="1530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异常和待办主动推送给责任人</a:t>
            </a:r>
          </a:p>
        </p:txBody>
      </p:sp>
      <p:sp>
        <p:nvSpPr>
          <p:cNvPr id="11" name="Oval 10"/>
          <p:cNvSpPr/>
          <p:nvPr/>
        </p:nvSpPr>
        <p:spPr>
          <a:xfrm>
            <a:off x="8100000" y="1962000"/>
            <a:ext cx="324000" cy="324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2000" y="1962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2000" y="2196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数据质量日报、周报自动生成</a:t>
            </a:r>
          </a:p>
        </p:txBody>
      </p:sp>
      <p:sp>
        <p:nvSpPr>
          <p:cNvPr id="14" name="Oval 13"/>
          <p:cNvSpPr/>
          <p:nvPr/>
        </p:nvSpPr>
        <p:spPr>
          <a:xfrm>
            <a:off x="8100000" y="2628000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2000" y="2628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清洗方案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2000" y="2862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AI 发现问题并给出清洗建议</a:t>
            </a:r>
          </a:p>
        </p:txBody>
      </p:sp>
      <p:sp>
        <p:nvSpPr>
          <p:cNvPr id="17" name="Oval 16"/>
          <p:cNvSpPr/>
          <p:nvPr/>
        </p:nvSpPr>
        <p:spPr>
          <a:xfrm>
            <a:off x="8100000" y="3294000"/>
            <a:ext cx="324000" cy="32400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2000" y="3294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分发告警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2000" y="3528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分发失败即时告警并附原因</a:t>
            </a:r>
          </a:p>
        </p:txBody>
      </p:sp>
      <p:sp>
        <p:nvSpPr>
          <p:cNvPr id="20" name="Oval 19"/>
          <p:cNvSpPr/>
          <p:nvPr/>
        </p:nvSpPr>
        <p:spPr>
          <a:xfrm>
            <a:off x="8100000" y="3960000"/>
            <a:ext cx="324000" cy="324000"/>
          </a:xfrm>
          <a:prstGeom prst="ellipse">
            <a:avLst/>
          </a:prstGeom>
          <a:solidFill>
            <a:srgbClr val="2BA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2000" y="3960000"/>
            <a:ext cx="3167999" cy="251999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1200" b="1">
                <a:solidFill>
                  <a:srgbClr val="1B3A5C"/>
                </a:solidFill>
                <a:latin typeface="微软雅黑"/>
                <a:ea typeface="微软雅黑"/>
              </a:rPr>
              <a:t>标准建议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2000" y="4194000"/>
            <a:ext cx="3167999" cy="288000"/>
          </a:xfrm>
          <a:prstGeom prst="rect">
            <a:avLst/>
          </a:prstGeom>
          <a:noFill/>
        </p:spPr>
        <p:txBody>
          <a:bodyPr wrap="square" anchor="t" lIns="18000" rIns="18000" tIns="7200" bIns="7200"/>
          <a:lstStyle/>
          <a:p>
            <a:pPr algn="l"/>
            <a:r>
              <a:rPr sz="900" b="0">
                <a:solidFill>
                  <a:srgbClr val="94A3B8"/>
                </a:solidFill>
                <a:latin typeface="微软雅黑"/>
                <a:ea typeface="微软雅黑"/>
              </a:rPr>
              <a:t>标准体系调整建议，待人工评审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62000" y="4320000"/>
            <a:ext cx="0" cy="540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92000" y="4428000"/>
            <a:ext cx="3816000" cy="360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/>
          <a:lstStyle/>
          <a:p>
            <a:pPr algn="ctr"/>
            <a:r>
              <a:rPr sz="1000" b="1">
                <a:solidFill>
                  <a:srgbClr val="475569"/>
                </a:solidFill>
                <a:latin typeface="微软雅黑"/>
                <a:ea typeface="微软雅黑"/>
              </a:rPr>
              <a:t>邮件 / IM / 站内信推送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智能体每一步操作和判断依据都留痕，可查看、可回溯；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借鉴用友白盒思路，不给黑箱结论。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12</cp:revision>
  <dcterms:created xsi:type="dcterms:W3CDTF">2013-01-27T09:14:16Z</dcterms:created>
  <dcterms:modified xsi:type="dcterms:W3CDTF">2026-08-27T15:44:42Z</dcterms:modified>
  <cp:category/>
</cp:coreProperties>
</file>