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Collibra Data Governance PoC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副标题：NotebookLM 风格汇报（结论先行 + 证据驱动）</a:t>
            </a:r>
            <a:br/>
            <a:r>
              <a:rPr/>
              <a:t>对象：[管理层/项目委员会]</a:t>
            </a:r>
            <a:br/>
            <a:r>
              <a:rPr/>
              <a:t>日期：[填写日期]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0) TL;DR (30秒结论)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建议立刻启动 4 周 PoC（私有化、只读、抽样、不出内网）</a:t>
            </a:r>
          </a:p>
          <a:p>
            <a:pPr lvl="0"/>
            <a:r>
              <a:rPr/>
              <a:t>目标不是“大而全”，而是验证四件事：加载、识别、清洗、校验</a:t>
            </a:r>
          </a:p>
          <a:p>
            <a:pPr lvl="0"/>
            <a:r>
              <a:rPr/>
              <a:t>交付可直接用于立项：现状报告、路线图、预算框架、验收结论</a:t>
            </a:r>
          </a:p>
          <a:p>
            <a:pPr lvl="0"/>
            <a:r>
              <a:rPr/>
              <a:t>同步保留开源对照（OpenMetadata）用于采购与架构双重决策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系统异构：ERP/HR/SRM（并扩展 CRM/MES/WMS）</a:t>
            </a:r>
          </a:p>
          <a:p>
            <a:pPr lvl="0"/>
            <a:r>
              <a:rPr/>
              <a:t>主数据不一致导致口径争议、对账成本高、责任难归属</a:t>
            </a:r>
          </a:p>
          <a:p>
            <a:pPr lvl="0"/>
            <a:r>
              <a:rPr/>
              <a:t>监管与内控要求提高：只读边界、审计留痕、数据不外发</a:t>
            </a:r>
          </a:p>
          <a:p>
            <a:pPr lvl="0"/>
            <a:r>
              <a:rPr/>
              <a:t>当前缺少“持续治理机制”，靠人工救火不可持续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我们要证明什么（PoC命题）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命题A：可见性</a:t>
            </a:r>
            <a:br/>
            <a:r>
              <a:rPr/>
              <a:t>能否自动形成可信目录（表、字段、键、注释、Owner）</a:t>
            </a:r>
          </a:p>
          <a:p>
            <a:pPr lvl="0"/>
            <a:r>
              <a:rPr b="1"/>
              <a:t>命题B：可追溯性</a:t>
            </a:r>
            <a:br/>
            <a:r>
              <a:rPr/>
              <a:t>能否建立跨系统关系和关键链路血缘</a:t>
            </a:r>
          </a:p>
          <a:p>
            <a:pPr lvl="0"/>
            <a:r>
              <a:rPr b="1"/>
              <a:t>命题C：可运营性</a:t>
            </a:r>
            <a:br/>
            <a:r>
              <a:rPr/>
              <a:t>能否形成质量问题识别、派单、修复、复跑闭环</a:t>
            </a:r>
          </a:p>
          <a:p>
            <a:pPr lvl="0"/>
            <a:r>
              <a:rPr b="1"/>
              <a:t>命题D：可合规性</a:t>
            </a:r>
            <a:br/>
            <a:r>
              <a:rPr/>
              <a:t>能否在私有化内网、只读权限下稳定运行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范围与边界（避免预期偏差）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系统范围：ERP、HR、SRM（首批）</a:t>
            </a:r>
          </a:p>
          <a:p>
            <a:pPr lvl="0"/>
            <a:r>
              <a:rPr/>
              <a:t>数据范围：主数据 + 事务结构/样本 + 元数据</a:t>
            </a:r>
          </a:p>
          <a:p>
            <a:pPr lvl="0"/>
            <a:r>
              <a:rPr/>
              <a:t>技术边界：只读账号、最小权限、抽样剖析</a:t>
            </a:r>
          </a:p>
          <a:p>
            <a:pPr lvl="0"/>
            <a:r>
              <a:rPr/>
              <a:t>不做事项：全量业务入仓、生产库自动改写、越权跨域访问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方法：Machine First, Human 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Step 1 自动采集：连接器采结构元数据</a:t>
            </a:r>
          </a:p>
          <a:p>
            <a:pPr lvl="0"/>
            <a:r>
              <a:rPr/>
              <a:t>Step 2 自动候选：关系/血缘候选生成</a:t>
            </a:r>
          </a:p>
          <a:p>
            <a:pPr lvl="0"/>
            <a:r>
              <a:rPr/>
              <a:t>Step 3 人工确认：业务 + IT 抽检确认、置信度标注</a:t>
            </a:r>
          </a:p>
          <a:p>
            <a:pPr lvl="0"/>
            <a:r>
              <a:rPr/>
              <a:t>Step 4 闭环运营：工单分派、修复复跑、规则迭代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4周执行计划（可验收）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Week 1：环境、安全、连接、首次采集</a:t>
            </a:r>
          </a:p>
          <a:p>
            <a:pPr lvl="0"/>
            <a:r>
              <a:rPr/>
              <a:t>Week 2：关系/血缘候选生成与联合确认</a:t>
            </a:r>
          </a:p>
          <a:p>
            <a:pPr lvl="0"/>
            <a:r>
              <a:rPr/>
              <a:t>Week 3：质量规则落地与主数据一致性分析</a:t>
            </a:r>
          </a:p>
          <a:p>
            <a:pPr lvl="0"/>
            <a:r>
              <a:rPr/>
              <a:t>Week 4：场景演示、价值量化、验收与路线图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管理层四问：数据加载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结论：加载分两层，不混讲</a:t>
            </a:r>
          </a:p>
          <a:p>
            <a:pPr lvl="0"/>
            <a:r>
              <a:rPr/>
              <a:t>层1（本期）：元数据与剖析数据加载到治理平台</a:t>
            </a:r>
          </a:p>
          <a:p>
            <a:pPr lvl="0"/>
            <a:r>
              <a:rPr/>
              <a:t>层2（后续）：业务明细全量入仓（数仓/ETL项目）</a:t>
            </a:r>
          </a:p>
          <a:p>
            <a:pPr lvl="0"/>
            <a:r>
              <a:rPr/>
              <a:t>价值：先快跑治理闭环，再扩数据平台规模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管理层四问：问题识别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识别来源：规则（完整/唯一/一致）+ 画像（异常分布）+ 对账</a:t>
            </a:r>
          </a:p>
          <a:p>
            <a:pPr lvl="0"/>
            <a:r>
              <a:rPr/>
              <a:t>输出方式：问题清单（影响范围、优先级、责任人）</a:t>
            </a:r>
          </a:p>
          <a:p>
            <a:pPr lvl="0"/>
            <a:r>
              <a:rPr/>
              <a:t>承载机制：质量工单平台化（避免邮件散点流转）</a:t>
            </a:r>
          </a:p>
          <a:p>
            <a:pPr lvl="0"/>
            <a:r>
              <a:rPr/>
              <a:t>目标：从“被动排错”变“主动预警”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8) 管理层四问：自动清洗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关键澄清：自动清洗 != 无审批直接改生产库</a:t>
            </a:r>
          </a:p>
          <a:p>
            <a:pPr lvl="0"/>
            <a:r>
              <a:rPr/>
              <a:t>本期定义：自动识别 + 自动建议 + 自动派单 + 自动复核</a:t>
            </a:r>
          </a:p>
          <a:p>
            <a:pPr lvl="0"/>
            <a:r>
              <a:rPr/>
              <a:t>生产改数：仍由源系统/MDM/受控ETL执行</a:t>
            </a:r>
          </a:p>
          <a:p>
            <a:pPr lvl="0"/>
            <a:r>
              <a:rPr/>
              <a:t>价值：降人力、提一致性、保审计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9) 管理层四问：效果校验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证据1：规则复跑前后差异</a:t>
            </a:r>
          </a:p>
          <a:p>
            <a:pPr lvl="0"/>
            <a:r>
              <a:rPr/>
              <a:t>证据2：质量指标改善（重复率/空值率/一致率）</a:t>
            </a:r>
          </a:p>
          <a:p>
            <a:pPr lvl="0"/>
            <a:r>
              <a:rPr/>
              <a:t>证据3：业务抽检签字</a:t>
            </a:r>
          </a:p>
          <a:p>
            <a:pPr lvl="0"/>
            <a:r>
              <a:rPr/>
              <a:t>证据4：根因修复与防复发验证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10) 安全与合规（底线页）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私有化内网部署，通信在企业可控边界</a:t>
            </a:r>
          </a:p>
          <a:p>
            <a:pPr lvl="0"/>
            <a:r>
              <a:rPr/>
              <a:t>只读账号，最小权限到对象级</a:t>
            </a:r>
          </a:p>
          <a:p>
            <a:pPr lvl="0"/>
            <a:r>
              <a:rPr/>
              <a:t>不全量搬运，不公网上传</a:t>
            </a:r>
          </a:p>
          <a:p>
            <a:pPr lvl="0"/>
            <a:r>
              <a:rPr/>
              <a:t>全过程留痕：采集、确认、变更、工单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11) 组织与责任（RACI）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Sponsor：资源与里程碑决策</a:t>
            </a:r>
          </a:p>
          <a:p>
            <a:pPr lvl="0"/>
            <a:r>
              <a:rPr/>
              <a:t>数据治理团队：标准、术语、KPI、运营机制</a:t>
            </a:r>
          </a:p>
          <a:p>
            <a:pPr lvl="0"/>
            <a:r>
              <a:rPr/>
              <a:t>业务Owner：口径确认与优先级裁决</a:t>
            </a:r>
          </a:p>
          <a:p>
            <a:pPr lvl="0"/>
            <a:r>
              <a:rPr/>
              <a:t>IT/DBA：权限、网络、安全与稳定性</a:t>
            </a:r>
          </a:p>
          <a:p>
            <a:pPr lvl="0"/>
            <a:r>
              <a:rPr/>
              <a:t>实施方：连接器、模型、规则、知识转移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12) PoC 验收标准（建议冻结）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三系统只读接入成功（ERP/HR/SRM）</a:t>
            </a:r>
          </a:p>
          <a:p>
            <a:pPr lvl="0"/>
            <a:r>
              <a:rPr/>
              <a:t>元数据覆盖达到约定阈值（例：&gt;=85%）</a:t>
            </a:r>
          </a:p>
          <a:p>
            <a:pPr lvl="0"/>
            <a:r>
              <a:rPr/>
              <a:t>关键链路关系/血缘可追溯并确认</a:t>
            </a:r>
          </a:p>
          <a:p>
            <a:pPr lvl="0"/>
            <a:r>
              <a:rPr/>
              <a:t>识别并闭环一批高价值问题（例：&gt;=20）</a:t>
            </a:r>
          </a:p>
          <a:p>
            <a:pPr lvl="0"/>
            <a:r>
              <a:rPr/>
              <a:t>全流程符合内控合规要求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13) 价值量化（老板看得懂）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效率：人工整理元数据工时下降</a:t>
            </a:r>
          </a:p>
          <a:p>
            <a:pPr lvl="0"/>
            <a:r>
              <a:rPr/>
              <a:t>质量：一致率提升、重复率/空值率下降</a:t>
            </a:r>
          </a:p>
          <a:p>
            <a:pPr lvl="0"/>
            <a:r>
              <a:rPr/>
              <a:t>风险：高风险问题发现更早、闭环更快</a:t>
            </a:r>
          </a:p>
          <a:p>
            <a:pPr lvl="0"/>
            <a:r>
              <a:rPr/>
              <a:t>管理：Owner覆盖、SLA达成、审计可证明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14) 风险与缓释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权限审批慢 -&gt; 冻结范围，先核心域</a:t>
            </a:r>
          </a:p>
          <a:p>
            <a:pPr lvl="0"/>
            <a:r>
              <a:rPr/>
              <a:t>业务参与不足 -&gt; 锁定Owner，周例会签字</a:t>
            </a:r>
          </a:p>
          <a:p>
            <a:pPr lvl="0"/>
            <a:r>
              <a:rPr/>
              <a:t>自动识别偏差 -&gt; 抽检机制 + 规则迭代</a:t>
            </a:r>
          </a:p>
          <a:p>
            <a:pPr lvl="0"/>
            <a:r>
              <a:rPr/>
              <a:t>预期过高 -&gt; 在章程中写明边界与不做项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15) 商业路线 vs 开源路线（对照）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Collibra：治理运营一体化更成熟，适合标准化推进</a:t>
            </a:r>
          </a:p>
          <a:p>
            <a:pPr lvl="0"/>
            <a:r>
              <a:rPr/>
              <a:t>OpenMetadata：成本友好、私有化灵活，适合基础能力先行</a:t>
            </a:r>
          </a:p>
          <a:p>
            <a:pPr lvl="0"/>
            <a:r>
              <a:rPr/>
              <a:t>共识：两者都必须遵守“内网、只读、可审计”</a:t>
            </a:r>
          </a:p>
          <a:p>
            <a:pPr lvl="0"/>
            <a:r>
              <a:rPr/>
              <a:t>建议：PoC主线 + 开源对照线并行评估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16) 3/6/12 月路线图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0-3月：目录、术语、Owner、首批规则、工单机制</a:t>
            </a:r>
          </a:p>
          <a:p>
            <a:pPr lvl="0"/>
            <a:r>
              <a:rPr/>
              <a:t>3-6月：主数据一致性深化、关键链路血缘完善</a:t>
            </a:r>
          </a:p>
          <a:p>
            <a:pPr lvl="0"/>
            <a:r>
              <a:rPr/>
              <a:t>6-12月：扩系统、扩规则、纳入常态化治理KPI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17) 本次会议请拍板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是否批准 4 周 PoC 启动</a:t>
            </a:r>
          </a:p>
          <a:p>
            <a:pPr lvl="0"/>
            <a:r>
              <a:rPr/>
              <a:t>是否冻结验收口径与边界</a:t>
            </a:r>
          </a:p>
          <a:p>
            <a:pPr lvl="0"/>
            <a:r>
              <a:rPr/>
              <a:t>是否明确组织责任与资源投入</a:t>
            </a:r>
          </a:p>
          <a:p>
            <a:pPr lvl="0"/>
            <a:r>
              <a:rPr/>
              <a:t>是否同意并行开源对照评估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18) 结束页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结论：建议“先PoC拿证据，再规模化建设”</a:t>
            </a:r>
          </a:p>
          <a:p>
            <a:pPr lvl="0"/>
            <a:r>
              <a:rPr/>
              <a:t>目标：从“救火式数据管理”升级为“经营式数据治理”</a:t>
            </a:r>
          </a:p>
          <a:p>
            <a:pPr lvl="0"/>
            <a:r>
              <a:rPr/>
              <a:t>Q&amp;A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2026-03-24T07:33:14Z</dcterms:created>
  <dcterms:modified xsi:type="dcterms:W3CDTF">2026-03-24T07:33:14Z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