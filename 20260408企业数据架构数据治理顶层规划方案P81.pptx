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tags/tag1649.xml" ContentType="application/vnd.openxmlformats-officedocument.presentationml.tags+xml"/>
  <Override PartName="/ppt/tags/tag165.xml" ContentType="application/vnd.openxmlformats-officedocument.presentationml.tags+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63.xml" ContentType="application/vnd.openxmlformats-officedocument.presentationml.tags+xml"/>
  <Override PartName="/ppt/tags/tag1764.xml" ContentType="application/vnd.openxmlformats-officedocument.presentationml.tags+xml"/>
  <Override PartName="/ppt/tags/tag1765.xml" ContentType="application/vnd.openxmlformats-officedocument.presentationml.tags+xml"/>
  <Override PartName="/ppt/tags/tag1766.xml" ContentType="application/vnd.openxmlformats-officedocument.presentationml.tags+xml"/>
  <Override PartName="/ppt/tags/tag1767.xml" ContentType="application/vnd.openxmlformats-officedocument.presentationml.tags+xml"/>
  <Override PartName="/ppt/tags/tag1768.xml" ContentType="application/vnd.openxmlformats-officedocument.presentationml.tags+xml"/>
  <Override PartName="/ppt/tags/tag1769.xml" ContentType="application/vnd.openxmlformats-officedocument.presentationml.tags+xml"/>
  <Override PartName="/ppt/tags/tag177.xml" ContentType="application/vnd.openxmlformats-officedocument.presentationml.tags+xml"/>
  <Override PartName="/ppt/tags/tag1770.xml" ContentType="application/vnd.openxmlformats-officedocument.presentationml.tags+xml"/>
  <Override PartName="/ppt/tags/tag1771.xml" ContentType="application/vnd.openxmlformats-officedocument.presentationml.tags+xml"/>
  <Override PartName="/ppt/tags/tag1772.xml" ContentType="application/vnd.openxmlformats-officedocument.presentationml.tags+xml"/>
  <Override PartName="/ppt/tags/tag1773.xml" ContentType="application/vnd.openxmlformats-officedocument.presentationml.tags+xml"/>
  <Override PartName="/ppt/tags/tag1774.xml" ContentType="application/vnd.openxmlformats-officedocument.presentationml.tags+xml"/>
  <Override PartName="/ppt/tags/tag1775.xml" ContentType="application/vnd.openxmlformats-officedocument.presentationml.tags+xml"/>
  <Override PartName="/ppt/tags/tag1776.xml" ContentType="application/vnd.openxmlformats-officedocument.presentationml.tags+xml"/>
  <Override PartName="/ppt/tags/tag1777.xml" ContentType="application/vnd.openxmlformats-officedocument.presentationml.tags+xml"/>
  <Override PartName="/ppt/tags/tag1778.xml" ContentType="application/vnd.openxmlformats-officedocument.presentationml.tags+xml"/>
  <Override PartName="/ppt/tags/tag1779.xml" ContentType="application/vnd.openxmlformats-officedocument.presentationml.tags+xml"/>
  <Override PartName="/ppt/tags/tag178.xml" ContentType="application/vnd.openxmlformats-officedocument.presentationml.tags+xml"/>
  <Override PartName="/ppt/tags/tag1780.xml" ContentType="application/vnd.openxmlformats-officedocument.presentationml.tags+xml"/>
  <Override PartName="/ppt/tags/tag1781.xml" ContentType="application/vnd.openxmlformats-officedocument.presentationml.tags+xml"/>
  <Override PartName="/ppt/tags/tag1782.xml" ContentType="application/vnd.openxmlformats-officedocument.presentationml.tags+xml"/>
  <Override PartName="/ppt/tags/tag1783.xml" ContentType="application/vnd.openxmlformats-officedocument.presentationml.tags+xml"/>
  <Override PartName="/ppt/tags/tag1784.xml" ContentType="application/vnd.openxmlformats-officedocument.presentationml.tags+xml"/>
  <Override PartName="/ppt/tags/tag1785.xml" ContentType="application/vnd.openxmlformats-officedocument.presentationml.tags+xml"/>
  <Override PartName="/ppt/tags/tag1786.xml" ContentType="application/vnd.openxmlformats-officedocument.presentationml.tags+xml"/>
  <Override PartName="/ppt/tags/tag1787.xml" ContentType="application/vnd.openxmlformats-officedocument.presentationml.tags+xml"/>
  <Override PartName="/ppt/tags/tag1788.xml" ContentType="application/vnd.openxmlformats-officedocument.presentationml.tags+xml"/>
  <Override PartName="/ppt/tags/tag1789.xml" ContentType="application/vnd.openxmlformats-officedocument.presentationml.tags+xml"/>
  <Override PartName="/ppt/tags/tag179.xml" ContentType="application/vnd.openxmlformats-officedocument.presentationml.tags+xml"/>
  <Override PartName="/ppt/tags/tag1790.xml" ContentType="application/vnd.openxmlformats-officedocument.presentationml.tags+xml"/>
  <Override PartName="/ppt/tags/tag1791.xml" ContentType="application/vnd.openxmlformats-officedocument.presentationml.tags+xml"/>
  <Override PartName="/ppt/tags/tag1792.xml" ContentType="application/vnd.openxmlformats-officedocument.presentationml.tags+xml"/>
  <Override PartName="/ppt/tags/tag1793.xml" ContentType="application/vnd.openxmlformats-officedocument.presentationml.tags+xml"/>
  <Override PartName="/ppt/tags/tag1794.xml" ContentType="application/vnd.openxmlformats-officedocument.presentationml.tags+xml"/>
  <Override PartName="/ppt/tags/tag1795.xml" ContentType="application/vnd.openxmlformats-officedocument.presentationml.tags+xml"/>
  <Override PartName="/ppt/tags/tag1796.xml" ContentType="application/vnd.openxmlformats-officedocument.presentationml.tags+xml"/>
  <Override PartName="/ppt/tags/tag1797.xml" ContentType="application/vnd.openxmlformats-officedocument.presentationml.tags+xml"/>
  <Override PartName="/ppt/tags/tag1798.xml" ContentType="application/vnd.openxmlformats-officedocument.presentationml.tags+xml"/>
  <Override PartName="/ppt/tags/tag179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00.xml" ContentType="application/vnd.openxmlformats-officedocument.presentationml.tags+xml"/>
  <Override PartName="/ppt/tags/tag1801.xml" ContentType="application/vnd.openxmlformats-officedocument.presentationml.tags+xml"/>
  <Override PartName="/ppt/tags/tag1802.xml" ContentType="application/vnd.openxmlformats-officedocument.presentationml.tags+xml"/>
  <Override PartName="/ppt/tags/tag1803.xml" ContentType="application/vnd.openxmlformats-officedocument.presentationml.tags+xml"/>
  <Override PartName="/ppt/tags/tag1804.xml" ContentType="application/vnd.openxmlformats-officedocument.presentationml.tags+xml"/>
  <Override PartName="/ppt/tags/tag1805.xml" ContentType="application/vnd.openxmlformats-officedocument.presentationml.tags+xml"/>
  <Override PartName="/ppt/tags/tag1806.xml" ContentType="application/vnd.openxmlformats-officedocument.presentationml.tags+xml"/>
  <Override PartName="/ppt/tags/tag1807.xml" ContentType="application/vnd.openxmlformats-officedocument.presentationml.tags+xml"/>
  <Override PartName="/ppt/tags/tag1808.xml" ContentType="application/vnd.openxmlformats-officedocument.presentationml.tags+xml"/>
  <Override PartName="/ppt/tags/tag1809.xml" ContentType="application/vnd.openxmlformats-officedocument.presentationml.tags+xml"/>
  <Override PartName="/ppt/tags/tag181.xml" ContentType="application/vnd.openxmlformats-officedocument.presentationml.tags+xml"/>
  <Override PartName="/ppt/tags/tag1810.xml" ContentType="application/vnd.openxmlformats-officedocument.presentationml.tags+xml"/>
  <Override PartName="/ppt/tags/tag1811.xml" ContentType="application/vnd.openxmlformats-officedocument.presentationml.tags+xml"/>
  <Override PartName="/ppt/tags/tag1812.xml" ContentType="application/vnd.openxmlformats-officedocument.presentationml.tags+xml"/>
  <Override PartName="/ppt/tags/tag1813.xml" ContentType="application/vnd.openxmlformats-officedocument.presentationml.tags+xml"/>
  <Override PartName="/ppt/tags/tag1814.xml" ContentType="application/vnd.openxmlformats-officedocument.presentationml.tags+xml"/>
  <Override PartName="/ppt/tags/tag1815.xml" ContentType="application/vnd.openxmlformats-officedocument.presentationml.tags+xml"/>
  <Override PartName="/ppt/tags/tag1816.xml" ContentType="application/vnd.openxmlformats-officedocument.presentationml.tags+xml"/>
  <Override PartName="/ppt/tags/tag1817.xml" ContentType="application/vnd.openxmlformats-officedocument.presentationml.tags+xml"/>
  <Override PartName="/ppt/tags/tag1818.xml" ContentType="application/vnd.openxmlformats-officedocument.presentationml.tags+xml"/>
  <Override PartName="/ppt/tags/tag1819.xml" ContentType="application/vnd.openxmlformats-officedocument.presentationml.tags+xml"/>
  <Override PartName="/ppt/tags/tag182.xml" ContentType="application/vnd.openxmlformats-officedocument.presentationml.tags+xml"/>
  <Override PartName="/ppt/tags/tag1820.xml" ContentType="application/vnd.openxmlformats-officedocument.presentationml.tags+xml"/>
  <Override PartName="/ppt/tags/tag1821.xml" ContentType="application/vnd.openxmlformats-officedocument.presentationml.tags+xml"/>
  <Override PartName="/ppt/tags/tag1822.xml" ContentType="application/vnd.openxmlformats-officedocument.presentationml.tags+xml"/>
  <Override PartName="/ppt/tags/tag1823.xml" ContentType="application/vnd.openxmlformats-officedocument.presentationml.tags+xml"/>
  <Override PartName="/ppt/tags/tag1824.xml" ContentType="application/vnd.openxmlformats-officedocument.presentationml.tags+xml"/>
  <Override PartName="/ppt/tags/tag1825.xml" ContentType="application/vnd.openxmlformats-officedocument.presentationml.tags+xml"/>
  <Override PartName="/ppt/tags/tag1826.xml" ContentType="application/vnd.openxmlformats-officedocument.presentationml.tags+xml"/>
  <Override PartName="/ppt/tags/tag1827.xml" ContentType="application/vnd.openxmlformats-officedocument.presentationml.tags+xml"/>
  <Override PartName="/ppt/tags/tag1828.xml" ContentType="application/vnd.openxmlformats-officedocument.presentationml.tags+xml"/>
  <Override PartName="/ppt/tags/tag1829.xml" ContentType="application/vnd.openxmlformats-officedocument.presentationml.tags+xml"/>
  <Override PartName="/ppt/tags/tag183.xml" ContentType="application/vnd.openxmlformats-officedocument.presentationml.tags+xml"/>
  <Override PartName="/ppt/tags/tag1830.xml" ContentType="application/vnd.openxmlformats-officedocument.presentationml.tags+xml"/>
  <Override PartName="/ppt/tags/tag1831.xml" ContentType="application/vnd.openxmlformats-officedocument.presentationml.tags+xml"/>
  <Override PartName="/ppt/tags/tag1832.xml" ContentType="application/vnd.openxmlformats-officedocument.presentationml.tags+xml"/>
  <Override PartName="/ppt/tags/tag1833.xml" ContentType="application/vnd.openxmlformats-officedocument.presentationml.tags+xml"/>
  <Override PartName="/ppt/tags/tag1834.xml" ContentType="application/vnd.openxmlformats-officedocument.presentationml.tags+xml"/>
  <Override PartName="/ppt/tags/tag1835.xml" ContentType="application/vnd.openxmlformats-officedocument.presentationml.tags+xml"/>
  <Override PartName="/ppt/tags/tag1836.xml" ContentType="application/vnd.openxmlformats-officedocument.presentationml.tags+xml"/>
  <Override PartName="/ppt/tags/tag1837.xml" ContentType="application/vnd.openxmlformats-officedocument.presentationml.tags+xml"/>
  <Override PartName="/ppt/tags/tag1838.xml" ContentType="application/vnd.openxmlformats-officedocument.presentationml.tags+xml"/>
  <Override PartName="/ppt/tags/tag1839.xml" ContentType="application/vnd.openxmlformats-officedocument.presentationml.tags+xml"/>
  <Override PartName="/ppt/tags/tag184.xml" ContentType="application/vnd.openxmlformats-officedocument.presentationml.tags+xml"/>
  <Override PartName="/ppt/tags/tag1840.xml" ContentType="application/vnd.openxmlformats-officedocument.presentationml.tags+xml"/>
  <Override PartName="/ppt/tags/tag1841.xml" ContentType="application/vnd.openxmlformats-officedocument.presentationml.tags+xml"/>
  <Override PartName="/ppt/tags/tag1842.xml" ContentType="application/vnd.openxmlformats-officedocument.presentationml.tags+xml"/>
  <Override PartName="/ppt/tags/tag1843.xml" ContentType="application/vnd.openxmlformats-officedocument.presentationml.tags+xml"/>
  <Override PartName="/ppt/tags/tag1844.xml" ContentType="application/vnd.openxmlformats-officedocument.presentationml.tags+xml"/>
  <Override PartName="/ppt/tags/tag1845.xml" ContentType="application/vnd.openxmlformats-officedocument.presentationml.tags+xml"/>
  <Override PartName="/ppt/tags/tag1846.xml" ContentType="application/vnd.openxmlformats-officedocument.presentationml.tags+xml"/>
  <Override PartName="/ppt/tags/tag1847.xml" ContentType="application/vnd.openxmlformats-officedocument.presentationml.tags+xml"/>
  <Override PartName="/ppt/tags/tag1848.xml" ContentType="application/vnd.openxmlformats-officedocument.presentationml.tags+xml"/>
  <Override PartName="/ppt/tags/tag1849.xml" ContentType="application/vnd.openxmlformats-officedocument.presentationml.tags+xml"/>
  <Override PartName="/ppt/tags/tag185.xml" ContentType="application/vnd.openxmlformats-officedocument.presentationml.tags+xml"/>
  <Override PartName="/ppt/tags/tag1850.xml" ContentType="application/vnd.openxmlformats-officedocument.presentationml.tags+xml"/>
  <Override PartName="/ppt/tags/tag1851.xml" ContentType="application/vnd.openxmlformats-officedocument.presentationml.tags+xml"/>
  <Override PartName="/ppt/tags/tag1852.xml" ContentType="application/vnd.openxmlformats-officedocument.presentationml.tags+xml"/>
  <Override PartName="/ppt/tags/tag1853.xml" ContentType="application/vnd.openxmlformats-officedocument.presentationml.tags+xml"/>
  <Override PartName="/ppt/tags/tag1854.xml" ContentType="application/vnd.openxmlformats-officedocument.presentationml.tags+xml"/>
  <Override PartName="/ppt/tags/tag1855.xml" ContentType="application/vnd.openxmlformats-officedocument.presentationml.tags+xml"/>
  <Override PartName="/ppt/tags/tag1856.xml" ContentType="application/vnd.openxmlformats-officedocument.presentationml.tags+xml"/>
  <Override PartName="/ppt/tags/tag1857.xml" ContentType="application/vnd.openxmlformats-officedocument.presentationml.tags+xml"/>
  <Override PartName="/ppt/tags/tag1858.xml" ContentType="application/vnd.openxmlformats-officedocument.presentationml.tags+xml"/>
  <Override PartName="/ppt/tags/tag1859.xml" ContentType="application/vnd.openxmlformats-officedocument.presentationml.tags+xml"/>
  <Override PartName="/ppt/tags/tag186.xml" ContentType="application/vnd.openxmlformats-officedocument.presentationml.tags+xml"/>
  <Override PartName="/ppt/tags/tag1860.xml" ContentType="application/vnd.openxmlformats-officedocument.presentationml.tags+xml"/>
  <Override PartName="/ppt/tags/tag1861.xml" ContentType="application/vnd.openxmlformats-officedocument.presentationml.tags+xml"/>
  <Override PartName="/ppt/tags/tag1862.xml" ContentType="application/vnd.openxmlformats-officedocument.presentationml.tags+xml"/>
  <Override PartName="/ppt/tags/tag1863.xml" ContentType="application/vnd.openxmlformats-officedocument.presentationml.tags+xml"/>
  <Override PartName="/ppt/tags/tag1864.xml" ContentType="application/vnd.openxmlformats-officedocument.presentationml.tags+xml"/>
  <Override PartName="/ppt/tags/tag1865.xml" ContentType="application/vnd.openxmlformats-officedocument.presentationml.tags+xml"/>
  <Override PartName="/ppt/tags/tag1866.xml" ContentType="application/vnd.openxmlformats-officedocument.presentationml.tags+xml"/>
  <Override PartName="/ppt/tags/tag1867.xml" ContentType="application/vnd.openxmlformats-officedocument.presentationml.tags+xml"/>
  <Override PartName="/ppt/tags/tag1868.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Lst>
  <p:notesMasterIdLst>
    <p:notesMasterId r:id="rId6"/>
  </p:notesMasterIdLst>
  <p:handoutMasterIdLst>
    <p:handoutMasterId r:id="rId87"/>
  </p:handoutMasterIdLst>
  <p:sldIdLst>
    <p:sldId id="418" r:id="rId5"/>
    <p:sldId id="419" r:id="rId7"/>
    <p:sldId id="420" r:id="rId8"/>
    <p:sldId id="421" r:id="rId9"/>
    <p:sldId id="422" r:id="rId10"/>
    <p:sldId id="423" r:id="rId11"/>
    <p:sldId id="424" r:id="rId12"/>
    <p:sldId id="425" r:id="rId13"/>
    <p:sldId id="426" r:id="rId14"/>
    <p:sldId id="427" r:id="rId15"/>
    <p:sldId id="428" r:id="rId16"/>
    <p:sldId id="429" r:id="rId17"/>
    <p:sldId id="430" r:id="rId18"/>
    <p:sldId id="431" r:id="rId19"/>
    <p:sldId id="432" r:id="rId20"/>
    <p:sldId id="433" r:id="rId21"/>
    <p:sldId id="434" r:id="rId22"/>
    <p:sldId id="435" r:id="rId23"/>
    <p:sldId id="436" r:id="rId24"/>
    <p:sldId id="437" r:id="rId25"/>
    <p:sldId id="438" r:id="rId26"/>
    <p:sldId id="439" r:id="rId27"/>
    <p:sldId id="440" r:id="rId28"/>
    <p:sldId id="441" r:id="rId29"/>
    <p:sldId id="442" r:id="rId30"/>
    <p:sldId id="443" r:id="rId31"/>
    <p:sldId id="444" r:id="rId32"/>
    <p:sldId id="445" r:id="rId33"/>
    <p:sldId id="446" r:id="rId34"/>
    <p:sldId id="447" r:id="rId35"/>
    <p:sldId id="448" r:id="rId36"/>
    <p:sldId id="449" r:id="rId37"/>
    <p:sldId id="450" r:id="rId38"/>
    <p:sldId id="451" r:id="rId39"/>
    <p:sldId id="452" r:id="rId40"/>
    <p:sldId id="453" r:id="rId41"/>
    <p:sldId id="454" r:id="rId42"/>
    <p:sldId id="455" r:id="rId43"/>
    <p:sldId id="456" r:id="rId44"/>
    <p:sldId id="457" r:id="rId45"/>
    <p:sldId id="458" r:id="rId46"/>
    <p:sldId id="459" r:id="rId47"/>
    <p:sldId id="460" r:id="rId48"/>
    <p:sldId id="461" r:id="rId49"/>
    <p:sldId id="462" r:id="rId50"/>
    <p:sldId id="463" r:id="rId51"/>
    <p:sldId id="464" r:id="rId52"/>
    <p:sldId id="465" r:id="rId53"/>
    <p:sldId id="466" r:id="rId54"/>
    <p:sldId id="467" r:id="rId55"/>
    <p:sldId id="468" r:id="rId56"/>
    <p:sldId id="469" r:id="rId57"/>
    <p:sldId id="470" r:id="rId58"/>
    <p:sldId id="471" r:id="rId59"/>
    <p:sldId id="472" r:id="rId60"/>
    <p:sldId id="473" r:id="rId61"/>
    <p:sldId id="474" r:id="rId62"/>
    <p:sldId id="475" r:id="rId63"/>
    <p:sldId id="476" r:id="rId64"/>
    <p:sldId id="477" r:id="rId65"/>
    <p:sldId id="478" r:id="rId66"/>
    <p:sldId id="479" r:id="rId67"/>
    <p:sldId id="480" r:id="rId68"/>
    <p:sldId id="481" r:id="rId69"/>
    <p:sldId id="482" r:id="rId70"/>
    <p:sldId id="483" r:id="rId71"/>
    <p:sldId id="484" r:id="rId72"/>
    <p:sldId id="485" r:id="rId73"/>
    <p:sldId id="486" r:id="rId74"/>
    <p:sldId id="487" r:id="rId75"/>
    <p:sldId id="488" r:id="rId76"/>
    <p:sldId id="489" r:id="rId77"/>
    <p:sldId id="490" r:id="rId78"/>
    <p:sldId id="491" r:id="rId79"/>
    <p:sldId id="492" r:id="rId80"/>
    <p:sldId id="493" r:id="rId81"/>
    <p:sldId id="494" r:id="rId82"/>
    <p:sldId id="495" r:id="rId83"/>
    <p:sldId id="496" r:id="rId84"/>
    <p:sldId id="497" r:id="rId85"/>
    <p:sldId id="498" r:id="rId86"/>
  </p:sldIdLst>
  <p:sldSz cx="12192000" cy="6858000"/>
  <p:notesSz cx="6858000" cy="9144000"/>
  <p:custDataLst>
    <p:tags r:id="rId9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D14E"/>
    <a:srgbClr val="FFBF00"/>
    <a:srgbClr val="006AB4"/>
    <a:srgbClr val="2AA6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gs" Target="tags/tag1868.xml"/><Relationship Id="rId90" Type="http://schemas.openxmlformats.org/officeDocument/2006/relationships/tableStyles" Target="tableStyles.xml"/><Relationship Id="rId9" Type="http://schemas.openxmlformats.org/officeDocument/2006/relationships/slide" Target="slides/slide4.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handoutMaster" Target="handoutMasters/handoutMaster1.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www.eabok.com.cn</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image" Target="../media/image1.png"/><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image" Target="../media/image2.png"/><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image" Target="../media/image3.png"/><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image" Target="../media/image1.png"/><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7" Type="http://schemas.openxmlformats.org/officeDocument/2006/relationships/tags" Target="../tags/tag81.xml"/><Relationship Id="rId16" Type="http://schemas.openxmlformats.org/officeDocument/2006/relationships/tags" Target="../tags/tag80.xml"/><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21" name="任意多边形: 形状 20"/>
          <p:cNvSpPr/>
          <p:nvPr>
            <p:custDataLst>
              <p:tags r:id="rId2"/>
            </p:custDataLst>
          </p:nvPr>
        </p:nvSpPr>
        <p:spPr>
          <a:xfrm flipH="1">
            <a:off x="1" y="0"/>
            <a:ext cx="4922187" cy="6858000"/>
          </a:xfrm>
          <a:custGeom>
            <a:avLst/>
            <a:gdLst>
              <a:gd name="connsiteX0" fmla="*/ 99918 w 4922187"/>
              <a:gd name="connsiteY0" fmla="*/ 3058556 h 6858000"/>
              <a:gd name="connsiteX1" fmla="*/ 53898 w 4922187"/>
              <a:gd name="connsiteY1" fmla="*/ 3071516 h 6858000"/>
              <a:gd name="connsiteX2" fmla="*/ 16364 w 4922187"/>
              <a:gd name="connsiteY2" fmla="*/ 3107213 h 6858000"/>
              <a:gd name="connsiteX3" fmla="*/ 0 w 4922187"/>
              <a:gd name="connsiteY3" fmla="*/ 3140721 h 6858000"/>
              <a:gd name="connsiteX4" fmla="*/ 0 w 4922187"/>
              <a:gd name="connsiteY4" fmla="*/ 6858000 h 6858000"/>
              <a:gd name="connsiteX5" fmla="*/ 4922187 w 4922187"/>
              <a:gd name="connsiteY5" fmla="*/ 6858000 h 6858000"/>
              <a:gd name="connsiteX6" fmla="*/ 4922187 w 4922187"/>
              <a:gd name="connsiteY6" fmla="*/ 4336445 h 6858000"/>
              <a:gd name="connsiteX7" fmla="*/ 4815905 w 4922187"/>
              <a:gd name="connsiteY7" fmla="*/ 4400749 h 6858000"/>
              <a:gd name="connsiteX8" fmla="*/ 3167365 w 4922187"/>
              <a:gd name="connsiteY8" fmla="*/ 4816476 h 6858000"/>
              <a:gd name="connsiteX9" fmla="*/ 498596 w 4922187"/>
              <a:gd name="connsiteY9" fmla="*/ 3563016 h 6858000"/>
              <a:gd name="connsiteX10" fmla="*/ 335060 w 4922187"/>
              <a:gd name="connsiteY10" fmla="*/ 3345212 h 6858000"/>
              <a:gd name="connsiteX11" fmla="*/ 333128 w 4922187"/>
              <a:gd name="connsiteY11" fmla="*/ 3351429 h 6858000"/>
              <a:gd name="connsiteX12" fmla="*/ 320219 w 4922187"/>
              <a:gd name="connsiteY12" fmla="*/ 3325446 h 6858000"/>
              <a:gd name="connsiteX13" fmla="*/ 299499 w 4922187"/>
              <a:gd name="connsiteY13" fmla="*/ 3297851 h 6858000"/>
              <a:gd name="connsiteX14" fmla="*/ 181269 w 4922187"/>
              <a:gd name="connsiteY14" fmla="*/ 3104030 h 6858000"/>
              <a:gd name="connsiteX15" fmla="*/ 144879 w 4922187"/>
              <a:gd name="connsiteY15" fmla="*/ 3073574 h 6858000"/>
              <a:gd name="connsiteX16" fmla="*/ 99918 w 4922187"/>
              <a:gd name="connsiteY16" fmla="*/ 3058556 h 6858000"/>
              <a:gd name="connsiteX17" fmla="*/ 4922187 w 4922187"/>
              <a:gd name="connsiteY17" fmla="*/ 0 h 6858000"/>
              <a:gd name="connsiteX18" fmla="*/ 1301131 w 4922187"/>
              <a:gd name="connsiteY18" fmla="*/ 0 h 6858000"/>
              <a:gd name="connsiteX19" fmla="*/ 1241823 w 4922187"/>
              <a:gd name="connsiteY19" fmla="*/ 78988 h 6858000"/>
              <a:gd name="connsiteX20" fmla="*/ 845240 w 4922187"/>
              <a:gd name="connsiteY20" fmla="*/ 1372026 h 6858000"/>
              <a:gd name="connsiteX21" fmla="*/ 3167365 w 4922187"/>
              <a:gd name="connsiteY21" fmla="*/ 3684699 h 6858000"/>
              <a:gd name="connsiteX22" fmla="*/ 4809355 w 4922187"/>
              <a:gd name="connsiteY22" fmla="*/ 3007332 h 6858000"/>
              <a:gd name="connsiteX23" fmla="*/ 4922187 w 4922187"/>
              <a:gd name="connsiteY23" fmla="*/ 28836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22187" h="6858000">
                <a:moveTo>
                  <a:pt x="99918" y="3058556"/>
                </a:moveTo>
                <a:cubicBezTo>
                  <a:pt x="84695" y="3057816"/>
                  <a:pt x="69297" y="3061740"/>
                  <a:pt x="53898" y="3071516"/>
                </a:cubicBezTo>
                <a:cubicBezTo>
                  <a:pt x="38499" y="3081293"/>
                  <a:pt x="26180" y="3093384"/>
                  <a:pt x="16364" y="3107213"/>
                </a:cubicBezTo>
                <a:lnTo>
                  <a:pt x="0" y="3140721"/>
                </a:lnTo>
                <a:lnTo>
                  <a:pt x="0" y="6858000"/>
                </a:lnTo>
                <a:lnTo>
                  <a:pt x="4922187" y="6858000"/>
                </a:lnTo>
                <a:lnTo>
                  <a:pt x="4922187" y="4336445"/>
                </a:lnTo>
                <a:lnTo>
                  <a:pt x="4815905" y="4400749"/>
                </a:lnTo>
                <a:cubicBezTo>
                  <a:pt x="4325854" y="4665878"/>
                  <a:pt x="3764269" y="4816476"/>
                  <a:pt x="3167365" y="4816476"/>
                </a:cubicBezTo>
                <a:cubicBezTo>
                  <a:pt x="2092938" y="4816476"/>
                  <a:pt x="1132942" y="4328536"/>
                  <a:pt x="498596" y="3563016"/>
                </a:cubicBezTo>
                <a:lnTo>
                  <a:pt x="335060" y="3345212"/>
                </a:lnTo>
                <a:lnTo>
                  <a:pt x="333128" y="3351429"/>
                </a:lnTo>
                <a:lnTo>
                  <a:pt x="320219" y="3325446"/>
                </a:lnTo>
                <a:lnTo>
                  <a:pt x="299499" y="3297851"/>
                </a:lnTo>
                <a:lnTo>
                  <a:pt x="181269" y="3104030"/>
                </a:lnTo>
                <a:lnTo>
                  <a:pt x="144879" y="3073574"/>
                </a:lnTo>
                <a:cubicBezTo>
                  <a:pt x="130186" y="3064698"/>
                  <a:pt x="115140" y="3059295"/>
                  <a:pt x="99918" y="3058556"/>
                </a:cubicBezTo>
                <a:close/>
                <a:moveTo>
                  <a:pt x="4922187" y="0"/>
                </a:moveTo>
                <a:lnTo>
                  <a:pt x="1301131" y="0"/>
                </a:lnTo>
                <a:lnTo>
                  <a:pt x="1241823" y="78988"/>
                </a:lnTo>
                <a:cubicBezTo>
                  <a:pt x="991441" y="448094"/>
                  <a:pt x="845240" y="893055"/>
                  <a:pt x="845240" y="1372026"/>
                </a:cubicBezTo>
                <a:cubicBezTo>
                  <a:pt x="845240" y="2649279"/>
                  <a:pt x="1884891" y="3684699"/>
                  <a:pt x="3167365" y="3684699"/>
                </a:cubicBezTo>
                <a:cubicBezTo>
                  <a:pt x="3808602" y="3684699"/>
                  <a:pt x="4389133" y="3425844"/>
                  <a:pt x="4809355" y="3007332"/>
                </a:cubicBezTo>
                <a:lnTo>
                  <a:pt x="4922187" y="2883691"/>
                </a:lnTo>
                <a:close/>
              </a:path>
            </a:pathLst>
          </a:custGeom>
          <a:gradFill flip="none" rotWithShape="1">
            <a:gsLst>
              <a:gs pos="0">
                <a:schemeClr val="accent1">
                  <a:alpha val="0"/>
                </a:schemeClr>
              </a:gs>
              <a:gs pos="95000">
                <a:schemeClr val="accent1"/>
              </a:gs>
            </a:gsLst>
            <a:lin ang="18900000" scaled="1"/>
            <a:tileRect/>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ea typeface="微软雅黑" panose="020B0503020204020204" charset="-122"/>
              <a:cs typeface="微软雅黑" panose="020B0503020204020204" charset="-122"/>
            </a:endParaRPr>
          </a:p>
        </p:txBody>
      </p:sp>
      <p:cxnSp>
        <p:nvCxnSpPr>
          <p:cNvPr id="13" name="直接连接符 12"/>
          <p:cNvCxnSpPr/>
          <p:nvPr>
            <p:custDataLst>
              <p:tags r:id="rId3"/>
            </p:custDataLst>
          </p:nvPr>
        </p:nvCxnSpPr>
        <p:spPr>
          <a:xfrm>
            <a:off x="11360150" y="493395"/>
            <a:ext cx="18288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custDataLst>
              <p:tags r:id="rId4"/>
            </p:custDataLst>
          </p:nvPr>
        </p:nvCxnSpPr>
        <p:spPr>
          <a:xfrm>
            <a:off x="11360150" y="551815"/>
            <a:ext cx="18288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5"/>
            </p:custDataLst>
          </p:nvPr>
        </p:nvCxnSpPr>
        <p:spPr>
          <a:xfrm>
            <a:off x="11360150" y="610235"/>
            <a:ext cx="18288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6"/>
            </p:custDataLst>
          </p:nvPr>
        </p:nvSpPr>
        <p:spPr>
          <a:xfrm>
            <a:off x="5856514" y="1176719"/>
            <a:ext cx="5375326" cy="1859048"/>
          </a:xfrm>
        </p:spPr>
        <p:txBody>
          <a:bodyPr anchor="b">
            <a:normAutofit/>
          </a:bodyPr>
          <a:lstStyle>
            <a:lvl1pPr algn="l">
              <a:lnSpc>
                <a:spcPct val="100000"/>
              </a:lnSpc>
              <a:defRPr sz="4800"/>
            </a:lvl1pPr>
          </a:lstStyle>
          <a:p>
            <a:r>
              <a:rPr lang="zh-CN" altLang="en-US" dirty="0"/>
              <a:t>编辑母版标题</a:t>
            </a:r>
            <a:endParaRPr lang="zh-CN" altLang="en-US" dirty="0"/>
          </a:p>
        </p:txBody>
      </p:sp>
      <p:sp>
        <p:nvSpPr>
          <p:cNvPr id="4" name="日期占位符 3"/>
          <p:cNvSpPr>
            <a:spLocks noGrp="1"/>
          </p:cNvSpPr>
          <p:nvPr>
            <p:ph type="dt" sz="half" idx="10"/>
            <p:custDataLst>
              <p:tags r:id="rId7"/>
            </p:custDataLst>
          </p:nvPr>
        </p:nvSpPr>
        <p:spPr/>
        <p:txBody>
          <a:bodyPr>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9"/>
            </p:custDataLst>
          </p:nvPr>
        </p:nvSpPr>
        <p:spPr>
          <a:xfrm>
            <a:off x="8610600" y="6356350"/>
            <a:ext cx="2743200" cy="365125"/>
          </a:xfrm>
        </p:spPr>
        <p:txBody>
          <a:bodyPr>
            <a:normAutofit/>
          </a:bodyPr>
          <a:lstStyle/>
          <a:p>
            <a:fld id="{BE5F26B5-172A-4DC2-B0B7-181CFC56B87C}" type="slidenum">
              <a:rPr lang="zh-CN" altLang="en-US" smtClean="0"/>
            </a:fld>
            <a:endParaRPr lang="zh-CN" altLang="en-US"/>
          </a:p>
        </p:txBody>
      </p:sp>
      <p:sp>
        <p:nvSpPr>
          <p:cNvPr id="10" name="文本占位符 9"/>
          <p:cNvSpPr>
            <a:spLocks noGrp="1"/>
          </p:cNvSpPr>
          <p:nvPr>
            <p:ph type="body" sz="quarter" idx="13" hasCustomPrompt="1"/>
            <p:custDataLst>
              <p:tags r:id="rId10"/>
            </p:custDataLst>
          </p:nvPr>
        </p:nvSpPr>
        <p:spPr>
          <a:xfrm>
            <a:off x="838199" y="504000"/>
            <a:ext cx="2743199" cy="504000"/>
          </a:xfrm>
        </p:spPr>
        <p:txBody>
          <a:bodyPr anchor="ctr">
            <a:normAutofit/>
          </a:bodyPr>
          <a:lstStyle>
            <a:lvl1pPr marL="0" indent="0">
              <a:lnSpc>
                <a:spcPct val="100000"/>
              </a:lnSpc>
              <a:buNone/>
              <a:defRPr sz="1800" b="1">
                <a:solidFill>
                  <a:srgbClr val="FFFFFF"/>
                </a:solidFill>
              </a:defRPr>
            </a:lvl1pPr>
          </a:lstStyle>
          <a:p>
            <a:pPr lvl="0"/>
            <a:r>
              <a:rPr lang="zh-CN" altLang="en-US" dirty="0"/>
              <a:t>公司名占位符</a:t>
            </a:r>
            <a:endParaRPr lang="zh-CN" altLang="en-US" dirty="0"/>
          </a:p>
        </p:txBody>
      </p:sp>
      <p:cxnSp>
        <p:nvCxnSpPr>
          <p:cNvPr id="19" name="直接箭头连接符 18"/>
          <p:cNvCxnSpPr/>
          <p:nvPr>
            <p:custDataLst>
              <p:tags r:id="rId11"/>
            </p:custDataLst>
          </p:nvPr>
        </p:nvCxnSpPr>
        <p:spPr>
          <a:xfrm>
            <a:off x="5831840" y="3316790"/>
            <a:ext cx="5400000" cy="0"/>
          </a:xfrm>
          <a:prstGeom prst="straightConnector1">
            <a:avLst/>
          </a:prstGeom>
          <a:ln>
            <a:solidFill>
              <a:schemeClr val="accent3">
                <a:alpha val="3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任意多边形: 形状 38"/>
          <p:cNvSpPr/>
          <p:nvPr>
            <p:custDataLst>
              <p:tags r:id="rId12"/>
            </p:custDataLst>
          </p:nvPr>
        </p:nvSpPr>
        <p:spPr>
          <a:xfrm>
            <a:off x="9551700" y="5010785"/>
            <a:ext cx="2640300" cy="1865630"/>
          </a:xfrm>
          <a:custGeom>
            <a:avLst/>
            <a:gdLst>
              <a:gd name="connsiteX0" fmla="*/ 2045305 w 2640300"/>
              <a:gd name="connsiteY0" fmla="*/ 0 h 1865630"/>
              <a:gd name="connsiteX1" fmla="*/ 2620022 w 2640300"/>
              <a:gd name="connsiteY1" fmla="*/ 81451 h 1865630"/>
              <a:gd name="connsiteX2" fmla="*/ 2640300 w 2640300"/>
              <a:gd name="connsiteY2" fmla="*/ 88381 h 1865630"/>
              <a:gd name="connsiteX3" fmla="*/ 2640300 w 2640300"/>
              <a:gd name="connsiteY3" fmla="*/ 1040500 h 1865630"/>
              <a:gd name="connsiteX4" fmla="*/ 2631013 w 2640300"/>
              <a:gd name="connsiteY4" fmla="*/ 1034064 h 1865630"/>
              <a:gd name="connsiteX5" fmla="*/ 2045305 w 2640300"/>
              <a:gd name="connsiteY5" fmla="*/ 878165 h 1865630"/>
              <a:gd name="connsiteX6" fmla="*/ 892516 w 2640300"/>
              <a:gd name="connsiteY6" fmla="*/ 1817715 h 1865630"/>
              <a:gd name="connsiteX7" fmla="*/ 885203 w 2640300"/>
              <a:gd name="connsiteY7" fmla="*/ 1865630 h 1865630"/>
              <a:gd name="connsiteX8" fmla="*/ 0 w 2640300"/>
              <a:gd name="connsiteY8" fmla="*/ 1865630 h 1865630"/>
              <a:gd name="connsiteX9" fmla="*/ 1054 w 2640300"/>
              <a:gd name="connsiteY9" fmla="*/ 1844762 h 1865630"/>
              <a:gd name="connsiteX10" fmla="*/ 2045305 w 2640300"/>
              <a:gd name="connsiteY10" fmla="*/ 0 h 1865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40300" h="1865630">
                <a:moveTo>
                  <a:pt x="2045305" y="0"/>
                </a:moveTo>
                <a:cubicBezTo>
                  <a:pt x="2244794" y="0"/>
                  <a:pt x="2437643" y="28427"/>
                  <a:pt x="2620022" y="81451"/>
                </a:cubicBezTo>
                <a:lnTo>
                  <a:pt x="2640300" y="88381"/>
                </a:lnTo>
                <a:lnTo>
                  <a:pt x="2640300" y="1040500"/>
                </a:lnTo>
                <a:lnTo>
                  <a:pt x="2631013" y="1034064"/>
                </a:lnTo>
                <a:cubicBezTo>
                  <a:pt x="2458535" y="934886"/>
                  <a:pt x="2258544" y="878165"/>
                  <a:pt x="2045305" y="878165"/>
                </a:cubicBezTo>
                <a:cubicBezTo>
                  <a:pt x="1476668" y="878165"/>
                  <a:pt x="1002239" y="1281515"/>
                  <a:pt x="892516" y="1817715"/>
                </a:cubicBezTo>
                <a:lnTo>
                  <a:pt x="885203" y="1865630"/>
                </a:lnTo>
                <a:lnTo>
                  <a:pt x="0" y="1865630"/>
                </a:lnTo>
                <a:lnTo>
                  <a:pt x="1054" y="1844762"/>
                </a:lnTo>
                <a:cubicBezTo>
                  <a:pt x="106283" y="808587"/>
                  <a:pt x="981366" y="0"/>
                  <a:pt x="2045305" y="0"/>
                </a:cubicBezTo>
                <a:close/>
              </a:path>
            </a:pathLst>
          </a:custGeom>
          <a:gradFill>
            <a:gsLst>
              <a:gs pos="0">
                <a:schemeClr val="bg1">
                  <a:alpha val="0"/>
                </a:schemeClr>
              </a:gs>
              <a:gs pos="100000">
                <a:schemeClr val="accent1">
                  <a:alpha val="25000"/>
                </a:schemeClr>
              </a:gs>
            </a:gsLst>
            <a:lin ang="108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18" name="任意多边形: 形状 17"/>
          <p:cNvSpPr/>
          <p:nvPr>
            <p:custDataLst>
              <p:tags r:id="rId13"/>
            </p:custDataLst>
          </p:nvPr>
        </p:nvSpPr>
        <p:spPr>
          <a:xfrm>
            <a:off x="1" y="0"/>
            <a:ext cx="5213351" cy="4816476"/>
          </a:xfrm>
          <a:custGeom>
            <a:avLst/>
            <a:gdLst>
              <a:gd name="connsiteX0" fmla="*/ 3621057 w 5213351"/>
              <a:gd name="connsiteY0" fmla="*/ 0 h 4836161"/>
              <a:gd name="connsiteX1" fmla="*/ 4926428 w 5213351"/>
              <a:gd name="connsiteY1" fmla="*/ 0 h 4836161"/>
              <a:gd name="connsiteX2" fmla="*/ 4941563 w 5213351"/>
              <a:gd name="connsiteY2" fmla="*/ 31418 h 4836161"/>
              <a:gd name="connsiteX3" fmla="*/ 5213351 w 5213351"/>
              <a:gd name="connsiteY3" fmla="*/ 1377633 h 4836161"/>
              <a:gd name="connsiteX4" fmla="*/ 1754823 w 5213351"/>
              <a:gd name="connsiteY4" fmla="*/ 4836161 h 4836161"/>
              <a:gd name="connsiteX5" fmla="*/ 106283 w 5213351"/>
              <a:gd name="connsiteY5" fmla="*/ 4418735 h 4836161"/>
              <a:gd name="connsiteX6" fmla="*/ 0 w 5213351"/>
              <a:gd name="connsiteY6" fmla="*/ 4354167 h 4836161"/>
              <a:gd name="connsiteX7" fmla="*/ 0 w 5213351"/>
              <a:gd name="connsiteY7" fmla="*/ 2895476 h 4836161"/>
              <a:gd name="connsiteX8" fmla="*/ 112833 w 5213351"/>
              <a:gd name="connsiteY8" fmla="*/ 3019623 h 4836161"/>
              <a:gd name="connsiteX9" fmla="*/ 1754823 w 5213351"/>
              <a:gd name="connsiteY9" fmla="*/ 3699758 h 4836161"/>
              <a:gd name="connsiteX10" fmla="*/ 4076948 w 5213351"/>
              <a:gd name="connsiteY10" fmla="*/ 1377633 h 4836161"/>
              <a:gd name="connsiteX11" fmla="*/ 3680365 w 5213351"/>
              <a:gd name="connsiteY11" fmla="*/ 79311 h 4836161"/>
              <a:gd name="connsiteX12" fmla="*/ 3621057 w 5213351"/>
              <a:gd name="connsiteY12" fmla="*/ 0 h 483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13351" h="4836161">
                <a:moveTo>
                  <a:pt x="3621057" y="0"/>
                </a:moveTo>
                <a:lnTo>
                  <a:pt x="4926428" y="0"/>
                </a:lnTo>
                <a:lnTo>
                  <a:pt x="4941563" y="31418"/>
                </a:lnTo>
                <a:cubicBezTo>
                  <a:pt x="5116574" y="445191"/>
                  <a:pt x="5213351" y="900110"/>
                  <a:pt x="5213351" y="1377633"/>
                </a:cubicBezTo>
                <a:cubicBezTo>
                  <a:pt x="5213351" y="3287725"/>
                  <a:pt x="3664915" y="4836161"/>
                  <a:pt x="1754823" y="4836161"/>
                </a:cubicBezTo>
                <a:cubicBezTo>
                  <a:pt x="1157919" y="4836161"/>
                  <a:pt x="596334" y="4684947"/>
                  <a:pt x="106283" y="4418735"/>
                </a:cubicBezTo>
                <a:lnTo>
                  <a:pt x="0" y="4354167"/>
                </a:lnTo>
                <a:lnTo>
                  <a:pt x="0" y="2895476"/>
                </a:lnTo>
                <a:lnTo>
                  <a:pt x="112833" y="3019623"/>
                </a:lnTo>
                <a:cubicBezTo>
                  <a:pt x="533055" y="3439845"/>
                  <a:pt x="1113586" y="3699758"/>
                  <a:pt x="1754823" y="3699758"/>
                </a:cubicBezTo>
                <a:cubicBezTo>
                  <a:pt x="3037297" y="3699758"/>
                  <a:pt x="4076948" y="2660107"/>
                  <a:pt x="4076948" y="1377633"/>
                </a:cubicBezTo>
                <a:cubicBezTo>
                  <a:pt x="4076948" y="896705"/>
                  <a:pt x="3930747" y="449925"/>
                  <a:pt x="3680365" y="79311"/>
                </a:cubicBezTo>
                <a:lnTo>
                  <a:pt x="3621057" y="0"/>
                </a:lnTo>
                <a:close/>
              </a:path>
            </a:pathLst>
          </a:custGeom>
          <a:gradFill>
            <a:gsLst>
              <a:gs pos="0">
                <a:schemeClr val="bg1">
                  <a:alpha val="0"/>
                </a:schemeClr>
              </a:gs>
              <a:gs pos="84000">
                <a:schemeClr val="accent1">
                  <a:alpha val="36000"/>
                </a:schemeClr>
              </a:gs>
            </a:gsLst>
            <a:lin ang="108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pic>
        <p:nvPicPr>
          <p:cNvPr id="17" name="图片 16"/>
          <p:cNvPicPr>
            <a:picLocks noChangeAspect="1"/>
          </p:cNvPicPr>
          <p:nvPr>
            <p:custDataLst>
              <p:tags r:id="rId14"/>
            </p:custDataLst>
          </p:nvPr>
        </p:nvPicPr>
        <p:blipFill>
          <a:blip r:embed="rId15"/>
          <a:srcRect b="10671"/>
          <a:stretch>
            <a:fillRect/>
          </a:stretch>
        </p:blipFill>
        <p:spPr>
          <a:xfrm>
            <a:off x="0" y="2849880"/>
            <a:ext cx="9394825" cy="4008120"/>
          </a:xfrm>
          <a:prstGeom prst="rect">
            <a:avLst/>
          </a:prstGeom>
        </p:spPr>
      </p:pic>
      <p:sp>
        <p:nvSpPr>
          <p:cNvPr id="20" name="文本占位符 13"/>
          <p:cNvSpPr>
            <a:spLocks noGrp="1"/>
          </p:cNvSpPr>
          <p:nvPr>
            <p:ph type="body" sz="quarter" idx="18" hasCustomPrompt="1"/>
            <p:custDataLst>
              <p:tags r:id="rId16"/>
            </p:custDataLst>
          </p:nvPr>
        </p:nvSpPr>
        <p:spPr>
          <a:xfrm>
            <a:off x="8457881" y="3586961"/>
            <a:ext cx="2743200" cy="1322534"/>
          </a:xfrm>
        </p:spPr>
        <p:txBody>
          <a:bodyPr anchor="t">
            <a:normAutofit/>
          </a:bodyPr>
          <a:lstStyle>
            <a:lvl1pPr marL="0" indent="0" algn="l">
              <a:lnSpc>
                <a:spcPct val="100000"/>
              </a:lnSpc>
              <a:buNone/>
              <a:defRPr sz="1800">
                <a:solidFill>
                  <a:schemeClr val="accent1"/>
                </a:solidFill>
              </a:defRPr>
            </a:lvl1pPr>
          </a:lstStyle>
          <a:p>
            <a:pPr lvl="0"/>
            <a:r>
              <a:rPr lang="zh-CN" altLang="en-US" dirty="0"/>
              <a:t>日期时间占位符</a:t>
            </a:r>
            <a:endParaRPr lang="zh-CN" altLang="en-US" dirty="0"/>
          </a:p>
        </p:txBody>
      </p:sp>
      <p:sp>
        <p:nvSpPr>
          <p:cNvPr id="22" name="文本占位符 23"/>
          <p:cNvSpPr>
            <a:spLocks noGrp="1"/>
          </p:cNvSpPr>
          <p:nvPr>
            <p:ph type="body" sz="quarter" idx="19" hasCustomPrompt="1"/>
            <p:custDataLst>
              <p:tags r:id="rId17"/>
            </p:custDataLst>
          </p:nvPr>
        </p:nvSpPr>
        <p:spPr>
          <a:xfrm>
            <a:off x="5825757" y="3586961"/>
            <a:ext cx="2533699" cy="1322534"/>
          </a:xfrm>
        </p:spPr>
        <p:txBody>
          <a:bodyPr anchor="t">
            <a:normAutofit/>
          </a:bodyPr>
          <a:lstStyle>
            <a:lvl1pPr marL="0" indent="0" algn="l">
              <a:lnSpc>
                <a:spcPct val="100000"/>
              </a:lnSpc>
              <a:buNone/>
              <a:defRPr sz="1800">
                <a:solidFill>
                  <a:schemeClr val="accent1"/>
                </a:solidFill>
              </a:defRPr>
            </a:lvl1pPr>
          </a:lstStyle>
          <a:p>
            <a:pPr lvl="0"/>
            <a:r>
              <a:rPr lang="zh-CN" altLang="en-US" dirty="0"/>
              <a:t>署名占位符</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nchor="b">
            <a:normAutofit/>
          </a:bodyPr>
          <a:lstStyle>
            <a:lvl1pPr>
              <a:defRPr sz="3200"/>
            </a:lvl1p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1" name="矩形 10"/>
          <p:cNvSpPr/>
          <p:nvPr>
            <p:custDataLst>
              <p:tags r:id="rId2"/>
            </p:custDataLst>
          </p:nvPr>
        </p:nvSpPr>
        <p:spPr>
          <a:xfrm flipH="1">
            <a:off x="-251" y="0"/>
            <a:ext cx="12192000" cy="3512876"/>
          </a:xfrm>
          <a:prstGeom prst="rect">
            <a:avLst/>
          </a:prstGeom>
          <a:gradFill flip="none" rotWithShape="1">
            <a:gsLst>
              <a:gs pos="0">
                <a:schemeClr val="accent1">
                  <a:alpha val="0"/>
                </a:schemeClr>
              </a:gs>
              <a:gs pos="95000">
                <a:schemeClr val="accent1"/>
              </a:gs>
            </a:gsLst>
            <a:lin ang="18900000" scaled="1"/>
            <a:tileRect/>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charset="-122"/>
              <a:cs typeface="微软雅黑" panose="020B0503020204020204" charset="-122"/>
            </a:endParaRPr>
          </a:p>
        </p:txBody>
      </p:sp>
      <p:pic>
        <p:nvPicPr>
          <p:cNvPr id="12" name="图片 11"/>
          <p:cNvPicPr>
            <a:picLocks noChangeAspect="1"/>
          </p:cNvPicPr>
          <p:nvPr>
            <p:custDataLst>
              <p:tags r:id="rId3"/>
            </p:custDataLst>
          </p:nvPr>
        </p:nvPicPr>
        <p:blipFill>
          <a:blip r:embed="rId4"/>
          <a:stretch>
            <a:fillRect/>
          </a:stretch>
        </p:blipFill>
        <p:spPr>
          <a:xfrm>
            <a:off x="4559398" y="422380"/>
            <a:ext cx="7632854" cy="5456393"/>
          </a:xfrm>
          <a:prstGeom prst="rect">
            <a:avLst/>
          </a:prstGeom>
        </p:spPr>
      </p:pic>
      <p:sp>
        <p:nvSpPr>
          <p:cNvPr id="2" name="标题 1"/>
          <p:cNvSpPr>
            <a:spLocks noGrp="1"/>
          </p:cNvSpPr>
          <p:nvPr>
            <p:ph type="title" hasCustomPrompt="1"/>
            <p:custDataLst>
              <p:tags r:id="rId5"/>
            </p:custDataLst>
          </p:nvPr>
        </p:nvSpPr>
        <p:spPr>
          <a:xfrm>
            <a:off x="839788" y="1136700"/>
            <a:ext cx="2880000" cy="1081088"/>
          </a:xfrm>
        </p:spPr>
        <p:txBody>
          <a:bodyPr anchor="b">
            <a:normAutofit/>
          </a:bodyPr>
          <a:lstStyle>
            <a:lvl1pPr>
              <a:defRPr sz="6000">
                <a:solidFill>
                  <a:schemeClr val="lt1">
                    <a:lumMod val="100000"/>
                  </a:schemeClr>
                </a:solidFill>
              </a:defRPr>
            </a:lvl1pPr>
          </a:lstStyle>
          <a:p>
            <a:r>
              <a:rPr lang="zh-CN" altLang="en-US" dirty="0"/>
              <a:t>标题</a:t>
            </a:r>
            <a:endParaRPr lang="zh-CN" altLang="en-US" dirty="0"/>
          </a:p>
        </p:txBody>
      </p:sp>
      <p:sp>
        <p:nvSpPr>
          <p:cNvPr id="7" name="日期占位符 6"/>
          <p:cNvSpPr>
            <a:spLocks noGrp="1"/>
          </p:cNvSpPr>
          <p:nvPr>
            <p:ph type="dt" sz="half" idx="10"/>
            <p:custDataLst>
              <p:tags r:id="rId6"/>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BE5F26B5-172A-4DC2-B0B7-181CFC56B87C}" type="slidenum">
              <a:rPr lang="zh-CN" altLang="en-US" smtClean="0"/>
            </a:fld>
            <a:endParaRPr lang="zh-CN" altLang="en-US"/>
          </a:p>
        </p:txBody>
      </p:sp>
      <p:sp>
        <p:nvSpPr>
          <p:cNvPr id="3" name="矩形 2"/>
          <p:cNvSpPr/>
          <p:nvPr>
            <p:custDataLst>
              <p:tags r:id="rId9"/>
            </p:custDataLst>
          </p:nvPr>
        </p:nvSpPr>
        <p:spPr>
          <a:xfrm>
            <a:off x="643890" y="3145155"/>
            <a:ext cx="10904220" cy="3006090"/>
          </a:xfrm>
          <a:prstGeom prst="rect">
            <a:avLst/>
          </a:prstGeom>
          <a:gradFill>
            <a:gsLst>
              <a:gs pos="0">
                <a:schemeClr val="bg2">
                  <a:lumMod val="5000"/>
                  <a:lumOff val="95000"/>
                </a:schemeClr>
              </a:gs>
              <a:gs pos="100000">
                <a:schemeClr val="bg2">
                  <a:lumMod val="5000"/>
                  <a:lumOff val="95000"/>
                </a:schemeClr>
              </a:gs>
            </a:gsLst>
            <a:lin ang="13500000" scaled="0"/>
          </a:gradFill>
          <a:ln>
            <a:solidFill>
              <a:schemeClr val="accent1">
                <a:alpha val="57000"/>
              </a:schemeClr>
            </a:solidFill>
            <a:prstDash val="solid"/>
          </a:ln>
          <a:effectLst>
            <a:outerShdw blurRad="508000" dist="241300" dir="5400000" sx="95000" sy="95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1" name="任意多边形: 形状 20"/>
          <p:cNvSpPr/>
          <p:nvPr>
            <p:custDataLst>
              <p:tags r:id="rId2"/>
            </p:custDataLst>
          </p:nvPr>
        </p:nvSpPr>
        <p:spPr>
          <a:xfrm>
            <a:off x="6744970" y="115"/>
            <a:ext cx="5447030" cy="5344045"/>
          </a:xfrm>
          <a:custGeom>
            <a:avLst/>
            <a:gdLst>
              <a:gd name="connsiteX0" fmla="*/ 886420 w 5447030"/>
              <a:gd name="connsiteY0" fmla="*/ 0 h 5344045"/>
              <a:gd name="connsiteX1" fmla="*/ 5422940 w 5447030"/>
              <a:gd name="connsiteY1" fmla="*/ 0 h 5344045"/>
              <a:gd name="connsiteX2" fmla="*/ 5447030 w 5447030"/>
              <a:gd name="connsiteY2" fmla="*/ 26506 h 5344045"/>
              <a:gd name="connsiteX3" fmla="*/ 5447030 w 5447030"/>
              <a:gd name="connsiteY3" fmla="*/ 4352225 h 5344045"/>
              <a:gd name="connsiteX4" fmla="*/ 5385376 w 5447030"/>
              <a:gd name="connsiteY4" fmla="*/ 4420061 h 5344045"/>
              <a:gd name="connsiteX5" fmla="*/ 3154680 w 5447030"/>
              <a:gd name="connsiteY5" fmla="*/ 5344045 h 5344045"/>
              <a:gd name="connsiteX6" fmla="*/ 0 w 5447030"/>
              <a:gd name="connsiteY6" fmla="*/ 2189365 h 5344045"/>
              <a:gd name="connsiteX7" fmla="*/ 720375 w 5447030"/>
              <a:gd name="connsiteY7" fmla="*/ 182695 h 5344045"/>
              <a:gd name="connsiteX8" fmla="*/ 886420 w 5447030"/>
              <a:gd name="connsiteY8" fmla="*/ 0 h 5344045"/>
              <a:gd name="connsiteX9" fmla="*/ 3154680 w 5447030"/>
              <a:gd name="connsiteY9" fmla="*/ 474670 h 5344045"/>
              <a:gd name="connsiteX10" fmla="*/ 1439985 w 5447030"/>
              <a:gd name="connsiteY10" fmla="*/ 2189365 h 5344045"/>
              <a:gd name="connsiteX11" fmla="*/ 3154680 w 5447030"/>
              <a:gd name="connsiteY11" fmla="*/ 3904060 h 5344045"/>
              <a:gd name="connsiteX12" fmla="*/ 4869375 w 5447030"/>
              <a:gd name="connsiteY12" fmla="*/ 2189365 h 5344045"/>
              <a:gd name="connsiteX13" fmla="*/ 3154680 w 5447030"/>
              <a:gd name="connsiteY13" fmla="*/ 474670 h 5344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47030" h="5344045">
                <a:moveTo>
                  <a:pt x="886420" y="0"/>
                </a:moveTo>
                <a:lnTo>
                  <a:pt x="5422940" y="0"/>
                </a:lnTo>
                <a:lnTo>
                  <a:pt x="5447030" y="26506"/>
                </a:lnTo>
                <a:lnTo>
                  <a:pt x="5447030" y="4352225"/>
                </a:lnTo>
                <a:lnTo>
                  <a:pt x="5385376" y="4420061"/>
                </a:lnTo>
                <a:cubicBezTo>
                  <a:pt x="4814491" y="4990946"/>
                  <a:pt x="4025821" y="5344045"/>
                  <a:pt x="3154680" y="5344045"/>
                </a:cubicBezTo>
                <a:cubicBezTo>
                  <a:pt x="1412398" y="5344045"/>
                  <a:pt x="0" y="3931647"/>
                  <a:pt x="0" y="2189365"/>
                </a:cubicBezTo>
                <a:cubicBezTo>
                  <a:pt x="0" y="1427117"/>
                  <a:pt x="270342" y="728010"/>
                  <a:pt x="720375" y="182695"/>
                </a:cubicBezTo>
                <a:lnTo>
                  <a:pt x="886420" y="0"/>
                </a:lnTo>
                <a:close/>
                <a:moveTo>
                  <a:pt x="3154680" y="474670"/>
                </a:moveTo>
                <a:cubicBezTo>
                  <a:pt x="2207680" y="474670"/>
                  <a:pt x="1439985" y="1242365"/>
                  <a:pt x="1439985" y="2189365"/>
                </a:cubicBezTo>
                <a:cubicBezTo>
                  <a:pt x="1439985" y="3136365"/>
                  <a:pt x="2207680" y="3904060"/>
                  <a:pt x="3154680" y="3904060"/>
                </a:cubicBezTo>
                <a:cubicBezTo>
                  <a:pt x="4101680" y="3904060"/>
                  <a:pt x="4869375" y="3136365"/>
                  <a:pt x="4869375" y="2189365"/>
                </a:cubicBezTo>
                <a:cubicBezTo>
                  <a:pt x="4869375" y="1242365"/>
                  <a:pt x="4101680" y="474670"/>
                  <a:pt x="3154680" y="474670"/>
                </a:cubicBezTo>
                <a:close/>
              </a:path>
            </a:pathLst>
          </a:custGeom>
          <a:gradFill>
            <a:gsLst>
              <a:gs pos="0">
                <a:schemeClr val="bg1">
                  <a:alpha val="0"/>
                </a:schemeClr>
              </a:gs>
              <a:gs pos="100000">
                <a:schemeClr val="accent1">
                  <a:alpha val="48000"/>
                </a:schemeClr>
              </a:gs>
            </a:gsLst>
            <a:lin ang="135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9" name="任意多边形: 形状 8"/>
          <p:cNvSpPr/>
          <p:nvPr>
            <p:custDataLst>
              <p:tags r:id="rId3"/>
            </p:custDataLst>
          </p:nvPr>
        </p:nvSpPr>
        <p:spPr>
          <a:xfrm>
            <a:off x="-1270" y="4457739"/>
            <a:ext cx="12192000" cy="2401531"/>
          </a:xfrm>
          <a:custGeom>
            <a:avLst/>
            <a:gdLst>
              <a:gd name="connsiteX0" fmla="*/ 0 w 12192000"/>
              <a:gd name="connsiteY0" fmla="*/ 0 h 1888180"/>
              <a:gd name="connsiteX1" fmla="*/ 12192000 w 12192000"/>
              <a:gd name="connsiteY1" fmla="*/ 0 h 1888180"/>
              <a:gd name="connsiteX2" fmla="*/ 12192000 w 12192000"/>
              <a:gd name="connsiteY2" fmla="*/ 1888180 h 1888180"/>
              <a:gd name="connsiteX3" fmla="*/ 0 w 12192000"/>
              <a:gd name="connsiteY3" fmla="*/ 1888180 h 1888180"/>
            </a:gdLst>
            <a:ahLst/>
            <a:cxnLst>
              <a:cxn ang="0">
                <a:pos x="connsiteX0" y="connsiteY0"/>
              </a:cxn>
              <a:cxn ang="0">
                <a:pos x="connsiteX1" y="connsiteY1"/>
              </a:cxn>
              <a:cxn ang="0">
                <a:pos x="connsiteX2" y="connsiteY2"/>
              </a:cxn>
              <a:cxn ang="0">
                <a:pos x="connsiteX3" y="connsiteY3"/>
              </a:cxn>
            </a:cxnLst>
            <a:rect l="l" t="t" r="r" b="b"/>
            <a:pathLst>
              <a:path w="12192000" h="1888180">
                <a:moveTo>
                  <a:pt x="0" y="0"/>
                </a:moveTo>
                <a:lnTo>
                  <a:pt x="12192000" y="0"/>
                </a:lnTo>
                <a:lnTo>
                  <a:pt x="12192000" y="1888180"/>
                </a:lnTo>
                <a:lnTo>
                  <a:pt x="0" y="1888180"/>
                </a:lnTo>
                <a:close/>
              </a:path>
            </a:pathLst>
          </a:custGeom>
          <a:gradFill flip="none" rotWithShape="1">
            <a:gsLst>
              <a:gs pos="0">
                <a:schemeClr val="accent1">
                  <a:alpha val="0"/>
                </a:schemeClr>
              </a:gs>
              <a:gs pos="100000">
                <a:schemeClr val="accent1"/>
              </a:gs>
            </a:gsLst>
            <a:lin ang="5400000" scaled="1"/>
            <a:tileRect/>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charset="-122"/>
              <a:cs typeface="微软雅黑" panose="020B0503020204020204" charset="-122"/>
            </a:endParaRPr>
          </a:p>
        </p:txBody>
      </p:sp>
      <p:pic>
        <p:nvPicPr>
          <p:cNvPr id="10" name="图片 9"/>
          <p:cNvPicPr>
            <a:picLocks noChangeAspect="1"/>
          </p:cNvPicPr>
          <p:nvPr>
            <p:custDataLst>
              <p:tags r:id="rId4"/>
            </p:custDataLst>
          </p:nvPr>
        </p:nvPicPr>
        <p:blipFill>
          <a:blip r:embed="rId5"/>
          <a:srcRect b="6302"/>
          <a:stretch>
            <a:fillRect/>
          </a:stretch>
        </p:blipFill>
        <p:spPr>
          <a:xfrm>
            <a:off x="4735830" y="711835"/>
            <a:ext cx="7456170" cy="6146165"/>
          </a:xfrm>
          <a:prstGeom prst="rect">
            <a:avLst/>
          </a:prstGeom>
        </p:spPr>
      </p:pic>
      <p:cxnSp>
        <p:nvCxnSpPr>
          <p:cNvPr id="12" name="直接连接符 11"/>
          <p:cNvCxnSpPr/>
          <p:nvPr>
            <p:custDataLst>
              <p:tags r:id="rId6"/>
            </p:custDataLst>
          </p:nvPr>
        </p:nvCxnSpPr>
        <p:spPr>
          <a:xfrm>
            <a:off x="822114" y="3665894"/>
            <a:ext cx="828000" cy="1038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7"/>
            </p:custDataLst>
          </p:nvPr>
        </p:nvSpPr>
        <p:spPr>
          <a:xfrm>
            <a:off x="833988" y="2314650"/>
            <a:ext cx="7557025" cy="787008"/>
          </a:xfrm>
        </p:spPr>
        <p:txBody>
          <a:bodyPr anchor="b">
            <a:normAutofit/>
          </a:bodyPr>
          <a:lstStyle>
            <a:lvl1pPr algn="l">
              <a:defRPr sz="5000">
                <a:solidFill>
                  <a:schemeClr val="tx1">
                    <a:lumMod val="75000"/>
                    <a:lumOff val="25000"/>
                  </a:schemeClr>
                </a:solidFill>
              </a:defRPr>
            </a:lvl1pPr>
          </a:lstStyle>
          <a:p>
            <a:r>
              <a:rPr lang="zh-CN" altLang="en-US" dirty="0"/>
              <a:t>单击此处编辑母版</a:t>
            </a:r>
            <a:endParaRPr lang="zh-CN" altLang="en-US" dirty="0"/>
          </a:p>
        </p:txBody>
      </p:sp>
      <p:sp>
        <p:nvSpPr>
          <p:cNvPr id="4" name="日期占位符 3"/>
          <p:cNvSpPr>
            <a:spLocks noGrp="1"/>
          </p:cNvSpPr>
          <p:nvPr>
            <p:ph type="dt" sz="half" idx="10"/>
            <p:custDataLst>
              <p:tags r:id="rId8"/>
            </p:custDataLst>
          </p:nvPr>
        </p:nvSpPr>
        <p:spPr/>
        <p:txBody>
          <a:bodyPr/>
          <a:lstStyle>
            <a:lvl1pPr>
              <a:defRPr>
                <a:solidFill>
                  <a:schemeClr val="bg1"/>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a:lstStyle>
            <a:lvl1pPr>
              <a:defRPr>
                <a:solidFill>
                  <a:schemeClr val="bg1"/>
                </a:solidFill>
              </a:defRPr>
            </a:lvl1pPr>
          </a:lstStyle>
          <a:p>
            <a:endParaRPr lang="zh-CN" altLang="en-US"/>
          </a:p>
        </p:txBody>
      </p:sp>
      <p:sp>
        <p:nvSpPr>
          <p:cNvPr id="6" name="灯片编号占位符 5"/>
          <p:cNvSpPr>
            <a:spLocks noGrp="1"/>
          </p:cNvSpPr>
          <p:nvPr>
            <p:ph type="sldNum" sz="quarter" idx="12"/>
            <p:custDataLst>
              <p:tags r:id="rId10"/>
            </p:custDataLst>
          </p:nvPr>
        </p:nvSpPr>
        <p:spPr/>
        <p:txBody>
          <a:bodyPr/>
          <a:lstStyle>
            <a:lvl1pPr>
              <a:defRPr>
                <a:solidFill>
                  <a:schemeClr val="bg1"/>
                </a:solidFill>
              </a:defRPr>
            </a:lvl1pPr>
          </a:lstStyle>
          <a:p>
            <a:fld id="{BE5F26B5-172A-4DC2-B0B7-181CFC56B87C}" type="slidenum">
              <a:rPr lang="zh-CN" altLang="en-US" smtClean="0"/>
            </a:fld>
            <a:endParaRPr lang="zh-CN" altLang="en-US"/>
          </a:p>
        </p:txBody>
      </p:sp>
      <p:sp>
        <p:nvSpPr>
          <p:cNvPr id="8" name="文本占位符 7"/>
          <p:cNvSpPr>
            <a:spLocks noGrp="1"/>
          </p:cNvSpPr>
          <p:nvPr>
            <p:ph type="body" sz="quarter" idx="13" hasCustomPrompt="1"/>
            <p:custDataLst>
              <p:tags r:id="rId11"/>
            </p:custDataLst>
          </p:nvPr>
        </p:nvSpPr>
        <p:spPr>
          <a:xfrm>
            <a:off x="831588" y="1029450"/>
            <a:ext cx="7557025" cy="1224000"/>
          </a:xfrm>
        </p:spPr>
        <p:txBody>
          <a:bodyPr anchor="ctr">
            <a:normAutofit/>
          </a:bodyPr>
          <a:lstStyle>
            <a:lvl1pPr marL="0" indent="0" algn="l">
              <a:buNone/>
              <a:defRPr sz="6000" b="1">
                <a:solidFill>
                  <a:schemeClr val="accent1"/>
                </a:solidFill>
              </a:defRPr>
            </a:lvl1pPr>
          </a:lstStyle>
          <a:p>
            <a:pPr lvl="0"/>
            <a:r>
              <a:rPr lang="zh-CN" altLang="en-US" dirty="0"/>
              <a:t>节编号</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vert="horz" lIns="0" tIns="0" rIns="0" bIns="0" rtlCol="0" anchor="ctr">
            <a:normAutofit/>
          </a:bodyPr>
          <a:lstStyle>
            <a:lvl1pPr>
              <a:defRPr lang="zh-CN" altLang="en-US" dirty="0"/>
            </a:lvl1pPr>
          </a:lstStyle>
          <a:p>
            <a:pPr lvl="0"/>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50"/>
            <a:ext cx="5323840" cy="4113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4"/>
            </p:custDataLst>
          </p:nvPr>
        </p:nvSpPr>
        <p:spPr>
          <a:xfrm>
            <a:off x="695960" y="1875099"/>
            <a:ext cx="5323840" cy="4300276"/>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6172200" y="1301750"/>
            <a:ext cx="5323840" cy="41130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6"/>
            </p:custDataLst>
          </p:nvPr>
        </p:nvSpPr>
        <p:spPr>
          <a:xfrm>
            <a:off x="6172200" y="1875099"/>
            <a:ext cx="5323840" cy="4300276"/>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normAutofit/>
          </a:bodyPr>
          <a:lstStyle>
            <a:lvl1pPr>
              <a:defRPr sz="4400"/>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5592522B-0F24-4480-B9DD-A9474A6880D6}"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10"/>
            <p:custDataLst>
              <p:tags r:id="rId3"/>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anchor="t"/>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单击此处编辑母版副标题样式</a:t>
            </a:r>
            <a:endParaRPr lang="zh-CN" altLang="en-US" dirty="0"/>
          </a:p>
        </p:txBody>
      </p:sp>
      <p:sp>
        <p:nvSpPr>
          <p:cNvPr id="7" name="日期占位符 6"/>
          <p:cNvSpPr>
            <a:spLocks noGrp="1"/>
          </p:cNvSpPr>
          <p:nvPr>
            <p:ph type="dt" sz="half" idx="10"/>
            <p:custDataLst>
              <p:tags r:id="rId4"/>
            </p:custDataLst>
          </p:nvPr>
        </p:nvSpPr>
        <p:spPr/>
        <p:txBody>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5"/>
            </p:custDataLst>
          </p:nvPr>
        </p:nvSpPr>
        <p:spPr/>
        <p:txBody>
          <a:bodyPr/>
          <a:lstStyle/>
          <a:p>
            <a:endParaRPr lang="zh-CN" altLang="en-US"/>
          </a:p>
        </p:txBody>
      </p:sp>
      <p:sp>
        <p:nvSpPr>
          <p:cNvPr id="9" name="灯片编号占位符 8"/>
          <p:cNvSpPr>
            <a:spLocks noGrp="1"/>
          </p:cNvSpPr>
          <p:nvPr>
            <p:ph type="sldNum" sz="quarter" idx="12"/>
            <p:custDataLst>
              <p:tags r:id="rId6"/>
            </p:custDataLst>
          </p:nvPr>
        </p:nvSpPr>
        <p:spPr/>
        <p:txBody>
          <a:bodyPr/>
          <a:lstStyle/>
          <a:p>
            <a:fld id="{BE5F26B5-172A-4DC2-B0B7-181CFC56B87C}"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20" name="任意多边形: 形状 19"/>
          <p:cNvSpPr/>
          <p:nvPr>
            <p:custDataLst>
              <p:tags r:id="rId2"/>
            </p:custDataLst>
          </p:nvPr>
        </p:nvSpPr>
        <p:spPr>
          <a:xfrm>
            <a:off x="1" y="0"/>
            <a:ext cx="5213351" cy="4816476"/>
          </a:xfrm>
          <a:custGeom>
            <a:avLst/>
            <a:gdLst>
              <a:gd name="connsiteX0" fmla="*/ 3621057 w 5213351"/>
              <a:gd name="connsiteY0" fmla="*/ 0 h 4836161"/>
              <a:gd name="connsiteX1" fmla="*/ 4926428 w 5213351"/>
              <a:gd name="connsiteY1" fmla="*/ 0 h 4836161"/>
              <a:gd name="connsiteX2" fmla="*/ 4941563 w 5213351"/>
              <a:gd name="connsiteY2" fmla="*/ 31418 h 4836161"/>
              <a:gd name="connsiteX3" fmla="*/ 5213351 w 5213351"/>
              <a:gd name="connsiteY3" fmla="*/ 1377633 h 4836161"/>
              <a:gd name="connsiteX4" fmla="*/ 1754823 w 5213351"/>
              <a:gd name="connsiteY4" fmla="*/ 4836161 h 4836161"/>
              <a:gd name="connsiteX5" fmla="*/ 106283 w 5213351"/>
              <a:gd name="connsiteY5" fmla="*/ 4418735 h 4836161"/>
              <a:gd name="connsiteX6" fmla="*/ 0 w 5213351"/>
              <a:gd name="connsiteY6" fmla="*/ 4354167 h 4836161"/>
              <a:gd name="connsiteX7" fmla="*/ 0 w 5213351"/>
              <a:gd name="connsiteY7" fmla="*/ 2895476 h 4836161"/>
              <a:gd name="connsiteX8" fmla="*/ 112833 w 5213351"/>
              <a:gd name="connsiteY8" fmla="*/ 3019623 h 4836161"/>
              <a:gd name="connsiteX9" fmla="*/ 1754823 w 5213351"/>
              <a:gd name="connsiteY9" fmla="*/ 3699758 h 4836161"/>
              <a:gd name="connsiteX10" fmla="*/ 4076948 w 5213351"/>
              <a:gd name="connsiteY10" fmla="*/ 1377633 h 4836161"/>
              <a:gd name="connsiteX11" fmla="*/ 3680365 w 5213351"/>
              <a:gd name="connsiteY11" fmla="*/ 79311 h 4836161"/>
              <a:gd name="connsiteX12" fmla="*/ 3621057 w 5213351"/>
              <a:gd name="connsiteY12" fmla="*/ 0 h 483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13351" h="4836161">
                <a:moveTo>
                  <a:pt x="3621057" y="0"/>
                </a:moveTo>
                <a:lnTo>
                  <a:pt x="4926428" y="0"/>
                </a:lnTo>
                <a:lnTo>
                  <a:pt x="4941563" y="31418"/>
                </a:lnTo>
                <a:cubicBezTo>
                  <a:pt x="5116574" y="445191"/>
                  <a:pt x="5213351" y="900110"/>
                  <a:pt x="5213351" y="1377633"/>
                </a:cubicBezTo>
                <a:cubicBezTo>
                  <a:pt x="5213351" y="3287725"/>
                  <a:pt x="3664915" y="4836161"/>
                  <a:pt x="1754823" y="4836161"/>
                </a:cubicBezTo>
                <a:cubicBezTo>
                  <a:pt x="1157919" y="4836161"/>
                  <a:pt x="596334" y="4684947"/>
                  <a:pt x="106283" y="4418735"/>
                </a:cubicBezTo>
                <a:lnTo>
                  <a:pt x="0" y="4354167"/>
                </a:lnTo>
                <a:lnTo>
                  <a:pt x="0" y="2895476"/>
                </a:lnTo>
                <a:lnTo>
                  <a:pt x="112833" y="3019623"/>
                </a:lnTo>
                <a:cubicBezTo>
                  <a:pt x="533055" y="3439845"/>
                  <a:pt x="1113586" y="3699758"/>
                  <a:pt x="1754823" y="3699758"/>
                </a:cubicBezTo>
                <a:cubicBezTo>
                  <a:pt x="3037297" y="3699758"/>
                  <a:pt x="4076948" y="2660107"/>
                  <a:pt x="4076948" y="1377633"/>
                </a:cubicBezTo>
                <a:cubicBezTo>
                  <a:pt x="4076948" y="896705"/>
                  <a:pt x="3930747" y="449925"/>
                  <a:pt x="3680365" y="79311"/>
                </a:cubicBezTo>
                <a:lnTo>
                  <a:pt x="3621057" y="0"/>
                </a:lnTo>
                <a:close/>
              </a:path>
            </a:pathLst>
          </a:custGeom>
          <a:gradFill>
            <a:gsLst>
              <a:gs pos="0">
                <a:schemeClr val="bg1">
                  <a:alpha val="0"/>
                </a:schemeClr>
              </a:gs>
              <a:gs pos="84000">
                <a:schemeClr val="accent1">
                  <a:alpha val="36000"/>
                </a:schemeClr>
              </a:gs>
            </a:gsLst>
            <a:lin ang="108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sp>
        <p:nvSpPr>
          <p:cNvPr id="18" name="任意多边形: 形状 17"/>
          <p:cNvSpPr/>
          <p:nvPr>
            <p:custDataLst>
              <p:tags r:id="rId3"/>
            </p:custDataLst>
          </p:nvPr>
        </p:nvSpPr>
        <p:spPr>
          <a:xfrm flipH="1">
            <a:off x="1" y="0"/>
            <a:ext cx="4922187" cy="6858000"/>
          </a:xfrm>
          <a:custGeom>
            <a:avLst/>
            <a:gdLst>
              <a:gd name="connsiteX0" fmla="*/ 99918 w 4922187"/>
              <a:gd name="connsiteY0" fmla="*/ 3058556 h 6858000"/>
              <a:gd name="connsiteX1" fmla="*/ 53898 w 4922187"/>
              <a:gd name="connsiteY1" fmla="*/ 3071516 h 6858000"/>
              <a:gd name="connsiteX2" fmla="*/ 16364 w 4922187"/>
              <a:gd name="connsiteY2" fmla="*/ 3107213 h 6858000"/>
              <a:gd name="connsiteX3" fmla="*/ 0 w 4922187"/>
              <a:gd name="connsiteY3" fmla="*/ 3140721 h 6858000"/>
              <a:gd name="connsiteX4" fmla="*/ 0 w 4922187"/>
              <a:gd name="connsiteY4" fmla="*/ 6858000 h 6858000"/>
              <a:gd name="connsiteX5" fmla="*/ 4922187 w 4922187"/>
              <a:gd name="connsiteY5" fmla="*/ 6858000 h 6858000"/>
              <a:gd name="connsiteX6" fmla="*/ 4922187 w 4922187"/>
              <a:gd name="connsiteY6" fmla="*/ 4336445 h 6858000"/>
              <a:gd name="connsiteX7" fmla="*/ 4815905 w 4922187"/>
              <a:gd name="connsiteY7" fmla="*/ 4400749 h 6858000"/>
              <a:gd name="connsiteX8" fmla="*/ 3167365 w 4922187"/>
              <a:gd name="connsiteY8" fmla="*/ 4816476 h 6858000"/>
              <a:gd name="connsiteX9" fmla="*/ 498596 w 4922187"/>
              <a:gd name="connsiteY9" fmla="*/ 3563016 h 6858000"/>
              <a:gd name="connsiteX10" fmla="*/ 335060 w 4922187"/>
              <a:gd name="connsiteY10" fmla="*/ 3345212 h 6858000"/>
              <a:gd name="connsiteX11" fmla="*/ 333128 w 4922187"/>
              <a:gd name="connsiteY11" fmla="*/ 3351429 h 6858000"/>
              <a:gd name="connsiteX12" fmla="*/ 320219 w 4922187"/>
              <a:gd name="connsiteY12" fmla="*/ 3325446 h 6858000"/>
              <a:gd name="connsiteX13" fmla="*/ 299499 w 4922187"/>
              <a:gd name="connsiteY13" fmla="*/ 3297851 h 6858000"/>
              <a:gd name="connsiteX14" fmla="*/ 181269 w 4922187"/>
              <a:gd name="connsiteY14" fmla="*/ 3104030 h 6858000"/>
              <a:gd name="connsiteX15" fmla="*/ 144879 w 4922187"/>
              <a:gd name="connsiteY15" fmla="*/ 3073574 h 6858000"/>
              <a:gd name="connsiteX16" fmla="*/ 99918 w 4922187"/>
              <a:gd name="connsiteY16" fmla="*/ 3058556 h 6858000"/>
              <a:gd name="connsiteX17" fmla="*/ 4922187 w 4922187"/>
              <a:gd name="connsiteY17" fmla="*/ 0 h 6858000"/>
              <a:gd name="connsiteX18" fmla="*/ 1301131 w 4922187"/>
              <a:gd name="connsiteY18" fmla="*/ 0 h 6858000"/>
              <a:gd name="connsiteX19" fmla="*/ 1241823 w 4922187"/>
              <a:gd name="connsiteY19" fmla="*/ 78988 h 6858000"/>
              <a:gd name="connsiteX20" fmla="*/ 845240 w 4922187"/>
              <a:gd name="connsiteY20" fmla="*/ 1372026 h 6858000"/>
              <a:gd name="connsiteX21" fmla="*/ 3167365 w 4922187"/>
              <a:gd name="connsiteY21" fmla="*/ 3684699 h 6858000"/>
              <a:gd name="connsiteX22" fmla="*/ 4809355 w 4922187"/>
              <a:gd name="connsiteY22" fmla="*/ 3007332 h 6858000"/>
              <a:gd name="connsiteX23" fmla="*/ 4922187 w 4922187"/>
              <a:gd name="connsiteY23" fmla="*/ 28836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22187" h="6858000">
                <a:moveTo>
                  <a:pt x="99918" y="3058556"/>
                </a:moveTo>
                <a:cubicBezTo>
                  <a:pt x="84695" y="3057816"/>
                  <a:pt x="69297" y="3061740"/>
                  <a:pt x="53898" y="3071516"/>
                </a:cubicBezTo>
                <a:cubicBezTo>
                  <a:pt x="38499" y="3081293"/>
                  <a:pt x="26180" y="3093384"/>
                  <a:pt x="16364" y="3107213"/>
                </a:cubicBezTo>
                <a:lnTo>
                  <a:pt x="0" y="3140721"/>
                </a:lnTo>
                <a:lnTo>
                  <a:pt x="0" y="6858000"/>
                </a:lnTo>
                <a:lnTo>
                  <a:pt x="4922187" y="6858000"/>
                </a:lnTo>
                <a:lnTo>
                  <a:pt x="4922187" y="4336445"/>
                </a:lnTo>
                <a:lnTo>
                  <a:pt x="4815905" y="4400749"/>
                </a:lnTo>
                <a:cubicBezTo>
                  <a:pt x="4325854" y="4665878"/>
                  <a:pt x="3764269" y="4816476"/>
                  <a:pt x="3167365" y="4816476"/>
                </a:cubicBezTo>
                <a:cubicBezTo>
                  <a:pt x="2092938" y="4816476"/>
                  <a:pt x="1132942" y="4328536"/>
                  <a:pt x="498596" y="3563016"/>
                </a:cubicBezTo>
                <a:lnTo>
                  <a:pt x="335060" y="3345212"/>
                </a:lnTo>
                <a:lnTo>
                  <a:pt x="333128" y="3351429"/>
                </a:lnTo>
                <a:lnTo>
                  <a:pt x="320219" y="3325446"/>
                </a:lnTo>
                <a:lnTo>
                  <a:pt x="299499" y="3297851"/>
                </a:lnTo>
                <a:lnTo>
                  <a:pt x="181269" y="3104030"/>
                </a:lnTo>
                <a:lnTo>
                  <a:pt x="144879" y="3073574"/>
                </a:lnTo>
                <a:cubicBezTo>
                  <a:pt x="130186" y="3064698"/>
                  <a:pt x="115140" y="3059295"/>
                  <a:pt x="99918" y="3058556"/>
                </a:cubicBezTo>
                <a:close/>
                <a:moveTo>
                  <a:pt x="4922187" y="0"/>
                </a:moveTo>
                <a:lnTo>
                  <a:pt x="1301131" y="0"/>
                </a:lnTo>
                <a:lnTo>
                  <a:pt x="1241823" y="78988"/>
                </a:lnTo>
                <a:cubicBezTo>
                  <a:pt x="991441" y="448094"/>
                  <a:pt x="845240" y="893055"/>
                  <a:pt x="845240" y="1372026"/>
                </a:cubicBezTo>
                <a:cubicBezTo>
                  <a:pt x="845240" y="2649279"/>
                  <a:pt x="1884891" y="3684699"/>
                  <a:pt x="3167365" y="3684699"/>
                </a:cubicBezTo>
                <a:cubicBezTo>
                  <a:pt x="3808602" y="3684699"/>
                  <a:pt x="4389133" y="3425844"/>
                  <a:pt x="4809355" y="3007332"/>
                </a:cubicBezTo>
                <a:lnTo>
                  <a:pt x="4922187" y="2883691"/>
                </a:lnTo>
                <a:close/>
              </a:path>
            </a:pathLst>
          </a:custGeom>
          <a:gradFill flip="none" rotWithShape="1">
            <a:gsLst>
              <a:gs pos="0">
                <a:schemeClr val="accent1">
                  <a:alpha val="0"/>
                </a:schemeClr>
              </a:gs>
              <a:gs pos="95000">
                <a:schemeClr val="accent1"/>
              </a:gs>
            </a:gsLst>
            <a:lin ang="18900000" scaled="1"/>
            <a:tileRect/>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ea typeface="微软雅黑" panose="020B0503020204020204" charset="-122"/>
              <a:cs typeface="微软雅黑" panose="020B0503020204020204" charset="-122"/>
            </a:endParaRPr>
          </a:p>
        </p:txBody>
      </p:sp>
      <p:pic>
        <p:nvPicPr>
          <p:cNvPr id="19" name="图片 18"/>
          <p:cNvPicPr>
            <a:picLocks noChangeAspect="1"/>
          </p:cNvPicPr>
          <p:nvPr>
            <p:custDataLst>
              <p:tags r:id="rId4"/>
            </p:custDataLst>
          </p:nvPr>
        </p:nvPicPr>
        <p:blipFill>
          <a:blip r:embed="rId5"/>
          <a:srcRect b="10671"/>
          <a:stretch>
            <a:fillRect/>
          </a:stretch>
        </p:blipFill>
        <p:spPr>
          <a:xfrm>
            <a:off x="0" y="2849880"/>
            <a:ext cx="9394825" cy="4008120"/>
          </a:xfrm>
          <a:prstGeom prst="rect">
            <a:avLst/>
          </a:prstGeom>
        </p:spPr>
      </p:pic>
      <p:sp>
        <p:nvSpPr>
          <p:cNvPr id="50" name="任意多边形: 形状 49"/>
          <p:cNvSpPr/>
          <p:nvPr>
            <p:custDataLst>
              <p:tags r:id="rId6"/>
            </p:custDataLst>
          </p:nvPr>
        </p:nvSpPr>
        <p:spPr>
          <a:xfrm>
            <a:off x="9551700" y="5010785"/>
            <a:ext cx="2640300" cy="1865630"/>
          </a:xfrm>
          <a:custGeom>
            <a:avLst/>
            <a:gdLst>
              <a:gd name="connsiteX0" fmla="*/ 2045305 w 2640300"/>
              <a:gd name="connsiteY0" fmla="*/ 0 h 1865630"/>
              <a:gd name="connsiteX1" fmla="*/ 2620022 w 2640300"/>
              <a:gd name="connsiteY1" fmla="*/ 81451 h 1865630"/>
              <a:gd name="connsiteX2" fmla="*/ 2640300 w 2640300"/>
              <a:gd name="connsiteY2" fmla="*/ 88381 h 1865630"/>
              <a:gd name="connsiteX3" fmla="*/ 2640300 w 2640300"/>
              <a:gd name="connsiteY3" fmla="*/ 1040500 h 1865630"/>
              <a:gd name="connsiteX4" fmla="*/ 2631013 w 2640300"/>
              <a:gd name="connsiteY4" fmla="*/ 1034064 h 1865630"/>
              <a:gd name="connsiteX5" fmla="*/ 2045305 w 2640300"/>
              <a:gd name="connsiteY5" fmla="*/ 878165 h 1865630"/>
              <a:gd name="connsiteX6" fmla="*/ 892516 w 2640300"/>
              <a:gd name="connsiteY6" fmla="*/ 1817715 h 1865630"/>
              <a:gd name="connsiteX7" fmla="*/ 885203 w 2640300"/>
              <a:gd name="connsiteY7" fmla="*/ 1865630 h 1865630"/>
              <a:gd name="connsiteX8" fmla="*/ 0 w 2640300"/>
              <a:gd name="connsiteY8" fmla="*/ 1865630 h 1865630"/>
              <a:gd name="connsiteX9" fmla="*/ 1054 w 2640300"/>
              <a:gd name="connsiteY9" fmla="*/ 1844762 h 1865630"/>
              <a:gd name="connsiteX10" fmla="*/ 2045305 w 2640300"/>
              <a:gd name="connsiteY10" fmla="*/ 0 h 1865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40300" h="1865630">
                <a:moveTo>
                  <a:pt x="2045305" y="0"/>
                </a:moveTo>
                <a:cubicBezTo>
                  <a:pt x="2244794" y="0"/>
                  <a:pt x="2437643" y="28427"/>
                  <a:pt x="2620022" y="81451"/>
                </a:cubicBezTo>
                <a:lnTo>
                  <a:pt x="2640300" y="88381"/>
                </a:lnTo>
                <a:lnTo>
                  <a:pt x="2640300" y="1040500"/>
                </a:lnTo>
                <a:lnTo>
                  <a:pt x="2631013" y="1034064"/>
                </a:lnTo>
                <a:cubicBezTo>
                  <a:pt x="2458535" y="934886"/>
                  <a:pt x="2258544" y="878165"/>
                  <a:pt x="2045305" y="878165"/>
                </a:cubicBezTo>
                <a:cubicBezTo>
                  <a:pt x="1476668" y="878165"/>
                  <a:pt x="1002239" y="1281515"/>
                  <a:pt x="892516" y="1817715"/>
                </a:cubicBezTo>
                <a:lnTo>
                  <a:pt x="885203" y="1865630"/>
                </a:lnTo>
                <a:lnTo>
                  <a:pt x="0" y="1865630"/>
                </a:lnTo>
                <a:lnTo>
                  <a:pt x="1054" y="1844762"/>
                </a:lnTo>
                <a:cubicBezTo>
                  <a:pt x="106283" y="808587"/>
                  <a:pt x="981366" y="0"/>
                  <a:pt x="2045305" y="0"/>
                </a:cubicBezTo>
                <a:close/>
              </a:path>
            </a:pathLst>
          </a:custGeom>
          <a:gradFill>
            <a:gsLst>
              <a:gs pos="0">
                <a:schemeClr val="bg1">
                  <a:alpha val="0"/>
                </a:schemeClr>
              </a:gs>
              <a:gs pos="100000">
                <a:schemeClr val="accent1">
                  <a:alpha val="13000"/>
                </a:schemeClr>
              </a:gs>
            </a:gsLst>
            <a:lin ang="1080000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sym typeface="+mn-ea"/>
            </a:endParaRPr>
          </a:p>
        </p:txBody>
      </p:sp>
      <p:cxnSp>
        <p:nvCxnSpPr>
          <p:cNvPr id="26" name="直接箭头连接符 25"/>
          <p:cNvCxnSpPr/>
          <p:nvPr>
            <p:custDataLst>
              <p:tags r:id="rId7"/>
            </p:custDataLst>
          </p:nvPr>
        </p:nvCxnSpPr>
        <p:spPr>
          <a:xfrm>
            <a:off x="5998392" y="3325812"/>
            <a:ext cx="5400000" cy="0"/>
          </a:xfrm>
          <a:prstGeom prst="straightConnector1">
            <a:avLst/>
          </a:prstGeom>
          <a:ln>
            <a:solidFill>
              <a:schemeClr val="accent4">
                <a:alpha val="3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p:custDataLst>
              <p:tags r:id="rId8"/>
            </p:custDataLst>
          </p:nvPr>
        </p:nvSpPr>
        <p:spPr>
          <a:xfrm>
            <a:off x="5867400" y="1102994"/>
            <a:ext cx="5768142" cy="1977391"/>
          </a:xfrm>
        </p:spPr>
        <p:txBody>
          <a:bodyPr anchor="b">
            <a:normAutofit/>
          </a:bodyPr>
          <a:lstStyle>
            <a:lvl1pPr algn="l">
              <a:lnSpc>
                <a:spcPct val="100000"/>
              </a:lnSpc>
              <a:defRPr sz="5400"/>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9"/>
            </p:custDataLst>
          </p:nvPr>
        </p:nvSpPr>
        <p:spPr/>
        <p:txBody>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a:lstStyle/>
          <a:p>
            <a:endParaRPr lang="zh-CN" alt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BE5F26B5-172A-4DC2-B0B7-181CFC56B87C}" type="slidenum">
              <a:rPr lang="zh-CN" altLang="en-US" smtClean="0"/>
            </a:fld>
            <a:endParaRPr lang="zh-CN" altLang="en-US"/>
          </a:p>
        </p:txBody>
      </p:sp>
      <p:sp>
        <p:nvSpPr>
          <p:cNvPr id="10" name="文本占位符 9"/>
          <p:cNvSpPr>
            <a:spLocks noGrp="1"/>
          </p:cNvSpPr>
          <p:nvPr>
            <p:ph type="body" sz="quarter" idx="13" hasCustomPrompt="1"/>
            <p:custDataLst>
              <p:tags r:id="rId12"/>
            </p:custDataLst>
          </p:nvPr>
        </p:nvSpPr>
        <p:spPr>
          <a:xfrm>
            <a:off x="838799" y="504000"/>
            <a:ext cx="2657069" cy="504000"/>
          </a:xfrm>
        </p:spPr>
        <p:txBody>
          <a:bodyPr anchor="ctr">
            <a:normAutofit/>
          </a:bodyPr>
          <a:lstStyle>
            <a:lvl1pPr marL="0" indent="0">
              <a:lnSpc>
                <a:spcPct val="100000"/>
              </a:lnSpc>
              <a:buNone/>
              <a:defRPr sz="1800" b="1">
                <a:solidFill>
                  <a:srgbClr val="FFFFFF"/>
                </a:solidFill>
              </a:defRPr>
            </a:lvl1pPr>
          </a:lstStyle>
          <a:p>
            <a:pPr lvl="0"/>
            <a:r>
              <a:rPr lang="zh-CN" altLang="en-US" dirty="0"/>
              <a:t>公司名占位符</a:t>
            </a:r>
            <a:endParaRPr lang="zh-CN" altLang="en-US" dirty="0"/>
          </a:p>
        </p:txBody>
      </p:sp>
      <p:cxnSp>
        <p:nvCxnSpPr>
          <p:cNvPr id="47" name="直接连接符 46"/>
          <p:cNvCxnSpPr/>
          <p:nvPr>
            <p:custDataLst>
              <p:tags r:id="rId13"/>
            </p:custDataLst>
          </p:nvPr>
        </p:nvCxnSpPr>
        <p:spPr>
          <a:xfrm>
            <a:off x="11360150" y="493395"/>
            <a:ext cx="18288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custDataLst>
              <p:tags r:id="rId14"/>
            </p:custDataLst>
          </p:nvPr>
        </p:nvCxnSpPr>
        <p:spPr>
          <a:xfrm>
            <a:off x="11360150" y="551815"/>
            <a:ext cx="18288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custDataLst>
              <p:tags r:id="rId15"/>
            </p:custDataLst>
          </p:nvPr>
        </p:nvCxnSpPr>
        <p:spPr>
          <a:xfrm>
            <a:off x="11360150" y="610235"/>
            <a:ext cx="18288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文本占位符 13"/>
          <p:cNvSpPr>
            <a:spLocks noGrp="1"/>
          </p:cNvSpPr>
          <p:nvPr>
            <p:ph type="body" sz="quarter" idx="18" hasCustomPrompt="1"/>
            <p:custDataLst>
              <p:tags r:id="rId16"/>
            </p:custDataLst>
          </p:nvPr>
        </p:nvSpPr>
        <p:spPr>
          <a:xfrm>
            <a:off x="8457881" y="3586961"/>
            <a:ext cx="2743200" cy="1322534"/>
          </a:xfrm>
        </p:spPr>
        <p:txBody>
          <a:bodyPr anchor="t">
            <a:normAutofit/>
          </a:bodyPr>
          <a:lstStyle>
            <a:lvl1pPr marL="0" indent="0" algn="l">
              <a:lnSpc>
                <a:spcPct val="100000"/>
              </a:lnSpc>
              <a:buNone/>
              <a:defRPr sz="1800">
                <a:solidFill>
                  <a:schemeClr val="accent1"/>
                </a:solidFill>
              </a:defRPr>
            </a:lvl1pPr>
          </a:lstStyle>
          <a:p>
            <a:pPr lvl="0"/>
            <a:r>
              <a:rPr lang="zh-CN" altLang="en-US" dirty="0"/>
              <a:t>日期时间占位符</a:t>
            </a:r>
            <a:endParaRPr lang="zh-CN" altLang="en-US" dirty="0"/>
          </a:p>
        </p:txBody>
      </p:sp>
      <p:sp>
        <p:nvSpPr>
          <p:cNvPr id="23" name="文本占位符 23"/>
          <p:cNvSpPr>
            <a:spLocks noGrp="1"/>
          </p:cNvSpPr>
          <p:nvPr>
            <p:ph type="body" sz="quarter" idx="19" hasCustomPrompt="1"/>
            <p:custDataLst>
              <p:tags r:id="rId17"/>
            </p:custDataLst>
          </p:nvPr>
        </p:nvSpPr>
        <p:spPr>
          <a:xfrm>
            <a:off x="5825757" y="3586961"/>
            <a:ext cx="2533699" cy="1322534"/>
          </a:xfrm>
        </p:spPr>
        <p:txBody>
          <a:bodyPr anchor="t">
            <a:normAutofit/>
          </a:bodyPr>
          <a:lstStyle>
            <a:lvl1pPr marL="0" indent="0" algn="l">
              <a:lnSpc>
                <a:spcPct val="100000"/>
              </a:lnSpc>
              <a:buNone/>
              <a:defRPr sz="1800">
                <a:solidFill>
                  <a:schemeClr val="accent1"/>
                </a:solidFill>
              </a:defRPr>
            </a:lvl1pPr>
          </a:lstStyle>
          <a:p>
            <a:pPr lvl="0"/>
            <a:r>
              <a:rPr lang="zh-CN" altLang="en-US" dirty="0"/>
              <a:t>署名占位符</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9" Type="http://schemas.openxmlformats.org/officeDocument/2006/relationships/theme" Target="../theme/theme3.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95960" y="360000"/>
            <a:ext cx="10800000" cy="720000"/>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95960" y="1301749"/>
            <a:ext cx="10800000" cy="4873625"/>
          </a:xfrm>
          <a:prstGeom prst="rect">
            <a:avLst/>
          </a:prstGeom>
        </p:spPr>
        <p:txBody>
          <a:bodyPr vert="horz" lIns="0" tIns="0" rIns="0" bIns="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custDataLst>
              <p:tags r:id="rId15"/>
            </p:custDataLst>
          </p:nvPr>
        </p:nvSpPr>
        <p:spPr>
          <a:xfrm>
            <a:off x="69596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7"/>
            </p:custDataLst>
          </p:nvPr>
        </p:nvSpPr>
        <p:spPr>
          <a:xfrm>
            <a:off x="875398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p:custDataLst>
              <p:tags r:id="rId18"/>
            </p:custDataLst>
          </p:nvPr>
        </p:nvSpPr>
        <p:spPr>
          <a:xfrm>
            <a:off x="0" y="0"/>
            <a:ext cx="0" cy="0"/>
          </a:xfrm>
          <a:prstGeom prst="rect">
            <a:avLst/>
          </a:prstGeom>
          <a:gradFill flip="none" rotWithShape="1">
            <a:gsLst>
              <a:gs pos="0">
                <a:schemeClr val="accent1">
                  <a:alpha val="33000"/>
                </a:schemeClr>
              </a:gs>
              <a:gs pos="95000">
                <a:schemeClr val="accent1"/>
              </a:gs>
            </a:gsLst>
            <a:lin ang="2700000" scaled="1"/>
            <a:tileRect/>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tags" Target="../tags/tag89.xml"/><Relationship Id="rId1" Type="http://schemas.openxmlformats.org/officeDocument/2006/relationships/tags" Target="../tags/tag88.xml"/></Relationships>
</file>

<file path=ppt/slides/_rels/slide2.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image" Target="../media/image5.png"/><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image" Target="../media/image4.png"/><Relationship Id="rId30" Type="http://schemas.openxmlformats.org/officeDocument/2006/relationships/notesSlide" Target="../notesSlides/notesSlide2.xml"/><Relationship Id="rId3" Type="http://schemas.openxmlformats.org/officeDocument/2006/relationships/tags" Target="../tags/tag92.xml"/><Relationship Id="rId29" Type="http://schemas.openxmlformats.org/officeDocument/2006/relationships/slideLayout" Target="../slideLayouts/slideLayout5.xml"/><Relationship Id="rId28" Type="http://schemas.openxmlformats.org/officeDocument/2006/relationships/tags" Target="../tags/tag110.xml"/><Relationship Id="rId27" Type="http://schemas.openxmlformats.org/officeDocument/2006/relationships/tags" Target="../tags/tag109.xml"/><Relationship Id="rId26" Type="http://schemas.openxmlformats.org/officeDocument/2006/relationships/tags" Target="../tags/tag108.xml"/><Relationship Id="rId25" Type="http://schemas.openxmlformats.org/officeDocument/2006/relationships/tags" Target="../tags/tag107.xml"/><Relationship Id="rId24" Type="http://schemas.openxmlformats.org/officeDocument/2006/relationships/tags" Target="../tags/tag106.xml"/><Relationship Id="rId23" Type="http://schemas.openxmlformats.org/officeDocument/2006/relationships/tags" Target="../tags/tag105.xml"/><Relationship Id="rId22" Type="http://schemas.openxmlformats.org/officeDocument/2006/relationships/tags" Target="../tags/tag104.xml"/><Relationship Id="rId21" Type="http://schemas.openxmlformats.org/officeDocument/2006/relationships/tags" Target="../tags/tag103.xml"/><Relationship Id="rId20" Type="http://schemas.openxmlformats.org/officeDocument/2006/relationships/image" Target="../media/image10.png"/><Relationship Id="rId2" Type="http://schemas.openxmlformats.org/officeDocument/2006/relationships/tags" Target="../tags/tag91.xml"/><Relationship Id="rId19" Type="http://schemas.openxmlformats.org/officeDocument/2006/relationships/tags" Target="../tags/tag102.xml"/><Relationship Id="rId18" Type="http://schemas.openxmlformats.org/officeDocument/2006/relationships/image" Target="../media/image9.png"/><Relationship Id="rId17" Type="http://schemas.openxmlformats.org/officeDocument/2006/relationships/tags" Target="../tags/tag101.xml"/><Relationship Id="rId16" Type="http://schemas.openxmlformats.org/officeDocument/2006/relationships/image" Target="../media/image8.png"/><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image" Target="../media/image7.png"/><Relationship Id="rId12" Type="http://schemas.openxmlformats.org/officeDocument/2006/relationships/tags" Target="../tags/tag98.xml"/><Relationship Id="rId11" Type="http://schemas.openxmlformats.org/officeDocument/2006/relationships/tags" Target="../tags/tag97.xml"/><Relationship Id="rId10" Type="http://schemas.openxmlformats.org/officeDocument/2006/relationships/image" Target="../media/image6.png"/><Relationship Id="rId1" Type="http://schemas.openxmlformats.org/officeDocument/2006/relationships/tags" Target="../tags/tag90.xml"/></Relationships>
</file>

<file path=ppt/slides/_rels/slide3.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4" Type="http://schemas.openxmlformats.org/officeDocument/2006/relationships/notesSlide" Target="../notesSlides/notesSlide3.xml"/><Relationship Id="rId13" Type="http://schemas.openxmlformats.org/officeDocument/2006/relationships/slideLayout" Target="../slideLayouts/slideLayout10.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tags" Target="../tags/tag111.xml"/></Relationships>
</file>

<file path=ppt/slides/_rels/slide4.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image" Target="../media/image13.png"/><Relationship Id="rId7" Type="http://schemas.openxmlformats.org/officeDocument/2006/relationships/tags" Target="../tags/tag127.xml"/><Relationship Id="rId6" Type="http://schemas.openxmlformats.org/officeDocument/2006/relationships/image" Target="../media/image12.png"/><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4" Type="http://schemas.openxmlformats.org/officeDocument/2006/relationships/slideLayout" Target="../slideLayouts/slideLayout10.xml"/><Relationship Id="rId13" Type="http://schemas.openxmlformats.org/officeDocument/2006/relationships/tags" Target="../tags/tag132.xml"/><Relationship Id="rId12" Type="http://schemas.openxmlformats.org/officeDocument/2006/relationships/tags" Target="../tags/tag13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tags" Target="../tags/tag122.xml"/></Relationships>
</file>

<file path=ppt/slides/_rels/slide5.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8" Type="http://schemas.openxmlformats.org/officeDocument/2006/relationships/notesSlide" Target="../notesSlides/notesSlide4.xml"/><Relationship Id="rId67" Type="http://schemas.openxmlformats.org/officeDocument/2006/relationships/slideLayout" Target="../slideLayouts/slideLayout10.xml"/><Relationship Id="rId66" Type="http://schemas.openxmlformats.org/officeDocument/2006/relationships/tags" Target="../tags/tag177.xml"/><Relationship Id="rId65" Type="http://schemas.openxmlformats.org/officeDocument/2006/relationships/image" Target="../media/image34.png"/><Relationship Id="rId64" Type="http://schemas.openxmlformats.org/officeDocument/2006/relationships/tags" Target="../tags/tag176.xml"/><Relationship Id="rId63" Type="http://schemas.openxmlformats.org/officeDocument/2006/relationships/image" Target="../media/image33.png"/><Relationship Id="rId62" Type="http://schemas.openxmlformats.org/officeDocument/2006/relationships/tags" Target="../tags/tag175.xml"/><Relationship Id="rId61" Type="http://schemas.openxmlformats.org/officeDocument/2006/relationships/image" Target="../media/image32.png"/><Relationship Id="rId60" Type="http://schemas.openxmlformats.org/officeDocument/2006/relationships/tags" Target="../tags/tag174.xml"/><Relationship Id="rId6" Type="http://schemas.openxmlformats.org/officeDocument/2006/relationships/tags" Target="../tags/tag136.xml"/><Relationship Id="rId59" Type="http://schemas.openxmlformats.org/officeDocument/2006/relationships/image" Target="../media/image31.png"/><Relationship Id="rId58" Type="http://schemas.openxmlformats.org/officeDocument/2006/relationships/tags" Target="../tags/tag173.xml"/><Relationship Id="rId57" Type="http://schemas.openxmlformats.org/officeDocument/2006/relationships/image" Target="../media/image30.png"/><Relationship Id="rId56" Type="http://schemas.openxmlformats.org/officeDocument/2006/relationships/tags" Target="../tags/tag172.xml"/><Relationship Id="rId55" Type="http://schemas.openxmlformats.org/officeDocument/2006/relationships/image" Target="../media/image29.png"/><Relationship Id="rId54" Type="http://schemas.openxmlformats.org/officeDocument/2006/relationships/tags" Target="../tags/tag171.xml"/><Relationship Id="rId53" Type="http://schemas.openxmlformats.org/officeDocument/2006/relationships/image" Target="../media/image28.png"/><Relationship Id="rId52" Type="http://schemas.openxmlformats.org/officeDocument/2006/relationships/tags" Target="../tags/tag170.xml"/><Relationship Id="rId51" Type="http://schemas.openxmlformats.org/officeDocument/2006/relationships/image" Target="../media/image27.png"/><Relationship Id="rId50" Type="http://schemas.openxmlformats.org/officeDocument/2006/relationships/tags" Target="../tags/tag169.xml"/><Relationship Id="rId5" Type="http://schemas.openxmlformats.org/officeDocument/2006/relationships/image" Target="../media/image15.png"/><Relationship Id="rId49" Type="http://schemas.openxmlformats.org/officeDocument/2006/relationships/image" Target="../media/image26.png"/><Relationship Id="rId48" Type="http://schemas.openxmlformats.org/officeDocument/2006/relationships/tags" Target="../tags/tag168.xml"/><Relationship Id="rId47" Type="http://schemas.openxmlformats.org/officeDocument/2006/relationships/image" Target="../media/image25.png"/><Relationship Id="rId46" Type="http://schemas.openxmlformats.org/officeDocument/2006/relationships/tags" Target="../tags/tag167.xml"/><Relationship Id="rId45" Type="http://schemas.openxmlformats.org/officeDocument/2006/relationships/image" Target="../media/image24.png"/><Relationship Id="rId44" Type="http://schemas.openxmlformats.org/officeDocument/2006/relationships/tags" Target="../tags/tag166.xml"/><Relationship Id="rId43" Type="http://schemas.openxmlformats.org/officeDocument/2006/relationships/image" Target="../media/image23.png"/><Relationship Id="rId42" Type="http://schemas.openxmlformats.org/officeDocument/2006/relationships/tags" Target="../tags/tag165.xml"/><Relationship Id="rId41" Type="http://schemas.openxmlformats.org/officeDocument/2006/relationships/image" Target="../media/image22.png"/><Relationship Id="rId40" Type="http://schemas.openxmlformats.org/officeDocument/2006/relationships/tags" Target="../tags/tag164.xml"/><Relationship Id="rId4" Type="http://schemas.openxmlformats.org/officeDocument/2006/relationships/tags" Target="../tags/tag135.xml"/><Relationship Id="rId39" Type="http://schemas.openxmlformats.org/officeDocument/2006/relationships/image" Target="../media/image21.png"/><Relationship Id="rId38" Type="http://schemas.openxmlformats.org/officeDocument/2006/relationships/tags" Target="../tags/tag163.xml"/><Relationship Id="rId37" Type="http://schemas.openxmlformats.org/officeDocument/2006/relationships/image" Target="../media/image20.png"/><Relationship Id="rId36" Type="http://schemas.openxmlformats.org/officeDocument/2006/relationships/tags" Target="../tags/tag162.xml"/><Relationship Id="rId35" Type="http://schemas.openxmlformats.org/officeDocument/2006/relationships/tags" Target="../tags/tag161.xml"/><Relationship Id="rId34" Type="http://schemas.openxmlformats.org/officeDocument/2006/relationships/image" Target="../media/image19.png"/><Relationship Id="rId33" Type="http://schemas.openxmlformats.org/officeDocument/2006/relationships/tags" Target="../tags/tag160.xml"/><Relationship Id="rId32" Type="http://schemas.openxmlformats.org/officeDocument/2006/relationships/tags" Target="../tags/tag159.xml"/><Relationship Id="rId31" Type="http://schemas.openxmlformats.org/officeDocument/2006/relationships/tags" Target="../tags/tag158.xml"/><Relationship Id="rId30" Type="http://schemas.openxmlformats.org/officeDocument/2006/relationships/tags" Target="../tags/tag157.xml"/><Relationship Id="rId3" Type="http://schemas.openxmlformats.org/officeDocument/2006/relationships/tags" Target="../tags/tag134.xml"/><Relationship Id="rId29" Type="http://schemas.openxmlformats.org/officeDocument/2006/relationships/tags" Target="../tags/tag156.xml"/><Relationship Id="rId28" Type="http://schemas.openxmlformats.org/officeDocument/2006/relationships/tags" Target="../tags/tag155.xml"/><Relationship Id="rId27" Type="http://schemas.openxmlformats.org/officeDocument/2006/relationships/tags" Target="../tags/tag154.xml"/><Relationship Id="rId26" Type="http://schemas.openxmlformats.org/officeDocument/2006/relationships/tags" Target="../tags/tag153.xml"/><Relationship Id="rId25" Type="http://schemas.openxmlformats.org/officeDocument/2006/relationships/tags" Target="../tags/tag152.xml"/><Relationship Id="rId24" Type="http://schemas.openxmlformats.org/officeDocument/2006/relationships/tags" Target="../tags/tag151.xml"/><Relationship Id="rId23" Type="http://schemas.openxmlformats.org/officeDocument/2006/relationships/image" Target="../media/image18.png"/><Relationship Id="rId22" Type="http://schemas.openxmlformats.org/officeDocument/2006/relationships/tags" Target="../tags/tag150.xml"/><Relationship Id="rId21" Type="http://schemas.openxmlformats.org/officeDocument/2006/relationships/tags" Target="../tags/tag149.xml"/><Relationship Id="rId20" Type="http://schemas.openxmlformats.org/officeDocument/2006/relationships/tags" Target="../tags/tag148.xml"/><Relationship Id="rId2" Type="http://schemas.openxmlformats.org/officeDocument/2006/relationships/image" Target="../media/image14.png"/><Relationship Id="rId19" Type="http://schemas.openxmlformats.org/officeDocument/2006/relationships/tags" Target="../tags/tag147.xml"/><Relationship Id="rId18" Type="http://schemas.openxmlformats.org/officeDocument/2006/relationships/tags" Target="../tags/tag146.xml"/><Relationship Id="rId17" Type="http://schemas.openxmlformats.org/officeDocument/2006/relationships/tags" Target="../tags/tag145.xml"/><Relationship Id="rId16" Type="http://schemas.openxmlformats.org/officeDocument/2006/relationships/tags" Target="../tags/tag144.xml"/><Relationship Id="rId15" Type="http://schemas.openxmlformats.org/officeDocument/2006/relationships/tags" Target="../tags/tag143.xml"/><Relationship Id="rId14" Type="http://schemas.openxmlformats.org/officeDocument/2006/relationships/tags" Target="../tags/tag142.xml"/><Relationship Id="rId13" Type="http://schemas.openxmlformats.org/officeDocument/2006/relationships/tags" Target="../tags/tag141.xml"/><Relationship Id="rId12" Type="http://schemas.openxmlformats.org/officeDocument/2006/relationships/image" Target="../media/image17.png"/><Relationship Id="rId11" Type="http://schemas.openxmlformats.org/officeDocument/2006/relationships/tags" Target="../tags/tag140.xml"/><Relationship Id="rId10" Type="http://schemas.openxmlformats.org/officeDocument/2006/relationships/image" Target="../media/image16.png"/><Relationship Id="rId1" Type="http://schemas.openxmlformats.org/officeDocument/2006/relationships/tags" Target="../tags/tag133.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0.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8.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image" Target="../media/image36.png"/><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image" Target="../media/image35.png"/><Relationship Id="rId40" Type="http://schemas.openxmlformats.org/officeDocument/2006/relationships/slideLayout" Target="../slideLayouts/slideLayout10.xml"/><Relationship Id="rId4" Type="http://schemas.openxmlformats.org/officeDocument/2006/relationships/tags" Target="../tags/tag187.xml"/><Relationship Id="rId39" Type="http://schemas.openxmlformats.org/officeDocument/2006/relationships/tags" Target="../tags/tag211.xml"/><Relationship Id="rId38" Type="http://schemas.openxmlformats.org/officeDocument/2006/relationships/image" Target="../media/image45.png"/><Relationship Id="rId37" Type="http://schemas.openxmlformats.org/officeDocument/2006/relationships/tags" Target="../tags/tag210.xml"/><Relationship Id="rId36" Type="http://schemas.openxmlformats.org/officeDocument/2006/relationships/image" Target="../media/image44.png"/><Relationship Id="rId35" Type="http://schemas.openxmlformats.org/officeDocument/2006/relationships/tags" Target="../tags/tag209.xml"/><Relationship Id="rId34" Type="http://schemas.openxmlformats.org/officeDocument/2006/relationships/tags" Target="../tags/tag208.xml"/><Relationship Id="rId33" Type="http://schemas.openxmlformats.org/officeDocument/2006/relationships/tags" Target="../tags/tag207.xml"/><Relationship Id="rId32" Type="http://schemas.openxmlformats.org/officeDocument/2006/relationships/image" Target="../media/image43.png"/><Relationship Id="rId31" Type="http://schemas.openxmlformats.org/officeDocument/2006/relationships/tags" Target="../tags/tag206.xml"/><Relationship Id="rId30" Type="http://schemas.openxmlformats.org/officeDocument/2006/relationships/tags" Target="../tags/tag205.xml"/><Relationship Id="rId3" Type="http://schemas.openxmlformats.org/officeDocument/2006/relationships/tags" Target="../tags/tag186.xml"/><Relationship Id="rId29" Type="http://schemas.openxmlformats.org/officeDocument/2006/relationships/tags" Target="../tags/tag204.xml"/><Relationship Id="rId28" Type="http://schemas.openxmlformats.org/officeDocument/2006/relationships/tags" Target="../tags/tag203.xml"/><Relationship Id="rId27" Type="http://schemas.openxmlformats.org/officeDocument/2006/relationships/image" Target="../media/image42.png"/><Relationship Id="rId26" Type="http://schemas.openxmlformats.org/officeDocument/2006/relationships/tags" Target="../tags/tag202.xml"/><Relationship Id="rId25" Type="http://schemas.openxmlformats.org/officeDocument/2006/relationships/image" Target="../media/image41.png"/><Relationship Id="rId24" Type="http://schemas.openxmlformats.org/officeDocument/2006/relationships/tags" Target="../tags/tag201.xml"/><Relationship Id="rId23" Type="http://schemas.openxmlformats.org/officeDocument/2006/relationships/tags" Target="../tags/tag200.xml"/><Relationship Id="rId22" Type="http://schemas.openxmlformats.org/officeDocument/2006/relationships/tags" Target="../tags/tag199.xml"/><Relationship Id="rId21" Type="http://schemas.openxmlformats.org/officeDocument/2006/relationships/tags" Target="../tags/tag198.xml"/><Relationship Id="rId20" Type="http://schemas.openxmlformats.org/officeDocument/2006/relationships/tags" Target="../tags/tag197.xml"/><Relationship Id="rId2" Type="http://schemas.openxmlformats.org/officeDocument/2006/relationships/tags" Target="../tags/tag185.xml"/><Relationship Id="rId19" Type="http://schemas.openxmlformats.org/officeDocument/2006/relationships/image" Target="../media/image40.png"/><Relationship Id="rId18" Type="http://schemas.openxmlformats.org/officeDocument/2006/relationships/tags" Target="../tags/tag196.xml"/><Relationship Id="rId17" Type="http://schemas.openxmlformats.org/officeDocument/2006/relationships/image" Target="../media/image39.png"/><Relationship Id="rId16" Type="http://schemas.openxmlformats.org/officeDocument/2006/relationships/tags" Target="../tags/tag195.xml"/><Relationship Id="rId15" Type="http://schemas.openxmlformats.org/officeDocument/2006/relationships/image" Target="../media/image38.png"/><Relationship Id="rId14" Type="http://schemas.openxmlformats.org/officeDocument/2006/relationships/tags" Target="../tags/tag194.xml"/><Relationship Id="rId13" Type="http://schemas.openxmlformats.org/officeDocument/2006/relationships/image" Target="../media/image37.png"/><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tags" Target="../tags/tag184.xml"/></Relationships>
</file>

<file path=ppt/slides/_rels/slide9.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image" Target="../media/image5.png"/><Relationship Id="rId5" Type="http://schemas.openxmlformats.org/officeDocument/2006/relationships/tags" Target="../tags/tag215.xml"/><Relationship Id="rId4" Type="http://schemas.openxmlformats.org/officeDocument/2006/relationships/tags" Target="../tags/tag214.xml"/><Relationship Id="rId31" Type="http://schemas.openxmlformats.org/officeDocument/2006/relationships/slideLayout" Target="../slideLayouts/slideLayout5.xml"/><Relationship Id="rId30" Type="http://schemas.openxmlformats.org/officeDocument/2006/relationships/tags" Target="../tags/tag234.xml"/><Relationship Id="rId3" Type="http://schemas.openxmlformats.org/officeDocument/2006/relationships/image" Target="../media/image46.png"/><Relationship Id="rId29" Type="http://schemas.openxmlformats.org/officeDocument/2006/relationships/tags" Target="../tags/tag233.xml"/><Relationship Id="rId28" Type="http://schemas.openxmlformats.org/officeDocument/2006/relationships/tags" Target="../tags/tag232.xml"/><Relationship Id="rId27" Type="http://schemas.openxmlformats.org/officeDocument/2006/relationships/tags" Target="../tags/tag231.xml"/><Relationship Id="rId26" Type="http://schemas.openxmlformats.org/officeDocument/2006/relationships/tags" Target="../tags/tag230.xml"/><Relationship Id="rId25" Type="http://schemas.openxmlformats.org/officeDocument/2006/relationships/tags" Target="../tags/tag229.xml"/><Relationship Id="rId24" Type="http://schemas.openxmlformats.org/officeDocument/2006/relationships/tags" Target="../tags/tag228.xml"/><Relationship Id="rId23" Type="http://schemas.openxmlformats.org/officeDocument/2006/relationships/tags" Target="../tags/tag227.xml"/><Relationship Id="rId22" Type="http://schemas.openxmlformats.org/officeDocument/2006/relationships/tags" Target="../tags/tag226.xml"/><Relationship Id="rId21" Type="http://schemas.openxmlformats.org/officeDocument/2006/relationships/image" Target="../media/image9.png"/><Relationship Id="rId20" Type="http://schemas.openxmlformats.org/officeDocument/2006/relationships/tags" Target="../tags/tag225.xml"/><Relationship Id="rId2" Type="http://schemas.openxmlformats.org/officeDocument/2006/relationships/tags" Target="../tags/tag213.xml"/><Relationship Id="rId19" Type="http://schemas.openxmlformats.org/officeDocument/2006/relationships/tags" Target="../tags/tag224.xml"/><Relationship Id="rId18" Type="http://schemas.openxmlformats.org/officeDocument/2006/relationships/tags" Target="../tags/tag223.xml"/><Relationship Id="rId17" Type="http://schemas.openxmlformats.org/officeDocument/2006/relationships/image" Target="../media/image8.png"/><Relationship Id="rId16" Type="http://schemas.openxmlformats.org/officeDocument/2006/relationships/tags" Target="../tags/tag222.xml"/><Relationship Id="rId15" Type="http://schemas.openxmlformats.org/officeDocument/2006/relationships/tags" Target="../tags/tag221.xml"/><Relationship Id="rId14" Type="http://schemas.openxmlformats.org/officeDocument/2006/relationships/image" Target="../media/image10.png"/><Relationship Id="rId13" Type="http://schemas.openxmlformats.org/officeDocument/2006/relationships/tags" Target="../tags/tag220.xml"/><Relationship Id="rId12" Type="http://schemas.openxmlformats.org/officeDocument/2006/relationships/image" Target="../media/image7.png"/><Relationship Id="rId11" Type="http://schemas.openxmlformats.org/officeDocument/2006/relationships/tags" Target="../tags/tag219.xml"/><Relationship Id="rId10" Type="http://schemas.openxmlformats.org/officeDocument/2006/relationships/tags" Target="../tags/tag218.xml"/><Relationship Id="rId1" Type="http://schemas.openxmlformats.org/officeDocument/2006/relationships/tags" Target="../tags/tag212.xml"/></Relationships>
</file>

<file path=ppt/slides/_rels/slide10.xml.rels><?xml version="1.0" encoding="UTF-8" standalone="yes"?>
<Relationships xmlns="http://schemas.openxmlformats.org/package/2006/relationships"><Relationship Id="rId9" Type="http://schemas.openxmlformats.org/officeDocument/2006/relationships/tags" Target="../tags/tag241.xml"/><Relationship Id="rId8" Type="http://schemas.openxmlformats.org/officeDocument/2006/relationships/tags" Target="../tags/tag240.xml"/><Relationship Id="rId7" Type="http://schemas.openxmlformats.org/officeDocument/2006/relationships/tags" Target="../tags/tag239.xml"/><Relationship Id="rId6" Type="http://schemas.openxmlformats.org/officeDocument/2006/relationships/image" Target="../media/image48.png"/><Relationship Id="rId5" Type="http://schemas.openxmlformats.org/officeDocument/2006/relationships/tags" Target="../tags/tag238.xml"/><Relationship Id="rId4" Type="http://schemas.openxmlformats.org/officeDocument/2006/relationships/tags" Target="../tags/tag237.xml"/><Relationship Id="rId31" Type="http://schemas.openxmlformats.org/officeDocument/2006/relationships/slideLayout" Target="../slideLayouts/slideLayout10.xml"/><Relationship Id="rId30" Type="http://schemas.openxmlformats.org/officeDocument/2006/relationships/tags" Target="../tags/tag256.xml"/><Relationship Id="rId3" Type="http://schemas.openxmlformats.org/officeDocument/2006/relationships/image" Target="../media/image47.png"/><Relationship Id="rId29" Type="http://schemas.openxmlformats.org/officeDocument/2006/relationships/tags" Target="../tags/tag255.xml"/><Relationship Id="rId28" Type="http://schemas.openxmlformats.org/officeDocument/2006/relationships/tags" Target="../tags/tag254.xml"/><Relationship Id="rId27" Type="http://schemas.openxmlformats.org/officeDocument/2006/relationships/tags" Target="../tags/tag253.xml"/><Relationship Id="rId26" Type="http://schemas.openxmlformats.org/officeDocument/2006/relationships/tags" Target="../tags/tag252.xml"/><Relationship Id="rId25" Type="http://schemas.openxmlformats.org/officeDocument/2006/relationships/tags" Target="../tags/tag251.xml"/><Relationship Id="rId24" Type="http://schemas.openxmlformats.org/officeDocument/2006/relationships/tags" Target="../tags/tag250.xml"/><Relationship Id="rId23" Type="http://schemas.openxmlformats.org/officeDocument/2006/relationships/image" Target="../media/image54.png"/><Relationship Id="rId22" Type="http://schemas.openxmlformats.org/officeDocument/2006/relationships/tags" Target="../tags/tag249.xml"/><Relationship Id="rId21" Type="http://schemas.openxmlformats.org/officeDocument/2006/relationships/image" Target="../media/image53.png"/><Relationship Id="rId20" Type="http://schemas.openxmlformats.org/officeDocument/2006/relationships/tags" Target="../tags/tag248.xml"/><Relationship Id="rId2" Type="http://schemas.openxmlformats.org/officeDocument/2006/relationships/tags" Target="../tags/tag236.xml"/><Relationship Id="rId19" Type="http://schemas.openxmlformats.org/officeDocument/2006/relationships/image" Target="../media/image52.png"/><Relationship Id="rId18" Type="http://schemas.openxmlformats.org/officeDocument/2006/relationships/tags" Target="../tags/tag247.xml"/><Relationship Id="rId17" Type="http://schemas.openxmlformats.org/officeDocument/2006/relationships/tags" Target="../tags/tag246.xml"/><Relationship Id="rId16" Type="http://schemas.openxmlformats.org/officeDocument/2006/relationships/image" Target="../media/image51.png"/><Relationship Id="rId15" Type="http://schemas.openxmlformats.org/officeDocument/2006/relationships/tags" Target="../tags/tag245.xml"/><Relationship Id="rId14" Type="http://schemas.openxmlformats.org/officeDocument/2006/relationships/image" Target="../media/image50.png"/><Relationship Id="rId13" Type="http://schemas.openxmlformats.org/officeDocument/2006/relationships/tags" Target="../tags/tag244.xml"/><Relationship Id="rId12" Type="http://schemas.openxmlformats.org/officeDocument/2006/relationships/image" Target="../media/image49.png"/><Relationship Id="rId11" Type="http://schemas.openxmlformats.org/officeDocument/2006/relationships/tags" Target="../tags/tag243.xml"/><Relationship Id="rId10" Type="http://schemas.openxmlformats.org/officeDocument/2006/relationships/tags" Target="../tags/tag242.xml"/><Relationship Id="rId1" Type="http://schemas.openxmlformats.org/officeDocument/2006/relationships/tags" Target="../tags/tag235.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58.xml"/><Relationship Id="rId1" Type="http://schemas.openxmlformats.org/officeDocument/2006/relationships/tags" Target="../tags/tag257.xml"/></Relationships>
</file>

<file path=ppt/slides/_rels/slide12.xml.rels><?xml version="1.0" encoding="UTF-8" standalone="yes"?>
<Relationships xmlns="http://schemas.openxmlformats.org/package/2006/relationships"><Relationship Id="rId9" Type="http://schemas.openxmlformats.org/officeDocument/2006/relationships/image" Target="../media/image56.jpeg"/><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2" Type="http://schemas.openxmlformats.org/officeDocument/2006/relationships/slideLayout" Target="../slideLayouts/slideLayout10.xml"/><Relationship Id="rId31" Type="http://schemas.openxmlformats.org/officeDocument/2006/relationships/tags" Target="../tags/tag281.xml"/><Relationship Id="rId30" Type="http://schemas.openxmlformats.org/officeDocument/2006/relationships/tags" Target="../tags/tag280.xml"/><Relationship Id="rId3" Type="http://schemas.openxmlformats.org/officeDocument/2006/relationships/image" Target="../media/image55.jpeg"/><Relationship Id="rId29" Type="http://schemas.openxmlformats.org/officeDocument/2006/relationships/tags" Target="../tags/tag279.xml"/><Relationship Id="rId28" Type="http://schemas.openxmlformats.org/officeDocument/2006/relationships/tags" Target="../tags/tag278.xml"/><Relationship Id="rId27" Type="http://schemas.openxmlformats.org/officeDocument/2006/relationships/tags" Target="../tags/tag277.xml"/><Relationship Id="rId26" Type="http://schemas.openxmlformats.org/officeDocument/2006/relationships/tags" Target="../tags/tag276.xml"/><Relationship Id="rId25" Type="http://schemas.openxmlformats.org/officeDocument/2006/relationships/image" Target="../media/image62.jpeg"/><Relationship Id="rId24" Type="http://schemas.openxmlformats.org/officeDocument/2006/relationships/tags" Target="../tags/tag275.xml"/><Relationship Id="rId23" Type="http://schemas.openxmlformats.org/officeDocument/2006/relationships/image" Target="../media/image61.jpeg"/><Relationship Id="rId22" Type="http://schemas.openxmlformats.org/officeDocument/2006/relationships/tags" Target="../tags/tag274.xml"/><Relationship Id="rId21" Type="http://schemas.openxmlformats.org/officeDocument/2006/relationships/tags" Target="../tags/tag273.xml"/><Relationship Id="rId20" Type="http://schemas.openxmlformats.org/officeDocument/2006/relationships/tags" Target="../tags/tag272.xml"/><Relationship Id="rId2" Type="http://schemas.openxmlformats.org/officeDocument/2006/relationships/tags" Target="../tags/tag260.xml"/><Relationship Id="rId19" Type="http://schemas.openxmlformats.org/officeDocument/2006/relationships/image" Target="../media/image60.png"/><Relationship Id="rId18" Type="http://schemas.openxmlformats.org/officeDocument/2006/relationships/tags" Target="../tags/tag271.xml"/><Relationship Id="rId17" Type="http://schemas.openxmlformats.org/officeDocument/2006/relationships/tags" Target="../tags/tag270.xml"/><Relationship Id="rId16" Type="http://schemas.openxmlformats.org/officeDocument/2006/relationships/image" Target="../media/image59.jpeg"/><Relationship Id="rId15" Type="http://schemas.openxmlformats.org/officeDocument/2006/relationships/tags" Target="../tags/tag269.xml"/><Relationship Id="rId14" Type="http://schemas.openxmlformats.org/officeDocument/2006/relationships/tags" Target="../tags/tag268.xml"/><Relationship Id="rId13" Type="http://schemas.openxmlformats.org/officeDocument/2006/relationships/image" Target="../media/image58.jpeg"/><Relationship Id="rId12" Type="http://schemas.openxmlformats.org/officeDocument/2006/relationships/tags" Target="../tags/tag267.xml"/><Relationship Id="rId11" Type="http://schemas.openxmlformats.org/officeDocument/2006/relationships/image" Target="../media/image57.jpeg"/><Relationship Id="rId10" Type="http://schemas.openxmlformats.org/officeDocument/2006/relationships/tags" Target="../tags/tag266.xml"/><Relationship Id="rId1" Type="http://schemas.openxmlformats.org/officeDocument/2006/relationships/tags" Target="../tags/tag259.xml"/></Relationships>
</file>

<file path=ppt/slides/_rels/slide13.xml.rels><?xml version="1.0" encoding="UTF-8" standalone="yes"?>
<Relationships xmlns="http://schemas.openxmlformats.org/package/2006/relationships"><Relationship Id="rId9" Type="http://schemas.openxmlformats.org/officeDocument/2006/relationships/tags" Target="../tags/tag289.xml"/><Relationship Id="rId8" Type="http://schemas.openxmlformats.org/officeDocument/2006/relationships/tags" Target="../tags/tag288.xml"/><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image" Target="../media/image63.png"/><Relationship Id="rId2" Type="http://schemas.openxmlformats.org/officeDocument/2006/relationships/tags" Target="../tags/tag283.xml"/><Relationship Id="rId17" Type="http://schemas.openxmlformats.org/officeDocument/2006/relationships/slideLayout" Target="../slideLayouts/slideLayout4.xml"/><Relationship Id="rId16" Type="http://schemas.openxmlformats.org/officeDocument/2006/relationships/tags" Target="../tags/tag296.xml"/><Relationship Id="rId15" Type="http://schemas.openxmlformats.org/officeDocument/2006/relationships/tags" Target="../tags/tag295.xml"/><Relationship Id="rId14" Type="http://schemas.openxmlformats.org/officeDocument/2006/relationships/tags" Target="../tags/tag294.xml"/><Relationship Id="rId13" Type="http://schemas.openxmlformats.org/officeDocument/2006/relationships/tags" Target="../tags/tag293.xml"/><Relationship Id="rId12" Type="http://schemas.openxmlformats.org/officeDocument/2006/relationships/tags" Target="../tags/tag292.xml"/><Relationship Id="rId11" Type="http://schemas.openxmlformats.org/officeDocument/2006/relationships/tags" Target="../tags/tag291.xml"/><Relationship Id="rId10" Type="http://schemas.openxmlformats.org/officeDocument/2006/relationships/tags" Target="../tags/tag290.xml"/><Relationship Id="rId1" Type="http://schemas.openxmlformats.org/officeDocument/2006/relationships/tags" Target="../tags/tag282.xml"/></Relationships>
</file>

<file path=ppt/slides/_rels/slide14.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tags" Target="../tags/tag303.xml"/><Relationship Id="rId7" Type="http://schemas.openxmlformats.org/officeDocument/2006/relationships/tags" Target="../tags/tag302.xml"/><Relationship Id="rId6" Type="http://schemas.openxmlformats.org/officeDocument/2006/relationships/tags" Target="../tags/tag301.xml"/><Relationship Id="rId5" Type="http://schemas.openxmlformats.org/officeDocument/2006/relationships/tags" Target="../tags/tag300.xml"/><Relationship Id="rId4" Type="http://schemas.openxmlformats.org/officeDocument/2006/relationships/tags" Target="../tags/tag299.xml"/><Relationship Id="rId32" Type="http://schemas.openxmlformats.org/officeDocument/2006/relationships/slideLayout" Target="../slideLayouts/slideLayout10.xml"/><Relationship Id="rId31" Type="http://schemas.openxmlformats.org/officeDocument/2006/relationships/tags" Target="../tags/tag319.xml"/><Relationship Id="rId30" Type="http://schemas.openxmlformats.org/officeDocument/2006/relationships/tags" Target="../tags/tag318.xml"/><Relationship Id="rId3" Type="http://schemas.openxmlformats.org/officeDocument/2006/relationships/image" Target="../media/image64.png"/><Relationship Id="rId29" Type="http://schemas.openxmlformats.org/officeDocument/2006/relationships/tags" Target="../tags/tag317.xml"/><Relationship Id="rId28" Type="http://schemas.openxmlformats.org/officeDocument/2006/relationships/tags" Target="../tags/tag316.xml"/><Relationship Id="rId27" Type="http://schemas.openxmlformats.org/officeDocument/2006/relationships/tags" Target="../tags/tag315.xml"/><Relationship Id="rId26" Type="http://schemas.openxmlformats.org/officeDocument/2006/relationships/tags" Target="../tags/tag314.xml"/><Relationship Id="rId25" Type="http://schemas.openxmlformats.org/officeDocument/2006/relationships/image" Target="../media/image71.png"/><Relationship Id="rId24" Type="http://schemas.openxmlformats.org/officeDocument/2006/relationships/tags" Target="../tags/tag313.xml"/><Relationship Id="rId23" Type="http://schemas.openxmlformats.org/officeDocument/2006/relationships/image" Target="../media/image70.png"/><Relationship Id="rId22" Type="http://schemas.openxmlformats.org/officeDocument/2006/relationships/tags" Target="../tags/tag312.xml"/><Relationship Id="rId21" Type="http://schemas.openxmlformats.org/officeDocument/2006/relationships/tags" Target="../tags/tag311.xml"/><Relationship Id="rId20" Type="http://schemas.openxmlformats.org/officeDocument/2006/relationships/tags" Target="../tags/tag310.xml"/><Relationship Id="rId2" Type="http://schemas.openxmlformats.org/officeDocument/2006/relationships/tags" Target="../tags/tag298.xml"/><Relationship Id="rId19" Type="http://schemas.openxmlformats.org/officeDocument/2006/relationships/image" Target="../media/image69.png"/><Relationship Id="rId18" Type="http://schemas.openxmlformats.org/officeDocument/2006/relationships/tags" Target="../tags/tag309.xml"/><Relationship Id="rId17" Type="http://schemas.openxmlformats.org/officeDocument/2006/relationships/tags" Target="../tags/tag308.xml"/><Relationship Id="rId16" Type="http://schemas.openxmlformats.org/officeDocument/2006/relationships/image" Target="../media/image68.png"/><Relationship Id="rId15" Type="http://schemas.openxmlformats.org/officeDocument/2006/relationships/tags" Target="../tags/tag307.xml"/><Relationship Id="rId14" Type="http://schemas.openxmlformats.org/officeDocument/2006/relationships/tags" Target="../tags/tag306.xml"/><Relationship Id="rId13" Type="http://schemas.openxmlformats.org/officeDocument/2006/relationships/image" Target="../media/image67.png"/><Relationship Id="rId12" Type="http://schemas.openxmlformats.org/officeDocument/2006/relationships/tags" Target="../tags/tag305.xml"/><Relationship Id="rId11" Type="http://schemas.openxmlformats.org/officeDocument/2006/relationships/image" Target="../media/image66.png"/><Relationship Id="rId10" Type="http://schemas.openxmlformats.org/officeDocument/2006/relationships/tags" Target="../tags/tag304.xml"/><Relationship Id="rId1" Type="http://schemas.openxmlformats.org/officeDocument/2006/relationships/tags" Target="../tags/tag297.xml"/></Relationships>
</file>

<file path=ppt/slides/_rels/slide15.xml.rels><?xml version="1.0" encoding="UTF-8" standalone="yes"?>
<Relationships xmlns="http://schemas.openxmlformats.org/package/2006/relationships"><Relationship Id="rId9" Type="http://schemas.openxmlformats.org/officeDocument/2006/relationships/tags" Target="../tags/tag326.xml"/><Relationship Id="rId8" Type="http://schemas.openxmlformats.org/officeDocument/2006/relationships/image" Target="../media/image73.png"/><Relationship Id="rId7" Type="http://schemas.openxmlformats.org/officeDocument/2006/relationships/tags" Target="../tags/tag325.xml"/><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2" Type="http://schemas.openxmlformats.org/officeDocument/2006/relationships/slideLayout" Target="../slideLayouts/slideLayout4.xml"/><Relationship Id="rId31" Type="http://schemas.openxmlformats.org/officeDocument/2006/relationships/tags" Target="../tags/tag342.xml"/><Relationship Id="rId30" Type="http://schemas.openxmlformats.org/officeDocument/2006/relationships/tags" Target="../tags/tag341.xml"/><Relationship Id="rId3" Type="http://schemas.openxmlformats.org/officeDocument/2006/relationships/image" Target="../media/image72.png"/><Relationship Id="rId29" Type="http://schemas.openxmlformats.org/officeDocument/2006/relationships/tags" Target="../tags/tag340.xml"/><Relationship Id="rId28" Type="http://schemas.openxmlformats.org/officeDocument/2006/relationships/tags" Target="../tags/tag339.xml"/><Relationship Id="rId27" Type="http://schemas.openxmlformats.org/officeDocument/2006/relationships/tags" Target="../tags/tag338.xml"/><Relationship Id="rId26" Type="http://schemas.openxmlformats.org/officeDocument/2006/relationships/tags" Target="../tags/tag337.xml"/><Relationship Id="rId25" Type="http://schemas.openxmlformats.org/officeDocument/2006/relationships/tags" Target="../tags/tag336.xml"/><Relationship Id="rId24" Type="http://schemas.openxmlformats.org/officeDocument/2006/relationships/image" Target="../media/image78.png"/><Relationship Id="rId23" Type="http://schemas.openxmlformats.org/officeDocument/2006/relationships/tags" Target="../tags/tag335.xml"/><Relationship Id="rId22" Type="http://schemas.openxmlformats.org/officeDocument/2006/relationships/image" Target="../media/image77.png"/><Relationship Id="rId21" Type="http://schemas.openxmlformats.org/officeDocument/2006/relationships/tags" Target="../tags/tag334.xml"/><Relationship Id="rId20" Type="http://schemas.openxmlformats.org/officeDocument/2006/relationships/tags" Target="../tags/tag333.xml"/><Relationship Id="rId2" Type="http://schemas.openxmlformats.org/officeDocument/2006/relationships/tags" Target="../tags/tag321.xml"/><Relationship Id="rId19" Type="http://schemas.openxmlformats.org/officeDocument/2006/relationships/tags" Target="../tags/tag332.xml"/><Relationship Id="rId18" Type="http://schemas.openxmlformats.org/officeDocument/2006/relationships/image" Target="../media/image60.png"/><Relationship Id="rId17" Type="http://schemas.openxmlformats.org/officeDocument/2006/relationships/tags" Target="../tags/tag331.xml"/><Relationship Id="rId16" Type="http://schemas.openxmlformats.org/officeDocument/2006/relationships/tags" Target="../tags/tag330.xml"/><Relationship Id="rId15" Type="http://schemas.openxmlformats.org/officeDocument/2006/relationships/image" Target="../media/image76.png"/><Relationship Id="rId14" Type="http://schemas.openxmlformats.org/officeDocument/2006/relationships/tags" Target="../tags/tag329.xml"/><Relationship Id="rId13" Type="http://schemas.openxmlformats.org/officeDocument/2006/relationships/tags" Target="../tags/tag328.xml"/><Relationship Id="rId12" Type="http://schemas.openxmlformats.org/officeDocument/2006/relationships/image" Target="../media/image75.png"/><Relationship Id="rId11" Type="http://schemas.openxmlformats.org/officeDocument/2006/relationships/tags" Target="../tags/tag327.xml"/><Relationship Id="rId10" Type="http://schemas.openxmlformats.org/officeDocument/2006/relationships/image" Target="../media/image74.png"/><Relationship Id="rId1" Type="http://schemas.openxmlformats.org/officeDocument/2006/relationships/tags" Target="../tags/tag320.xml"/></Relationships>
</file>

<file path=ppt/slides/_rels/slide16.xml.rels><?xml version="1.0" encoding="UTF-8" standalone="yes"?>
<Relationships xmlns="http://schemas.openxmlformats.org/package/2006/relationships"><Relationship Id="rId9" Type="http://schemas.openxmlformats.org/officeDocument/2006/relationships/tags" Target="../tags/tag349.xml"/><Relationship Id="rId8" Type="http://schemas.openxmlformats.org/officeDocument/2006/relationships/image" Target="../media/image80.png"/><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2" Type="http://schemas.openxmlformats.org/officeDocument/2006/relationships/slideLayout" Target="../slideLayouts/slideLayout4.xml"/><Relationship Id="rId31" Type="http://schemas.openxmlformats.org/officeDocument/2006/relationships/tags" Target="../tags/tag365.xml"/><Relationship Id="rId30" Type="http://schemas.openxmlformats.org/officeDocument/2006/relationships/tags" Target="../tags/tag364.xml"/><Relationship Id="rId3" Type="http://schemas.openxmlformats.org/officeDocument/2006/relationships/image" Target="../media/image79.png"/><Relationship Id="rId29" Type="http://schemas.openxmlformats.org/officeDocument/2006/relationships/tags" Target="../tags/tag363.xml"/><Relationship Id="rId28" Type="http://schemas.openxmlformats.org/officeDocument/2006/relationships/tags" Target="../tags/tag362.xml"/><Relationship Id="rId27" Type="http://schemas.openxmlformats.org/officeDocument/2006/relationships/tags" Target="../tags/tag361.xml"/><Relationship Id="rId26" Type="http://schemas.openxmlformats.org/officeDocument/2006/relationships/tags" Target="../tags/tag360.xml"/><Relationship Id="rId25" Type="http://schemas.openxmlformats.org/officeDocument/2006/relationships/tags" Target="../tags/tag359.xml"/><Relationship Id="rId24" Type="http://schemas.openxmlformats.org/officeDocument/2006/relationships/image" Target="../media/image85.png"/><Relationship Id="rId23" Type="http://schemas.openxmlformats.org/officeDocument/2006/relationships/tags" Target="../tags/tag358.xml"/><Relationship Id="rId22" Type="http://schemas.openxmlformats.org/officeDocument/2006/relationships/image" Target="../media/image84.png"/><Relationship Id="rId21" Type="http://schemas.openxmlformats.org/officeDocument/2006/relationships/tags" Target="../tags/tag357.xml"/><Relationship Id="rId20" Type="http://schemas.openxmlformats.org/officeDocument/2006/relationships/tags" Target="../tags/tag356.xml"/><Relationship Id="rId2" Type="http://schemas.openxmlformats.org/officeDocument/2006/relationships/tags" Target="../tags/tag344.xml"/><Relationship Id="rId19" Type="http://schemas.openxmlformats.org/officeDocument/2006/relationships/tags" Target="../tags/tag355.xml"/><Relationship Id="rId18" Type="http://schemas.openxmlformats.org/officeDocument/2006/relationships/tags" Target="../tags/tag354.xml"/><Relationship Id="rId17" Type="http://schemas.openxmlformats.org/officeDocument/2006/relationships/image" Target="../media/image60.png"/><Relationship Id="rId16" Type="http://schemas.openxmlformats.org/officeDocument/2006/relationships/tags" Target="../tags/tag353.xml"/><Relationship Id="rId15" Type="http://schemas.openxmlformats.org/officeDocument/2006/relationships/image" Target="../media/image83.png"/><Relationship Id="rId14" Type="http://schemas.openxmlformats.org/officeDocument/2006/relationships/tags" Target="../tags/tag352.xml"/><Relationship Id="rId13" Type="http://schemas.openxmlformats.org/officeDocument/2006/relationships/tags" Target="../tags/tag351.xml"/><Relationship Id="rId12" Type="http://schemas.openxmlformats.org/officeDocument/2006/relationships/image" Target="../media/image82.png"/><Relationship Id="rId11" Type="http://schemas.openxmlformats.org/officeDocument/2006/relationships/tags" Target="../tags/tag350.xml"/><Relationship Id="rId10" Type="http://schemas.openxmlformats.org/officeDocument/2006/relationships/image" Target="../media/image81.png"/><Relationship Id="rId1" Type="http://schemas.openxmlformats.org/officeDocument/2006/relationships/tags" Target="../tags/tag343.xml"/></Relationships>
</file>

<file path=ppt/slides/_rels/slide17.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371.xml"/><Relationship Id="rId7" Type="http://schemas.openxmlformats.org/officeDocument/2006/relationships/tags" Target="../tags/tag370.xml"/><Relationship Id="rId6" Type="http://schemas.openxmlformats.org/officeDocument/2006/relationships/image" Target="../media/image5.png"/><Relationship Id="rId5" Type="http://schemas.openxmlformats.org/officeDocument/2006/relationships/tags" Target="../tags/tag369.xml"/><Relationship Id="rId4" Type="http://schemas.openxmlformats.org/officeDocument/2006/relationships/tags" Target="../tags/tag368.xml"/><Relationship Id="rId32" Type="http://schemas.openxmlformats.org/officeDocument/2006/relationships/notesSlide" Target="../notesSlides/notesSlide6.xml"/><Relationship Id="rId31" Type="http://schemas.openxmlformats.org/officeDocument/2006/relationships/slideLayout" Target="../slideLayouts/slideLayout5.xml"/><Relationship Id="rId30" Type="http://schemas.openxmlformats.org/officeDocument/2006/relationships/tags" Target="../tags/tag388.xml"/><Relationship Id="rId3" Type="http://schemas.openxmlformats.org/officeDocument/2006/relationships/image" Target="../media/image46.png"/><Relationship Id="rId29" Type="http://schemas.openxmlformats.org/officeDocument/2006/relationships/tags" Target="../tags/tag387.xml"/><Relationship Id="rId28" Type="http://schemas.openxmlformats.org/officeDocument/2006/relationships/tags" Target="../tags/tag386.xml"/><Relationship Id="rId27" Type="http://schemas.openxmlformats.org/officeDocument/2006/relationships/tags" Target="../tags/tag385.xml"/><Relationship Id="rId26" Type="http://schemas.openxmlformats.org/officeDocument/2006/relationships/tags" Target="../tags/tag384.xml"/><Relationship Id="rId25" Type="http://schemas.openxmlformats.org/officeDocument/2006/relationships/tags" Target="../tags/tag383.xml"/><Relationship Id="rId24" Type="http://schemas.openxmlformats.org/officeDocument/2006/relationships/tags" Target="../tags/tag382.xml"/><Relationship Id="rId23" Type="http://schemas.openxmlformats.org/officeDocument/2006/relationships/tags" Target="../tags/tag381.xml"/><Relationship Id="rId22" Type="http://schemas.openxmlformats.org/officeDocument/2006/relationships/tags" Target="../tags/tag380.xml"/><Relationship Id="rId21" Type="http://schemas.openxmlformats.org/officeDocument/2006/relationships/image" Target="../media/image9.png"/><Relationship Id="rId20" Type="http://schemas.openxmlformats.org/officeDocument/2006/relationships/tags" Target="../tags/tag379.xml"/><Relationship Id="rId2" Type="http://schemas.openxmlformats.org/officeDocument/2006/relationships/tags" Target="../tags/tag367.xml"/><Relationship Id="rId19" Type="http://schemas.openxmlformats.org/officeDocument/2006/relationships/tags" Target="../tags/tag378.xml"/><Relationship Id="rId18" Type="http://schemas.openxmlformats.org/officeDocument/2006/relationships/tags" Target="../tags/tag377.xml"/><Relationship Id="rId17" Type="http://schemas.openxmlformats.org/officeDocument/2006/relationships/image" Target="../media/image8.png"/><Relationship Id="rId16" Type="http://schemas.openxmlformats.org/officeDocument/2006/relationships/tags" Target="../tags/tag376.xml"/><Relationship Id="rId15" Type="http://schemas.openxmlformats.org/officeDocument/2006/relationships/tags" Target="../tags/tag375.xml"/><Relationship Id="rId14" Type="http://schemas.openxmlformats.org/officeDocument/2006/relationships/image" Target="../media/image10.png"/><Relationship Id="rId13" Type="http://schemas.openxmlformats.org/officeDocument/2006/relationships/tags" Target="../tags/tag374.xml"/><Relationship Id="rId12" Type="http://schemas.openxmlformats.org/officeDocument/2006/relationships/image" Target="../media/image7.png"/><Relationship Id="rId11" Type="http://schemas.openxmlformats.org/officeDocument/2006/relationships/tags" Target="../tags/tag373.xml"/><Relationship Id="rId10" Type="http://schemas.openxmlformats.org/officeDocument/2006/relationships/tags" Target="../tags/tag372.xml"/><Relationship Id="rId1" Type="http://schemas.openxmlformats.org/officeDocument/2006/relationships/tags" Target="../tags/tag366.xml"/></Relationships>
</file>

<file path=ppt/slides/_rels/slide18.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tags" Target="../tags/tag395.xml"/><Relationship Id="rId7" Type="http://schemas.openxmlformats.org/officeDocument/2006/relationships/image" Target="../media/image86.png"/><Relationship Id="rId6" Type="http://schemas.openxmlformats.org/officeDocument/2006/relationships/tags" Target="../tags/tag394.xml"/><Relationship Id="rId5" Type="http://schemas.openxmlformats.org/officeDocument/2006/relationships/tags" Target="../tags/tag393.xml"/><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tags" Target="../tags/tag390.xml"/><Relationship Id="rId19" Type="http://schemas.openxmlformats.org/officeDocument/2006/relationships/slideLayout" Target="../slideLayouts/slideLayout10.xml"/><Relationship Id="rId18" Type="http://schemas.openxmlformats.org/officeDocument/2006/relationships/tags" Target="../tags/tag402.xml"/><Relationship Id="rId17" Type="http://schemas.openxmlformats.org/officeDocument/2006/relationships/tags" Target="../tags/tag401.xml"/><Relationship Id="rId16" Type="http://schemas.openxmlformats.org/officeDocument/2006/relationships/tags" Target="../tags/tag400.xml"/><Relationship Id="rId15" Type="http://schemas.openxmlformats.org/officeDocument/2006/relationships/tags" Target="../tags/tag399.xml"/><Relationship Id="rId14" Type="http://schemas.openxmlformats.org/officeDocument/2006/relationships/tags" Target="../tags/tag398.xml"/><Relationship Id="rId13" Type="http://schemas.openxmlformats.org/officeDocument/2006/relationships/image" Target="../media/image89.png"/><Relationship Id="rId12" Type="http://schemas.openxmlformats.org/officeDocument/2006/relationships/tags" Target="../tags/tag397.xml"/><Relationship Id="rId11" Type="http://schemas.openxmlformats.org/officeDocument/2006/relationships/image" Target="../media/image88.png"/><Relationship Id="rId10" Type="http://schemas.openxmlformats.org/officeDocument/2006/relationships/tags" Target="../tags/tag396.xml"/><Relationship Id="rId1" Type="http://schemas.openxmlformats.org/officeDocument/2006/relationships/tags" Target="../tags/tag389.xml"/></Relationships>
</file>

<file path=ppt/slides/_rels/slide19.xml.rels><?xml version="1.0" encoding="UTF-8" standalone="yes"?>
<Relationships xmlns="http://schemas.openxmlformats.org/package/2006/relationships"><Relationship Id="rId9" Type="http://schemas.openxmlformats.org/officeDocument/2006/relationships/tags" Target="../tags/tag411.xml"/><Relationship Id="rId8" Type="http://schemas.openxmlformats.org/officeDocument/2006/relationships/tags" Target="../tags/tag410.xml"/><Relationship Id="rId7" Type="http://schemas.openxmlformats.org/officeDocument/2006/relationships/tags" Target="../tags/tag409.xml"/><Relationship Id="rId6" Type="http://schemas.openxmlformats.org/officeDocument/2006/relationships/tags" Target="../tags/tag408.xml"/><Relationship Id="rId5" Type="http://schemas.openxmlformats.org/officeDocument/2006/relationships/tags" Target="../tags/tag407.xml"/><Relationship Id="rId4" Type="http://schemas.openxmlformats.org/officeDocument/2006/relationships/tags" Target="../tags/tag406.xml"/><Relationship Id="rId3" Type="http://schemas.openxmlformats.org/officeDocument/2006/relationships/tags" Target="../tags/tag405.xml"/><Relationship Id="rId2" Type="http://schemas.openxmlformats.org/officeDocument/2006/relationships/tags" Target="../tags/tag404.xml"/><Relationship Id="rId16" Type="http://schemas.openxmlformats.org/officeDocument/2006/relationships/slideLayout" Target="../slideLayouts/slideLayout10.xml"/><Relationship Id="rId15" Type="http://schemas.openxmlformats.org/officeDocument/2006/relationships/tags" Target="../tags/tag415.xml"/><Relationship Id="rId14" Type="http://schemas.openxmlformats.org/officeDocument/2006/relationships/tags" Target="../tags/tag414.xml"/><Relationship Id="rId13" Type="http://schemas.openxmlformats.org/officeDocument/2006/relationships/image" Target="../media/image91.png"/><Relationship Id="rId12" Type="http://schemas.openxmlformats.org/officeDocument/2006/relationships/tags" Target="../tags/tag413.xml"/><Relationship Id="rId11" Type="http://schemas.openxmlformats.org/officeDocument/2006/relationships/image" Target="../media/image90.png"/><Relationship Id="rId10" Type="http://schemas.openxmlformats.org/officeDocument/2006/relationships/tags" Target="../tags/tag412.xml"/><Relationship Id="rId1" Type="http://schemas.openxmlformats.org/officeDocument/2006/relationships/tags" Target="../tags/tag403.xml"/></Relationships>
</file>

<file path=ppt/slides/_rels/slide20.xml.rels><?xml version="1.0" encoding="UTF-8" standalone="yes"?>
<Relationships xmlns="http://schemas.openxmlformats.org/package/2006/relationships"><Relationship Id="rId9" Type="http://schemas.openxmlformats.org/officeDocument/2006/relationships/tags" Target="../tags/tag423.xml"/><Relationship Id="rId8" Type="http://schemas.openxmlformats.org/officeDocument/2006/relationships/image" Target="../media/image90.png"/><Relationship Id="rId77" Type="http://schemas.openxmlformats.org/officeDocument/2006/relationships/slideLayout" Target="../slideLayouts/slideLayout9.xml"/><Relationship Id="rId76" Type="http://schemas.openxmlformats.org/officeDocument/2006/relationships/tags" Target="../tags/tag489.xml"/><Relationship Id="rId75" Type="http://schemas.openxmlformats.org/officeDocument/2006/relationships/tags" Target="../tags/tag488.xml"/><Relationship Id="rId74" Type="http://schemas.openxmlformats.org/officeDocument/2006/relationships/tags" Target="../tags/tag487.xml"/><Relationship Id="rId73" Type="http://schemas.openxmlformats.org/officeDocument/2006/relationships/tags" Target="../tags/tag486.xml"/><Relationship Id="rId72" Type="http://schemas.openxmlformats.org/officeDocument/2006/relationships/tags" Target="../tags/tag485.xml"/><Relationship Id="rId71" Type="http://schemas.openxmlformats.org/officeDocument/2006/relationships/tags" Target="../tags/tag484.xml"/><Relationship Id="rId70" Type="http://schemas.openxmlformats.org/officeDocument/2006/relationships/tags" Target="../tags/tag483.xml"/><Relationship Id="rId7" Type="http://schemas.openxmlformats.org/officeDocument/2006/relationships/tags" Target="../tags/tag422.xml"/><Relationship Id="rId69" Type="http://schemas.openxmlformats.org/officeDocument/2006/relationships/tags" Target="../tags/tag482.xml"/><Relationship Id="rId68" Type="http://schemas.openxmlformats.org/officeDocument/2006/relationships/tags" Target="../tags/tag481.xml"/><Relationship Id="rId67" Type="http://schemas.openxmlformats.org/officeDocument/2006/relationships/tags" Target="../tags/tag480.xml"/><Relationship Id="rId66" Type="http://schemas.openxmlformats.org/officeDocument/2006/relationships/tags" Target="../tags/tag479.xml"/><Relationship Id="rId65" Type="http://schemas.openxmlformats.org/officeDocument/2006/relationships/tags" Target="../tags/tag478.xml"/><Relationship Id="rId64" Type="http://schemas.openxmlformats.org/officeDocument/2006/relationships/tags" Target="../tags/tag477.xml"/><Relationship Id="rId63" Type="http://schemas.openxmlformats.org/officeDocument/2006/relationships/tags" Target="../tags/tag476.xml"/><Relationship Id="rId62" Type="http://schemas.openxmlformats.org/officeDocument/2006/relationships/tags" Target="../tags/tag475.xml"/><Relationship Id="rId61" Type="http://schemas.openxmlformats.org/officeDocument/2006/relationships/tags" Target="../tags/tag474.xml"/><Relationship Id="rId60" Type="http://schemas.openxmlformats.org/officeDocument/2006/relationships/tags" Target="../tags/tag473.xml"/><Relationship Id="rId6" Type="http://schemas.openxmlformats.org/officeDocument/2006/relationships/tags" Target="../tags/tag421.xml"/><Relationship Id="rId59" Type="http://schemas.openxmlformats.org/officeDocument/2006/relationships/tags" Target="../tags/tag472.xml"/><Relationship Id="rId58" Type="http://schemas.openxmlformats.org/officeDocument/2006/relationships/tags" Target="../tags/tag471.xml"/><Relationship Id="rId57" Type="http://schemas.openxmlformats.org/officeDocument/2006/relationships/tags" Target="../tags/tag470.xml"/><Relationship Id="rId56" Type="http://schemas.openxmlformats.org/officeDocument/2006/relationships/tags" Target="../tags/tag469.xml"/><Relationship Id="rId55" Type="http://schemas.openxmlformats.org/officeDocument/2006/relationships/tags" Target="../tags/tag468.xml"/><Relationship Id="rId54" Type="http://schemas.openxmlformats.org/officeDocument/2006/relationships/tags" Target="../tags/tag467.xml"/><Relationship Id="rId53" Type="http://schemas.openxmlformats.org/officeDocument/2006/relationships/tags" Target="../tags/tag466.xml"/><Relationship Id="rId52" Type="http://schemas.openxmlformats.org/officeDocument/2006/relationships/tags" Target="../tags/tag465.xml"/><Relationship Id="rId51" Type="http://schemas.openxmlformats.org/officeDocument/2006/relationships/tags" Target="../tags/tag464.xml"/><Relationship Id="rId50" Type="http://schemas.openxmlformats.org/officeDocument/2006/relationships/tags" Target="../tags/tag463.xml"/><Relationship Id="rId5" Type="http://schemas.openxmlformats.org/officeDocument/2006/relationships/tags" Target="../tags/tag420.xml"/><Relationship Id="rId49" Type="http://schemas.openxmlformats.org/officeDocument/2006/relationships/tags" Target="../tags/tag462.xml"/><Relationship Id="rId48" Type="http://schemas.openxmlformats.org/officeDocument/2006/relationships/tags" Target="../tags/tag461.xml"/><Relationship Id="rId47" Type="http://schemas.openxmlformats.org/officeDocument/2006/relationships/tags" Target="../tags/tag460.xml"/><Relationship Id="rId46" Type="http://schemas.openxmlformats.org/officeDocument/2006/relationships/tags" Target="../tags/tag459.xml"/><Relationship Id="rId45" Type="http://schemas.openxmlformats.org/officeDocument/2006/relationships/tags" Target="../tags/tag458.xml"/><Relationship Id="rId44" Type="http://schemas.openxmlformats.org/officeDocument/2006/relationships/tags" Target="../tags/tag457.xml"/><Relationship Id="rId43" Type="http://schemas.openxmlformats.org/officeDocument/2006/relationships/tags" Target="../tags/tag456.xml"/><Relationship Id="rId42" Type="http://schemas.openxmlformats.org/officeDocument/2006/relationships/tags" Target="../tags/tag455.xml"/><Relationship Id="rId41" Type="http://schemas.openxmlformats.org/officeDocument/2006/relationships/tags" Target="../tags/tag454.xml"/><Relationship Id="rId40" Type="http://schemas.openxmlformats.org/officeDocument/2006/relationships/tags" Target="../tags/tag453.xml"/><Relationship Id="rId4" Type="http://schemas.openxmlformats.org/officeDocument/2006/relationships/tags" Target="../tags/tag419.xml"/><Relationship Id="rId39" Type="http://schemas.openxmlformats.org/officeDocument/2006/relationships/tags" Target="../tags/tag452.xml"/><Relationship Id="rId38" Type="http://schemas.openxmlformats.org/officeDocument/2006/relationships/tags" Target="../tags/tag451.xml"/><Relationship Id="rId37" Type="http://schemas.openxmlformats.org/officeDocument/2006/relationships/tags" Target="../tags/tag450.xml"/><Relationship Id="rId36" Type="http://schemas.openxmlformats.org/officeDocument/2006/relationships/tags" Target="../tags/tag449.xml"/><Relationship Id="rId35" Type="http://schemas.openxmlformats.org/officeDocument/2006/relationships/tags" Target="../tags/tag448.xml"/><Relationship Id="rId34" Type="http://schemas.openxmlformats.org/officeDocument/2006/relationships/tags" Target="../tags/tag447.xml"/><Relationship Id="rId33" Type="http://schemas.openxmlformats.org/officeDocument/2006/relationships/tags" Target="../tags/tag446.xml"/><Relationship Id="rId32" Type="http://schemas.openxmlformats.org/officeDocument/2006/relationships/tags" Target="../tags/tag445.xml"/><Relationship Id="rId31" Type="http://schemas.openxmlformats.org/officeDocument/2006/relationships/tags" Target="../tags/tag444.xml"/><Relationship Id="rId30" Type="http://schemas.openxmlformats.org/officeDocument/2006/relationships/tags" Target="../tags/tag443.xml"/><Relationship Id="rId3" Type="http://schemas.openxmlformats.org/officeDocument/2006/relationships/tags" Target="../tags/tag418.xml"/><Relationship Id="rId29" Type="http://schemas.openxmlformats.org/officeDocument/2006/relationships/tags" Target="../tags/tag442.xml"/><Relationship Id="rId28" Type="http://schemas.openxmlformats.org/officeDocument/2006/relationships/tags" Target="../tags/tag441.xml"/><Relationship Id="rId27" Type="http://schemas.openxmlformats.org/officeDocument/2006/relationships/tags" Target="../tags/tag440.xml"/><Relationship Id="rId26" Type="http://schemas.openxmlformats.org/officeDocument/2006/relationships/tags" Target="../tags/tag439.xml"/><Relationship Id="rId25" Type="http://schemas.openxmlformats.org/officeDocument/2006/relationships/tags" Target="../tags/tag438.xml"/><Relationship Id="rId24" Type="http://schemas.openxmlformats.org/officeDocument/2006/relationships/tags" Target="../tags/tag437.xml"/><Relationship Id="rId23" Type="http://schemas.openxmlformats.org/officeDocument/2006/relationships/tags" Target="../tags/tag436.xml"/><Relationship Id="rId22" Type="http://schemas.openxmlformats.org/officeDocument/2006/relationships/tags" Target="../tags/tag435.xml"/><Relationship Id="rId21" Type="http://schemas.openxmlformats.org/officeDocument/2006/relationships/tags" Target="../tags/tag434.xml"/><Relationship Id="rId20" Type="http://schemas.openxmlformats.org/officeDocument/2006/relationships/tags" Target="../tags/tag433.xml"/><Relationship Id="rId2" Type="http://schemas.openxmlformats.org/officeDocument/2006/relationships/tags" Target="../tags/tag417.xml"/><Relationship Id="rId19" Type="http://schemas.openxmlformats.org/officeDocument/2006/relationships/tags" Target="../tags/tag432.xml"/><Relationship Id="rId18" Type="http://schemas.openxmlformats.org/officeDocument/2006/relationships/tags" Target="../tags/tag431.xml"/><Relationship Id="rId17" Type="http://schemas.openxmlformats.org/officeDocument/2006/relationships/tags" Target="../tags/tag430.xml"/><Relationship Id="rId16" Type="http://schemas.openxmlformats.org/officeDocument/2006/relationships/tags" Target="../tags/tag429.xml"/><Relationship Id="rId15" Type="http://schemas.openxmlformats.org/officeDocument/2006/relationships/tags" Target="../tags/tag428.xml"/><Relationship Id="rId14" Type="http://schemas.openxmlformats.org/officeDocument/2006/relationships/tags" Target="../tags/tag427.xml"/><Relationship Id="rId13" Type="http://schemas.openxmlformats.org/officeDocument/2006/relationships/tags" Target="../tags/tag426.xml"/><Relationship Id="rId12" Type="http://schemas.openxmlformats.org/officeDocument/2006/relationships/tags" Target="../tags/tag425.xml"/><Relationship Id="rId11" Type="http://schemas.openxmlformats.org/officeDocument/2006/relationships/tags" Target="../tags/tag424.xml"/><Relationship Id="rId10" Type="http://schemas.openxmlformats.org/officeDocument/2006/relationships/image" Target="../media/image91.png"/><Relationship Id="rId1" Type="http://schemas.openxmlformats.org/officeDocument/2006/relationships/tags" Target="../tags/tag416.xml"/></Relationships>
</file>

<file path=ppt/slides/_rels/slide21.xml.rels><?xml version="1.0" encoding="UTF-8" standalone="yes"?>
<Relationships xmlns="http://schemas.openxmlformats.org/package/2006/relationships"><Relationship Id="rId9" Type="http://schemas.openxmlformats.org/officeDocument/2006/relationships/tags" Target="../tags/tag498.xml"/><Relationship Id="rId8" Type="http://schemas.openxmlformats.org/officeDocument/2006/relationships/tags" Target="../tags/tag497.xml"/><Relationship Id="rId7" Type="http://schemas.openxmlformats.org/officeDocument/2006/relationships/tags" Target="../tags/tag496.xml"/><Relationship Id="rId6" Type="http://schemas.openxmlformats.org/officeDocument/2006/relationships/tags" Target="../tags/tag495.xml"/><Relationship Id="rId52" Type="http://schemas.openxmlformats.org/officeDocument/2006/relationships/notesSlide" Target="../notesSlides/notesSlide7.xml"/><Relationship Id="rId51" Type="http://schemas.openxmlformats.org/officeDocument/2006/relationships/slideLayout" Target="../slideLayouts/slideLayout9.xml"/><Relationship Id="rId50" Type="http://schemas.openxmlformats.org/officeDocument/2006/relationships/tags" Target="../tags/tag537.xml"/><Relationship Id="rId5" Type="http://schemas.openxmlformats.org/officeDocument/2006/relationships/tags" Target="../tags/tag494.xml"/><Relationship Id="rId49" Type="http://schemas.openxmlformats.org/officeDocument/2006/relationships/tags" Target="../tags/tag536.xml"/><Relationship Id="rId48" Type="http://schemas.openxmlformats.org/officeDocument/2006/relationships/tags" Target="../tags/tag535.xml"/><Relationship Id="rId47" Type="http://schemas.openxmlformats.org/officeDocument/2006/relationships/tags" Target="../tags/tag534.xml"/><Relationship Id="rId46" Type="http://schemas.openxmlformats.org/officeDocument/2006/relationships/tags" Target="../tags/tag533.xml"/><Relationship Id="rId45" Type="http://schemas.openxmlformats.org/officeDocument/2006/relationships/tags" Target="../tags/tag532.xml"/><Relationship Id="rId44" Type="http://schemas.openxmlformats.org/officeDocument/2006/relationships/tags" Target="../tags/tag531.xml"/><Relationship Id="rId43" Type="http://schemas.openxmlformats.org/officeDocument/2006/relationships/tags" Target="../tags/tag530.xml"/><Relationship Id="rId42" Type="http://schemas.openxmlformats.org/officeDocument/2006/relationships/tags" Target="../tags/tag529.xml"/><Relationship Id="rId41" Type="http://schemas.openxmlformats.org/officeDocument/2006/relationships/tags" Target="../tags/tag528.xml"/><Relationship Id="rId40" Type="http://schemas.openxmlformats.org/officeDocument/2006/relationships/tags" Target="../tags/tag527.xml"/><Relationship Id="rId4" Type="http://schemas.openxmlformats.org/officeDocument/2006/relationships/tags" Target="../tags/tag493.xml"/><Relationship Id="rId39" Type="http://schemas.openxmlformats.org/officeDocument/2006/relationships/tags" Target="../tags/tag526.xml"/><Relationship Id="rId38" Type="http://schemas.openxmlformats.org/officeDocument/2006/relationships/tags" Target="../tags/tag525.xml"/><Relationship Id="rId37" Type="http://schemas.openxmlformats.org/officeDocument/2006/relationships/tags" Target="../tags/tag524.xml"/><Relationship Id="rId36" Type="http://schemas.openxmlformats.org/officeDocument/2006/relationships/tags" Target="../tags/tag523.xml"/><Relationship Id="rId35" Type="http://schemas.openxmlformats.org/officeDocument/2006/relationships/tags" Target="../tags/tag522.xml"/><Relationship Id="rId34" Type="http://schemas.openxmlformats.org/officeDocument/2006/relationships/tags" Target="../tags/tag521.xml"/><Relationship Id="rId33" Type="http://schemas.openxmlformats.org/officeDocument/2006/relationships/tags" Target="../tags/tag520.xml"/><Relationship Id="rId32" Type="http://schemas.openxmlformats.org/officeDocument/2006/relationships/tags" Target="../tags/tag519.xml"/><Relationship Id="rId31" Type="http://schemas.openxmlformats.org/officeDocument/2006/relationships/tags" Target="../tags/tag518.xml"/><Relationship Id="rId30" Type="http://schemas.openxmlformats.org/officeDocument/2006/relationships/tags" Target="../tags/tag517.xml"/><Relationship Id="rId3" Type="http://schemas.openxmlformats.org/officeDocument/2006/relationships/tags" Target="../tags/tag492.xml"/><Relationship Id="rId29" Type="http://schemas.openxmlformats.org/officeDocument/2006/relationships/tags" Target="../tags/tag516.xml"/><Relationship Id="rId28" Type="http://schemas.openxmlformats.org/officeDocument/2006/relationships/tags" Target="../tags/tag515.xml"/><Relationship Id="rId27" Type="http://schemas.openxmlformats.org/officeDocument/2006/relationships/tags" Target="../tags/tag514.xml"/><Relationship Id="rId26" Type="http://schemas.openxmlformats.org/officeDocument/2006/relationships/tags" Target="../tags/tag513.xml"/><Relationship Id="rId25" Type="http://schemas.openxmlformats.org/officeDocument/2006/relationships/tags" Target="../tags/tag512.xml"/><Relationship Id="rId24" Type="http://schemas.openxmlformats.org/officeDocument/2006/relationships/tags" Target="../tags/tag511.xml"/><Relationship Id="rId23" Type="http://schemas.openxmlformats.org/officeDocument/2006/relationships/tags" Target="../tags/tag510.xml"/><Relationship Id="rId22" Type="http://schemas.openxmlformats.org/officeDocument/2006/relationships/tags" Target="../tags/tag509.xml"/><Relationship Id="rId21" Type="http://schemas.openxmlformats.org/officeDocument/2006/relationships/tags" Target="../tags/tag508.xml"/><Relationship Id="rId20" Type="http://schemas.openxmlformats.org/officeDocument/2006/relationships/image" Target="../media/image91.png"/><Relationship Id="rId2" Type="http://schemas.openxmlformats.org/officeDocument/2006/relationships/tags" Target="../tags/tag491.xml"/><Relationship Id="rId19" Type="http://schemas.openxmlformats.org/officeDocument/2006/relationships/tags" Target="../tags/tag507.xml"/><Relationship Id="rId18" Type="http://schemas.openxmlformats.org/officeDocument/2006/relationships/image" Target="../media/image90.png"/><Relationship Id="rId17" Type="http://schemas.openxmlformats.org/officeDocument/2006/relationships/tags" Target="../tags/tag506.xml"/><Relationship Id="rId16" Type="http://schemas.openxmlformats.org/officeDocument/2006/relationships/tags" Target="../tags/tag505.xml"/><Relationship Id="rId15" Type="http://schemas.openxmlformats.org/officeDocument/2006/relationships/tags" Target="../tags/tag504.xml"/><Relationship Id="rId14" Type="http://schemas.openxmlformats.org/officeDocument/2006/relationships/tags" Target="../tags/tag503.xml"/><Relationship Id="rId13" Type="http://schemas.openxmlformats.org/officeDocument/2006/relationships/tags" Target="../tags/tag502.xml"/><Relationship Id="rId12" Type="http://schemas.openxmlformats.org/officeDocument/2006/relationships/tags" Target="../tags/tag501.xml"/><Relationship Id="rId11" Type="http://schemas.openxmlformats.org/officeDocument/2006/relationships/tags" Target="../tags/tag500.xml"/><Relationship Id="rId10" Type="http://schemas.openxmlformats.org/officeDocument/2006/relationships/tags" Target="../tags/tag499.xml"/><Relationship Id="rId1" Type="http://schemas.openxmlformats.org/officeDocument/2006/relationships/tags" Target="../tags/tag490.xml"/></Relationships>
</file>

<file path=ppt/slides/_rels/slide22.xml.rels><?xml version="1.0" encoding="UTF-8" standalone="yes"?>
<Relationships xmlns="http://schemas.openxmlformats.org/package/2006/relationships"><Relationship Id="rId9" Type="http://schemas.openxmlformats.org/officeDocument/2006/relationships/image" Target="../media/image100.png"/><Relationship Id="rId8" Type="http://schemas.openxmlformats.org/officeDocument/2006/relationships/image" Target="../media/image99.png"/><Relationship Id="rId7" Type="http://schemas.openxmlformats.org/officeDocument/2006/relationships/image" Target="../media/image98.png"/><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 Id="rId3" Type="http://schemas.openxmlformats.org/officeDocument/2006/relationships/image" Target="../media/image94.png"/><Relationship Id="rId2" Type="http://schemas.openxmlformats.org/officeDocument/2006/relationships/image" Target="../media/image93.png"/><Relationship Id="rId18" Type="http://schemas.openxmlformats.org/officeDocument/2006/relationships/slideLayout" Target="../slideLayouts/slideLayout14.xml"/><Relationship Id="rId17" Type="http://schemas.openxmlformats.org/officeDocument/2006/relationships/tags" Target="../tags/tag538.xml"/><Relationship Id="rId16" Type="http://schemas.openxmlformats.org/officeDocument/2006/relationships/image" Target="../media/image105.png"/><Relationship Id="rId15" Type="http://schemas.openxmlformats.org/officeDocument/2006/relationships/image" Target="../media/image104.png"/><Relationship Id="rId14" Type="http://schemas.openxmlformats.org/officeDocument/2006/relationships/image" Target="../media/image103.png"/><Relationship Id="rId13" Type="http://schemas.openxmlformats.org/officeDocument/2006/relationships/image" Target="../media/image102.png"/><Relationship Id="rId12" Type="http://schemas.openxmlformats.org/officeDocument/2006/relationships/image" Target="../media/image91.png"/><Relationship Id="rId11" Type="http://schemas.openxmlformats.org/officeDocument/2006/relationships/image" Target="../media/image90.png"/><Relationship Id="rId10" Type="http://schemas.openxmlformats.org/officeDocument/2006/relationships/image" Target="../media/image101.png"/><Relationship Id="rId1" Type="http://schemas.openxmlformats.org/officeDocument/2006/relationships/image" Target="../media/image92.png"/></Relationships>
</file>

<file path=ppt/slides/_rels/slide23.xml.rels><?xml version="1.0" encoding="UTF-8" standalone="yes"?>
<Relationships xmlns="http://schemas.openxmlformats.org/package/2006/relationships"><Relationship Id="rId9" Type="http://schemas.openxmlformats.org/officeDocument/2006/relationships/tags" Target="../tags/tag547.xml"/><Relationship Id="rId8" Type="http://schemas.openxmlformats.org/officeDocument/2006/relationships/tags" Target="../tags/tag546.xml"/><Relationship Id="rId7" Type="http://schemas.openxmlformats.org/officeDocument/2006/relationships/tags" Target="../tags/tag545.xml"/><Relationship Id="rId6" Type="http://schemas.openxmlformats.org/officeDocument/2006/relationships/tags" Target="../tags/tag544.xml"/><Relationship Id="rId5" Type="http://schemas.openxmlformats.org/officeDocument/2006/relationships/tags" Target="../tags/tag543.xml"/><Relationship Id="rId4" Type="http://schemas.openxmlformats.org/officeDocument/2006/relationships/tags" Target="../tags/tag542.xml"/><Relationship Id="rId3" Type="http://schemas.openxmlformats.org/officeDocument/2006/relationships/tags" Target="../tags/tag541.xml"/><Relationship Id="rId2" Type="http://schemas.openxmlformats.org/officeDocument/2006/relationships/tags" Target="../tags/tag540.xml"/><Relationship Id="rId16" Type="http://schemas.openxmlformats.org/officeDocument/2006/relationships/slideLayout" Target="../slideLayouts/slideLayout10.xml"/><Relationship Id="rId15" Type="http://schemas.openxmlformats.org/officeDocument/2006/relationships/tags" Target="../tags/tag551.xml"/><Relationship Id="rId14" Type="http://schemas.openxmlformats.org/officeDocument/2006/relationships/tags" Target="../tags/tag550.xml"/><Relationship Id="rId13" Type="http://schemas.openxmlformats.org/officeDocument/2006/relationships/image" Target="../media/image91.png"/><Relationship Id="rId12" Type="http://schemas.openxmlformats.org/officeDocument/2006/relationships/tags" Target="../tags/tag549.xml"/><Relationship Id="rId11" Type="http://schemas.openxmlformats.org/officeDocument/2006/relationships/image" Target="../media/image90.png"/><Relationship Id="rId10" Type="http://schemas.openxmlformats.org/officeDocument/2006/relationships/tags" Target="../tags/tag548.xml"/><Relationship Id="rId1" Type="http://schemas.openxmlformats.org/officeDocument/2006/relationships/tags" Target="../tags/tag539.xml"/></Relationships>
</file>

<file path=ppt/slides/_rels/slide24.xml.rels><?xml version="1.0" encoding="UTF-8" standalone="yes"?>
<Relationships xmlns="http://schemas.openxmlformats.org/package/2006/relationships"><Relationship Id="rId9" Type="http://schemas.openxmlformats.org/officeDocument/2006/relationships/tags" Target="../tags/tag557.xml"/><Relationship Id="rId8" Type="http://schemas.openxmlformats.org/officeDocument/2006/relationships/tags" Target="../tags/tag556.xml"/><Relationship Id="rId7" Type="http://schemas.openxmlformats.org/officeDocument/2006/relationships/image" Target="../media/image108.png"/><Relationship Id="rId6" Type="http://schemas.openxmlformats.org/officeDocument/2006/relationships/tags" Target="../tags/tag555.xml"/><Relationship Id="rId5" Type="http://schemas.openxmlformats.org/officeDocument/2006/relationships/image" Target="../media/image107.png"/><Relationship Id="rId4" Type="http://schemas.openxmlformats.org/officeDocument/2006/relationships/tags" Target="../tags/tag554.xml"/><Relationship Id="rId3" Type="http://schemas.openxmlformats.org/officeDocument/2006/relationships/image" Target="../media/image106.png"/><Relationship Id="rId23" Type="http://schemas.openxmlformats.org/officeDocument/2006/relationships/slideLayout" Target="../slideLayouts/slideLayout10.xml"/><Relationship Id="rId22" Type="http://schemas.openxmlformats.org/officeDocument/2006/relationships/tags" Target="../tags/tag567.xml"/><Relationship Id="rId21" Type="http://schemas.openxmlformats.org/officeDocument/2006/relationships/tags" Target="../tags/tag566.xml"/><Relationship Id="rId20" Type="http://schemas.openxmlformats.org/officeDocument/2006/relationships/tags" Target="../tags/tag565.xml"/><Relationship Id="rId2" Type="http://schemas.openxmlformats.org/officeDocument/2006/relationships/tags" Target="../tags/tag553.xml"/><Relationship Id="rId19" Type="http://schemas.openxmlformats.org/officeDocument/2006/relationships/image" Target="../media/image90.png"/><Relationship Id="rId18" Type="http://schemas.openxmlformats.org/officeDocument/2006/relationships/tags" Target="../tags/tag564.xml"/><Relationship Id="rId17" Type="http://schemas.openxmlformats.org/officeDocument/2006/relationships/image" Target="../media/image91.png"/><Relationship Id="rId16" Type="http://schemas.openxmlformats.org/officeDocument/2006/relationships/tags" Target="../tags/tag563.xml"/><Relationship Id="rId15" Type="http://schemas.openxmlformats.org/officeDocument/2006/relationships/tags" Target="../tags/tag562.xml"/><Relationship Id="rId14" Type="http://schemas.openxmlformats.org/officeDocument/2006/relationships/tags" Target="../tags/tag561.xml"/><Relationship Id="rId13" Type="http://schemas.openxmlformats.org/officeDocument/2006/relationships/image" Target="../media/image109.png"/><Relationship Id="rId12" Type="http://schemas.openxmlformats.org/officeDocument/2006/relationships/tags" Target="../tags/tag560.xml"/><Relationship Id="rId11" Type="http://schemas.openxmlformats.org/officeDocument/2006/relationships/tags" Target="../tags/tag559.xml"/><Relationship Id="rId10" Type="http://schemas.openxmlformats.org/officeDocument/2006/relationships/tags" Target="../tags/tag558.xml"/><Relationship Id="rId1" Type="http://schemas.openxmlformats.org/officeDocument/2006/relationships/tags" Target="../tags/tag552.xml"/></Relationships>
</file>

<file path=ppt/slides/_rels/slide25.xml.rels><?xml version="1.0" encoding="UTF-8" standalone="yes"?>
<Relationships xmlns="http://schemas.openxmlformats.org/package/2006/relationships"><Relationship Id="rId9" Type="http://schemas.openxmlformats.org/officeDocument/2006/relationships/tags" Target="../tags/tag574.xml"/><Relationship Id="rId8" Type="http://schemas.openxmlformats.org/officeDocument/2006/relationships/tags" Target="../tags/tag573.xml"/><Relationship Id="rId7" Type="http://schemas.openxmlformats.org/officeDocument/2006/relationships/image" Target="../media/image91.png"/><Relationship Id="rId6" Type="http://schemas.openxmlformats.org/officeDocument/2006/relationships/tags" Target="../tags/tag572.xml"/><Relationship Id="rId5" Type="http://schemas.openxmlformats.org/officeDocument/2006/relationships/image" Target="../media/image90.png"/><Relationship Id="rId4" Type="http://schemas.openxmlformats.org/officeDocument/2006/relationships/tags" Target="../tags/tag571.xml"/><Relationship Id="rId3" Type="http://schemas.openxmlformats.org/officeDocument/2006/relationships/tags" Target="../tags/tag570.xml"/><Relationship Id="rId2" Type="http://schemas.openxmlformats.org/officeDocument/2006/relationships/tags" Target="../tags/tag569.xml"/><Relationship Id="rId15" Type="http://schemas.openxmlformats.org/officeDocument/2006/relationships/slideLayout" Target="../slideLayouts/slideLayout10.xml"/><Relationship Id="rId14" Type="http://schemas.openxmlformats.org/officeDocument/2006/relationships/tags" Target="../tags/tag579.xml"/><Relationship Id="rId13" Type="http://schemas.openxmlformats.org/officeDocument/2006/relationships/tags" Target="../tags/tag578.xml"/><Relationship Id="rId12" Type="http://schemas.openxmlformats.org/officeDocument/2006/relationships/tags" Target="../tags/tag577.xml"/><Relationship Id="rId11" Type="http://schemas.openxmlformats.org/officeDocument/2006/relationships/tags" Target="../tags/tag576.xml"/><Relationship Id="rId10" Type="http://schemas.openxmlformats.org/officeDocument/2006/relationships/tags" Target="../tags/tag575.xml"/><Relationship Id="rId1" Type="http://schemas.openxmlformats.org/officeDocument/2006/relationships/tags" Target="../tags/tag568.xml"/></Relationships>
</file>

<file path=ppt/slides/_rels/slide26.xml.rels><?xml version="1.0" encoding="UTF-8" standalone="yes"?>
<Relationships xmlns="http://schemas.openxmlformats.org/package/2006/relationships"><Relationship Id="rId9" Type="http://schemas.openxmlformats.org/officeDocument/2006/relationships/image" Target="../media/image112.png"/><Relationship Id="rId8" Type="http://schemas.openxmlformats.org/officeDocument/2006/relationships/tags" Target="../tags/tag585.xml"/><Relationship Id="rId7" Type="http://schemas.openxmlformats.org/officeDocument/2006/relationships/image" Target="../media/image111.png"/><Relationship Id="rId6" Type="http://schemas.openxmlformats.org/officeDocument/2006/relationships/tags" Target="../tags/tag584.xml"/><Relationship Id="rId51" Type="http://schemas.openxmlformats.org/officeDocument/2006/relationships/slideLayout" Target="../slideLayouts/slideLayout4.xml"/><Relationship Id="rId50" Type="http://schemas.openxmlformats.org/officeDocument/2006/relationships/tags" Target="../tags/tag615.xml"/><Relationship Id="rId5" Type="http://schemas.openxmlformats.org/officeDocument/2006/relationships/tags" Target="../tags/tag583.xml"/><Relationship Id="rId49" Type="http://schemas.openxmlformats.org/officeDocument/2006/relationships/tags" Target="../tags/tag614.xml"/><Relationship Id="rId48" Type="http://schemas.openxmlformats.org/officeDocument/2006/relationships/tags" Target="../tags/tag613.xml"/><Relationship Id="rId47" Type="http://schemas.openxmlformats.org/officeDocument/2006/relationships/tags" Target="../tags/tag612.xml"/><Relationship Id="rId46" Type="http://schemas.openxmlformats.org/officeDocument/2006/relationships/tags" Target="../tags/tag611.xml"/><Relationship Id="rId45" Type="http://schemas.openxmlformats.org/officeDocument/2006/relationships/tags" Target="../tags/tag610.xml"/><Relationship Id="rId44" Type="http://schemas.openxmlformats.org/officeDocument/2006/relationships/tags" Target="../tags/tag609.xml"/><Relationship Id="rId43" Type="http://schemas.openxmlformats.org/officeDocument/2006/relationships/image" Target="../media/image121.png"/><Relationship Id="rId42" Type="http://schemas.openxmlformats.org/officeDocument/2006/relationships/tags" Target="../tags/tag608.xml"/><Relationship Id="rId41" Type="http://schemas.openxmlformats.org/officeDocument/2006/relationships/tags" Target="../tags/tag607.xml"/><Relationship Id="rId40" Type="http://schemas.openxmlformats.org/officeDocument/2006/relationships/tags" Target="../tags/tag606.xml"/><Relationship Id="rId4" Type="http://schemas.openxmlformats.org/officeDocument/2006/relationships/tags" Target="../tags/tag582.xml"/><Relationship Id="rId39" Type="http://schemas.openxmlformats.org/officeDocument/2006/relationships/image" Target="../media/image91.png"/><Relationship Id="rId38" Type="http://schemas.openxmlformats.org/officeDocument/2006/relationships/tags" Target="../tags/tag605.xml"/><Relationship Id="rId37" Type="http://schemas.openxmlformats.org/officeDocument/2006/relationships/image" Target="../media/image90.png"/><Relationship Id="rId36" Type="http://schemas.openxmlformats.org/officeDocument/2006/relationships/tags" Target="../tags/tag604.xml"/><Relationship Id="rId35" Type="http://schemas.openxmlformats.org/officeDocument/2006/relationships/tags" Target="../tags/tag603.xml"/><Relationship Id="rId34" Type="http://schemas.openxmlformats.org/officeDocument/2006/relationships/image" Target="../media/image120.png"/><Relationship Id="rId33" Type="http://schemas.openxmlformats.org/officeDocument/2006/relationships/tags" Target="../tags/tag602.xml"/><Relationship Id="rId32" Type="http://schemas.openxmlformats.org/officeDocument/2006/relationships/tags" Target="../tags/tag601.xml"/><Relationship Id="rId31" Type="http://schemas.openxmlformats.org/officeDocument/2006/relationships/image" Target="../media/image119.png"/><Relationship Id="rId30" Type="http://schemas.openxmlformats.org/officeDocument/2006/relationships/tags" Target="../tags/tag600.xml"/><Relationship Id="rId3" Type="http://schemas.openxmlformats.org/officeDocument/2006/relationships/tags" Target="../tags/tag581.xml"/><Relationship Id="rId29" Type="http://schemas.openxmlformats.org/officeDocument/2006/relationships/tags" Target="../tags/tag599.xml"/><Relationship Id="rId28" Type="http://schemas.openxmlformats.org/officeDocument/2006/relationships/tags" Target="../tags/tag598.xml"/><Relationship Id="rId27" Type="http://schemas.openxmlformats.org/officeDocument/2006/relationships/image" Target="../media/image118.png"/><Relationship Id="rId26" Type="http://schemas.openxmlformats.org/officeDocument/2006/relationships/tags" Target="../tags/tag597.xml"/><Relationship Id="rId25" Type="http://schemas.openxmlformats.org/officeDocument/2006/relationships/tags" Target="../tags/tag596.xml"/><Relationship Id="rId24" Type="http://schemas.openxmlformats.org/officeDocument/2006/relationships/image" Target="../media/image117.png"/><Relationship Id="rId23" Type="http://schemas.openxmlformats.org/officeDocument/2006/relationships/tags" Target="../tags/tag595.xml"/><Relationship Id="rId22" Type="http://schemas.openxmlformats.org/officeDocument/2006/relationships/tags" Target="../tags/tag594.xml"/><Relationship Id="rId21" Type="http://schemas.openxmlformats.org/officeDocument/2006/relationships/image" Target="../media/image116.png"/><Relationship Id="rId20" Type="http://schemas.openxmlformats.org/officeDocument/2006/relationships/tags" Target="../tags/tag593.xml"/><Relationship Id="rId2" Type="http://schemas.openxmlformats.org/officeDocument/2006/relationships/image" Target="../media/image110.png"/><Relationship Id="rId19" Type="http://schemas.openxmlformats.org/officeDocument/2006/relationships/tags" Target="../tags/tag592.xml"/><Relationship Id="rId18" Type="http://schemas.openxmlformats.org/officeDocument/2006/relationships/image" Target="../media/image115.png"/><Relationship Id="rId17" Type="http://schemas.openxmlformats.org/officeDocument/2006/relationships/tags" Target="../tags/tag591.xml"/><Relationship Id="rId16" Type="http://schemas.openxmlformats.org/officeDocument/2006/relationships/tags" Target="../tags/tag590.xml"/><Relationship Id="rId15" Type="http://schemas.openxmlformats.org/officeDocument/2006/relationships/image" Target="../media/image114.png"/><Relationship Id="rId14" Type="http://schemas.openxmlformats.org/officeDocument/2006/relationships/tags" Target="../tags/tag589.xml"/><Relationship Id="rId13" Type="http://schemas.openxmlformats.org/officeDocument/2006/relationships/tags" Target="../tags/tag588.xml"/><Relationship Id="rId12" Type="http://schemas.openxmlformats.org/officeDocument/2006/relationships/image" Target="../media/image113.png"/><Relationship Id="rId11" Type="http://schemas.openxmlformats.org/officeDocument/2006/relationships/tags" Target="../tags/tag587.xml"/><Relationship Id="rId10" Type="http://schemas.openxmlformats.org/officeDocument/2006/relationships/tags" Target="../tags/tag586.xml"/><Relationship Id="rId1" Type="http://schemas.openxmlformats.org/officeDocument/2006/relationships/tags" Target="../tags/tag580.xml"/></Relationships>
</file>

<file path=ppt/slides/_rels/slide27.xml.rels><?xml version="1.0" encoding="UTF-8" standalone="yes"?>
<Relationships xmlns="http://schemas.openxmlformats.org/package/2006/relationships"><Relationship Id="rId9" Type="http://schemas.openxmlformats.org/officeDocument/2006/relationships/tags" Target="../tags/tag622.xml"/><Relationship Id="rId82" Type="http://schemas.openxmlformats.org/officeDocument/2006/relationships/slideLayout" Target="../slideLayouts/slideLayout4.xml"/><Relationship Id="rId81" Type="http://schemas.openxmlformats.org/officeDocument/2006/relationships/tags" Target="../tags/tag691.xml"/><Relationship Id="rId80" Type="http://schemas.openxmlformats.org/officeDocument/2006/relationships/tags" Target="../tags/tag690.xml"/><Relationship Id="rId8" Type="http://schemas.openxmlformats.org/officeDocument/2006/relationships/tags" Target="../tags/tag621.xml"/><Relationship Id="rId79" Type="http://schemas.openxmlformats.org/officeDocument/2006/relationships/tags" Target="../tags/tag689.xml"/><Relationship Id="rId78" Type="http://schemas.openxmlformats.org/officeDocument/2006/relationships/tags" Target="../tags/tag688.xml"/><Relationship Id="rId77" Type="http://schemas.openxmlformats.org/officeDocument/2006/relationships/tags" Target="../tags/tag687.xml"/><Relationship Id="rId76" Type="http://schemas.openxmlformats.org/officeDocument/2006/relationships/tags" Target="../tags/tag686.xml"/><Relationship Id="rId75" Type="http://schemas.openxmlformats.org/officeDocument/2006/relationships/tags" Target="../tags/tag685.xml"/><Relationship Id="rId74" Type="http://schemas.openxmlformats.org/officeDocument/2006/relationships/tags" Target="../tags/tag684.xml"/><Relationship Id="rId73" Type="http://schemas.openxmlformats.org/officeDocument/2006/relationships/tags" Target="../tags/tag683.xml"/><Relationship Id="rId72" Type="http://schemas.openxmlformats.org/officeDocument/2006/relationships/tags" Target="../tags/tag682.xml"/><Relationship Id="rId71" Type="http://schemas.openxmlformats.org/officeDocument/2006/relationships/tags" Target="../tags/tag681.xml"/><Relationship Id="rId70" Type="http://schemas.openxmlformats.org/officeDocument/2006/relationships/tags" Target="../tags/tag680.xml"/><Relationship Id="rId7" Type="http://schemas.openxmlformats.org/officeDocument/2006/relationships/tags" Target="../tags/tag620.xml"/><Relationship Id="rId69" Type="http://schemas.openxmlformats.org/officeDocument/2006/relationships/tags" Target="../tags/tag679.xml"/><Relationship Id="rId68" Type="http://schemas.openxmlformats.org/officeDocument/2006/relationships/tags" Target="../tags/tag678.xml"/><Relationship Id="rId67" Type="http://schemas.openxmlformats.org/officeDocument/2006/relationships/tags" Target="../tags/tag677.xml"/><Relationship Id="rId66" Type="http://schemas.openxmlformats.org/officeDocument/2006/relationships/tags" Target="../tags/tag676.xml"/><Relationship Id="rId65" Type="http://schemas.openxmlformats.org/officeDocument/2006/relationships/tags" Target="../tags/tag675.xml"/><Relationship Id="rId64" Type="http://schemas.openxmlformats.org/officeDocument/2006/relationships/tags" Target="../tags/tag674.xml"/><Relationship Id="rId63" Type="http://schemas.openxmlformats.org/officeDocument/2006/relationships/tags" Target="../tags/tag673.xml"/><Relationship Id="rId62" Type="http://schemas.openxmlformats.org/officeDocument/2006/relationships/tags" Target="../tags/tag672.xml"/><Relationship Id="rId61" Type="http://schemas.openxmlformats.org/officeDocument/2006/relationships/tags" Target="../tags/tag671.xml"/><Relationship Id="rId60" Type="http://schemas.openxmlformats.org/officeDocument/2006/relationships/tags" Target="../tags/tag670.xml"/><Relationship Id="rId6" Type="http://schemas.openxmlformats.org/officeDocument/2006/relationships/tags" Target="../tags/tag619.xml"/><Relationship Id="rId59" Type="http://schemas.openxmlformats.org/officeDocument/2006/relationships/tags" Target="../tags/tag669.xml"/><Relationship Id="rId58" Type="http://schemas.openxmlformats.org/officeDocument/2006/relationships/tags" Target="../tags/tag668.xml"/><Relationship Id="rId57" Type="http://schemas.openxmlformats.org/officeDocument/2006/relationships/tags" Target="../tags/tag667.xml"/><Relationship Id="rId56" Type="http://schemas.openxmlformats.org/officeDocument/2006/relationships/tags" Target="../tags/tag666.xml"/><Relationship Id="rId55" Type="http://schemas.openxmlformats.org/officeDocument/2006/relationships/tags" Target="../tags/tag665.xml"/><Relationship Id="rId54" Type="http://schemas.openxmlformats.org/officeDocument/2006/relationships/tags" Target="../tags/tag664.xml"/><Relationship Id="rId53" Type="http://schemas.openxmlformats.org/officeDocument/2006/relationships/tags" Target="../tags/tag663.xml"/><Relationship Id="rId52" Type="http://schemas.openxmlformats.org/officeDocument/2006/relationships/tags" Target="../tags/tag662.xml"/><Relationship Id="rId51" Type="http://schemas.openxmlformats.org/officeDocument/2006/relationships/tags" Target="../tags/tag661.xml"/><Relationship Id="rId50" Type="http://schemas.openxmlformats.org/officeDocument/2006/relationships/tags" Target="../tags/tag660.xml"/><Relationship Id="rId5" Type="http://schemas.openxmlformats.org/officeDocument/2006/relationships/image" Target="../media/image122.png"/><Relationship Id="rId49" Type="http://schemas.openxmlformats.org/officeDocument/2006/relationships/tags" Target="../tags/tag659.xml"/><Relationship Id="rId48" Type="http://schemas.openxmlformats.org/officeDocument/2006/relationships/tags" Target="../tags/tag658.xml"/><Relationship Id="rId47" Type="http://schemas.openxmlformats.org/officeDocument/2006/relationships/tags" Target="../tags/tag657.xml"/><Relationship Id="rId46" Type="http://schemas.openxmlformats.org/officeDocument/2006/relationships/tags" Target="../tags/tag656.xml"/><Relationship Id="rId45" Type="http://schemas.openxmlformats.org/officeDocument/2006/relationships/tags" Target="../tags/tag655.xml"/><Relationship Id="rId44" Type="http://schemas.openxmlformats.org/officeDocument/2006/relationships/tags" Target="../tags/tag654.xml"/><Relationship Id="rId43" Type="http://schemas.openxmlformats.org/officeDocument/2006/relationships/tags" Target="../tags/tag653.xml"/><Relationship Id="rId42" Type="http://schemas.openxmlformats.org/officeDocument/2006/relationships/tags" Target="../tags/tag652.xml"/><Relationship Id="rId41" Type="http://schemas.openxmlformats.org/officeDocument/2006/relationships/tags" Target="../tags/tag651.xml"/><Relationship Id="rId40" Type="http://schemas.openxmlformats.org/officeDocument/2006/relationships/tags" Target="../tags/tag650.xml"/><Relationship Id="rId4" Type="http://schemas.openxmlformats.org/officeDocument/2006/relationships/tags" Target="../tags/tag618.xml"/><Relationship Id="rId39" Type="http://schemas.openxmlformats.org/officeDocument/2006/relationships/tags" Target="../tags/tag649.xml"/><Relationship Id="rId38" Type="http://schemas.openxmlformats.org/officeDocument/2006/relationships/tags" Target="../tags/tag648.xml"/><Relationship Id="rId37" Type="http://schemas.openxmlformats.org/officeDocument/2006/relationships/tags" Target="../tags/tag647.xml"/><Relationship Id="rId36" Type="http://schemas.openxmlformats.org/officeDocument/2006/relationships/tags" Target="../tags/tag646.xml"/><Relationship Id="rId35" Type="http://schemas.openxmlformats.org/officeDocument/2006/relationships/tags" Target="../tags/tag645.xml"/><Relationship Id="rId34" Type="http://schemas.openxmlformats.org/officeDocument/2006/relationships/tags" Target="../tags/tag644.xml"/><Relationship Id="rId33" Type="http://schemas.openxmlformats.org/officeDocument/2006/relationships/tags" Target="../tags/tag643.xml"/><Relationship Id="rId32" Type="http://schemas.openxmlformats.org/officeDocument/2006/relationships/tags" Target="../tags/tag642.xml"/><Relationship Id="rId31" Type="http://schemas.openxmlformats.org/officeDocument/2006/relationships/tags" Target="../tags/tag641.xml"/><Relationship Id="rId30" Type="http://schemas.openxmlformats.org/officeDocument/2006/relationships/tags" Target="../tags/tag640.xml"/><Relationship Id="rId3" Type="http://schemas.openxmlformats.org/officeDocument/2006/relationships/image" Target="../media/image107.png"/><Relationship Id="rId29" Type="http://schemas.openxmlformats.org/officeDocument/2006/relationships/tags" Target="../tags/tag639.xml"/><Relationship Id="rId28" Type="http://schemas.openxmlformats.org/officeDocument/2006/relationships/tags" Target="../tags/tag638.xml"/><Relationship Id="rId27" Type="http://schemas.openxmlformats.org/officeDocument/2006/relationships/tags" Target="../tags/tag637.xml"/><Relationship Id="rId26" Type="http://schemas.openxmlformats.org/officeDocument/2006/relationships/tags" Target="../tags/tag636.xml"/><Relationship Id="rId25" Type="http://schemas.openxmlformats.org/officeDocument/2006/relationships/tags" Target="../tags/tag635.xml"/><Relationship Id="rId24" Type="http://schemas.openxmlformats.org/officeDocument/2006/relationships/tags" Target="../tags/tag634.xml"/><Relationship Id="rId23" Type="http://schemas.openxmlformats.org/officeDocument/2006/relationships/tags" Target="../tags/tag633.xml"/><Relationship Id="rId22" Type="http://schemas.openxmlformats.org/officeDocument/2006/relationships/tags" Target="../tags/tag632.xml"/><Relationship Id="rId21" Type="http://schemas.openxmlformats.org/officeDocument/2006/relationships/image" Target="../media/image123.png"/><Relationship Id="rId20" Type="http://schemas.openxmlformats.org/officeDocument/2006/relationships/tags" Target="../tags/tag631.xml"/><Relationship Id="rId2" Type="http://schemas.openxmlformats.org/officeDocument/2006/relationships/tags" Target="../tags/tag617.xml"/><Relationship Id="rId19" Type="http://schemas.openxmlformats.org/officeDocument/2006/relationships/tags" Target="../tags/tag630.xml"/><Relationship Id="rId18" Type="http://schemas.openxmlformats.org/officeDocument/2006/relationships/tags" Target="../tags/tag629.xml"/><Relationship Id="rId17" Type="http://schemas.openxmlformats.org/officeDocument/2006/relationships/tags" Target="../tags/tag628.xml"/><Relationship Id="rId16" Type="http://schemas.openxmlformats.org/officeDocument/2006/relationships/tags" Target="../tags/tag627.xml"/><Relationship Id="rId15" Type="http://schemas.openxmlformats.org/officeDocument/2006/relationships/tags" Target="../tags/tag626.xml"/><Relationship Id="rId14" Type="http://schemas.openxmlformats.org/officeDocument/2006/relationships/tags" Target="../tags/tag625.xml"/><Relationship Id="rId13" Type="http://schemas.openxmlformats.org/officeDocument/2006/relationships/image" Target="../media/image91.png"/><Relationship Id="rId12" Type="http://schemas.openxmlformats.org/officeDocument/2006/relationships/tags" Target="../tags/tag624.xml"/><Relationship Id="rId11" Type="http://schemas.openxmlformats.org/officeDocument/2006/relationships/image" Target="../media/image90.png"/><Relationship Id="rId10" Type="http://schemas.openxmlformats.org/officeDocument/2006/relationships/tags" Target="../tags/tag623.xml"/><Relationship Id="rId1" Type="http://schemas.openxmlformats.org/officeDocument/2006/relationships/tags" Target="../tags/tag616.xml"/></Relationships>
</file>

<file path=ppt/slides/_rels/slide28.xml.rels><?xml version="1.0" encoding="UTF-8" standalone="yes"?>
<Relationships xmlns="http://schemas.openxmlformats.org/package/2006/relationships"><Relationship Id="rId9" Type="http://schemas.openxmlformats.org/officeDocument/2006/relationships/tags" Target="../tags/tag700.xml"/><Relationship Id="rId8" Type="http://schemas.openxmlformats.org/officeDocument/2006/relationships/tags" Target="../tags/tag699.xml"/><Relationship Id="rId7" Type="http://schemas.openxmlformats.org/officeDocument/2006/relationships/tags" Target="../tags/tag698.xml"/><Relationship Id="rId6" Type="http://schemas.openxmlformats.org/officeDocument/2006/relationships/tags" Target="../tags/tag697.xml"/><Relationship Id="rId57" Type="http://schemas.openxmlformats.org/officeDocument/2006/relationships/slideLayout" Target="../slideLayouts/slideLayout10.xml"/><Relationship Id="rId56" Type="http://schemas.openxmlformats.org/officeDocument/2006/relationships/tags" Target="../tags/tag745.xml"/><Relationship Id="rId55" Type="http://schemas.openxmlformats.org/officeDocument/2006/relationships/tags" Target="../tags/tag744.xml"/><Relationship Id="rId54" Type="http://schemas.openxmlformats.org/officeDocument/2006/relationships/tags" Target="../tags/tag743.xml"/><Relationship Id="rId53" Type="http://schemas.openxmlformats.org/officeDocument/2006/relationships/tags" Target="../tags/tag742.xml"/><Relationship Id="rId52" Type="http://schemas.openxmlformats.org/officeDocument/2006/relationships/tags" Target="../tags/tag741.xml"/><Relationship Id="rId51" Type="http://schemas.openxmlformats.org/officeDocument/2006/relationships/tags" Target="../tags/tag740.xml"/><Relationship Id="rId50" Type="http://schemas.openxmlformats.org/officeDocument/2006/relationships/tags" Target="../tags/tag739.xml"/><Relationship Id="rId5" Type="http://schemas.openxmlformats.org/officeDocument/2006/relationships/tags" Target="../tags/tag696.xml"/><Relationship Id="rId49" Type="http://schemas.openxmlformats.org/officeDocument/2006/relationships/tags" Target="../tags/tag738.xml"/><Relationship Id="rId48" Type="http://schemas.openxmlformats.org/officeDocument/2006/relationships/tags" Target="../tags/tag737.xml"/><Relationship Id="rId47" Type="http://schemas.openxmlformats.org/officeDocument/2006/relationships/tags" Target="../tags/tag736.xml"/><Relationship Id="rId46" Type="http://schemas.openxmlformats.org/officeDocument/2006/relationships/tags" Target="../tags/tag735.xml"/><Relationship Id="rId45" Type="http://schemas.openxmlformats.org/officeDocument/2006/relationships/tags" Target="../tags/tag734.xml"/><Relationship Id="rId44" Type="http://schemas.openxmlformats.org/officeDocument/2006/relationships/tags" Target="../tags/tag733.xml"/><Relationship Id="rId43" Type="http://schemas.openxmlformats.org/officeDocument/2006/relationships/tags" Target="../tags/tag732.xml"/><Relationship Id="rId42" Type="http://schemas.openxmlformats.org/officeDocument/2006/relationships/tags" Target="../tags/tag731.xml"/><Relationship Id="rId41" Type="http://schemas.openxmlformats.org/officeDocument/2006/relationships/tags" Target="../tags/tag730.xml"/><Relationship Id="rId40" Type="http://schemas.openxmlformats.org/officeDocument/2006/relationships/tags" Target="../tags/tag729.xml"/><Relationship Id="rId4" Type="http://schemas.openxmlformats.org/officeDocument/2006/relationships/tags" Target="../tags/tag695.xml"/><Relationship Id="rId39" Type="http://schemas.openxmlformats.org/officeDocument/2006/relationships/tags" Target="../tags/tag728.xml"/><Relationship Id="rId38" Type="http://schemas.openxmlformats.org/officeDocument/2006/relationships/tags" Target="../tags/tag727.xml"/><Relationship Id="rId37" Type="http://schemas.openxmlformats.org/officeDocument/2006/relationships/tags" Target="../tags/tag726.xml"/><Relationship Id="rId36" Type="http://schemas.openxmlformats.org/officeDocument/2006/relationships/tags" Target="../tags/tag725.xml"/><Relationship Id="rId35" Type="http://schemas.openxmlformats.org/officeDocument/2006/relationships/tags" Target="../tags/tag724.xml"/><Relationship Id="rId34" Type="http://schemas.openxmlformats.org/officeDocument/2006/relationships/tags" Target="../tags/tag723.xml"/><Relationship Id="rId33" Type="http://schemas.openxmlformats.org/officeDocument/2006/relationships/tags" Target="../tags/tag722.xml"/><Relationship Id="rId32" Type="http://schemas.openxmlformats.org/officeDocument/2006/relationships/tags" Target="../tags/tag721.xml"/><Relationship Id="rId31" Type="http://schemas.openxmlformats.org/officeDocument/2006/relationships/tags" Target="../tags/tag720.xml"/><Relationship Id="rId30" Type="http://schemas.openxmlformats.org/officeDocument/2006/relationships/tags" Target="../tags/tag719.xml"/><Relationship Id="rId3" Type="http://schemas.openxmlformats.org/officeDocument/2006/relationships/tags" Target="../tags/tag694.xml"/><Relationship Id="rId29" Type="http://schemas.openxmlformats.org/officeDocument/2006/relationships/tags" Target="../tags/tag718.xml"/><Relationship Id="rId28" Type="http://schemas.openxmlformats.org/officeDocument/2006/relationships/tags" Target="../tags/tag717.xml"/><Relationship Id="rId27" Type="http://schemas.openxmlformats.org/officeDocument/2006/relationships/tags" Target="../tags/tag716.xml"/><Relationship Id="rId26" Type="http://schemas.openxmlformats.org/officeDocument/2006/relationships/tags" Target="../tags/tag715.xml"/><Relationship Id="rId25" Type="http://schemas.openxmlformats.org/officeDocument/2006/relationships/tags" Target="../tags/tag714.xml"/><Relationship Id="rId24" Type="http://schemas.openxmlformats.org/officeDocument/2006/relationships/tags" Target="../tags/tag713.xml"/><Relationship Id="rId23" Type="http://schemas.openxmlformats.org/officeDocument/2006/relationships/tags" Target="../tags/tag712.xml"/><Relationship Id="rId22" Type="http://schemas.openxmlformats.org/officeDocument/2006/relationships/tags" Target="../tags/tag711.xml"/><Relationship Id="rId21" Type="http://schemas.openxmlformats.org/officeDocument/2006/relationships/tags" Target="../tags/tag710.xml"/><Relationship Id="rId20" Type="http://schemas.openxmlformats.org/officeDocument/2006/relationships/tags" Target="../tags/tag709.xml"/><Relationship Id="rId2" Type="http://schemas.openxmlformats.org/officeDocument/2006/relationships/tags" Target="../tags/tag693.xml"/><Relationship Id="rId19" Type="http://schemas.openxmlformats.org/officeDocument/2006/relationships/tags" Target="../tags/tag708.xml"/><Relationship Id="rId18" Type="http://schemas.openxmlformats.org/officeDocument/2006/relationships/tags" Target="../tags/tag707.xml"/><Relationship Id="rId17" Type="http://schemas.openxmlformats.org/officeDocument/2006/relationships/tags" Target="../tags/tag706.xml"/><Relationship Id="rId16" Type="http://schemas.openxmlformats.org/officeDocument/2006/relationships/tags" Target="../tags/tag705.xml"/><Relationship Id="rId15" Type="http://schemas.openxmlformats.org/officeDocument/2006/relationships/image" Target="../media/image90.png"/><Relationship Id="rId14" Type="http://schemas.openxmlformats.org/officeDocument/2006/relationships/tags" Target="../tags/tag704.xml"/><Relationship Id="rId13" Type="http://schemas.openxmlformats.org/officeDocument/2006/relationships/image" Target="../media/image91.png"/><Relationship Id="rId12" Type="http://schemas.openxmlformats.org/officeDocument/2006/relationships/tags" Target="../tags/tag703.xml"/><Relationship Id="rId11" Type="http://schemas.openxmlformats.org/officeDocument/2006/relationships/tags" Target="../tags/tag702.xml"/><Relationship Id="rId10" Type="http://schemas.openxmlformats.org/officeDocument/2006/relationships/tags" Target="../tags/tag701.xml"/><Relationship Id="rId1" Type="http://schemas.openxmlformats.org/officeDocument/2006/relationships/tags" Target="../tags/tag692.xml"/></Relationships>
</file>

<file path=ppt/slides/_rels/slide29.xml.rels><?xml version="1.0" encoding="UTF-8" standalone="yes"?>
<Relationships xmlns="http://schemas.openxmlformats.org/package/2006/relationships"><Relationship Id="rId9" Type="http://schemas.openxmlformats.org/officeDocument/2006/relationships/tags" Target="../tags/tag753.xml"/><Relationship Id="rId8" Type="http://schemas.openxmlformats.org/officeDocument/2006/relationships/tags" Target="../tags/tag752.xml"/><Relationship Id="rId7" Type="http://schemas.openxmlformats.org/officeDocument/2006/relationships/tags" Target="../tags/tag751.xml"/><Relationship Id="rId6" Type="http://schemas.openxmlformats.org/officeDocument/2006/relationships/tags" Target="../tags/tag750.xml"/><Relationship Id="rId5" Type="http://schemas.openxmlformats.org/officeDocument/2006/relationships/tags" Target="../tags/tag749.xml"/><Relationship Id="rId4" Type="http://schemas.openxmlformats.org/officeDocument/2006/relationships/tags" Target="../tags/tag748.xml"/><Relationship Id="rId3" Type="http://schemas.openxmlformats.org/officeDocument/2006/relationships/tags" Target="../tags/tag747.xml"/><Relationship Id="rId2" Type="http://schemas.openxmlformats.org/officeDocument/2006/relationships/image" Target="../media/image124.png"/><Relationship Id="rId18" Type="http://schemas.openxmlformats.org/officeDocument/2006/relationships/slideLayout" Target="../slideLayouts/slideLayout10.xml"/><Relationship Id="rId17" Type="http://schemas.openxmlformats.org/officeDocument/2006/relationships/tags" Target="../tags/tag760.xml"/><Relationship Id="rId16" Type="http://schemas.openxmlformats.org/officeDocument/2006/relationships/tags" Target="../tags/tag759.xml"/><Relationship Id="rId15" Type="http://schemas.openxmlformats.org/officeDocument/2006/relationships/tags" Target="../tags/tag758.xml"/><Relationship Id="rId14" Type="http://schemas.openxmlformats.org/officeDocument/2006/relationships/tags" Target="../tags/tag757.xml"/><Relationship Id="rId13" Type="http://schemas.openxmlformats.org/officeDocument/2006/relationships/tags" Target="../tags/tag756.xml"/><Relationship Id="rId12" Type="http://schemas.openxmlformats.org/officeDocument/2006/relationships/tags" Target="../tags/tag755.xml"/><Relationship Id="rId11" Type="http://schemas.openxmlformats.org/officeDocument/2006/relationships/image" Target="../media/image125.png"/><Relationship Id="rId10" Type="http://schemas.openxmlformats.org/officeDocument/2006/relationships/tags" Target="../tags/tag754.xml"/><Relationship Id="rId1" Type="http://schemas.openxmlformats.org/officeDocument/2006/relationships/tags" Target="../tags/tag746.xml"/></Relationships>
</file>

<file path=ppt/slides/_rels/slide30.xml.rels><?xml version="1.0" encoding="UTF-8" standalone="yes"?>
<Relationships xmlns="http://schemas.openxmlformats.org/package/2006/relationships"><Relationship Id="rId9" Type="http://schemas.openxmlformats.org/officeDocument/2006/relationships/tags" Target="../tags/tag768.xml"/><Relationship Id="rId8" Type="http://schemas.openxmlformats.org/officeDocument/2006/relationships/tags" Target="../tags/tag767.xml"/><Relationship Id="rId7" Type="http://schemas.openxmlformats.org/officeDocument/2006/relationships/tags" Target="../tags/tag766.xml"/><Relationship Id="rId6" Type="http://schemas.openxmlformats.org/officeDocument/2006/relationships/tags" Target="../tags/tag765.xml"/><Relationship Id="rId5" Type="http://schemas.openxmlformats.org/officeDocument/2006/relationships/tags" Target="../tags/tag764.xml"/><Relationship Id="rId4" Type="http://schemas.openxmlformats.org/officeDocument/2006/relationships/tags" Target="../tags/tag763.xml"/><Relationship Id="rId3" Type="http://schemas.openxmlformats.org/officeDocument/2006/relationships/image" Target="../media/image126.png"/><Relationship Id="rId20" Type="http://schemas.openxmlformats.org/officeDocument/2006/relationships/slideLayout" Target="../slideLayouts/slideLayout10.xml"/><Relationship Id="rId2" Type="http://schemas.openxmlformats.org/officeDocument/2006/relationships/tags" Target="../tags/tag762.xml"/><Relationship Id="rId19" Type="http://schemas.openxmlformats.org/officeDocument/2006/relationships/tags" Target="../tags/tag775.xml"/><Relationship Id="rId18" Type="http://schemas.openxmlformats.org/officeDocument/2006/relationships/tags" Target="../tags/tag774.xml"/><Relationship Id="rId17" Type="http://schemas.openxmlformats.org/officeDocument/2006/relationships/tags" Target="../tags/tag773.xml"/><Relationship Id="rId16" Type="http://schemas.openxmlformats.org/officeDocument/2006/relationships/tags" Target="../tags/tag772.xml"/><Relationship Id="rId15" Type="http://schemas.openxmlformats.org/officeDocument/2006/relationships/tags" Target="../tags/tag771.xml"/><Relationship Id="rId14" Type="http://schemas.openxmlformats.org/officeDocument/2006/relationships/image" Target="../media/image129.png"/><Relationship Id="rId13" Type="http://schemas.openxmlformats.org/officeDocument/2006/relationships/tags" Target="../tags/tag770.xml"/><Relationship Id="rId12" Type="http://schemas.openxmlformats.org/officeDocument/2006/relationships/image" Target="../media/image128.png"/><Relationship Id="rId11" Type="http://schemas.openxmlformats.org/officeDocument/2006/relationships/tags" Target="../tags/tag769.xml"/><Relationship Id="rId10" Type="http://schemas.openxmlformats.org/officeDocument/2006/relationships/image" Target="../media/image127.png"/><Relationship Id="rId1" Type="http://schemas.openxmlformats.org/officeDocument/2006/relationships/tags" Target="../tags/tag761.xml"/></Relationships>
</file>

<file path=ppt/slides/_rels/slide31.xml.rels><?xml version="1.0" encoding="UTF-8" standalone="yes"?>
<Relationships xmlns="http://schemas.openxmlformats.org/package/2006/relationships"><Relationship Id="rId9" Type="http://schemas.openxmlformats.org/officeDocument/2006/relationships/tags" Target="../tags/tag783.xml"/><Relationship Id="rId8" Type="http://schemas.openxmlformats.org/officeDocument/2006/relationships/tags" Target="../tags/tag782.xml"/><Relationship Id="rId7" Type="http://schemas.openxmlformats.org/officeDocument/2006/relationships/tags" Target="../tags/tag781.xml"/><Relationship Id="rId6" Type="http://schemas.openxmlformats.org/officeDocument/2006/relationships/tags" Target="../tags/tag780.xml"/><Relationship Id="rId5" Type="http://schemas.openxmlformats.org/officeDocument/2006/relationships/image" Target="../media/image130.png"/><Relationship Id="rId4" Type="http://schemas.openxmlformats.org/officeDocument/2006/relationships/tags" Target="../tags/tag779.xml"/><Relationship Id="rId3" Type="http://schemas.openxmlformats.org/officeDocument/2006/relationships/tags" Target="../tags/tag778.xml"/><Relationship Id="rId20" Type="http://schemas.openxmlformats.org/officeDocument/2006/relationships/notesSlide" Target="../notesSlides/notesSlide8.xml"/><Relationship Id="rId2" Type="http://schemas.openxmlformats.org/officeDocument/2006/relationships/tags" Target="../tags/tag777.xml"/><Relationship Id="rId19" Type="http://schemas.openxmlformats.org/officeDocument/2006/relationships/slideLayout" Target="../slideLayouts/slideLayout10.xml"/><Relationship Id="rId18" Type="http://schemas.openxmlformats.org/officeDocument/2006/relationships/tags" Target="../tags/tag789.xml"/><Relationship Id="rId17" Type="http://schemas.openxmlformats.org/officeDocument/2006/relationships/tags" Target="../tags/tag788.xml"/><Relationship Id="rId16" Type="http://schemas.openxmlformats.org/officeDocument/2006/relationships/tags" Target="../tags/tag787.xml"/><Relationship Id="rId15" Type="http://schemas.openxmlformats.org/officeDocument/2006/relationships/tags" Target="../tags/tag786.xml"/><Relationship Id="rId14" Type="http://schemas.openxmlformats.org/officeDocument/2006/relationships/image" Target="../media/image133.png"/><Relationship Id="rId13" Type="http://schemas.openxmlformats.org/officeDocument/2006/relationships/tags" Target="../tags/tag785.xml"/><Relationship Id="rId12" Type="http://schemas.openxmlformats.org/officeDocument/2006/relationships/image" Target="../media/image132.png"/><Relationship Id="rId11" Type="http://schemas.openxmlformats.org/officeDocument/2006/relationships/tags" Target="../tags/tag784.xml"/><Relationship Id="rId10" Type="http://schemas.openxmlformats.org/officeDocument/2006/relationships/image" Target="../media/image131.png"/><Relationship Id="rId1" Type="http://schemas.openxmlformats.org/officeDocument/2006/relationships/tags" Target="../tags/tag776.xml"/></Relationships>
</file>

<file path=ppt/slides/_rels/slide32.xml.rels><?xml version="1.0" encoding="UTF-8" standalone="yes"?>
<Relationships xmlns="http://schemas.openxmlformats.org/package/2006/relationships"><Relationship Id="rId9" Type="http://schemas.openxmlformats.org/officeDocument/2006/relationships/tags" Target="../tags/tag797.xml"/><Relationship Id="rId8" Type="http://schemas.openxmlformats.org/officeDocument/2006/relationships/tags" Target="../tags/tag796.xml"/><Relationship Id="rId7" Type="http://schemas.openxmlformats.org/officeDocument/2006/relationships/tags" Target="../tags/tag795.xml"/><Relationship Id="rId6" Type="http://schemas.openxmlformats.org/officeDocument/2006/relationships/tags" Target="../tags/tag794.xml"/><Relationship Id="rId5" Type="http://schemas.openxmlformats.org/officeDocument/2006/relationships/image" Target="../media/image130.png"/><Relationship Id="rId4" Type="http://schemas.openxmlformats.org/officeDocument/2006/relationships/tags" Target="../tags/tag793.xml"/><Relationship Id="rId3" Type="http://schemas.openxmlformats.org/officeDocument/2006/relationships/tags" Target="../tags/tag792.xml"/><Relationship Id="rId20" Type="http://schemas.openxmlformats.org/officeDocument/2006/relationships/slideLayout" Target="../slideLayouts/slideLayout10.xml"/><Relationship Id="rId2" Type="http://schemas.openxmlformats.org/officeDocument/2006/relationships/tags" Target="../tags/tag791.xml"/><Relationship Id="rId19" Type="http://schemas.openxmlformats.org/officeDocument/2006/relationships/tags" Target="../tags/tag804.xml"/><Relationship Id="rId18" Type="http://schemas.openxmlformats.org/officeDocument/2006/relationships/tags" Target="../tags/tag803.xml"/><Relationship Id="rId17" Type="http://schemas.openxmlformats.org/officeDocument/2006/relationships/tags" Target="../tags/tag802.xml"/><Relationship Id="rId16" Type="http://schemas.openxmlformats.org/officeDocument/2006/relationships/tags" Target="../tags/tag801.xml"/><Relationship Id="rId15" Type="http://schemas.openxmlformats.org/officeDocument/2006/relationships/tags" Target="../tags/tag800.xml"/><Relationship Id="rId14" Type="http://schemas.openxmlformats.org/officeDocument/2006/relationships/image" Target="../media/image136.png"/><Relationship Id="rId13" Type="http://schemas.openxmlformats.org/officeDocument/2006/relationships/tags" Target="../tags/tag799.xml"/><Relationship Id="rId12" Type="http://schemas.openxmlformats.org/officeDocument/2006/relationships/image" Target="../media/image135.png"/><Relationship Id="rId11" Type="http://schemas.openxmlformats.org/officeDocument/2006/relationships/tags" Target="../tags/tag798.xml"/><Relationship Id="rId10" Type="http://schemas.openxmlformats.org/officeDocument/2006/relationships/image" Target="../media/image134.png"/><Relationship Id="rId1" Type="http://schemas.openxmlformats.org/officeDocument/2006/relationships/tags" Target="../tags/tag790.xml"/></Relationships>
</file>

<file path=ppt/slides/_rels/slide33.xml.rels><?xml version="1.0" encoding="UTF-8" standalone="yes"?>
<Relationships xmlns="http://schemas.openxmlformats.org/package/2006/relationships"><Relationship Id="rId9" Type="http://schemas.openxmlformats.org/officeDocument/2006/relationships/tags" Target="../tags/tag811.xml"/><Relationship Id="rId8" Type="http://schemas.openxmlformats.org/officeDocument/2006/relationships/image" Target="../media/image80.png"/><Relationship Id="rId7" Type="http://schemas.openxmlformats.org/officeDocument/2006/relationships/tags" Target="../tags/tag810.xml"/><Relationship Id="rId6" Type="http://schemas.openxmlformats.org/officeDocument/2006/relationships/tags" Target="../tags/tag809.xml"/><Relationship Id="rId5" Type="http://schemas.openxmlformats.org/officeDocument/2006/relationships/image" Target="../media/image126.png"/><Relationship Id="rId4" Type="http://schemas.openxmlformats.org/officeDocument/2006/relationships/tags" Target="../tags/tag808.xml"/><Relationship Id="rId3" Type="http://schemas.openxmlformats.org/officeDocument/2006/relationships/tags" Target="../tags/tag807.xml"/><Relationship Id="rId2" Type="http://schemas.openxmlformats.org/officeDocument/2006/relationships/tags" Target="../tags/tag806.xml"/><Relationship Id="rId19" Type="http://schemas.openxmlformats.org/officeDocument/2006/relationships/slideLayout" Target="../slideLayouts/slideLayout9.xml"/><Relationship Id="rId18" Type="http://schemas.openxmlformats.org/officeDocument/2006/relationships/tags" Target="../tags/tag818.xml"/><Relationship Id="rId17" Type="http://schemas.openxmlformats.org/officeDocument/2006/relationships/tags" Target="../tags/tag817.xml"/><Relationship Id="rId16" Type="http://schemas.openxmlformats.org/officeDocument/2006/relationships/tags" Target="../tags/tag816.xml"/><Relationship Id="rId15" Type="http://schemas.openxmlformats.org/officeDocument/2006/relationships/tags" Target="../tags/tag815.xml"/><Relationship Id="rId14" Type="http://schemas.openxmlformats.org/officeDocument/2006/relationships/tags" Target="../tags/tag814.xml"/><Relationship Id="rId13" Type="http://schemas.openxmlformats.org/officeDocument/2006/relationships/tags" Target="../tags/tag813.xml"/><Relationship Id="rId12" Type="http://schemas.openxmlformats.org/officeDocument/2006/relationships/image" Target="../media/image137.png"/><Relationship Id="rId11" Type="http://schemas.openxmlformats.org/officeDocument/2006/relationships/tags" Target="../tags/tag812.xml"/><Relationship Id="rId10" Type="http://schemas.openxmlformats.org/officeDocument/2006/relationships/image" Target="../media/image81.png"/><Relationship Id="rId1" Type="http://schemas.openxmlformats.org/officeDocument/2006/relationships/tags" Target="../tags/tag805.xml"/></Relationships>
</file>

<file path=ppt/slides/_rels/slide34.xml.rels><?xml version="1.0" encoding="UTF-8" standalone="yes"?>
<Relationships xmlns="http://schemas.openxmlformats.org/package/2006/relationships"><Relationship Id="rId9" Type="http://schemas.openxmlformats.org/officeDocument/2006/relationships/tags" Target="../tags/tag825.xml"/><Relationship Id="rId8" Type="http://schemas.openxmlformats.org/officeDocument/2006/relationships/image" Target="../media/image139.jpeg"/><Relationship Id="rId7" Type="http://schemas.openxmlformats.org/officeDocument/2006/relationships/tags" Target="../tags/tag824.xml"/><Relationship Id="rId6" Type="http://schemas.openxmlformats.org/officeDocument/2006/relationships/image" Target="../media/image138.jpeg"/><Relationship Id="rId5" Type="http://schemas.openxmlformats.org/officeDocument/2006/relationships/tags" Target="../tags/tag823.xml"/><Relationship Id="rId46" Type="http://schemas.openxmlformats.org/officeDocument/2006/relationships/slideLayout" Target="../slideLayouts/slideLayout10.xml"/><Relationship Id="rId45" Type="http://schemas.openxmlformats.org/officeDocument/2006/relationships/tags" Target="../tags/tag854.xml"/><Relationship Id="rId44" Type="http://schemas.openxmlformats.org/officeDocument/2006/relationships/tags" Target="../tags/tag853.xml"/><Relationship Id="rId43" Type="http://schemas.openxmlformats.org/officeDocument/2006/relationships/tags" Target="../tags/tag852.xml"/><Relationship Id="rId42" Type="http://schemas.openxmlformats.org/officeDocument/2006/relationships/tags" Target="../tags/tag851.xml"/><Relationship Id="rId41" Type="http://schemas.openxmlformats.org/officeDocument/2006/relationships/tags" Target="../tags/tag850.xml"/><Relationship Id="rId40" Type="http://schemas.openxmlformats.org/officeDocument/2006/relationships/tags" Target="../tags/tag849.xml"/><Relationship Id="rId4" Type="http://schemas.openxmlformats.org/officeDocument/2006/relationships/tags" Target="../tags/tag822.xml"/><Relationship Id="rId39" Type="http://schemas.openxmlformats.org/officeDocument/2006/relationships/tags" Target="../tags/tag848.xml"/><Relationship Id="rId38" Type="http://schemas.openxmlformats.org/officeDocument/2006/relationships/image" Target="../media/image146.jpeg"/><Relationship Id="rId37" Type="http://schemas.openxmlformats.org/officeDocument/2006/relationships/tags" Target="../tags/tag847.xml"/><Relationship Id="rId36" Type="http://schemas.openxmlformats.org/officeDocument/2006/relationships/tags" Target="../tags/tag846.xml"/><Relationship Id="rId35" Type="http://schemas.openxmlformats.org/officeDocument/2006/relationships/image" Target="../media/image145.jpeg"/><Relationship Id="rId34" Type="http://schemas.openxmlformats.org/officeDocument/2006/relationships/tags" Target="../tags/tag845.xml"/><Relationship Id="rId33" Type="http://schemas.openxmlformats.org/officeDocument/2006/relationships/tags" Target="../tags/tag844.xml"/><Relationship Id="rId32" Type="http://schemas.openxmlformats.org/officeDocument/2006/relationships/tags" Target="../tags/tag843.xml"/><Relationship Id="rId31" Type="http://schemas.openxmlformats.org/officeDocument/2006/relationships/tags" Target="../tags/tag842.xml"/><Relationship Id="rId30" Type="http://schemas.openxmlformats.org/officeDocument/2006/relationships/tags" Target="../tags/tag841.xml"/><Relationship Id="rId3" Type="http://schemas.openxmlformats.org/officeDocument/2006/relationships/tags" Target="../tags/tag821.xml"/><Relationship Id="rId29" Type="http://schemas.openxmlformats.org/officeDocument/2006/relationships/tags" Target="../tags/tag840.xml"/><Relationship Id="rId28" Type="http://schemas.openxmlformats.org/officeDocument/2006/relationships/image" Target="../media/image144.jpeg"/><Relationship Id="rId27" Type="http://schemas.openxmlformats.org/officeDocument/2006/relationships/tags" Target="../tags/tag839.xml"/><Relationship Id="rId26" Type="http://schemas.openxmlformats.org/officeDocument/2006/relationships/tags" Target="../tags/tag838.xml"/><Relationship Id="rId25" Type="http://schemas.openxmlformats.org/officeDocument/2006/relationships/tags" Target="../tags/tag837.xml"/><Relationship Id="rId24" Type="http://schemas.openxmlformats.org/officeDocument/2006/relationships/tags" Target="../tags/tag836.xml"/><Relationship Id="rId23" Type="http://schemas.openxmlformats.org/officeDocument/2006/relationships/tags" Target="../tags/tag835.xml"/><Relationship Id="rId22" Type="http://schemas.openxmlformats.org/officeDocument/2006/relationships/tags" Target="../tags/tag834.xml"/><Relationship Id="rId21" Type="http://schemas.openxmlformats.org/officeDocument/2006/relationships/tags" Target="../tags/tag833.xml"/><Relationship Id="rId20" Type="http://schemas.openxmlformats.org/officeDocument/2006/relationships/image" Target="../media/image143.jpeg"/><Relationship Id="rId2" Type="http://schemas.openxmlformats.org/officeDocument/2006/relationships/tags" Target="../tags/tag820.xml"/><Relationship Id="rId19" Type="http://schemas.openxmlformats.org/officeDocument/2006/relationships/tags" Target="../tags/tag832.xml"/><Relationship Id="rId18" Type="http://schemas.openxmlformats.org/officeDocument/2006/relationships/image" Target="../media/image142.jpeg"/><Relationship Id="rId17" Type="http://schemas.openxmlformats.org/officeDocument/2006/relationships/tags" Target="../tags/tag831.xml"/><Relationship Id="rId16" Type="http://schemas.openxmlformats.org/officeDocument/2006/relationships/tags" Target="../tags/tag830.xml"/><Relationship Id="rId15" Type="http://schemas.openxmlformats.org/officeDocument/2006/relationships/tags" Target="../tags/tag829.xml"/><Relationship Id="rId14" Type="http://schemas.openxmlformats.org/officeDocument/2006/relationships/image" Target="../media/image141.jpeg"/><Relationship Id="rId13" Type="http://schemas.openxmlformats.org/officeDocument/2006/relationships/tags" Target="../tags/tag828.xml"/><Relationship Id="rId12" Type="http://schemas.openxmlformats.org/officeDocument/2006/relationships/tags" Target="../tags/tag827.xml"/><Relationship Id="rId11" Type="http://schemas.openxmlformats.org/officeDocument/2006/relationships/tags" Target="../tags/tag826.xml"/><Relationship Id="rId10" Type="http://schemas.openxmlformats.org/officeDocument/2006/relationships/image" Target="../media/image140.jpeg"/><Relationship Id="rId1" Type="http://schemas.openxmlformats.org/officeDocument/2006/relationships/tags" Target="../tags/tag819.xml"/></Relationships>
</file>

<file path=ppt/slides/_rels/slide35.xml.rels><?xml version="1.0" encoding="UTF-8" standalone="yes"?>
<Relationships xmlns="http://schemas.openxmlformats.org/package/2006/relationships"><Relationship Id="rId99" Type="http://schemas.openxmlformats.org/officeDocument/2006/relationships/image" Target="../media/image164.jpeg"/><Relationship Id="rId98" Type="http://schemas.openxmlformats.org/officeDocument/2006/relationships/tags" Target="../tags/tag935.xml"/><Relationship Id="rId97" Type="http://schemas.openxmlformats.org/officeDocument/2006/relationships/image" Target="../media/image163.jpeg"/><Relationship Id="rId96" Type="http://schemas.openxmlformats.org/officeDocument/2006/relationships/tags" Target="../tags/tag934.xml"/><Relationship Id="rId95" Type="http://schemas.openxmlformats.org/officeDocument/2006/relationships/image" Target="../media/image162.jpeg"/><Relationship Id="rId94" Type="http://schemas.openxmlformats.org/officeDocument/2006/relationships/tags" Target="../tags/tag933.xml"/><Relationship Id="rId93" Type="http://schemas.openxmlformats.org/officeDocument/2006/relationships/tags" Target="../tags/tag932.xml"/><Relationship Id="rId92" Type="http://schemas.openxmlformats.org/officeDocument/2006/relationships/tags" Target="../tags/tag931.xml"/><Relationship Id="rId91" Type="http://schemas.openxmlformats.org/officeDocument/2006/relationships/image" Target="../media/image161.jpeg"/><Relationship Id="rId90" Type="http://schemas.openxmlformats.org/officeDocument/2006/relationships/tags" Target="../tags/tag930.xml"/><Relationship Id="rId9" Type="http://schemas.openxmlformats.org/officeDocument/2006/relationships/tags" Target="../tags/tag861.xml"/><Relationship Id="rId89" Type="http://schemas.openxmlformats.org/officeDocument/2006/relationships/image" Target="../media/image160.jpeg"/><Relationship Id="rId88" Type="http://schemas.openxmlformats.org/officeDocument/2006/relationships/tags" Target="../tags/tag929.xml"/><Relationship Id="rId87" Type="http://schemas.openxmlformats.org/officeDocument/2006/relationships/image" Target="../media/image159.jpeg"/><Relationship Id="rId86" Type="http://schemas.openxmlformats.org/officeDocument/2006/relationships/tags" Target="../tags/tag928.xml"/><Relationship Id="rId85" Type="http://schemas.openxmlformats.org/officeDocument/2006/relationships/image" Target="../media/image158.jpeg"/><Relationship Id="rId84" Type="http://schemas.openxmlformats.org/officeDocument/2006/relationships/tags" Target="../tags/tag927.xml"/><Relationship Id="rId83" Type="http://schemas.openxmlformats.org/officeDocument/2006/relationships/image" Target="../media/image157.jpeg"/><Relationship Id="rId82" Type="http://schemas.openxmlformats.org/officeDocument/2006/relationships/tags" Target="../tags/tag926.xml"/><Relationship Id="rId81" Type="http://schemas.openxmlformats.org/officeDocument/2006/relationships/image" Target="../media/image156.jpeg"/><Relationship Id="rId80" Type="http://schemas.openxmlformats.org/officeDocument/2006/relationships/tags" Target="../tags/tag925.xml"/><Relationship Id="rId8" Type="http://schemas.openxmlformats.org/officeDocument/2006/relationships/tags" Target="../tags/tag860.xml"/><Relationship Id="rId79" Type="http://schemas.openxmlformats.org/officeDocument/2006/relationships/tags" Target="../tags/tag924.xml"/><Relationship Id="rId78" Type="http://schemas.openxmlformats.org/officeDocument/2006/relationships/tags" Target="../tags/tag923.xml"/><Relationship Id="rId77" Type="http://schemas.openxmlformats.org/officeDocument/2006/relationships/tags" Target="../tags/tag922.xml"/><Relationship Id="rId76" Type="http://schemas.openxmlformats.org/officeDocument/2006/relationships/tags" Target="../tags/tag921.xml"/><Relationship Id="rId75" Type="http://schemas.openxmlformats.org/officeDocument/2006/relationships/tags" Target="../tags/tag920.xml"/><Relationship Id="rId74" Type="http://schemas.openxmlformats.org/officeDocument/2006/relationships/tags" Target="../tags/tag919.xml"/><Relationship Id="rId73" Type="http://schemas.openxmlformats.org/officeDocument/2006/relationships/tags" Target="../tags/tag918.xml"/><Relationship Id="rId72" Type="http://schemas.openxmlformats.org/officeDocument/2006/relationships/tags" Target="../tags/tag917.xml"/><Relationship Id="rId71" Type="http://schemas.openxmlformats.org/officeDocument/2006/relationships/tags" Target="../tags/tag916.xml"/><Relationship Id="rId70" Type="http://schemas.openxmlformats.org/officeDocument/2006/relationships/tags" Target="../tags/tag915.xml"/><Relationship Id="rId7" Type="http://schemas.openxmlformats.org/officeDocument/2006/relationships/tags" Target="../tags/tag859.xml"/><Relationship Id="rId69" Type="http://schemas.openxmlformats.org/officeDocument/2006/relationships/tags" Target="../tags/tag914.xml"/><Relationship Id="rId68" Type="http://schemas.openxmlformats.org/officeDocument/2006/relationships/tags" Target="../tags/tag913.xml"/><Relationship Id="rId67" Type="http://schemas.openxmlformats.org/officeDocument/2006/relationships/tags" Target="../tags/tag912.xml"/><Relationship Id="rId66" Type="http://schemas.openxmlformats.org/officeDocument/2006/relationships/tags" Target="../tags/tag911.xml"/><Relationship Id="rId65" Type="http://schemas.openxmlformats.org/officeDocument/2006/relationships/tags" Target="../tags/tag910.xml"/><Relationship Id="rId64" Type="http://schemas.openxmlformats.org/officeDocument/2006/relationships/image" Target="../media/image155.jpeg"/><Relationship Id="rId63" Type="http://schemas.openxmlformats.org/officeDocument/2006/relationships/tags" Target="../tags/tag909.xml"/><Relationship Id="rId62" Type="http://schemas.openxmlformats.org/officeDocument/2006/relationships/tags" Target="../tags/tag908.xml"/><Relationship Id="rId61" Type="http://schemas.openxmlformats.org/officeDocument/2006/relationships/tags" Target="../tags/tag907.xml"/><Relationship Id="rId60" Type="http://schemas.openxmlformats.org/officeDocument/2006/relationships/tags" Target="../tags/tag906.xml"/><Relationship Id="rId6" Type="http://schemas.openxmlformats.org/officeDocument/2006/relationships/image" Target="../media/image148.jpeg"/><Relationship Id="rId59" Type="http://schemas.openxmlformats.org/officeDocument/2006/relationships/tags" Target="../tags/tag905.xml"/><Relationship Id="rId58" Type="http://schemas.openxmlformats.org/officeDocument/2006/relationships/tags" Target="../tags/tag904.xml"/><Relationship Id="rId57" Type="http://schemas.openxmlformats.org/officeDocument/2006/relationships/tags" Target="../tags/tag903.xml"/><Relationship Id="rId56" Type="http://schemas.openxmlformats.org/officeDocument/2006/relationships/tags" Target="../tags/tag902.xml"/><Relationship Id="rId55" Type="http://schemas.openxmlformats.org/officeDocument/2006/relationships/tags" Target="../tags/tag901.xml"/><Relationship Id="rId54" Type="http://schemas.openxmlformats.org/officeDocument/2006/relationships/tags" Target="../tags/tag900.xml"/><Relationship Id="rId53" Type="http://schemas.openxmlformats.org/officeDocument/2006/relationships/tags" Target="../tags/tag899.xml"/><Relationship Id="rId52" Type="http://schemas.openxmlformats.org/officeDocument/2006/relationships/tags" Target="../tags/tag898.xml"/><Relationship Id="rId51" Type="http://schemas.openxmlformats.org/officeDocument/2006/relationships/tags" Target="../tags/tag897.xml"/><Relationship Id="rId50" Type="http://schemas.openxmlformats.org/officeDocument/2006/relationships/tags" Target="../tags/tag896.xml"/><Relationship Id="rId5" Type="http://schemas.openxmlformats.org/officeDocument/2006/relationships/tags" Target="../tags/tag858.xml"/><Relationship Id="rId49" Type="http://schemas.openxmlformats.org/officeDocument/2006/relationships/tags" Target="../tags/tag895.xml"/><Relationship Id="rId48" Type="http://schemas.openxmlformats.org/officeDocument/2006/relationships/tags" Target="../tags/tag894.xml"/><Relationship Id="rId47" Type="http://schemas.openxmlformats.org/officeDocument/2006/relationships/tags" Target="../tags/tag893.xml"/><Relationship Id="rId46" Type="http://schemas.openxmlformats.org/officeDocument/2006/relationships/image" Target="../media/image154.jpeg"/><Relationship Id="rId45" Type="http://schemas.openxmlformats.org/officeDocument/2006/relationships/tags" Target="../tags/tag892.xml"/><Relationship Id="rId44" Type="http://schemas.openxmlformats.org/officeDocument/2006/relationships/image" Target="../media/image153.jpeg"/><Relationship Id="rId43" Type="http://schemas.openxmlformats.org/officeDocument/2006/relationships/tags" Target="../tags/tag891.xml"/><Relationship Id="rId42" Type="http://schemas.openxmlformats.org/officeDocument/2006/relationships/tags" Target="../tags/tag890.xml"/><Relationship Id="rId41" Type="http://schemas.openxmlformats.org/officeDocument/2006/relationships/tags" Target="../tags/tag889.xml"/><Relationship Id="rId40" Type="http://schemas.openxmlformats.org/officeDocument/2006/relationships/tags" Target="../tags/tag888.xml"/><Relationship Id="rId4" Type="http://schemas.openxmlformats.org/officeDocument/2006/relationships/image" Target="../media/image147.jpeg"/><Relationship Id="rId39" Type="http://schemas.openxmlformats.org/officeDocument/2006/relationships/tags" Target="../tags/tag887.xml"/><Relationship Id="rId38" Type="http://schemas.openxmlformats.org/officeDocument/2006/relationships/tags" Target="../tags/tag886.xml"/><Relationship Id="rId37" Type="http://schemas.openxmlformats.org/officeDocument/2006/relationships/tags" Target="../tags/tag885.xml"/><Relationship Id="rId36" Type="http://schemas.openxmlformats.org/officeDocument/2006/relationships/tags" Target="../tags/tag884.xml"/><Relationship Id="rId35" Type="http://schemas.openxmlformats.org/officeDocument/2006/relationships/tags" Target="../tags/tag883.xml"/><Relationship Id="rId34" Type="http://schemas.openxmlformats.org/officeDocument/2006/relationships/tags" Target="../tags/tag882.xml"/><Relationship Id="rId33" Type="http://schemas.openxmlformats.org/officeDocument/2006/relationships/tags" Target="../tags/tag881.xml"/><Relationship Id="rId32" Type="http://schemas.openxmlformats.org/officeDocument/2006/relationships/tags" Target="../tags/tag880.xml"/><Relationship Id="rId31" Type="http://schemas.openxmlformats.org/officeDocument/2006/relationships/tags" Target="../tags/tag879.xml"/><Relationship Id="rId30" Type="http://schemas.openxmlformats.org/officeDocument/2006/relationships/tags" Target="../tags/tag878.xml"/><Relationship Id="rId3" Type="http://schemas.openxmlformats.org/officeDocument/2006/relationships/tags" Target="../tags/tag857.xml"/><Relationship Id="rId29" Type="http://schemas.openxmlformats.org/officeDocument/2006/relationships/tags" Target="../tags/tag877.xml"/><Relationship Id="rId28" Type="http://schemas.openxmlformats.org/officeDocument/2006/relationships/tags" Target="../tags/tag876.xml"/><Relationship Id="rId27" Type="http://schemas.openxmlformats.org/officeDocument/2006/relationships/tags" Target="../tags/tag875.xml"/><Relationship Id="rId26" Type="http://schemas.openxmlformats.org/officeDocument/2006/relationships/tags" Target="../tags/tag874.xml"/><Relationship Id="rId25" Type="http://schemas.openxmlformats.org/officeDocument/2006/relationships/tags" Target="../tags/tag873.xml"/><Relationship Id="rId24" Type="http://schemas.openxmlformats.org/officeDocument/2006/relationships/tags" Target="../tags/tag872.xml"/><Relationship Id="rId23" Type="http://schemas.openxmlformats.org/officeDocument/2006/relationships/image" Target="../media/image152.jpeg"/><Relationship Id="rId22" Type="http://schemas.openxmlformats.org/officeDocument/2006/relationships/tags" Target="../tags/tag871.xml"/><Relationship Id="rId21" Type="http://schemas.openxmlformats.org/officeDocument/2006/relationships/tags" Target="../tags/tag870.xml"/><Relationship Id="rId20" Type="http://schemas.openxmlformats.org/officeDocument/2006/relationships/image" Target="../media/image151.jpeg"/><Relationship Id="rId2" Type="http://schemas.openxmlformats.org/officeDocument/2006/relationships/tags" Target="../tags/tag856.xml"/><Relationship Id="rId19" Type="http://schemas.openxmlformats.org/officeDocument/2006/relationships/tags" Target="../tags/tag869.xml"/><Relationship Id="rId18" Type="http://schemas.openxmlformats.org/officeDocument/2006/relationships/tags" Target="../tags/tag868.xml"/><Relationship Id="rId17" Type="http://schemas.openxmlformats.org/officeDocument/2006/relationships/tags" Target="../tags/tag867.xml"/><Relationship Id="rId16" Type="http://schemas.openxmlformats.org/officeDocument/2006/relationships/tags" Target="../tags/tag866.xml"/><Relationship Id="rId15" Type="http://schemas.openxmlformats.org/officeDocument/2006/relationships/image" Target="../media/image150.jpeg"/><Relationship Id="rId141" Type="http://schemas.openxmlformats.org/officeDocument/2006/relationships/slideLayout" Target="../slideLayouts/slideLayout9.xml"/><Relationship Id="rId140" Type="http://schemas.openxmlformats.org/officeDocument/2006/relationships/tags" Target="../tags/tag958.xml"/><Relationship Id="rId14" Type="http://schemas.openxmlformats.org/officeDocument/2006/relationships/tags" Target="../tags/tag865.xml"/><Relationship Id="rId139" Type="http://schemas.openxmlformats.org/officeDocument/2006/relationships/tags" Target="../tags/tag957.xml"/><Relationship Id="rId138" Type="http://schemas.openxmlformats.org/officeDocument/2006/relationships/image" Target="../media/image182.jpeg"/><Relationship Id="rId137" Type="http://schemas.openxmlformats.org/officeDocument/2006/relationships/tags" Target="../tags/tag956.xml"/><Relationship Id="rId136" Type="http://schemas.openxmlformats.org/officeDocument/2006/relationships/image" Target="../media/image181.jpeg"/><Relationship Id="rId135" Type="http://schemas.openxmlformats.org/officeDocument/2006/relationships/tags" Target="../tags/tag955.xml"/><Relationship Id="rId134" Type="http://schemas.openxmlformats.org/officeDocument/2006/relationships/image" Target="../media/image180.jpeg"/><Relationship Id="rId133" Type="http://schemas.openxmlformats.org/officeDocument/2006/relationships/tags" Target="../tags/tag954.xml"/><Relationship Id="rId132" Type="http://schemas.openxmlformats.org/officeDocument/2006/relationships/image" Target="../media/image179.jpeg"/><Relationship Id="rId131" Type="http://schemas.openxmlformats.org/officeDocument/2006/relationships/tags" Target="../tags/tag953.xml"/><Relationship Id="rId130" Type="http://schemas.openxmlformats.org/officeDocument/2006/relationships/image" Target="../media/image178.jpeg"/><Relationship Id="rId13" Type="http://schemas.openxmlformats.org/officeDocument/2006/relationships/tags" Target="../tags/tag864.xml"/><Relationship Id="rId129" Type="http://schemas.openxmlformats.org/officeDocument/2006/relationships/tags" Target="../tags/tag952.xml"/><Relationship Id="rId128" Type="http://schemas.openxmlformats.org/officeDocument/2006/relationships/image" Target="../media/image177.jpeg"/><Relationship Id="rId127" Type="http://schemas.openxmlformats.org/officeDocument/2006/relationships/tags" Target="../tags/tag951.xml"/><Relationship Id="rId126" Type="http://schemas.openxmlformats.org/officeDocument/2006/relationships/image" Target="../media/image176.jpeg"/><Relationship Id="rId125" Type="http://schemas.openxmlformats.org/officeDocument/2006/relationships/tags" Target="../tags/tag950.xml"/><Relationship Id="rId124" Type="http://schemas.openxmlformats.org/officeDocument/2006/relationships/image" Target="../media/image175.jpeg"/><Relationship Id="rId123" Type="http://schemas.openxmlformats.org/officeDocument/2006/relationships/tags" Target="../tags/tag949.xml"/><Relationship Id="rId122" Type="http://schemas.openxmlformats.org/officeDocument/2006/relationships/image" Target="../media/image174.jpeg"/><Relationship Id="rId121" Type="http://schemas.openxmlformats.org/officeDocument/2006/relationships/tags" Target="../tags/tag948.xml"/><Relationship Id="rId120" Type="http://schemas.openxmlformats.org/officeDocument/2006/relationships/image" Target="../media/image173.jpeg"/><Relationship Id="rId12" Type="http://schemas.openxmlformats.org/officeDocument/2006/relationships/tags" Target="../tags/tag863.xml"/><Relationship Id="rId119" Type="http://schemas.openxmlformats.org/officeDocument/2006/relationships/tags" Target="../tags/tag947.xml"/><Relationship Id="rId118" Type="http://schemas.openxmlformats.org/officeDocument/2006/relationships/image" Target="../media/image172.jpeg"/><Relationship Id="rId117" Type="http://schemas.openxmlformats.org/officeDocument/2006/relationships/tags" Target="../tags/tag946.xml"/><Relationship Id="rId116" Type="http://schemas.openxmlformats.org/officeDocument/2006/relationships/image" Target="../media/image171.jpeg"/><Relationship Id="rId115" Type="http://schemas.openxmlformats.org/officeDocument/2006/relationships/tags" Target="../tags/tag945.xml"/><Relationship Id="rId114" Type="http://schemas.openxmlformats.org/officeDocument/2006/relationships/image" Target="../media/image170.jpeg"/><Relationship Id="rId113" Type="http://schemas.openxmlformats.org/officeDocument/2006/relationships/tags" Target="../tags/tag944.xml"/><Relationship Id="rId112" Type="http://schemas.openxmlformats.org/officeDocument/2006/relationships/image" Target="../media/image169.jpeg"/><Relationship Id="rId111" Type="http://schemas.openxmlformats.org/officeDocument/2006/relationships/tags" Target="../tags/tag943.xml"/><Relationship Id="rId110" Type="http://schemas.openxmlformats.org/officeDocument/2006/relationships/image" Target="../media/image168.jpeg"/><Relationship Id="rId11" Type="http://schemas.openxmlformats.org/officeDocument/2006/relationships/tags" Target="../tags/tag862.xml"/><Relationship Id="rId109" Type="http://schemas.openxmlformats.org/officeDocument/2006/relationships/tags" Target="../tags/tag942.xml"/><Relationship Id="rId108" Type="http://schemas.openxmlformats.org/officeDocument/2006/relationships/image" Target="../media/image167.jpeg"/><Relationship Id="rId107" Type="http://schemas.openxmlformats.org/officeDocument/2006/relationships/tags" Target="../tags/tag941.xml"/><Relationship Id="rId106" Type="http://schemas.openxmlformats.org/officeDocument/2006/relationships/image" Target="../media/image166.jpeg"/><Relationship Id="rId105" Type="http://schemas.openxmlformats.org/officeDocument/2006/relationships/tags" Target="../tags/tag940.xml"/><Relationship Id="rId104" Type="http://schemas.openxmlformats.org/officeDocument/2006/relationships/image" Target="../media/image165.jpeg"/><Relationship Id="rId103" Type="http://schemas.openxmlformats.org/officeDocument/2006/relationships/tags" Target="../tags/tag939.xml"/><Relationship Id="rId102" Type="http://schemas.openxmlformats.org/officeDocument/2006/relationships/tags" Target="../tags/tag938.xml"/><Relationship Id="rId101" Type="http://schemas.openxmlformats.org/officeDocument/2006/relationships/tags" Target="../tags/tag937.xml"/><Relationship Id="rId100" Type="http://schemas.openxmlformats.org/officeDocument/2006/relationships/tags" Target="../tags/tag936.xml"/><Relationship Id="rId10" Type="http://schemas.openxmlformats.org/officeDocument/2006/relationships/image" Target="../media/image149.jpeg"/><Relationship Id="rId1" Type="http://schemas.openxmlformats.org/officeDocument/2006/relationships/tags" Target="../tags/tag855.xml"/></Relationships>
</file>

<file path=ppt/slides/_rels/slide36.xml.rels><?xml version="1.0" encoding="UTF-8" standalone="yes"?>
<Relationships xmlns="http://schemas.openxmlformats.org/package/2006/relationships"><Relationship Id="rId9" Type="http://schemas.openxmlformats.org/officeDocument/2006/relationships/image" Target="../media/image185.jpeg"/><Relationship Id="rId8" Type="http://schemas.openxmlformats.org/officeDocument/2006/relationships/tags" Target="../tags/tag964.xml"/><Relationship Id="rId7" Type="http://schemas.openxmlformats.org/officeDocument/2006/relationships/tags" Target="../tags/tag963.xml"/><Relationship Id="rId6" Type="http://schemas.openxmlformats.org/officeDocument/2006/relationships/image" Target="../media/image184.jpeg"/><Relationship Id="rId5" Type="http://schemas.openxmlformats.org/officeDocument/2006/relationships/tags" Target="../tags/tag962.xml"/><Relationship Id="rId4" Type="http://schemas.openxmlformats.org/officeDocument/2006/relationships/tags" Target="../tags/tag961.xml"/><Relationship Id="rId35" Type="http://schemas.openxmlformats.org/officeDocument/2006/relationships/slideLayout" Target="../slideLayouts/slideLayout10.xml"/><Relationship Id="rId34" Type="http://schemas.openxmlformats.org/officeDocument/2006/relationships/tags" Target="../tags/tag982.xml"/><Relationship Id="rId33" Type="http://schemas.openxmlformats.org/officeDocument/2006/relationships/tags" Target="../tags/tag981.xml"/><Relationship Id="rId32" Type="http://schemas.openxmlformats.org/officeDocument/2006/relationships/tags" Target="../tags/tag980.xml"/><Relationship Id="rId31" Type="http://schemas.openxmlformats.org/officeDocument/2006/relationships/tags" Target="../tags/tag979.xml"/><Relationship Id="rId30" Type="http://schemas.openxmlformats.org/officeDocument/2006/relationships/tags" Target="../tags/tag978.xml"/><Relationship Id="rId3" Type="http://schemas.openxmlformats.org/officeDocument/2006/relationships/tags" Target="../tags/tag960.xml"/><Relationship Id="rId29" Type="http://schemas.openxmlformats.org/officeDocument/2006/relationships/tags" Target="../tags/tag977.xml"/><Relationship Id="rId28" Type="http://schemas.openxmlformats.org/officeDocument/2006/relationships/image" Target="../media/image192.jpeg"/><Relationship Id="rId27" Type="http://schemas.openxmlformats.org/officeDocument/2006/relationships/tags" Target="../tags/tag976.xml"/><Relationship Id="rId26" Type="http://schemas.openxmlformats.org/officeDocument/2006/relationships/image" Target="../media/image191.jpeg"/><Relationship Id="rId25" Type="http://schemas.openxmlformats.org/officeDocument/2006/relationships/tags" Target="../tags/tag975.xml"/><Relationship Id="rId24" Type="http://schemas.openxmlformats.org/officeDocument/2006/relationships/tags" Target="../tags/tag974.xml"/><Relationship Id="rId23" Type="http://schemas.openxmlformats.org/officeDocument/2006/relationships/tags" Target="../tags/tag973.xml"/><Relationship Id="rId22" Type="http://schemas.openxmlformats.org/officeDocument/2006/relationships/tags" Target="../tags/tag972.xml"/><Relationship Id="rId21" Type="http://schemas.openxmlformats.org/officeDocument/2006/relationships/image" Target="../media/image190.jpeg"/><Relationship Id="rId20" Type="http://schemas.openxmlformats.org/officeDocument/2006/relationships/tags" Target="../tags/tag971.xml"/><Relationship Id="rId2" Type="http://schemas.openxmlformats.org/officeDocument/2006/relationships/image" Target="../media/image183.jpeg"/><Relationship Id="rId19" Type="http://schemas.openxmlformats.org/officeDocument/2006/relationships/tags" Target="../tags/tag970.xml"/><Relationship Id="rId18" Type="http://schemas.openxmlformats.org/officeDocument/2006/relationships/image" Target="../media/image189.jpeg"/><Relationship Id="rId17" Type="http://schemas.openxmlformats.org/officeDocument/2006/relationships/tags" Target="../tags/tag969.xml"/><Relationship Id="rId16" Type="http://schemas.openxmlformats.org/officeDocument/2006/relationships/image" Target="../media/image188.jpeg"/><Relationship Id="rId15" Type="http://schemas.openxmlformats.org/officeDocument/2006/relationships/tags" Target="../tags/tag968.xml"/><Relationship Id="rId14" Type="http://schemas.openxmlformats.org/officeDocument/2006/relationships/tags" Target="../tags/tag967.xml"/><Relationship Id="rId13" Type="http://schemas.openxmlformats.org/officeDocument/2006/relationships/image" Target="../media/image187.jpeg"/><Relationship Id="rId12" Type="http://schemas.openxmlformats.org/officeDocument/2006/relationships/tags" Target="../tags/tag966.xml"/><Relationship Id="rId11" Type="http://schemas.openxmlformats.org/officeDocument/2006/relationships/image" Target="../media/image186.jpeg"/><Relationship Id="rId10" Type="http://schemas.openxmlformats.org/officeDocument/2006/relationships/tags" Target="../tags/tag965.xml"/><Relationship Id="rId1" Type="http://schemas.openxmlformats.org/officeDocument/2006/relationships/tags" Target="../tags/tag959.xml"/></Relationships>
</file>

<file path=ppt/slides/_rels/slide37.xml.rels><?xml version="1.0" encoding="UTF-8" standalone="yes"?>
<Relationships xmlns="http://schemas.openxmlformats.org/package/2006/relationships"><Relationship Id="rId9" Type="http://schemas.openxmlformats.org/officeDocument/2006/relationships/tags" Target="../tags/tag991.xml"/><Relationship Id="rId8" Type="http://schemas.openxmlformats.org/officeDocument/2006/relationships/tags" Target="../tags/tag990.xml"/><Relationship Id="rId7" Type="http://schemas.openxmlformats.org/officeDocument/2006/relationships/tags" Target="../tags/tag989.xml"/><Relationship Id="rId6" Type="http://schemas.openxmlformats.org/officeDocument/2006/relationships/tags" Target="../tags/tag988.xml"/><Relationship Id="rId5" Type="http://schemas.openxmlformats.org/officeDocument/2006/relationships/tags" Target="../tags/tag987.xml"/><Relationship Id="rId4" Type="http://schemas.openxmlformats.org/officeDocument/2006/relationships/tags" Target="../tags/tag986.xml"/><Relationship Id="rId3" Type="http://schemas.openxmlformats.org/officeDocument/2006/relationships/tags" Target="../tags/tag985.xml"/><Relationship Id="rId2" Type="http://schemas.openxmlformats.org/officeDocument/2006/relationships/tags" Target="../tags/tag984.xml"/><Relationship Id="rId15" Type="http://schemas.openxmlformats.org/officeDocument/2006/relationships/slideLayout" Target="../slideLayouts/slideLayout10.xml"/><Relationship Id="rId14" Type="http://schemas.openxmlformats.org/officeDocument/2006/relationships/tags" Target="../tags/tag996.xml"/><Relationship Id="rId13" Type="http://schemas.openxmlformats.org/officeDocument/2006/relationships/tags" Target="../tags/tag995.xml"/><Relationship Id="rId12" Type="http://schemas.openxmlformats.org/officeDocument/2006/relationships/tags" Target="../tags/tag994.xml"/><Relationship Id="rId11" Type="http://schemas.openxmlformats.org/officeDocument/2006/relationships/tags" Target="../tags/tag993.xml"/><Relationship Id="rId10" Type="http://schemas.openxmlformats.org/officeDocument/2006/relationships/tags" Target="../tags/tag992.xml"/><Relationship Id="rId1" Type="http://schemas.openxmlformats.org/officeDocument/2006/relationships/tags" Target="../tags/tag983.xml"/></Relationships>
</file>

<file path=ppt/slides/_rels/slide38.xml.rels><?xml version="1.0" encoding="UTF-8" standalone="yes"?>
<Relationships xmlns="http://schemas.openxmlformats.org/package/2006/relationships"><Relationship Id="rId9" Type="http://schemas.openxmlformats.org/officeDocument/2006/relationships/tags" Target="../tags/tag1005.xml"/><Relationship Id="rId8" Type="http://schemas.openxmlformats.org/officeDocument/2006/relationships/tags" Target="../tags/tag1004.xml"/><Relationship Id="rId7" Type="http://schemas.openxmlformats.org/officeDocument/2006/relationships/tags" Target="../tags/tag1003.xml"/><Relationship Id="rId6" Type="http://schemas.openxmlformats.org/officeDocument/2006/relationships/tags" Target="../tags/tag1002.xml"/><Relationship Id="rId5" Type="http://schemas.openxmlformats.org/officeDocument/2006/relationships/tags" Target="../tags/tag1001.xml"/><Relationship Id="rId4" Type="http://schemas.openxmlformats.org/officeDocument/2006/relationships/tags" Target="../tags/tag1000.xml"/><Relationship Id="rId39" Type="http://schemas.openxmlformats.org/officeDocument/2006/relationships/slideLayout" Target="../slideLayouts/slideLayout10.xml"/><Relationship Id="rId38" Type="http://schemas.openxmlformats.org/officeDocument/2006/relationships/tags" Target="../tags/tag1028.xml"/><Relationship Id="rId37" Type="http://schemas.openxmlformats.org/officeDocument/2006/relationships/tags" Target="../tags/tag1027.xml"/><Relationship Id="rId36" Type="http://schemas.openxmlformats.org/officeDocument/2006/relationships/tags" Target="../tags/tag1026.xml"/><Relationship Id="rId35" Type="http://schemas.openxmlformats.org/officeDocument/2006/relationships/tags" Target="../tags/tag1025.xml"/><Relationship Id="rId34" Type="http://schemas.openxmlformats.org/officeDocument/2006/relationships/tags" Target="../tags/tag1024.xml"/><Relationship Id="rId33" Type="http://schemas.openxmlformats.org/officeDocument/2006/relationships/image" Target="../media/image198.png"/><Relationship Id="rId32" Type="http://schemas.openxmlformats.org/officeDocument/2006/relationships/tags" Target="../tags/tag1023.xml"/><Relationship Id="rId31" Type="http://schemas.openxmlformats.org/officeDocument/2006/relationships/tags" Target="../tags/tag1022.xml"/><Relationship Id="rId30" Type="http://schemas.openxmlformats.org/officeDocument/2006/relationships/tags" Target="../tags/tag1021.xml"/><Relationship Id="rId3" Type="http://schemas.openxmlformats.org/officeDocument/2006/relationships/tags" Target="../tags/tag999.xml"/><Relationship Id="rId29" Type="http://schemas.openxmlformats.org/officeDocument/2006/relationships/tags" Target="../tags/tag1020.xml"/><Relationship Id="rId28" Type="http://schemas.openxmlformats.org/officeDocument/2006/relationships/tags" Target="../tags/tag1019.xml"/><Relationship Id="rId27" Type="http://schemas.openxmlformats.org/officeDocument/2006/relationships/tags" Target="../tags/tag1018.xml"/><Relationship Id="rId26" Type="http://schemas.openxmlformats.org/officeDocument/2006/relationships/tags" Target="../tags/tag1017.xml"/><Relationship Id="rId25" Type="http://schemas.openxmlformats.org/officeDocument/2006/relationships/tags" Target="../tags/tag1016.xml"/><Relationship Id="rId24" Type="http://schemas.openxmlformats.org/officeDocument/2006/relationships/tags" Target="../tags/tag1015.xml"/><Relationship Id="rId23" Type="http://schemas.openxmlformats.org/officeDocument/2006/relationships/tags" Target="../tags/tag1014.xml"/><Relationship Id="rId22" Type="http://schemas.openxmlformats.org/officeDocument/2006/relationships/image" Target="../media/image197.png"/><Relationship Id="rId21" Type="http://schemas.openxmlformats.org/officeDocument/2006/relationships/tags" Target="../tags/tag1013.xml"/><Relationship Id="rId20" Type="http://schemas.openxmlformats.org/officeDocument/2006/relationships/tags" Target="../tags/tag1012.xml"/><Relationship Id="rId2" Type="http://schemas.openxmlformats.org/officeDocument/2006/relationships/tags" Target="../tags/tag998.xml"/><Relationship Id="rId19" Type="http://schemas.openxmlformats.org/officeDocument/2006/relationships/image" Target="../media/image196.png"/><Relationship Id="rId18" Type="http://schemas.openxmlformats.org/officeDocument/2006/relationships/tags" Target="../tags/tag1011.xml"/><Relationship Id="rId17" Type="http://schemas.openxmlformats.org/officeDocument/2006/relationships/tags" Target="../tags/tag1010.xml"/><Relationship Id="rId16" Type="http://schemas.openxmlformats.org/officeDocument/2006/relationships/image" Target="../media/image195.png"/><Relationship Id="rId15" Type="http://schemas.openxmlformats.org/officeDocument/2006/relationships/tags" Target="../tags/tag1009.xml"/><Relationship Id="rId14" Type="http://schemas.openxmlformats.org/officeDocument/2006/relationships/tags" Target="../tags/tag1008.xml"/><Relationship Id="rId13" Type="http://schemas.openxmlformats.org/officeDocument/2006/relationships/image" Target="../media/image194.png"/><Relationship Id="rId12" Type="http://schemas.openxmlformats.org/officeDocument/2006/relationships/tags" Target="../tags/tag1007.xml"/><Relationship Id="rId11" Type="http://schemas.openxmlformats.org/officeDocument/2006/relationships/tags" Target="../tags/tag1006.xml"/><Relationship Id="rId10" Type="http://schemas.openxmlformats.org/officeDocument/2006/relationships/image" Target="../media/image193.png"/><Relationship Id="rId1" Type="http://schemas.openxmlformats.org/officeDocument/2006/relationships/tags" Target="../tags/tag997.xml"/></Relationships>
</file>

<file path=ppt/slides/_rels/slide39.xml.rels><?xml version="1.0" encoding="UTF-8" standalone="yes"?>
<Relationships xmlns="http://schemas.openxmlformats.org/package/2006/relationships"><Relationship Id="rId9" Type="http://schemas.openxmlformats.org/officeDocument/2006/relationships/image" Target="../media/image201.png"/><Relationship Id="rId8" Type="http://schemas.openxmlformats.org/officeDocument/2006/relationships/tags" Target="../tags/tag1034.xml"/><Relationship Id="rId7" Type="http://schemas.openxmlformats.org/officeDocument/2006/relationships/image" Target="../media/image200.png"/><Relationship Id="rId6" Type="http://schemas.openxmlformats.org/officeDocument/2006/relationships/tags" Target="../tags/tag1033.xml"/><Relationship Id="rId5" Type="http://schemas.openxmlformats.org/officeDocument/2006/relationships/tags" Target="../tags/tag1032.xml"/><Relationship Id="rId4" Type="http://schemas.openxmlformats.org/officeDocument/2006/relationships/tags" Target="../tags/tag1031.xml"/><Relationship Id="rId35" Type="http://schemas.openxmlformats.org/officeDocument/2006/relationships/slideLayout" Target="../slideLayouts/slideLayout10.xml"/><Relationship Id="rId34" Type="http://schemas.openxmlformats.org/officeDocument/2006/relationships/tags" Target="../tags/tag1052.xml"/><Relationship Id="rId33" Type="http://schemas.openxmlformats.org/officeDocument/2006/relationships/tags" Target="../tags/tag1051.xml"/><Relationship Id="rId32" Type="http://schemas.openxmlformats.org/officeDocument/2006/relationships/tags" Target="../tags/tag1050.xml"/><Relationship Id="rId31" Type="http://schemas.openxmlformats.org/officeDocument/2006/relationships/tags" Target="../tags/tag1049.xml"/><Relationship Id="rId30" Type="http://schemas.openxmlformats.org/officeDocument/2006/relationships/image" Target="../media/image204.png"/><Relationship Id="rId3" Type="http://schemas.openxmlformats.org/officeDocument/2006/relationships/tags" Target="../tags/tag1030.xml"/><Relationship Id="rId29" Type="http://schemas.openxmlformats.org/officeDocument/2006/relationships/tags" Target="../tags/tag1048.xml"/><Relationship Id="rId28" Type="http://schemas.openxmlformats.org/officeDocument/2006/relationships/tags" Target="../tags/tag1047.xml"/><Relationship Id="rId27" Type="http://schemas.openxmlformats.org/officeDocument/2006/relationships/tags" Target="../tags/tag1046.xml"/><Relationship Id="rId26" Type="http://schemas.openxmlformats.org/officeDocument/2006/relationships/image" Target="../media/image196.png"/><Relationship Id="rId25" Type="http://schemas.openxmlformats.org/officeDocument/2006/relationships/tags" Target="../tags/tag1045.xml"/><Relationship Id="rId24" Type="http://schemas.openxmlformats.org/officeDocument/2006/relationships/tags" Target="../tags/tag1044.xml"/><Relationship Id="rId23" Type="http://schemas.openxmlformats.org/officeDocument/2006/relationships/image" Target="../media/image195.png"/><Relationship Id="rId22" Type="http://schemas.openxmlformats.org/officeDocument/2006/relationships/tags" Target="../tags/tag1043.xml"/><Relationship Id="rId21" Type="http://schemas.openxmlformats.org/officeDocument/2006/relationships/tags" Target="../tags/tag1042.xml"/><Relationship Id="rId20" Type="http://schemas.openxmlformats.org/officeDocument/2006/relationships/image" Target="../media/image194.png"/><Relationship Id="rId2" Type="http://schemas.openxmlformats.org/officeDocument/2006/relationships/image" Target="../media/image199.png"/><Relationship Id="rId19" Type="http://schemas.openxmlformats.org/officeDocument/2006/relationships/tags" Target="../tags/tag1041.xml"/><Relationship Id="rId18" Type="http://schemas.openxmlformats.org/officeDocument/2006/relationships/tags" Target="../tags/tag1040.xml"/><Relationship Id="rId17" Type="http://schemas.openxmlformats.org/officeDocument/2006/relationships/image" Target="../media/image193.png"/><Relationship Id="rId16" Type="http://schemas.openxmlformats.org/officeDocument/2006/relationships/tags" Target="../tags/tag1039.xml"/><Relationship Id="rId15" Type="http://schemas.openxmlformats.org/officeDocument/2006/relationships/tags" Target="../tags/tag1038.xml"/><Relationship Id="rId14" Type="http://schemas.openxmlformats.org/officeDocument/2006/relationships/image" Target="../media/image203.png"/><Relationship Id="rId13" Type="http://schemas.openxmlformats.org/officeDocument/2006/relationships/tags" Target="../tags/tag1037.xml"/><Relationship Id="rId12" Type="http://schemas.openxmlformats.org/officeDocument/2006/relationships/tags" Target="../tags/tag1036.xml"/><Relationship Id="rId11" Type="http://schemas.openxmlformats.org/officeDocument/2006/relationships/image" Target="../media/image202.png"/><Relationship Id="rId10" Type="http://schemas.openxmlformats.org/officeDocument/2006/relationships/tags" Target="../tags/tag1035.xml"/><Relationship Id="rId1" Type="http://schemas.openxmlformats.org/officeDocument/2006/relationships/tags" Target="../tags/tag1029.xml"/></Relationships>
</file>

<file path=ppt/slides/_rels/slide40.xml.rels><?xml version="1.0" encoding="UTF-8" standalone="yes"?>
<Relationships xmlns="http://schemas.openxmlformats.org/package/2006/relationships"><Relationship Id="rId9" Type="http://schemas.openxmlformats.org/officeDocument/2006/relationships/tags" Target="../tags/tag1059.xml"/><Relationship Id="rId8" Type="http://schemas.openxmlformats.org/officeDocument/2006/relationships/tags" Target="../tags/tag1058.xml"/><Relationship Id="rId7" Type="http://schemas.openxmlformats.org/officeDocument/2006/relationships/image" Target="../media/image206.png"/><Relationship Id="rId6" Type="http://schemas.openxmlformats.org/officeDocument/2006/relationships/tags" Target="../tags/tag1057.xml"/><Relationship Id="rId5" Type="http://schemas.openxmlformats.org/officeDocument/2006/relationships/tags" Target="../tags/tag1056.xml"/><Relationship Id="rId42" Type="http://schemas.openxmlformats.org/officeDocument/2006/relationships/slideLayout" Target="../slideLayouts/slideLayout10.xml"/><Relationship Id="rId41" Type="http://schemas.openxmlformats.org/officeDocument/2006/relationships/tags" Target="../tags/tag1084.xml"/><Relationship Id="rId40" Type="http://schemas.openxmlformats.org/officeDocument/2006/relationships/tags" Target="../tags/tag1083.xml"/><Relationship Id="rId4" Type="http://schemas.openxmlformats.org/officeDocument/2006/relationships/image" Target="../media/image205.png"/><Relationship Id="rId39" Type="http://schemas.openxmlformats.org/officeDocument/2006/relationships/tags" Target="../tags/tag1082.xml"/><Relationship Id="rId38" Type="http://schemas.openxmlformats.org/officeDocument/2006/relationships/tags" Target="../tags/tag1081.xml"/><Relationship Id="rId37" Type="http://schemas.openxmlformats.org/officeDocument/2006/relationships/image" Target="../media/image204.png"/><Relationship Id="rId36" Type="http://schemas.openxmlformats.org/officeDocument/2006/relationships/tags" Target="../tags/tag1080.xml"/><Relationship Id="rId35" Type="http://schemas.openxmlformats.org/officeDocument/2006/relationships/tags" Target="../tags/tag1079.xml"/><Relationship Id="rId34" Type="http://schemas.openxmlformats.org/officeDocument/2006/relationships/tags" Target="../tags/tag1078.xml"/><Relationship Id="rId33" Type="http://schemas.openxmlformats.org/officeDocument/2006/relationships/tags" Target="../tags/tag1077.xml"/><Relationship Id="rId32" Type="http://schemas.openxmlformats.org/officeDocument/2006/relationships/tags" Target="../tags/tag1076.xml"/><Relationship Id="rId31" Type="http://schemas.openxmlformats.org/officeDocument/2006/relationships/tags" Target="../tags/tag1075.xml"/><Relationship Id="rId30" Type="http://schemas.openxmlformats.org/officeDocument/2006/relationships/tags" Target="../tags/tag1074.xml"/><Relationship Id="rId3" Type="http://schemas.openxmlformats.org/officeDocument/2006/relationships/tags" Target="../tags/tag1055.xml"/><Relationship Id="rId29" Type="http://schemas.openxmlformats.org/officeDocument/2006/relationships/tags" Target="../tags/tag1073.xml"/><Relationship Id="rId28" Type="http://schemas.openxmlformats.org/officeDocument/2006/relationships/image" Target="../media/image209.png"/><Relationship Id="rId27" Type="http://schemas.openxmlformats.org/officeDocument/2006/relationships/tags" Target="../tags/tag1072.xml"/><Relationship Id="rId26" Type="http://schemas.openxmlformats.org/officeDocument/2006/relationships/tags" Target="../tags/tag1071.xml"/><Relationship Id="rId25" Type="http://schemas.openxmlformats.org/officeDocument/2006/relationships/image" Target="../media/image196.png"/><Relationship Id="rId24" Type="http://schemas.openxmlformats.org/officeDocument/2006/relationships/tags" Target="../tags/tag1070.xml"/><Relationship Id="rId23" Type="http://schemas.openxmlformats.org/officeDocument/2006/relationships/tags" Target="../tags/tag1069.xml"/><Relationship Id="rId22" Type="http://schemas.openxmlformats.org/officeDocument/2006/relationships/image" Target="../media/image195.png"/><Relationship Id="rId21" Type="http://schemas.openxmlformats.org/officeDocument/2006/relationships/tags" Target="../tags/tag1068.xml"/><Relationship Id="rId20" Type="http://schemas.openxmlformats.org/officeDocument/2006/relationships/tags" Target="../tags/tag1067.xml"/><Relationship Id="rId2" Type="http://schemas.openxmlformats.org/officeDocument/2006/relationships/tags" Target="../tags/tag1054.xml"/><Relationship Id="rId19" Type="http://schemas.openxmlformats.org/officeDocument/2006/relationships/image" Target="../media/image194.png"/><Relationship Id="rId18" Type="http://schemas.openxmlformats.org/officeDocument/2006/relationships/tags" Target="../tags/tag1066.xml"/><Relationship Id="rId17" Type="http://schemas.openxmlformats.org/officeDocument/2006/relationships/tags" Target="../tags/tag1065.xml"/><Relationship Id="rId16" Type="http://schemas.openxmlformats.org/officeDocument/2006/relationships/tags" Target="../tags/tag1064.xml"/><Relationship Id="rId15" Type="http://schemas.openxmlformats.org/officeDocument/2006/relationships/image" Target="../media/image208.png"/><Relationship Id="rId14" Type="http://schemas.openxmlformats.org/officeDocument/2006/relationships/tags" Target="../tags/tag1063.xml"/><Relationship Id="rId13" Type="http://schemas.openxmlformats.org/officeDocument/2006/relationships/image" Target="../media/image207.png"/><Relationship Id="rId12" Type="http://schemas.openxmlformats.org/officeDocument/2006/relationships/tags" Target="../tags/tag1062.xml"/><Relationship Id="rId11" Type="http://schemas.openxmlformats.org/officeDocument/2006/relationships/tags" Target="../tags/tag1061.xml"/><Relationship Id="rId10" Type="http://schemas.openxmlformats.org/officeDocument/2006/relationships/tags" Target="../tags/tag1060.xml"/><Relationship Id="rId1" Type="http://schemas.openxmlformats.org/officeDocument/2006/relationships/tags" Target="../tags/tag1053.xml"/></Relationships>
</file>

<file path=ppt/slides/_rels/slide41.xml.rels><?xml version="1.0" encoding="UTF-8" standalone="yes"?>
<Relationships xmlns="http://schemas.openxmlformats.org/package/2006/relationships"><Relationship Id="rId9" Type="http://schemas.openxmlformats.org/officeDocument/2006/relationships/image" Target="../media/image193.png"/><Relationship Id="rId8" Type="http://schemas.openxmlformats.org/officeDocument/2006/relationships/tags" Target="../tags/tag1092.xml"/><Relationship Id="rId7" Type="http://schemas.openxmlformats.org/officeDocument/2006/relationships/tags" Target="../tags/tag1091.xml"/><Relationship Id="rId6" Type="http://schemas.openxmlformats.org/officeDocument/2006/relationships/tags" Target="../tags/tag1090.xml"/><Relationship Id="rId5" Type="http://schemas.openxmlformats.org/officeDocument/2006/relationships/tags" Target="../tags/tag1089.xml"/><Relationship Id="rId4" Type="http://schemas.openxmlformats.org/officeDocument/2006/relationships/tags" Target="../tags/tag1088.xml"/><Relationship Id="rId3" Type="http://schemas.openxmlformats.org/officeDocument/2006/relationships/tags" Target="../tags/tag1087.xml"/><Relationship Id="rId26" Type="http://schemas.openxmlformats.org/officeDocument/2006/relationships/notesSlide" Target="../notesSlides/notesSlide9.xml"/><Relationship Id="rId25" Type="http://schemas.openxmlformats.org/officeDocument/2006/relationships/slideLayout" Target="../slideLayouts/slideLayout10.xml"/><Relationship Id="rId24" Type="http://schemas.openxmlformats.org/officeDocument/2006/relationships/tags" Target="../tags/tag1103.xml"/><Relationship Id="rId23" Type="http://schemas.openxmlformats.org/officeDocument/2006/relationships/tags" Target="../tags/tag1102.xml"/><Relationship Id="rId22" Type="http://schemas.openxmlformats.org/officeDocument/2006/relationships/image" Target="../media/image198.png"/><Relationship Id="rId21" Type="http://schemas.openxmlformats.org/officeDocument/2006/relationships/tags" Target="../tags/tag1101.xml"/><Relationship Id="rId20" Type="http://schemas.openxmlformats.org/officeDocument/2006/relationships/tags" Target="../tags/tag1100.xml"/><Relationship Id="rId2" Type="http://schemas.openxmlformats.org/officeDocument/2006/relationships/tags" Target="../tags/tag1086.xml"/><Relationship Id="rId19" Type="http://schemas.openxmlformats.org/officeDocument/2006/relationships/image" Target="../media/image204.png"/><Relationship Id="rId18" Type="http://schemas.openxmlformats.org/officeDocument/2006/relationships/tags" Target="../tags/tag1099.xml"/><Relationship Id="rId17" Type="http://schemas.openxmlformats.org/officeDocument/2006/relationships/tags" Target="../tags/tag1098.xml"/><Relationship Id="rId16" Type="http://schemas.openxmlformats.org/officeDocument/2006/relationships/image" Target="../media/image196.png"/><Relationship Id="rId15" Type="http://schemas.openxmlformats.org/officeDocument/2006/relationships/tags" Target="../tags/tag1097.xml"/><Relationship Id="rId14" Type="http://schemas.openxmlformats.org/officeDocument/2006/relationships/tags" Target="../tags/tag1096.xml"/><Relationship Id="rId13" Type="http://schemas.openxmlformats.org/officeDocument/2006/relationships/image" Target="../media/image195.png"/><Relationship Id="rId12" Type="http://schemas.openxmlformats.org/officeDocument/2006/relationships/tags" Target="../tags/tag1095.xml"/><Relationship Id="rId11" Type="http://schemas.openxmlformats.org/officeDocument/2006/relationships/tags" Target="../tags/tag1094.xml"/><Relationship Id="rId10" Type="http://schemas.openxmlformats.org/officeDocument/2006/relationships/tags" Target="../tags/tag1093.xml"/><Relationship Id="rId1" Type="http://schemas.openxmlformats.org/officeDocument/2006/relationships/tags" Target="../tags/tag1085.xml"/></Relationships>
</file>

<file path=ppt/slides/_rels/slide42.xml.rels><?xml version="1.0" encoding="UTF-8" standalone="yes"?>
<Relationships xmlns="http://schemas.openxmlformats.org/package/2006/relationships"><Relationship Id="rId9" Type="http://schemas.openxmlformats.org/officeDocument/2006/relationships/image" Target="../media/image213.png"/><Relationship Id="rId8" Type="http://schemas.openxmlformats.org/officeDocument/2006/relationships/tags" Target="../tags/tag1108.xml"/><Relationship Id="rId7" Type="http://schemas.openxmlformats.org/officeDocument/2006/relationships/image" Target="../media/image212.png"/><Relationship Id="rId6" Type="http://schemas.openxmlformats.org/officeDocument/2006/relationships/tags" Target="../tags/tag1107.xml"/><Relationship Id="rId51" Type="http://schemas.openxmlformats.org/officeDocument/2006/relationships/slideLayout" Target="../slideLayouts/slideLayout10.xml"/><Relationship Id="rId50" Type="http://schemas.openxmlformats.org/officeDocument/2006/relationships/tags" Target="../tags/tag1136.xml"/><Relationship Id="rId5" Type="http://schemas.openxmlformats.org/officeDocument/2006/relationships/image" Target="../media/image211.png"/><Relationship Id="rId49" Type="http://schemas.openxmlformats.org/officeDocument/2006/relationships/tags" Target="../tags/tag1135.xml"/><Relationship Id="rId48" Type="http://schemas.openxmlformats.org/officeDocument/2006/relationships/image" Target="../media/image226.png"/><Relationship Id="rId47" Type="http://schemas.openxmlformats.org/officeDocument/2006/relationships/tags" Target="../tags/tag1134.xml"/><Relationship Id="rId46" Type="http://schemas.openxmlformats.org/officeDocument/2006/relationships/tags" Target="../tags/tag1133.xml"/><Relationship Id="rId45" Type="http://schemas.openxmlformats.org/officeDocument/2006/relationships/image" Target="../media/image225.png"/><Relationship Id="rId44" Type="http://schemas.openxmlformats.org/officeDocument/2006/relationships/tags" Target="../tags/tag1132.xml"/><Relationship Id="rId43" Type="http://schemas.openxmlformats.org/officeDocument/2006/relationships/tags" Target="../tags/tag1131.xml"/><Relationship Id="rId42" Type="http://schemas.openxmlformats.org/officeDocument/2006/relationships/image" Target="../media/image224.png"/><Relationship Id="rId41" Type="http://schemas.openxmlformats.org/officeDocument/2006/relationships/tags" Target="../tags/tag1130.xml"/><Relationship Id="rId40" Type="http://schemas.openxmlformats.org/officeDocument/2006/relationships/tags" Target="../tags/tag1129.xml"/><Relationship Id="rId4" Type="http://schemas.openxmlformats.org/officeDocument/2006/relationships/tags" Target="../tags/tag1106.xml"/><Relationship Id="rId39" Type="http://schemas.openxmlformats.org/officeDocument/2006/relationships/image" Target="../media/image223.png"/><Relationship Id="rId38" Type="http://schemas.openxmlformats.org/officeDocument/2006/relationships/tags" Target="../tags/tag1128.xml"/><Relationship Id="rId37" Type="http://schemas.openxmlformats.org/officeDocument/2006/relationships/tags" Target="../tags/tag1127.xml"/><Relationship Id="rId36" Type="http://schemas.openxmlformats.org/officeDocument/2006/relationships/tags" Target="../tags/tag1126.xml"/><Relationship Id="rId35" Type="http://schemas.openxmlformats.org/officeDocument/2006/relationships/image" Target="../media/image222.png"/><Relationship Id="rId34" Type="http://schemas.openxmlformats.org/officeDocument/2006/relationships/tags" Target="../tags/tag1125.xml"/><Relationship Id="rId33" Type="http://schemas.openxmlformats.org/officeDocument/2006/relationships/tags" Target="../tags/tag1124.xml"/><Relationship Id="rId32" Type="http://schemas.openxmlformats.org/officeDocument/2006/relationships/tags" Target="../tags/tag1123.xml"/><Relationship Id="rId31" Type="http://schemas.openxmlformats.org/officeDocument/2006/relationships/tags" Target="../tags/tag1122.xml"/><Relationship Id="rId30" Type="http://schemas.openxmlformats.org/officeDocument/2006/relationships/tags" Target="../tags/tag1121.xml"/><Relationship Id="rId3" Type="http://schemas.openxmlformats.org/officeDocument/2006/relationships/image" Target="../media/image210.png"/><Relationship Id="rId29" Type="http://schemas.openxmlformats.org/officeDocument/2006/relationships/tags" Target="../tags/tag1120.xml"/><Relationship Id="rId28" Type="http://schemas.openxmlformats.org/officeDocument/2006/relationships/image" Target="../media/image221.png"/><Relationship Id="rId27" Type="http://schemas.openxmlformats.org/officeDocument/2006/relationships/tags" Target="../tags/tag1119.xml"/><Relationship Id="rId26" Type="http://schemas.openxmlformats.org/officeDocument/2006/relationships/image" Target="../media/image220.png"/><Relationship Id="rId25" Type="http://schemas.openxmlformats.org/officeDocument/2006/relationships/tags" Target="../tags/tag1118.xml"/><Relationship Id="rId24" Type="http://schemas.openxmlformats.org/officeDocument/2006/relationships/tags" Target="../tags/tag1117.xml"/><Relationship Id="rId23" Type="http://schemas.openxmlformats.org/officeDocument/2006/relationships/image" Target="../media/image219.png"/><Relationship Id="rId22" Type="http://schemas.openxmlformats.org/officeDocument/2006/relationships/tags" Target="../tags/tag1116.xml"/><Relationship Id="rId21" Type="http://schemas.openxmlformats.org/officeDocument/2006/relationships/image" Target="../media/image218.png"/><Relationship Id="rId20" Type="http://schemas.openxmlformats.org/officeDocument/2006/relationships/tags" Target="../tags/tag1115.xml"/><Relationship Id="rId2" Type="http://schemas.openxmlformats.org/officeDocument/2006/relationships/tags" Target="../tags/tag1105.xml"/><Relationship Id="rId19" Type="http://schemas.openxmlformats.org/officeDocument/2006/relationships/tags" Target="../tags/tag1114.xml"/><Relationship Id="rId18" Type="http://schemas.openxmlformats.org/officeDocument/2006/relationships/image" Target="../media/image217.png"/><Relationship Id="rId17" Type="http://schemas.openxmlformats.org/officeDocument/2006/relationships/tags" Target="../tags/tag1113.xml"/><Relationship Id="rId16" Type="http://schemas.openxmlformats.org/officeDocument/2006/relationships/tags" Target="../tags/tag1112.xml"/><Relationship Id="rId15" Type="http://schemas.openxmlformats.org/officeDocument/2006/relationships/image" Target="../media/image216.png"/><Relationship Id="rId14" Type="http://schemas.openxmlformats.org/officeDocument/2006/relationships/tags" Target="../tags/tag1111.xml"/><Relationship Id="rId13" Type="http://schemas.openxmlformats.org/officeDocument/2006/relationships/image" Target="../media/image215.png"/><Relationship Id="rId12" Type="http://schemas.openxmlformats.org/officeDocument/2006/relationships/tags" Target="../tags/tag1110.xml"/><Relationship Id="rId11" Type="http://schemas.openxmlformats.org/officeDocument/2006/relationships/image" Target="../media/image214.png"/><Relationship Id="rId10" Type="http://schemas.openxmlformats.org/officeDocument/2006/relationships/tags" Target="../tags/tag1109.xml"/><Relationship Id="rId1" Type="http://schemas.openxmlformats.org/officeDocument/2006/relationships/tags" Target="../tags/tag1104.xml"/></Relationships>
</file>

<file path=ppt/slides/_rels/slide43.xml.rels><?xml version="1.0" encoding="UTF-8" standalone="yes"?>
<Relationships xmlns="http://schemas.openxmlformats.org/package/2006/relationships"><Relationship Id="rId9" Type="http://schemas.openxmlformats.org/officeDocument/2006/relationships/tags" Target="../tags/tag1143.xml"/><Relationship Id="rId8" Type="http://schemas.openxmlformats.org/officeDocument/2006/relationships/image" Target="../media/image228.png"/><Relationship Id="rId7" Type="http://schemas.openxmlformats.org/officeDocument/2006/relationships/tags" Target="../tags/tag1142.xml"/><Relationship Id="rId6" Type="http://schemas.openxmlformats.org/officeDocument/2006/relationships/tags" Target="../tags/tag1141.xml"/><Relationship Id="rId5" Type="http://schemas.openxmlformats.org/officeDocument/2006/relationships/image" Target="../media/image227.png"/><Relationship Id="rId42" Type="http://schemas.openxmlformats.org/officeDocument/2006/relationships/slideLayout" Target="../slideLayouts/slideLayout10.xml"/><Relationship Id="rId41" Type="http://schemas.openxmlformats.org/officeDocument/2006/relationships/tags" Target="../tags/tag1165.xml"/><Relationship Id="rId40" Type="http://schemas.openxmlformats.org/officeDocument/2006/relationships/tags" Target="../tags/tag1164.xml"/><Relationship Id="rId4" Type="http://schemas.openxmlformats.org/officeDocument/2006/relationships/tags" Target="../tags/tag1140.xml"/><Relationship Id="rId39" Type="http://schemas.openxmlformats.org/officeDocument/2006/relationships/image" Target="../media/image198.png"/><Relationship Id="rId38" Type="http://schemas.openxmlformats.org/officeDocument/2006/relationships/tags" Target="../tags/tag1163.xml"/><Relationship Id="rId37" Type="http://schemas.openxmlformats.org/officeDocument/2006/relationships/tags" Target="../tags/tag1162.xml"/><Relationship Id="rId36" Type="http://schemas.openxmlformats.org/officeDocument/2006/relationships/image" Target="../media/image204.png"/><Relationship Id="rId35" Type="http://schemas.openxmlformats.org/officeDocument/2006/relationships/tags" Target="../tags/tag1161.xml"/><Relationship Id="rId34" Type="http://schemas.openxmlformats.org/officeDocument/2006/relationships/tags" Target="../tags/tag1160.xml"/><Relationship Id="rId33" Type="http://schemas.openxmlformats.org/officeDocument/2006/relationships/tags" Target="../tags/tag1159.xml"/><Relationship Id="rId32" Type="http://schemas.openxmlformats.org/officeDocument/2006/relationships/image" Target="../media/image195.png"/><Relationship Id="rId31" Type="http://schemas.openxmlformats.org/officeDocument/2006/relationships/tags" Target="../tags/tag1158.xml"/><Relationship Id="rId30" Type="http://schemas.openxmlformats.org/officeDocument/2006/relationships/tags" Target="../tags/tag1157.xml"/><Relationship Id="rId3" Type="http://schemas.openxmlformats.org/officeDocument/2006/relationships/tags" Target="../tags/tag1139.xml"/><Relationship Id="rId29" Type="http://schemas.openxmlformats.org/officeDocument/2006/relationships/image" Target="../media/image194.png"/><Relationship Id="rId28" Type="http://schemas.openxmlformats.org/officeDocument/2006/relationships/tags" Target="../tags/tag1156.xml"/><Relationship Id="rId27" Type="http://schemas.openxmlformats.org/officeDocument/2006/relationships/tags" Target="../tags/tag1155.xml"/><Relationship Id="rId26" Type="http://schemas.openxmlformats.org/officeDocument/2006/relationships/image" Target="../media/image193.png"/><Relationship Id="rId25" Type="http://schemas.openxmlformats.org/officeDocument/2006/relationships/tags" Target="../tags/tag1154.xml"/><Relationship Id="rId24" Type="http://schemas.openxmlformats.org/officeDocument/2006/relationships/tags" Target="../tags/tag1153.xml"/><Relationship Id="rId23" Type="http://schemas.openxmlformats.org/officeDocument/2006/relationships/image" Target="../media/image233.png"/><Relationship Id="rId22" Type="http://schemas.openxmlformats.org/officeDocument/2006/relationships/tags" Target="../tags/tag1152.xml"/><Relationship Id="rId21" Type="http://schemas.openxmlformats.org/officeDocument/2006/relationships/tags" Target="../tags/tag1151.xml"/><Relationship Id="rId20" Type="http://schemas.openxmlformats.org/officeDocument/2006/relationships/image" Target="../media/image232.png"/><Relationship Id="rId2" Type="http://schemas.openxmlformats.org/officeDocument/2006/relationships/tags" Target="../tags/tag1138.xml"/><Relationship Id="rId19" Type="http://schemas.openxmlformats.org/officeDocument/2006/relationships/tags" Target="../tags/tag1150.xml"/><Relationship Id="rId18" Type="http://schemas.openxmlformats.org/officeDocument/2006/relationships/tags" Target="../tags/tag1149.xml"/><Relationship Id="rId17" Type="http://schemas.openxmlformats.org/officeDocument/2006/relationships/image" Target="../media/image231.png"/><Relationship Id="rId16" Type="http://schemas.openxmlformats.org/officeDocument/2006/relationships/tags" Target="../tags/tag1148.xml"/><Relationship Id="rId15" Type="http://schemas.openxmlformats.org/officeDocument/2006/relationships/tags" Target="../tags/tag1147.xml"/><Relationship Id="rId14" Type="http://schemas.openxmlformats.org/officeDocument/2006/relationships/image" Target="../media/image230.png"/><Relationship Id="rId13" Type="http://schemas.openxmlformats.org/officeDocument/2006/relationships/tags" Target="../tags/tag1146.xml"/><Relationship Id="rId12" Type="http://schemas.openxmlformats.org/officeDocument/2006/relationships/tags" Target="../tags/tag1145.xml"/><Relationship Id="rId11" Type="http://schemas.openxmlformats.org/officeDocument/2006/relationships/image" Target="../media/image229.png"/><Relationship Id="rId10" Type="http://schemas.openxmlformats.org/officeDocument/2006/relationships/tags" Target="../tags/tag1144.xml"/><Relationship Id="rId1" Type="http://schemas.openxmlformats.org/officeDocument/2006/relationships/tags" Target="../tags/tag1137.xml"/></Relationships>
</file>

<file path=ppt/slides/_rels/slide44.xml.rels><?xml version="1.0" encoding="UTF-8" standalone="yes"?>
<Relationships xmlns="http://schemas.openxmlformats.org/package/2006/relationships"><Relationship Id="rId9" Type="http://schemas.openxmlformats.org/officeDocument/2006/relationships/tags" Target="../tags/tag1174.xml"/><Relationship Id="rId8" Type="http://schemas.openxmlformats.org/officeDocument/2006/relationships/tags" Target="../tags/tag1173.xml"/><Relationship Id="rId7" Type="http://schemas.openxmlformats.org/officeDocument/2006/relationships/tags" Target="../tags/tag1172.xml"/><Relationship Id="rId6" Type="http://schemas.openxmlformats.org/officeDocument/2006/relationships/tags" Target="../tags/tag1171.xml"/><Relationship Id="rId5" Type="http://schemas.openxmlformats.org/officeDocument/2006/relationships/tags" Target="../tags/tag1170.xml"/><Relationship Id="rId4" Type="http://schemas.openxmlformats.org/officeDocument/2006/relationships/tags" Target="../tags/tag1169.xml"/><Relationship Id="rId33" Type="http://schemas.openxmlformats.org/officeDocument/2006/relationships/slideLayout" Target="../slideLayouts/slideLayout10.xml"/><Relationship Id="rId32" Type="http://schemas.openxmlformats.org/officeDocument/2006/relationships/tags" Target="../tags/tag1191.xml"/><Relationship Id="rId31" Type="http://schemas.openxmlformats.org/officeDocument/2006/relationships/tags" Target="../tags/tag1190.xml"/><Relationship Id="rId30" Type="http://schemas.openxmlformats.org/officeDocument/2006/relationships/tags" Target="../tags/tag1189.xml"/><Relationship Id="rId3" Type="http://schemas.openxmlformats.org/officeDocument/2006/relationships/tags" Target="../tags/tag1168.xml"/><Relationship Id="rId29" Type="http://schemas.openxmlformats.org/officeDocument/2006/relationships/tags" Target="../tags/tag1188.xml"/><Relationship Id="rId28" Type="http://schemas.openxmlformats.org/officeDocument/2006/relationships/image" Target="../media/image198.png"/><Relationship Id="rId27" Type="http://schemas.openxmlformats.org/officeDocument/2006/relationships/tags" Target="../tags/tag1187.xml"/><Relationship Id="rId26" Type="http://schemas.openxmlformats.org/officeDocument/2006/relationships/tags" Target="../tags/tag1186.xml"/><Relationship Id="rId25" Type="http://schemas.openxmlformats.org/officeDocument/2006/relationships/image" Target="../media/image204.png"/><Relationship Id="rId24" Type="http://schemas.openxmlformats.org/officeDocument/2006/relationships/tags" Target="../tags/tag1185.xml"/><Relationship Id="rId23" Type="http://schemas.openxmlformats.org/officeDocument/2006/relationships/tags" Target="../tags/tag1184.xml"/><Relationship Id="rId22" Type="http://schemas.openxmlformats.org/officeDocument/2006/relationships/tags" Target="../tags/tag1183.xml"/><Relationship Id="rId21" Type="http://schemas.openxmlformats.org/officeDocument/2006/relationships/image" Target="../media/image195.png"/><Relationship Id="rId20" Type="http://schemas.openxmlformats.org/officeDocument/2006/relationships/tags" Target="../tags/tag1182.xml"/><Relationship Id="rId2" Type="http://schemas.openxmlformats.org/officeDocument/2006/relationships/tags" Target="../tags/tag1167.xml"/><Relationship Id="rId19" Type="http://schemas.openxmlformats.org/officeDocument/2006/relationships/tags" Target="../tags/tag1181.xml"/><Relationship Id="rId18" Type="http://schemas.openxmlformats.org/officeDocument/2006/relationships/image" Target="../media/image194.png"/><Relationship Id="rId17" Type="http://schemas.openxmlformats.org/officeDocument/2006/relationships/tags" Target="../tags/tag1180.xml"/><Relationship Id="rId16" Type="http://schemas.openxmlformats.org/officeDocument/2006/relationships/tags" Target="../tags/tag1179.xml"/><Relationship Id="rId15" Type="http://schemas.openxmlformats.org/officeDocument/2006/relationships/image" Target="../media/image235.png"/><Relationship Id="rId14" Type="http://schemas.openxmlformats.org/officeDocument/2006/relationships/tags" Target="../tags/tag1178.xml"/><Relationship Id="rId13" Type="http://schemas.openxmlformats.org/officeDocument/2006/relationships/tags" Target="../tags/tag1177.xml"/><Relationship Id="rId12" Type="http://schemas.openxmlformats.org/officeDocument/2006/relationships/image" Target="../media/image234.png"/><Relationship Id="rId11" Type="http://schemas.openxmlformats.org/officeDocument/2006/relationships/tags" Target="../tags/tag1176.xml"/><Relationship Id="rId10" Type="http://schemas.openxmlformats.org/officeDocument/2006/relationships/tags" Target="../tags/tag1175.xml"/><Relationship Id="rId1" Type="http://schemas.openxmlformats.org/officeDocument/2006/relationships/tags" Target="../tags/tag1166.xml"/></Relationships>
</file>

<file path=ppt/slides/_rels/slide45.xml.rels><?xml version="1.0" encoding="UTF-8" standalone="yes"?>
<Relationships xmlns="http://schemas.openxmlformats.org/package/2006/relationships"><Relationship Id="rId9" Type="http://schemas.openxmlformats.org/officeDocument/2006/relationships/tags" Target="../tags/tag1200.xml"/><Relationship Id="rId8" Type="http://schemas.openxmlformats.org/officeDocument/2006/relationships/tags" Target="../tags/tag1199.xml"/><Relationship Id="rId7" Type="http://schemas.openxmlformats.org/officeDocument/2006/relationships/tags" Target="../tags/tag1198.xml"/><Relationship Id="rId6" Type="http://schemas.openxmlformats.org/officeDocument/2006/relationships/tags" Target="../tags/tag1197.xml"/><Relationship Id="rId5" Type="http://schemas.openxmlformats.org/officeDocument/2006/relationships/tags" Target="../tags/tag1196.xml"/><Relationship Id="rId4" Type="http://schemas.openxmlformats.org/officeDocument/2006/relationships/tags" Target="../tags/tag1195.xml"/><Relationship Id="rId3" Type="http://schemas.openxmlformats.org/officeDocument/2006/relationships/tags" Target="../tags/tag1194.xml"/><Relationship Id="rId2" Type="http://schemas.openxmlformats.org/officeDocument/2006/relationships/tags" Target="../tags/tag1193.xml"/><Relationship Id="rId11" Type="http://schemas.openxmlformats.org/officeDocument/2006/relationships/slideLayout" Target="../slideLayouts/slideLayout10.xml"/><Relationship Id="rId10" Type="http://schemas.openxmlformats.org/officeDocument/2006/relationships/tags" Target="../tags/tag1201.xml"/><Relationship Id="rId1" Type="http://schemas.openxmlformats.org/officeDocument/2006/relationships/tags" Target="../tags/tag1192.xml"/></Relationships>
</file>

<file path=ppt/slides/_rels/slide46.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1207.xml"/><Relationship Id="rId7" Type="http://schemas.openxmlformats.org/officeDocument/2006/relationships/tags" Target="../tags/tag1206.xml"/><Relationship Id="rId6" Type="http://schemas.openxmlformats.org/officeDocument/2006/relationships/image" Target="../media/image5.png"/><Relationship Id="rId5" Type="http://schemas.openxmlformats.org/officeDocument/2006/relationships/tags" Target="../tags/tag1205.xml"/><Relationship Id="rId4" Type="http://schemas.openxmlformats.org/officeDocument/2006/relationships/tags" Target="../tags/tag1204.xml"/><Relationship Id="rId31" Type="http://schemas.openxmlformats.org/officeDocument/2006/relationships/slideLayout" Target="../slideLayouts/slideLayout10.xml"/><Relationship Id="rId30" Type="http://schemas.openxmlformats.org/officeDocument/2006/relationships/tags" Target="../tags/tag1224.xml"/><Relationship Id="rId3" Type="http://schemas.openxmlformats.org/officeDocument/2006/relationships/image" Target="../media/image46.png"/><Relationship Id="rId29" Type="http://schemas.openxmlformats.org/officeDocument/2006/relationships/tags" Target="../tags/tag1223.xml"/><Relationship Id="rId28" Type="http://schemas.openxmlformats.org/officeDocument/2006/relationships/tags" Target="../tags/tag1222.xml"/><Relationship Id="rId27" Type="http://schemas.openxmlformats.org/officeDocument/2006/relationships/tags" Target="../tags/tag1221.xml"/><Relationship Id="rId26" Type="http://schemas.openxmlformats.org/officeDocument/2006/relationships/tags" Target="../tags/tag1220.xml"/><Relationship Id="rId25" Type="http://schemas.openxmlformats.org/officeDocument/2006/relationships/tags" Target="../tags/tag1219.xml"/><Relationship Id="rId24" Type="http://schemas.openxmlformats.org/officeDocument/2006/relationships/tags" Target="../tags/tag1218.xml"/><Relationship Id="rId23" Type="http://schemas.openxmlformats.org/officeDocument/2006/relationships/tags" Target="../tags/tag1217.xml"/><Relationship Id="rId22" Type="http://schemas.openxmlformats.org/officeDocument/2006/relationships/tags" Target="../tags/tag1216.xml"/><Relationship Id="rId21" Type="http://schemas.openxmlformats.org/officeDocument/2006/relationships/image" Target="../media/image9.png"/><Relationship Id="rId20" Type="http://schemas.openxmlformats.org/officeDocument/2006/relationships/tags" Target="../tags/tag1215.xml"/><Relationship Id="rId2" Type="http://schemas.openxmlformats.org/officeDocument/2006/relationships/tags" Target="../tags/tag1203.xml"/><Relationship Id="rId19" Type="http://schemas.openxmlformats.org/officeDocument/2006/relationships/tags" Target="../tags/tag1214.xml"/><Relationship Id="rId18" Type="http://schemas.openxmlformats.org/officeDocument/2006/relationships/tags" Target="../tags/tag1213.xml"/><Relationship Id="rId17" Type="http://schemas.openxmlformats.org/officeDocument/2006/relationships/image" Target="../media/image8.png"/><Relationship Id="rId16" Type="http://schemas.openxmlformats.org/officeDocument/2006/relationships/tags" Target="../tags/tag1212.xml"/><Relationship Id="rId15" Type="http://schemas.openxmlformats.org/officeDocument/2006/relationships/tags" Target="../tags/tag1211.xml"/><Relationship Id="rId14" Type="http://schemas.openxmlformats.org/officeDocument/2006/relationships/image" Target="../media/image10.png"/><Relationship Id="rId13" Type="http://schemas.openxmlformats.org/officeDocument/2006/relationships/tags" Target="../tags/tag1210.xml"/><Relationship Id="rId12" Type="http://schemas.openxmlformats.org/officeDocument/2006/relationships/image" Target="../media/image7.png"/><Relationship Id="rId11" Type="http://schemas.openxmlformats.org/officeDocument/2006/relationships/tags" Target="../tags/tag1209.xml"/><Relationship Id="rId10" Type="http://schemas.openxmlformats.org/officeDocument/2006/relationships/tags" Target="../tags/tag1208.xml"/><Relationship Id="rId1" Type="http://schemas.openxmlformats.org/officeDocument/2006/relationships/tags" Target="../tags/tag1202.xml"/></Relationships>
</file>

<file path=ppt/slides/_rels/slide47.xml.rels><?xml version="1.0" encoding="UTF-8" standalone="yes"?>
<Relationships xmlns="http://schemas.openxmlformats.org/package/2006/relationships"><Relationship Id="rId9" Type="http://schemas.openxmlformats.org/officeDocument/2006/relationships/image" Target="../media/image237.jpeg"/><Relationship Id="rId8" Type="http://schemas.openxmlformats.org/officeDocument/2006/relationships/tags" Target="../tags/tag1231.xml"/><Relationship Id="rId7" Type="http://schemas.openxmlformats.org/officeDocument/2006/relationships/image" Target="../media/image236.jpeg"/><Relationship Id="rId6" Type="http://schemas.openxmlformats.org/officeDocument/2006/relationships/tags" Target="../tags/tag1230.xml"/><Relationship Id="rId5" Type="http://schemas.openxmlformats.org/officeDocument/2006/relationships/tags" Target="../tags/tag1229.xml"/><Relationship Id="rId4" Type="http://schemas.openxmlformats.org/officeDocument/2006/relationships/tags" Target="../tags/tag1228.xml"/><Relationship Id="rId3" Type="http://schemas.openxmlformats.org/officeDocument/2006/relationships/tags" Target="../tags/tag1227.xml"/><Relationship Id="rId21" Type="http://schemas.openxmlformats.org/officeDocument/2006/relationships/slideLayout" Target="../slideLayouts/slideLayout10.xml"/><Relationship Id="rId20" Type="http://schemas.openxmlformats.org/officeDocument/2006/relationships/tags" Target="../tags/tag1239.xml"/><Relationship Id="rId2" Type="http://schemas.openxmlformats.org/officeDocument/2006/relationships/tags" Target="../tags/tag1226.xml"/><Relationship Id="rId19" Type="http://schemas.openxmlformats.org/officeDocument/2006/relationships/tags" Target="../tags/tag1238.xml"/><Relationship Id="rId18" Type="http://schemas.openxmlformats.org/officeDocument/2006/relationships/tags" Target="../tags/tag1237.xml"/><Relationship Id="rId17" Type="http://schemas.openxmlformats.org/officeDocument/2006/relationships/tags" Target="../tags/tag1236.xml"/><Relationship Id="rId16" Type="http://schemas.openxmlformats.org/officeDocument/2006/relationships/tags" Target="../tags/tag1235.xml"/><Relationship Id="rId15" Type="http://schemas.openxmlformats.org/officeDocument/2006/relationships/image" Target="../media/image240.jpeg"/><Relationship Id="rId14" Type="http://schemas.openxmlformats.org/officeDocument/2006/relationships/tags" Target="../tags/tag1234.xml"/><Relationship Id="rId13" Type="http://schemas.openxmlformats.org/officeDocument/2006/relationships/image" Target="../media/image239.jpeg"/><Relationship Id="rId12" Type="http://schemas.openxmlformats.org/officeDocument/2006/relationships/tags" Target="../tags/tag1233.xml"/><Relationship Id="rId11" Type="http://schemas.openxmlformats.org/officeDocument/2006/relationships/image" Target="../media/image238.jpeg"/><Relationship Id="rId10" Type="http://schemas.openxmlformats.org/officeDocument/2006/relationships/tags" Target="../tags/tag1232.xml"/><Relationship Id="rId1" Type="http://schemas.openxmlformats.org/officeDocument/2006/relationships/tags" Target="../tags/tag1225.xml"/></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10.xml"/><Relationship Id="rId6" Type="http://schemas.openxmlformats.org/officeDocument/2006/relationships/tags" Target="../tags/tag1245.xml"/><Relationship Id="rId5" Type="http://schemas.openxmlformats.org/officeDocument/2006/relationships/tags" Target="../tags/tag1244.xml"/><Relationship Id="rId4" Type="http://schemas.openxmlformats.org/officeDocument/2006/relationships/tags" Target="../tags/tag1243.xml"/><Relationship Id="rId3" Type="http://schemas.openxmlformats.org/officeDocument/2006/relationships/tags" Target="../tags/tag1242.xml"/><Relationship Id="rId2" Type="http://schemas.openxmlformats.org/officeDocument/2006/relationships/tags" Target="../tags/tag1241.xml"/><Relationship Id="rId1" Type="http://schemas.openxmlformats.org/officeDocument/2006/relationships/tags" Target="../tags/tag1240.xml"/></Relationships>
</file>

<file path=ppt/slides/_rels/slide49.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1251.xml"/><Relationship Id="rId7" Type="http://schemas.openxmlformats.org/officeDocument/2006/relationships/tags" Target="../tags/tag1250.xml"/><Relationship Id="rId6" Type="http://schemas.openxmlformats.org/officeDocument/2006/relationships/image" Target="../media/image242.jpeg"/><Relationship Id="rId5" Type="http://schemas.openxmlformats.org/officeDocument/2006/relationships/tags" Target="../tags/tag1249.xml"/><Relationship Id="rId4" Type="http://schemas.openxmlformats.org/officeDocument/2006/relationships/image" Target="../media/image241.jpeg"/><Relationship Id="rId3" Type="http://schemas.openxmlformats.org/officeDocument/2006/relationships/tags" Target="../tags/tag1248.xml"/><Relationship Id="rId2" Type="http://schemas.openxmlformats.org/officeDocument/2006/relationships/tags" Target="../tags/tag1247.xml"/><Relationship Id="rId1" Type="http://schemas.openxmlformats.org/officeDocument/2006/relationships/tags" Target="../tags/tag1246.xml"/></Relationships>
</file>

<file path=ppt/slides/_rels/slide50.xml.rels><?xml version="1.0" encoding="UTF-8" standalone="yes"?>
<Relationships xmlns="http://schemas.openxmlformats.org/package/2006/relationships"><Relationship Id="rId9" Type="http://schemas.openxmlformats.org/officeDocument/2006/relationships/tags" Target="../tags/tag1256.xml"/><Relationship Id="rId8" Type="http://schemas.openxmlformats.org/officeDocument/2006/relationships/image" Target="../media/image246.png"/><Relationship Id="rId7" Type="http://schemas.openxmlformats.org/officeDocument/2006/relationships/tags" Target="../tags/tag1255.xml"/><Relationship Id="rId6" Type="http://schemas.openxmlformats.org/officeDocument/2006/relationships/image" Target="../media/image245.png"/><Relationship Id="rId5" Type="http://schemas.openxmlformats.org/officeDocument/2006/relationships/tags" Target="../tags/tag1254.xml"/><Relationship Id="rId4" Type="http://schemas.openxmlformats.org/officeDocument/2006/relationships/image" Target="../media/image244.jpeg"/><Relationship Id="rId3" Type="http://schemas.openxmlformats.org/officeDocument/2006/relationships/tags" Target="../tags/tag1253.xml"/><Relationship Id="rId2" Type="http://schemas.openxmlformats.org/officeDocument/2006/relationships/image" Target="../media/image243.png"/><Relationship Id="rId19" Type="http://schemas.openxmlformats.org/officeDocument/2006/relationships/notesSlide" Target="../notesSlides/notesSlide10.xml"/><Relationship Id="rId18" Type="http://schemas.openxmlformats.org/officeDocument/2006/relationships/slideLayout" Target="../slideLayouts/slideLayout9.xml"/><Relationship Id="rId17" Type="http://schemas.openxmlformats.org/officeDocument/2006/relationships/tags" Target="../tags/tag1262.xml"/><Relationship Id="rId16" Type="http://schemas.openxmlformats.org/officeDocument/2006/relationships/tags" Target="../tags/tag1261.xml"/><Relationship Id="rId15" Type="http://schemas.openxmlformats.org/officeDocument/2006/relationships/tags" Target="../tags/tag1260.xml"/><Relationship Id="rId14" Type="http://schemas.openxmlformats.org/officeDocument/2006/relationships/tags" Target="../tags/tag1259.xml"/><Relationship Id="rId13" Type="http://schemas.openxmlformats.org/officeDocument/2006/relationships/image" Target="../media/image13.png"/><Relationship Id="rId12" Type="http://schemas.openxmlformats.org/officeDocument/2006/relationships/tags" Target="../tags/tag1258.xml"/><Relationship Id="rId11" Type="http://schemas.openxmlformats.org/officeDocument/2006/relationships/image" Target="../media/image12.png"/><Relationship Id="rId10" Type="http://schemas.openxmlformats.org/officeDocument/2006/relationships/tags" Target="../tags/tag1257.xml"/><Relationship Id="rId1" Type="http://schemas.openxmlformats.org/officeDocument/2006/relationships/tags" Target="../tags/tag1252.xml"/></Relationships>
</file>

<file path=ppt/slides/_rels/slide51.xml.rels><?xml version="1.0" encoding="UTF-8" standalone="yes"?>
<Relationships xmlns="http://schemas.openxmlformats.org/package/2006/relationships"><Relationship Id="rId9" Type="http://schemas.openxmlformats.org/officeDocument/2006/relationships/tags" Target="../tags/tag1271.xml"/><Relationship Id="rId8" Type="http://schemas.openxmlformats.org/officeDocument/2006/relationships/tags" Target="../tags/tag1270.xml"/><Relationship Id="rId7" Type="http://schemas.openxmlformats.org/officeDocument/2006/relationships/tags" Target="../tags/tag1269.xml"/><Relationship Id="rId6" Type="http://schemas.openxmlformats.org/officeDocument/2006/relationships/tags" Target="../tags/tag1268.xml"/><Relationship Id="rId5" Type="http://schemas.openxmlformats.org/officeDocument/2006/relationships/tags" Target="../tags/tag1267.xml"/><Relationship Id="rId4" Type="http://schemas.openxmlformats.org/officeDocument/2006/relationships/tags" Target="../tags/tag1266.xml"/><Relationship Id="rId3" Type="http://schemas.openxmlformats.org/officeDocument/2006/relationships/tags" Target="../tags/tag1265.xml"/><Relationship Id="rId2" Type="http://schemas.openxmlformats.org/officeDocument/2006/relationships/tags" Target="../tags/tag1264.xml"/><Relationship Id="rId19" Type="http://schemas.openxmlformats.org/officeDocument/2006/relationships/slideLayout" Target="../slideLayouts/slideLayout10.xml"/><Relationship Id="rId18" Type="http://schemas.openxmlformats.org/officeDocument/2006/relationships/tags" Target="../tags/tag1280.xml"/><Relationship Id="rId17" Type="http://schemas.openxmlformats.org/officeDocument/2006/relationships/tags" Target="../tags/tag1279.xml"/><Relationship Id="rId16" Type="http://schemas.openxmlformats.org/officeDocument/2006/relationships/tags" Target="../tags/tag1278.xml"/><Relationship Id="rId15" Type="http://schemas.openxmlformats.org/officeDocument/2006/relationships/tags" Target="../tags/tag1277.xml"/><Relationship Id="rId14" Type="http://schemas.openxmlformats.org/officeDocument/2006/relationships/tags" Target="../tags/tag1276.xml"/><Relationship Id="rId13" Type="http://schemas.openxmlformats.org/officeDocument/2006/relationships/tags" Target="../tags/tag1275.xml"/><Relationship Id="rId12" Type="http://schemas.openxmlformats.org/officeDocument/2006/relationships/tags" Target="../tags/tag1274.xml"/><Relationship Id="rId11" Type="http://schemas.openxmlformats.org/officeDocument/2006/relationships/tags" Target="../tags/tag1273.xml"/><Relationship Id="rId10" Type="http://schemas.openxmlformats.org/officeDocument/2006/relationships/tags" Target="../tags/tag1272.xml"/><Relationship Id="rId1" Type="http://schemas.openxmlformats.org/officeDocument/2006/relationships/tags" Target="../tags/tag1263.xml"/></Relationships>
</file>

<file path=ppt/slides/_rels/slide52.xml.rels><?xml version="1.0" encoding="UTF-8" standalone="yes"?>
<Relationships xmlns="http://schemas.openxmlformats.org/package/2006/relationships"><Relationship Id="rId9" Type="http://schemas.openxmlformats.org/officeDocument/2006/relationships/image" Target="../media/image248.png"/><Relationship Id="rId8" Type="http://schemas.openxmlformats.org/officeDocument/2006/relationships/tags" Target="../tags/tag1287.xml"/><Relationship Id="rId7" Type="http://schemas.openxmlformats.org/officeDocument/2006/relationships/image" Target="../media/image247.png"/><Relationship Id="rId6" Type="http://schemas.openxmlformats.org/officeDocument/2006/relationships/tags" Target="../tags/tag1286.xml"/><Relationship Id="rId5" Type="http://schemas.openxmlformats.org/officeDocument/2006/relationships/tags" Target="../tags/tag1285.xml"/><Relationship Id="rId4" Type="http://schemas.openxmlformats.org/officeDocument/2006/relationships/tags" Target="../tags/tag1284.xml"/><Relationship Id="rId3" Type="http://schemas.openxmlformats.org/officeDocument/2006/relationships/tags" Target="../tags/tag1283.xml"/><Relationship Id="rId25" Type="http://schemas.openxmlformats.org/officeDocument/2006/relationships/notesSlide" Target="../notesSlides/notesSlide11.xml"/><Relationship Id="rId24" Type="http://schemas.openxmlformats.org/officeDocument/2006/relationships/slideLayout" Target="../slideLayouts/slideLayout10.xml"/><Relationship Id="rId23" Type="http://schemas.openxmlformats.org/officeDocument/2006/relationships/tags" Target="../tags/tag1297.xml"/><Relationship Id="rId22" Type="http://schemas.openxmlformats.org/officeDocument/2006/relationships/tags" Target="../tags/tag1296.xml"/><Relationship Id="rId21" Type="http://schemas.openxmlformats.org/officeDocument/2006/relationships/tags" Target="../tags/tag1295.xml"/><Relationship Id="rId20" Type="http://schemas.openxmlformats.org/officeDocument/2006/relationships/tags" Target="../tags/tag1294.xml"/><Relationship Id="rId2" Type="http://schemas.openxmlformats.org/officeDocument/2006/relationships/tags" Target="../tags/tag1282.xml"/><Relationship Id="rId19" Type="http://schemas.openxmlformats.org/officeDocument/2006/relationships/tags" Target="../tags/tag1293.xml"/><Relationship Id="rId18" Type="http://schemas.openxmlformats.org/officeDocument/2006/relationships/image" Target="../media/image252.png"/><Relationship Id="rId17" Type="http://schemas.openxmlformats.org/officeDocument/2006/relationships/tags" Target="../tags/tag1292.xml"/><Relationship Id="rId16" Type="http://schemas.openxmlformats.org/officeDocument/2006/relationships/tags" Target="../tags/tag1291.xml"/><Relationship Id="rId15" Type="http://schemas.openxmlformats.org/officeDocument/2006/relationships/image" Target="../media/image251.png"/><Relationship Id="rId14" Type="http://schemas.openxmlformats.org/officeDocument/2006/relationships/tags" Target="../tags/tag1290.xml"/><Relationship Id="rId13" Type="http://schemas.openxmlformats.org/officeDocument/2006/relationships/image" Target="../media/image250.png"/><Relationship Id="rId12" Type="http://schemas.openxmlformats.org/officeDocument/2006/relationships/tags" Target="../tags/tag1289.xml"/><Relationship Id="rId11" Type="http://schemas.openxmlformats.org/officeDocument/2006/relationships/image" Target="../media/image249.png"/><Relationship Id="rId10" Type="http://schemas.openxmlformats.org/officeDocument/2006/relationships/tags" Target="../tags/tag1288.xml"/><Relationship Id="rId1" Type="http://schemas.openxmlformats.org/officeDocument/2006/relationships/tags" Target="../tags/tag1281.xml"/></Relationships>
</file>

<file path=ppt/slides/_rels/slide53.xml.rels><?xml version="1.0" encoding="UTF-8" standalone="yes"?>
<Relationships xmlns="http://schemas.openxmlformats.org/package/2006/relationships"><Relationship Id="rId8" Type="http://schemas.openxmlformats.org/officeDocument/2006/relationships/slideLayout" Target="../slideLayouts/slideLayout10.xml"/><Relationship Id="rId7" Type="http://schemas.openxmlformats.org/officeDocument/2006/relationships/tags" Target="../tags/tag1302.xml"/><Relationship Id="rId6" Type="http://schemas.openxmlformats.org/officeDocument/2006/relationships/tags" Target="../tags/tag1301.xml"/><Relationship Id="rId5" Type="http://schemas.openxmlformats.org/officeDocument/2006/relationships/image" Target="../media/image254.jpeg"/><Relationship Id="rId4" Type="http://schemas.openxmlformats.org/officeDocument/2006/relationships/tags" Target="../tags/tag1300.xml"/><Relationship Id="rId3" Type="http://schemas.openxmlformats.org/officeDocument/2006/relationships/tags" Target="../tags/tag1299.xml"/><Relationship Id="rId2" Type="http://schemas.openxmlformats.org/officeDocument/2006/relationships/image" Target="../media/image253.png"/><Relationship Id="rId1" Type="http://schemas.openxmlformats.org/officeDocument/2006/relationships/tags" Target="../tags/tag1298.xml"/></Relationships>
</file>

<file path=ppt/slides/_rels/slide54.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1306.xml"/><Relationship Id="rId4" Type="http://schemas.openxmlformats.org/officeDocument/2006/relationships/tags" Target="../tags/tag1305.xml"/><Relationship Id="rId3" Type="http://schemas.openxmlformats.org/officeDocument/2006/relationships/tags" Target="../tags/tag1304.xml"/><Relationship Id="rId2" Type="http://schemas.openxmlformats.org/officeDocument/2006/relationships/image" Target="../media/image255.jpeg"/><Relationship Id="rId1" Type="http://schemas.openxmlformats.org/officeDocument/2006/relationships/tags" Target="../tags/tag1303.xml"/></Relationships>
</file>

<file path=ppt/slides/_rels/slide55.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1310.xml"/><Relationship Id="rId4" Type="http://schemas.openxmlformats.org/officeDocument/2006/relationships/tags" Target="../tags/tag1309.xml"/><Relationship Id="rId3" Type="http://schemas.openxmlformats.org/officeDocument/2006/relationships/tags" Target="../tags/tag1308.xml"/><Relationship Id="rId2" Type="http://schemas.openxmlformats.org/officeDocument/2006/relationships/image" Target="../media/image256.jpeg"/><Relationship Id="rId1" Type="http://schemas.openxmlformats.org/officeDocument/2006/relationships/tags" Target="../tags/tag1307.xml"/></Relationships>
</file>

<file path=ppt/slides/_rels/slide56.xml.rels><?xml version="1.0" encoding="UTF-8" standalone="yes"?>
<Relationships xmlns="http://schemas.openxmlformats.org/package/2006/relationships"><Relationship Id="rId9" Type="http://schemas.openxmlformats.org/officeDocument/2006/relationships/image" Target="../media/image258.jpeg"/><Relationship Id="rId8" Type="http://schemas.openxmlformats.org/officeDocument/2006/relationships/tags" Target="../tags/tag1317.xml"/><Relationship Id="rId7" Type="http://schemas.openxmlformats.org/officeDocument/2006/relationships/image" Target="../media/image257.jpeg"/><Relationship Id="rId6" Type="http://schemas.openxmlformats.org/officeDocument/2006/relationships/tags" Target="../tags/tag1316.xml"/><Relationship Id="rId5" Type="http://schemas.openxmlformats.org/officeDocument/2006/relationships/tags" Target="../tags/tag1315.xml"/><Relationship Id="rId4" Type="http://schemas.openxmlformats.org/officeDocument/2006/relationships/tags" Target="../tags/tag1314.xml"/><Relationship Id="rId3" Type="http://schemas.openxmlformats.org/officeDocument/2006/relationships/tags" Target="../tags/tag1313.xml"/><Relationship Id="rId21" Type="http://schemas.openxmlformats.org/officeDocument/2006/relationships/slideLayout" Target="../slideLayouts/slideLayout10.xml"/><Relationship Id="rId20" Type="http://schemas.openxmlformats.org/officeDocument/2006/relationships/tags" Target="../tags/tag1325.xml"/><Relationship Id="rId2" Type="http://schemas.openxmlformats.org/officeDocument/2006/relationships/tags" Target="../tags/tag1312.xml"/><Relationship Id="rId19" Type="http://schemas.openxmlformats.org/officeDocument/2006/relationships/tags" Target="../tags/tag1324.xml"/><Relationship Id="rId18" Type="http://schemas.openxmlformats.org/officeDocument/2006/relationships/tags" Target="../tags/tag1323.xml"/><Relationship Id="rId17" Type="http://schemas.openxmlformats.org/officeDocument/2006/relationships/tags" Target="../tags/tag1322.xml"/><Relationship Id="rId16" Type="http://schemas.openxmlformats.org/officeDocument/2006/relationships/tags" Target="../tags/tag1321.xml"/><Relationship Id="rId15" Type="http://schemas.openxmlformats.org/officeDocument/2006/relationships/image" Target="../media/image261.jpeg"/><Relationship Id="rId14" Type="http://schemas.openxmlformats.org/officeDocument/2006/relationships/tags" Target="../tags/tag1320.xml"/><Relationship Id="rId13" Type="http://schemas.openxmlformats.org/officeDocument/2006/relationships/image" Target="../media/image260.jpeg"/><Relationship Id="rId12" Type="http://schemas.openxmlformats.org/officeDocument/2006/relationships/tags" Target="../tags/tag1319.xml"/><Relationship Id="rId11" Type="http://schemas.openxmlformats.org/officeDocument/2006/relationships/image" Target="../media/image259.jpeg"/><Relationship Id="rId10" Type="http://schemas.openxmlformats.org/officeDocument/2006/relationships/tags" Target="../tags/tag1318.xml"/><Relationship Id="rId1" Type="http://schemas.openxmlformats.org/officeDocument/2006/relationships/tags" Target="../tags/tag1311.xml"/></Relationships>
</file>

<file path=ppt/slides/_rels/slide57.xml.rels><?xml version="1.0" encoding="UTF-8" standalone="yes"?>
<Relationships xmlns="http://schemas.openxmlformats.org/package/2006/relationships"><Relationship Id="rId9" Type="http://schemas.openxmlformats.org/officeDocument/2006/relationships/tags" Target="../tags/tag1333.xml"/><Relationship Id="rId8" Type="http://schemas.openxmlformats.org/officeDocument/2006/relationships/tags" Target="../tags/tag1332.xml"/><Relationship Id="rId7" Type="http://schemas.openxmlformats.org/officeDocument/2006/relationships/tags" Target="../tags/tag1331.xml"/><Relationship Id="rId6" Type="http://schemas.openxmlformats.org/officeDocument/2006/relationships/tags" Target="../tags/tag1330.xml"/><Relationship Id="rId5" Type="http://schemas.openxmlformats.org/officeDocument/2006/relationships/tags" Target="../tags/tag1329.xml"/><Relationship Id="rId4" Type="http://schemas.openxmlformats.org/officeDocument/2006/relationships/tags" Target="../tags/tag1328.xml"/><Relationship Id="rId3" Type="http://schemas.openxmlformats.org/officeDocument/2006/relationships/tags" Target="../tags/tag1327.xml"/><Relationship Id="rId2" Type="http://schemas.openxmlformats.org/officeDocument/2006/relationships/image" Target="../media/image262.jpeg"/><Relationship Id="rId15" Type="http://schemas.openxmlformats.org/officeDocument/2006/relationships/slideLayout" Target="../slideLayouts/slideLayout10.xml"/><Relationship Id="rId14" Type="http://schemas.openxmlformats.org/officeDocument/2006/relationships/tags" Target="../tags/tag1338.xml"/><Relationship Id="rId13" Type="http://schemas.openxmlformats.org/officeDocument/2006/relationships/tags" Target="../tags/tag1337.xml"/><Relationship Id="rId12" Type="http://schemas.openxmlformats.org/officeDocument/2006/relationships/tags" Target="../tags/tag1336.xml"/><Relationship Id="rId11" Type="http://schemas.openxmlformats.org/officeDocument/2006/relationships/tags" Target="../tags/tag1335.xml"/><Relationship Id="rId10" Type="http://schemas.openxmlformats.org/officeDocument/2006/relationships/tags" Target="../tags/tag1334.xml"/><Relationship Id="rId1" Type="http://schemas.openxmlformats.org/officeDocument/2006/relationships/tags" Target="../tags/tag1326.xml"/></Relationships>
</file>

<file path=ppt/slides/_rels/slide58.xml.rels><?xml version="1.0" encoding="UTF-8" standalone="yes"?>
<Relationships xmlns="http://schemas.openxmlformats.org/package/2006/relationships"><Relationship Id="rId9" Type="http://schemas.openxmlformats.org/officeDocument/2006/relationships/image" Target="../media/image264.jpeg"/><Relationship Id="rId8" Type="http://schemas.openxmlformats.org/officeDocument/2006/relationships/tags" Target="../tags/tag1345.xml"/><Relationship Id="rId7" Type="http://schemas.openxmlformats.org/officeDocument/2006/relationships/image" Target="../media/image263.jpeg"/><Relationship Id="rId6" Type="http://schemas.openxmlformats.org/officeDocument/2006/relationships/tags" Target="../tags/tag1344.xml"/><Relationship Id="rId5" Type="http://schemas.openxmlformats.org/officeDocument/2006/relationships/tags" Target="../tags/tag1343.xml"/><Relationship Id="rId4" Type="http://schemas.openxmlformats.org/officeDocument/2006/relationships/tags" Target="../tags/tag1342.xml"/><Relationship Id="rId3" Type="http://schemas.openxmlformats.org/officeDocument/2006/relationships/tags" Target="../tags/tag1341.xml"/><Relationship Id="rId23" Type="http://schemas.openxmlformats.org/officeDocument/2006/relationships/slideLayout" Target="../slideLayouts/slideLayout10.xml"/><Relationship Id="rId22" Type="http://schemas.openxmlformats.org/officeDocument/2006/relationships/tags" Target="../tags/tag1354.xml"/><Relationship Id="rId21" Type="http://schemas.openxmlformats.org/officeDocument/2006/relationships/tags" Target="../tags/tag1353.xml"/><Relationship Id="rId20" Type="http://schemas.openxmlformats.org/officeDocument/2006/relationships/tags" Target="../tags/tag1352.xml"/><Relationship Id="rId2" Type="http://schemas.openxmlformats.org/officeDocument/2006/relationships/tags" Target="../tags/tag1340.xml"/><Relationship Id="rId19" Type="http://schemas.openxmlformats.org/officeDocument/2006/relationships/tags" Target="../tags/tag1351.xml"/><Relationship Id="rId18" Type="http://schemas.openxmlformats.org/officeDocument/2006/relationships/tags" Target="../tags/tag1350.xml"/><Relationship Id="rId17" Type="http://schemas.openxmlformats.org/officeDocument/2006/relationships/image" Target="../media/image268.jpeg"/><Relationship Id="rId16" Type="http://schemas.openxmlformats.org/officeDocument/2006/relationships/tags" Target="../tags/tag1349.xml"/><Relationship Id="rId15" Type="http://schemas.openxmlformats.org/officeDocument/2006/relationships/image" Target="../media/image267.jpeg"/><Relationship Id="rId14" Type="http://schemas.openxmlformats.org/officeDocument/2006/relationships/tags" Target="../tags/tag1348.xml"/><Relationship Id="rId13" Type="http://schemas.openxmlformats.org/officeDocument/2006/relationships/image" Target="../media/image266.jpeg"/><Relationship Id="rId12" Type="http://schemas.openxmlformats.org/officeDocument/2006/relationships/tags" Target="../tags/tag1347.xml"/><Relationship Id="rId11" Type="http://schemas.openxmlformats.org/officeDocument/2006/relationships/image" Target="../media/image265.jpeg"/><Relationship Id="rId10" Type="http://schemas.openxmlformats.org/officeDocument/2006/relationships/tags" Target="../tags/tag1346.xml"/><Relationship Id="rId1" Type="http://schemas.openxmlformats.org/officeDocument/2006/relationships/tags" Target="../tags/tag1339.xml"/></Relationships>
</file>

<file path=ppt/slides/_rels/slide59.xml.rels><?xml version="1.0" encoding="UTF-8" standalone="yes"?>
<Relationships xmlns="http://schemas.openxmlformats.org/package/2006/relationships"><Relationship Id="rId9" Type="http://schemas.openxmlformats.org/officeDocument/2006/relationships/tags" Target="../tags/tag1362.xml"/><Relationship Id="rId8" Type="http://schemas.openxmlformats.org/officeDocument/2006/relationships/tags" Target="../tags/tag1361.xml"/><Relationship Id="rId7" Type="http://schemas.openxmlformats.org/officeDocument/2006/relationships/tags" Target="../tags/tag1360.xml"/><Relationship Id="rId6" Type="http://schemas.openxmlformats.org/officeDocument/2006/relationships/tags" Target="../tags/tag1359.xml"/><Relationship Id="rId5" Type="http://schemas.openxmlformats.org/officeDocument/2006/relationships/tags" Target="../tags/tag1358.xml"/><Relationship Id="rId4" Type="http://schemas.openxmlformats.org/officeDocument/2006/relationships/tags" Target="../tags/tag1357.xml"/><Relationship Id="rId3" Type="http://schemas.openxmlformats.org/officeDocument/2006/relationships/image" Target="../media/image269.jpeg"/><Relationship Id="rId23" Type="http://schemas.openxmlformats.org/officeDocument/2006/relationships/slideLayout" Target="../slideLayouts/slideLayout10.xml"/><Relationship Id="rId22" Type="http://schemas.openxmlformats.org/officeDocument/2006/relationships/tags" Target="../tags/tag1375.xml"/><Relationship Id="rId21" Type="http://schemas.openxmlformats.org/officeDocument/2006/relationships/tags" Target="../tags/tag1374.xml"/><Relationship Id="rId20" Type="http://schemas.openxmlformats.org/officeDocument/2006/relationships/tags" Target="../tags/tag1373.xml"/><Relationship Id="rId2" Type="http://schemas.openxmlformats.org/officeDocument/2006/relationships/tags" Target="../tags/tag1356.xml"/><Relationship Id="rId19" Type="http://schemas.openxmlformats.org/officeDocument/2006/relationships/tags" Target="../tags/tag1372.xml"/><Relationship Id="rId18" Type="http://schemas.openxmlformats.org/officeDocument/2006/relationships/tags" Target="../tags/tag1371.xml"/><Relationship Id="rId17" Type="http://schemas.openxmlformats.org/officeDocument/2006/relationships/tags" Target="../tags/tag1370.xml"/><Relationship Id="rId16" Type="http://schemas.openxmlformats.org/officeDocument/2006/relationships/tags" Target="../tags/tag1369.xml"/><Relationship Id="rId15" Type="http://schemas.openxmlformats.org/officeDocument/2006/relationships/tags" Target="../tags/tag1368.xml"/><Relationship Id="rId14" Type="http://schemas.openxmlformats.org/officeDocument/2006/relationships/tags" Target="../tags/tag1367.xml"/><Relationship Id="rId13" Type="http://schemas.openxmlformats.org/officeDocument/2006/relationships/tags" Target="../tags/tag1366.xml"/><Relationship Id="rId12" Type="http://schemas.openxmlformats.org/officeDocument/2006/relationships/tags" Target="../tags/tag1365.xml"/><Relationship Id="rId11" Type="http://schemas.openxmlformats.org/officeDocument/2006/relationships/tags" Target="../tags/tag1364.xml"/><Relationship Id="rId10" Type="http://schemas.openxmlformats.org/officeDocument/2006/relationships/tags" Target="../tags/tag1363.xml"/><Relationship Id="rId1" Type="http://schemas.openxmlformats.org/officeDocument/2006/relationships/tags" Target="../tags/tag1355.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tags" Target="../tags/tag1379.xml"/><Relationship Id="rId3" Type="http://schemas.openxmlformats.org/officeDocument/2006/relationships/tags" Target="../tags/tag1378.xml"/><Relationship Id="rId2" Type="http://schemas.openxmlformats.org/officeDocument/2006/relationships/tags" Target="../tags/tag1377.xml"/><Relationship Id="rId1" Type="http://schemas.openxmlformats.org/officeDocument/2006/relationships/tags" Target="../tags/tag1376.xml"/></Relationships>
</file>

<file path=ppt/slides/_rels/slide61.xml.rels><?xml version="1.0" encoding="UTF-8" standalone="yes"?>
<Relationships xmlns="http://schemas.openxmlformats.org/package/2006/relationships"><Relationship Id="rId9" Type="http://schemas.openxmlformats.org/officeDocument/2006/relationships/tags" Target="../tags/tag1385.xml"/><Relationship Id="rId8" Type="http://schemas.openxmlformats.org/officeDocument/2006/relationships/image" Target="../media/image272.jpeg"/><Relationship Id="rId7" Type="http://schemas.openxmlformats.org/officeDocument/2006/relationships/tags" Target="../tags/tag1384.xml"/><Relationship Id="rId6" Type="http://schemas.openxmlformats.org/officeDocument/2006/relationships/tags" Target="../tags/tag1383.xml"/><Relationship Id="rId5" Type="http://schemas.openxmlformats.org/officeDocument/2006/relationships/image" Target="../media/image271.jpeg"/><Relationship Id="rId40" Type="http://schemas.openxmlformats.org/officeDocument/2006/relationships/slideLayout" Target="../slideLayouts/slideLayout10.xml"/><Relationship Id="rId4" Type="http://schemas.openxmlformats.org/officeDocument/2006/relationships/tags" Target="../tags/tag1382.xml"/><Relationship Id="rId39" Type="http://schemas.openxmlformats.org/officeDocument/2006/relationships/tags" Target="../tags/tag1410.xml"/><Relationship Id="rId38" Type="http://schemas.openxmlformats.org/officeDocument/2006/relationships/tags" Target="../tags/tag1409.xml"/><Relationship Id="rId37" Type="http://schemas.openxmlformats.org/officeDocument/2006/relationships/tags" Target="../tags/tag1408.xml"/><Relationship Id="rId36" Type="http://schemas.openxmlformats.org/officeDocument/2006/relationships/tags" Target="../tags/tag1407.xml"/><Relationship Id="rId35" Type="http://schemas.openxmlformats.org/officeDocument/2006/relationships/tags" Target="../tags/tag1406.xml"/><Relationship Id="rId34" Type="http://schemas.openxmlformats.org/officeDocument/2006/relationships/tags" Target="../tags/tag1405.xml"/><Relationship Id="rId33" Type="http://schemas.openxmlformats.org/officeDocument/2006/relationships/tags" Target="../tags/tag1404.xml"/><Relationship Id="rId32" Type="http://schemas.openxmlformats.org/officeDocument/2006/relationships/tags" Target="../tags/tag1403.xml"/><Relationship Id="rId31" Type="http://schemas.openxmlformats.org/officeDocument/2006/relationships/tags" Target="../tags/tag1402.xml"/><Relationship Id="rId30" Type="http://schemas.openxmlformats.org/officeDocument/2006/relationships/tags" Target="../tags/tag1401.xml"/><Relationship Id="rId3" Type="http://schemas.openxmlformats.org/officeDocument/2006/relationships/tags" Target="../tags/tag1381.xml"/><Relationship Id="rId29" Type="http://schemas.openxmlformats.org/officeDocument/2006/relationships/tags" Target="../tags/tag1400.xml"/><Relationship Id="rId28" Type="http://schemas.openxmlformats.org/officeDocument/2006/relationships/tags" Target="../tags/tag1399.xml"/><Relationship Id="rId27" Type="http://schemas.openxmlformats.org/officeDocument/2006/relationships/tags" Target="../tags/tag1398.xml"/><Relationship Id="rId26" Type="http://schemas.openxmlformats.org/officeDocument/2006/relationships/tags" Target="../tags/tag1397.xml"/><Relationship Id="rId25" Type="http://schemas.openxmlformats.org/officeDocument/2006/relationships/image" Target="../media/image277.jpeg"/><Relationship Id="rId24" Type="http://schemas.openxmlformats.org/officeDocument/2006/relationships/tags" Target="../tags/tag1396.xml"/><Relationship Id="rId23" Type="http://schemas.openxmlformats.org/officeDocument/2006/relationships/tags" Target="../tags/tag1395.xml"/><Relationship Id="rId22" Type="http://schemas.openxmlformats.org/officeDocument/2006/relationships/image" Target="../media/image276.jpeg"/><Relationship Id="rId21" Type="http://schemas.openxmlformats.org/officeDocument/2006/relationships/tags" Target="../tags/tag1394.xml"/><Relationship Id="rId20" Type="http://schemas.openxmlformats.org/officeDocument/2006/relationships/image" Target="../media/image275.jpeg"/><Relationship Id="rId2" Type="http://schemas.openxmlformats.org/officeDocument/2006/relationships/image" Target="../media/image270.jpeg"/><Relationship Id="rId19" Type="http://schemas.openxmlformats.org/officeDocument/2006/relationships/tags" Target="../tags/tag1393.xml"/><Relationship Id="rId18" Type="http://schemas.openxmlformats.org/officeDocument/2006/relationships/tags" Target="../tags/tag1392.xml"/><Relationship Id="rId17" Type="http://schemas.openxmlformats.org/officeDocument/2006/relationships/tags" Target="../tags/tag1391.xml"/><Relationship Id="rId16" Type="http://schemas.openxmlformats.org/officeDocument/2006/relationships/tags" Target="../tags/tag1390.xml"/><Relationship Id="rId15" Type="http://schemas.openxmlformats.org/officeDocument/2006/relationships/image" Target="../media/image274.jpeg"/><Relationship Id="rId14" Type="http://schemas.openxmlformats.org/officeDocument/2006/relationships/tags" Target="../tags/tag1389.xml"/><Relationship Id="rId13" Type="http://schemas.openxmlformats.org/officeDocument/2006/relationships/tags" Target="../tags/tag1388.xml"/><Relationship Id="rId12" Type="http://schemas.openxmlformats.org/officeDocument/2006/relationships/tags" Target="../tags/tag1387.xml"/><Relationship Id="rId11" Type="http://schemas.openxmlformats.org/officeDocument/2006/relationships/image" Target="../media/image273.jpeg"/><Relationship Id="rId10" Type="http://schemas.openxmlformats.org/officeDocument/2006/relationships/tags" Target="../tags/tag1386.xml"/><Relationship Id="rId1" Type="http://schemas.openxmlformats.org/officeDocument/2006/relationships/tags" Target="../tags/tag1380.xml"/></Relationships>
</file>

<file path=ppt/slides/_rels/slide62.xml.rels><?xml version="1.0" encoding="UTF-8" standalone="yes"?>
<Relationships xmlns="http://schemas.openxmlformats.org/package/2006/relationships"><Relationship Id="rId9" Type="http://schemas.openxmlformats.org/officeDocument/2006/relationships/tags" Target="../tags/tag1418.xml"/><Relationship Id="rId8" Type="http://schemas.openxmlformats.org/officeDocument/2006/relationships/tags" Target="../tags/tag1417.xml"/><Relationship Id="rId7" Type="http://schemas.openxmlformats.org/officeDocument/2006/relationships/tags" Target="../tags/tag1416.xml"/><Relationship Id="rId6" Type="http://schemas.openxmlformats.org/officeDocument/2006/relationships/image" Target="../media/image278.jpeg"/><Relationship Id="rId54" Type="http://schemas.openxmlformats.org/officeDocument/2006/relationships/slideLayout" Target="../slideLayouts/slideLayout4.xml"/><Relationship Id="rId53" Type="http://schemas.openxmlformats.org/officeDocument/2006/relationships/tags" Target="../tags/tag1454.xml"/><Relationship Id="rId52" Type="http://schemas.openxmlformats.org/officeDocument/2006/relationships/tags" Target="../tags/tag1453.xml"/><Relationship Id="rId51" Type="http://schemas.openxmlformats.org/officeDocument/2006/relationships/image" Target="../media/image286.jpeg"/><Relationship Id="rId50" Type="http://schemas.openxmlformats.org/officeDocument/2006/relationships/tags" Target="../tags/tag1452.xml"/><Relationship Id="rId5" Type="http://schemas.openxmlformats.org/officeDocument/2006/relationships/tags" Target="../tags/tag1415.xml"/><Relationship Id="rId49" Type="http://schemas.openxmlformats.org/officeDocument/2006/relationships/image" Target="../media/image285.jpeg"/><Relationship Id="rId48" Type="http://schemas.openxmlformats.org/officeDocument/2006/relationships/tags" Target="../tags/tag1451.xml"/><Relationship Id="rId47" Type="http://schemas.openxmlformats.org/officeDocument/2006/relationships/image" Target="../media/image284.jpeg"/><Relationship Id="rId46" Type="http://schemas.openxmlformats.org/officeDocument/2006/relationships/tags" Target="../tags/tag1450.xml"/><Relationship Id="rId45" Type="http://schemas.openxmlformats.org/officeDocument/2006/relationships/tags" Target="../tags/tag1449.xml"/><Relationship Id="rId44" Type="http://schemas.openxmlformats.org/officeDocument/2006/relationships/image" Target="../media/image283.jpeg"/><Relationship Id="rId43" Type="http://schemas.openxmlformats.org/officeDocument/2006/relationships/tags" Target="../tags/tag1448.xml"/><Relationship Id="rId42" Type="http://schemas.openxmlformats.org/officeDocument/2006/relationships/image" Target="../media/image282.jpeg"/><Relationship Id="rId41" Type="http://schemas.openxmlformats.org/officeDocument/2006/relationships/tags" Target="../tags/tag1447.xml"/><Relationship Id="rId40" Type="http://schemas.openxmlformats.org/officeDocument/2006/relationships/image" Target="../media/image281.jpeg"/><Relationship Id="rId4" Type="http://schemas.openxmlformats.org/officeDocument/2006/relationships/tags" Target="../tags/tag1414.xml"/><Relationship Id="rId39" Type="http://schemas.openxmlformats.org/officeDocument/2006/relationships/tags" Target="../tags/tag1446.xml"/><Relationship Id="rId38" Type="http://schemas.openxmlformats.org/officeDocument/2006/relationships/image" Target="../media/image280.jpeg"/><Relationship Id="rId37" Type="http://schemas.openxmlformats.org/officeDocument/2006/relationships/tags" Target="../tags/tag1445.xml"/><Relationship Id="rId36" Type="http://schemas.openxmlformats.org/officeDocument/2006/relationships/image" Target="../media/image279.jpeg"/><Relationship Id="rId35" Type="http://schemas.openxmlformats.org/officeDocument/2006/relationships/tags" Target="../tags/tag1444.xml"/><Relationship Id="rId34" Type="http://schemas.openxmlformats.org/officeDocument/2006/relationships/tags" Target="../tags/tag1443.xml"/><Relationship Id="rId33" Type="http://schemas.openxmlformats.org/officeDocument/2006/relationships/tags" Target="../tags/tag1442.xml"/><Relationship Id="rId32" Type="http://schemas.openxmlformats.org/officeDocument/2006/relationships/tags" Target="../tags/tag1441.xml"/><Relationship Id="rId31" Type="http://schemas.openxmlformats.org/officeDocument/2006/relationships/tags" Target="../tags/tag1440.xml"/><Relationship Id="rId30" Type="http://schemas.openxmlformats.org/officeDocument/2006/relationships/tags" Target="../tags/tag1439.xml"/><Relationship Id="rId3" Type="http://schemas.openxmlformats.org/officeDocument/2006/relationships/tags" Target="../tags/tag1413.xml"/><Relationship Id="rId29" Type="http://schemas.openxmlformats.org/officeDocument/2006/relationships/tags" Target="../tags/tag1438.xml"/><Relationship Id="rId28" Type="http://schemas.openxmlformats.org/officeDocument/2006/relationships/tags" Target="../tags/tag1437.xml"/><Relationship Id="rId27" Type="http://schemas.openxmlformats.org/officeDocument/2006/relationships/tags" Target="../tags/tag1436.xml"/><Relationship Id="rId26" Type="http://schemas.openxmlformats.org/officeDocument/2006/relationships/tags" Target="../tags/tag1435.xml"/><Relationship Id="rId25" Type="http://schemas.openxmlformats.org/officeDocument/2006/relationships/tags" Target="../tags/tag1434.xml"/><Relationship Id="rId24" Type="http://schemas.openxmlformats.org/officeDocument/2006/relationships/tags" Target="../tags/tag1433.xml"/><Relationship Id="rId23" Type="http://schemas.openxmlformats.org/officeDocument/2006/relationships/tags" Target="../tags/tag1432.xml"/><Relationship Id="rId22" Type="http://schemas.openxmlformats.org/officeDocument/2006/relationships/tags" Target="../tags/tag1431.xml"/><Relationship Id="rId21" Type="http://schemas.openxmlformats.org/officeDocument/2006/relationships/tags" Target="../tags/tag1430.xml"/><Relationship Id="rId20" Type="http://schemas.openxmlformats.org/officeDocument/2006/relationships/tags" Target="../tags/tag1429.xml"/><Relationship Id="rId2" Type="http://schemas.openxmlformats.org/officeDocument/2006/relationships/tags" Target="../tags/tag1412.xml"/><Relationship Id="rId19" Type="http://schemas.openxmlformats.org/officeDocument/2006/relationships/tags" Target="../tags/tag1428.xml"/><Relationship Id="rId18" Type="http://schemas.openxmlformats.org/officeDocument/2006/relationships/tags" Target="../tags/tag1427.xml"/><Relationship Id="rId17" Type="http://schemas.openxmlformats.org/officeDocument/2006/relationships/tags" Target="../tags/tag1426.xml"/><Relationship Id="rId16" Type="http://schemas.openxmlformats.org/officeDocument/2006/relationships/tags" Target="../tags/tag1425.xml"/><Relationship Id="rId15" Type="http://schemas.openxmlformats.org/officeDocument/2006/relationships/tags" Target="../tags/tag1424.xml"/><Relationship Id="rId14" Type="http://schemas.openxmlformats.org/officeDocument/2006/relationships/tags" Target="../tags/tag1423.xml"/><Relationship Id="rId13" Type="http://schemas.openxmlformats.org/officeDocument/2006/relationships/tags" Target="../tags/tag1422.xml"/><Relationship Id="rId12" Type="http://schemas.openxmlformats.org/officeDocument/2006/relationships/tags" Target="../tags/tag1421.xml"/><Relationship Id="rId11" Type="http://schemas.openxmlformats.org/officeDocument/2006/relationships/tags" Target="../tags/tag1420.xml"/><Relationship Id="rId10" Type="http://schemas.openxmlformats.org/officeDocument/2006/relationships/tags" Target="../tags/tag1419.xml"/><Relationship Id="rId1" Type="http://schemas.openxmlformats.org/officeDocument/2006/relationships/tags" Target="../tags/tag1411.xml"/></Relationships>
</file>

<file path=ppt/slides/_rels/slide63.xml.rels><?xml version="1.0" encoding="UTF-8" standalone="yes"?>
<Relationships xmlns="http://schemas.openxmlformats.org/package/2006/relationships"><Relationship Id="rId9" Type="http://schemas.openxmlformats.org/officeDocument/2006/relationships/tags" Target="../tags/tag1460.xml"/><Relationship Id="rId8" Type="http://schemas.openxmlformats.org/officeDocument/2006/relationships/tags" Target="../tags/tag1459.xml"/><Relationship Id="rId7" Type="http://schemas.openxmlformats.org/officeDocument/2006/relationships/image" Target="../media/image289.jpeg"/><Relationship Id="rId6" Type="http://schemas.openxmlformats.org/officeDocument/2006/relationships/tags" Target="../tags/tag1458.xml"/><Relationship Id="rId5" Type="http://schemas.openxmlformats.org/officeDocument/2006/relationships/image" Target="../media/image288.jpeg"/><Relationship Id="rId4" Type="http://schemas.openxmlformats.org/officeDocument/2006/relationships/tags" Target="../tags/tag1457.xml"/><Relationship Id="rId3" Type="http://schemas.openxmlformats.org/officeDocument/2006/relationships/image" Target="../media/image287.jpeg"/><Relationship Id="rId27" Type="http://schemas.openxmlformats.org/officeDocument/2006/relationships/slideLayout" Target="../slideLayouts/slideLayout4.xml"/><Relationship Id="rId26" Type="http://schemas.openxmlformats.org/officeDocument/2006/relationships/tags" Target="../tags/tag1475.xml"/><Relationship Id="rId25" Type="http://schemas.openxmlformats.org/officeDocument/2006/relationships/tags" Target="../tags/tag1474.xml"/><Relationship Id="rId24" Type="http://schemas.openxmlformats.org/officeDocument/2006/relationships/tags" Target="../tags/tag1473.xml"/><Relationship Id="rId23" Type="http://schemas.openxmlformats.org/officeDocument/2006/relationships/tags" Target="../tags/tag1472.xml"/><Relationship Id="rId22" Type="http://schemas.openxmlformats.org/officeDocument/2006/relationships/tags" Target="../tags/tag1471.xml"/><Relationship Id="rId21" Type="http://schemas.openxmlformats.org/officeDocument/2006/relationships/tags" Target="../tags/tag1470.xml"/><Relationship Id="rId20" Type="http://schemas.openxmlformats.org/officeDocument/2006/relationships/tags" Target="../tags/tag1469.xml"/><Relationship Id="rId2" Type="http://schemas.openxmlformats.org/officeDocument/2006/relationships/tags" Target="../tags/tag1456.xml"/><Relationship Id="rId19" Type="http://schemas.openxmlformats.org/officeDocument/2006/relationships/tags" Target="../tags/tag1468.xml"/><Relationship Id="rId18" Type="http://schemas.openxmlformats.org/officeDocument/2006/relationships/tags" Target="../tags/tag1467.xml"/><Relationship Id="rId17" Type="http://schemas.openxmlformats.org/officeDocument/2006/relationships/tags" Target="../tags/tag1466.xml"/><Relationship Id="rId16" Type="http://schemas.openxmlformats.org/officeDocument/2006/relationships/tags" Target="../tags/tag1465.xml"/><Relationship Id="rId15" Type="http://schemas.openxmlformats.org/officeDocument/2006/relationships/image" Target="../media/image291.jpeg"/><Relationship Id="rId14" Type="http://schemas.openxmlformats.org/officeDocument/2006/relationships/tags" Target="../tags/tag1464.xml"/><Relationship Id="rId13" Type="http://schemas.openxmlformats.org/officeDocument/2006/relationships/tags" Target="../tags/tag1463.xml"/><Relationship Id="rId12" Type="http://schemas.openxmlformats.org/officeDocument/2006/relationships/tags" Target="../tags/tag1462.xml"/><Relationship Id="rId11" Type="http://schemas.openxmlformats.org/officeDocument/2006/relationships/image" Target="../media/image290.jpeg"/><Relationship Id="rId10" Type="http://schemas.openxmlformats.org/officeDocument/2006/relationships/tags" Target="../tags/tag1461.xml"/><Relationship Id="rId1" Type="http://schemas.openxmlformats.org/officeDocument/2006/relationships/tags" Target="../tags/tag1455.xml"/></Relationships>
</file>

<file path=ppt/slides/_rels/slide64.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1481.xml"/><Relationship Id="rId7" Type="http://schemas.openxmlformats.org/officeDocument/2006/relationships/tags" Target="../tags/tag1480.xml"/><Relationship Id="rId6" Type="http://schemas.openxmlformats.org/officeDocument/2006/relationships/image" Target="../media/image5.png"/><Relationship Id="rId5" Type="http://schemas.openxmlformats.org/officeDocument/2006/relationships/tags" Target="../tags/tag1479.xml"/><Relationship Id="rId4" Type="http://schemas.openxmlformats.org/officeDocument/2006/relationships/tags" Target="../tags/tag1478.xml"/><Relationship Id="rId31" Type="http://schemas.openxmlformats.org/officeDocument/2006/relationships/slideLayout" Target="../slideLayouts/slideLayout10.xml"/><Relationship Id="rId30" Type="http://schemas.openxmlformats.org/officeDocument/2006/relationships/tags" Target="../tags/tag1498.xml"/><Relationship Id="rId3" Type="http://schemas.openxmlformats.org/officeDocument/2006/relationships/image" Target="../media/image46.png"/><Relationship Id="rId29" Type="http://schemas.openxmlformats.org/officeDocument/2006/relationships/tags" Target="../tags/tag1497.xml"/><Relationship Id="rId28" Type="http://schemas.openxmlformats.org/officeDocument/2006/relationships/tags" Target="../tags/tag1496.xml"/><Relationship Id="rId27" Type="http://schemas.openxmlformats.org/officeDocument/2006/relationships/tags" Target="../tags/tag1495.xml"/><Relationship Id="rId26" Type="http://schemas.openxmlformats.org/officeDocument/2006/relationships/tags" Target="../tags/tag1494.xml"/><Relationship Id="rId25" Type="http://schemas.openxmlformats.org/officeDocument/2006/relationships/tags" Target="../tags/tag1493.xml"/><Relationship Id="rId24" Type="http://schemas.openxmlformats.org/officeDocument/2006/relationships/tags" Target="../tags/tag1492.xml"/><Relationship Id="rId23" Type="http://schemas.openxmlformats.org/officeDocument/2006/relationships/tags" Target="../tags/tag1491.xml"/><Relationship Id="rId22" Type="http://schemas.openxmlformats.org/officeDocument/2006/relationships/tags" Target="../tags/tag1490.xml"/><Relationship Id="rId21" Type="http://schemas.openxmlformats.org/officeDocument/2006/relationships/image" Target="../media/image9.png"/><Relationship Id="rId20" Type="http://schemas.openxmlformats.org/officeDocument/2006/relationships/tags" Target="../tags/tag1489.xml"/><Relationship Id="rId2" Type="http://schemas.openxmlformats.org/officeDocument/2006/relationships/tags" Target="../tags/tag1477.xml"/><Relationship Id="rId19" Type="http://schemas.openxmlformats.org/officeDocument/2006/relationships/tags" Target="../tags/tag1488.xml"/><Relationship Id="rId18" Type="http://schemas.openxmlformats.org/officeDocument/2006/relationships/tags" Target="../tags/tag1487.xml"/><Relationship Id="rId17" Type="http://schemas.openxmlformats.org/officeDocument/2006/relationships/image" Target="../media/image8.png"/><Relationship Id="rId16" Type="http://schemas.openxmlformats.org/officeDocument/2006/relationships/tags" Target="../tags/tag1486.xml"/><Relationship Id="rId15" Type="http://schemas.openxmlformats.org/officeDocument/2006/relationships/tags" Target="../tags/tag1485.xml"/><Relationship Id="rId14" Type="http://schemas.openxmlformats.org/officeDocument/2006/relationships/image" Target="../media/image10.png"/><Relationship Id="rId13" Type="http://schemas.openxmlformats.org/officeDocument/2006/relationships/tags" Target="../tags/tag1484.xml"/><Relationship Id="rId12" Type="http://schemas.openxmlformats.org/officeDocument/2006/relationships/image" Target="../media/image7.png"/><Relationship Id="rId11" Type="http://schemas.openxmlformats.org/officeDocument/2006/relationships/tags" Target="../tags/tag1483.xml"/><Relationship Id="rId10" Type="http://schemas.openxmlformats.org/officeDocument/2006/relationships/tags" Target="../tags/tag1482.xml"/><Relationship Id="rId1" Type="http://schemas.openxmlformats.org/officeDocument/2006/relationships/tags" Target="../tags/tag1476.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tags" Target="../tags/tag1502.xml"/><Relationship Id="rId3" Type="http://schemas.openxmlformats.org/officeDocument/2006/relationships/tags" Target="../tags/tag1501.xml"/><Relationship Id="rId2" Type="http://schemas.openxmlformats.org/officeDocument/2006/relationships/tags" Target="../tags/tag1500.xml"/><Relationship Id="rId1" Type="http://schemas.openxmlformats.org/officeDocument/2006/relationships/tags" Target="../tags/tag1499.xml"/></Relationships>
</file>

<file path=ppt/slides/_rels/slide66.xml.rels><?xml version="1.0" encoding="UTF-8" standalone="yes"?>
<Relationships xmlns="http://schemas.openxmlformats.org/package/2006/relationships"><Relationship Id="rId9" Type="http://schemas.openxmlformats.org/officeDocument/2006/relationships/image" Target="../media/image295.jpeg"/><Relationship Id="rId8" Type="http://schemas.openxmlformats.org/officeDocument/2006/relationships/tags" Target="../tags/tag1507.xml"/><Relationship Id="rId7" Type="http://schemas.openxmlformats.org/officeDocument/2006/relationships/image" Target="../media/image294.jpeg"/><Relationship Id="rId6" Type="http://schemas.openxmlformats.org/officeDocument/2006/relationships/tags" Target="../tags/tag1506.xml"/><Relationship Id="rId5" Type="http://schemas.openxmlformats.org/officeDocument/2006/relationships/image" Target="../media/image293.jpeg"/><Relationship Id="rId4" Type="http://schemas.openxmlformats.org/officeDocument/2006/relationships/tags" Target="../tags/tag1505.xml"/><Relationship Id="rId35" Type="http://schemas.openxmlformats.org/officeDocument/2006/relationships/slideLayout" Target="../slideLayouts/slideLayout10.xml"/><Relationship Id="rId34" Type="http://schemas.openxmlformats.org/officeDocument/2006/relationships/tags" Target="../tags/tag1524.xml"/><Relationship Id="rId33" Type="http://schemas.openxmlformats.org/officeDocument/2006/relationships/image" Target="../media/image303.jpeg"/><Relationship Id="rId32" Type="http://schemas.openxmlformats.org/officeDocument/2006/relationships/tags" Target="../tags/tag1523.xml"/><Relationship Id="rId31" Type="http://schemas.openxmlformats.org/officeDocument/2006/relationships/tags" Target="../tags/tag1522.xml"/><Relationship Id="rId30" Type="http://schemas.openxmlformats.org/officeDocument/2006/relationships/image" Target="../media/image302.jpeg"/><Relationship Id="rId3" Type="http://schemas.openxmlformats.org/officeDocument/2006/relationships/image" Target="../media/image292.jpeg"/><Relationship Id="rId29" Type="http://schemas.openxmlformats.org/officeDocument/2006/relationships/tags" Target="../tags/tag1521.xml"/><Relationship Id="rId28" Type="http://schemas.openxmlformats.org/officeDocument/2006/relationships/tags" Target="../tags/tag1520.xml"/><Relationship Id="rId27" Type="http://schemas.openxmlformats.org/officeDocument/2006/relationships/tags" Target="../tags/tag1519.xml"/><Relationship Id="rId26" Type="http://schemas.openxmlformats.org/officeDocument/2006/relationships/tags" Target="../tags/tag1518.xml"/><Relationship Id="rId25" Type="http://schemas.openxmlformats.org/officeDocument/2006/relationships/tags" Target="../tags/tag1517.xml"/><Relationship Id="rId24" Type="http://schemas.openxmlformats.org/officeDocument/2006/relationships/image" Target="../media/image301.jpeg"/><Relationship Id="rId23" Type="http://schemas.openxmlformats.org/officeDocument/2006/relationships/tags" Target="../tags/tag1516.xml"/><Relationship Id="rId22" Type="http://schemas.openxmlformats.org/officeDocument/2006/relationships/image" Target="../media/image300.jpeg"/><Relationship Id="rId21" Type="http://schemas.openxmlformats.org/officeDocument/2006/relationships/tags" Target="../tags/tag1515.xml"/><Relationship Id="rId20" Type="http://schemas.openxmlformats.org/officeDocument/2006/relationships/tags" Target="../tags/tag1514.xml"/><Relationship Id="rId2" Type="http://schemas.openxmlformats.org/officeDocument/2006/relationships/tags" Target="../tags/tag1504.xml"/><Relationship Id="rId19" Type="http://schemas.openxmlformats.org/officeDocument/2006/relationships/tags" Target="../tags/tag1513.xml"/><Relationship Id="rId18" Type="http://schemas.openxmlformats.org/officeDocument/2006/relationships/tags" Target="../tags/tag1512.xml"/><Relationship Id="rId17" Type="http://schemas.openxmlformats.org/officeDocument/2006/relationships/image" Target="../media/image299.jpeg"/><Relationship Id="rId16" Type="http://schemas.openxmlformats.org/officeDocument/2006/relationships/tags" Target="../tags/tag1511.xml"/><Relationship Id="rId15" Type="http://schemas.openxmlformats.org/officeDocument/2006/relationships/image" Target="../media/image298.jpeg"/><Relationship Id="rId14" Type="http://schemas.openxmlformats.org/officeDocument/2006/relationships/tags" Target="../tags/tag1510.xml"/><Relationship Id="rId13" Type="http://schemas.openxmlformats.org/officeDocument/2006/relationships/image" Target="../media/image297.jpeg"/><Relationship Id="rId12" Type="http://schemas.openxmlformats.org/officeDocument/2006/relationships/tags" Target="../tags/tag1509.xml"/><Relationship Id="rId11" Type="http://schemas.openxmlformats.org/officeDocument/2006/relationships/image" Target="../media/image296.jpeg"/><Relationship Id="rId10" Type="http://schemas.openxmlformats.org/officeDocument/2006/relationships/tags" Target="../tags/tag1508.xml"/><Relationship Id="rId1" Type="http://schemas.openxmlformats.org/officeDocument/2006/relationships/tags" Target="../tags/tag1503.xml"/></Relationships>
</file>

<file path=ppt/slides/_rels/slide67.xml.rels><?xml version="1.0" encoding="UTF-8" standalone="yes"?>
<Relationships xmlns="http://schemas.openxmlformats.org/package/2006/relationships"><Relationship Id="rId9" Type="http://schemas.openxmlformats.org/officeDocument/2006/relationships/image" Target="../media/image306.jpeg"/><Relationship Id="rId8" Type="http://schemas.openxmlformats.org/officeDocument/2006/relationships/tags" Target="../tags/tag1530.xml"/><Relationship Id="rId7" Type="http://schemas.openxmlformats.org/officeDocument/2006/relationships/image" Target="../media/image305.jpeg"/><Relationship Id="rId6" Type="http://schemas.openxmlformats.org/officeDocument/2006/relationships/tags" Target="../tags/tag1529.xml"/><Relationship Id="rId5" Type="http://schemas.openxmlformats.org/officeDocument/2006/relationships/tags" Target="../tags/tag1528.xml"/><Relationship Id="rId4" Type="http://schemas.openxmlformats.org/officeDocument/2006/relationships/tags" Target="../tags/tag1527.xml"/><Relationship Id="rId34" Type="http://schemas.openxmlformats.org/officeDocument/2006/relationships/slideLayout" Target="../slideLayouts/slideLayout9.xml"/><Relationship Id="rId33" Type="http://schemas.openxmlformats.org/officeDocument/2006/relationships/tags" Target="../tags/tag1551.xml"/><Relationship Id="rId32" Type="http://schemas.openxmlformats.org/officeDocument/2006/relationships/tags" Target="../tags/tag1550.xml"/><Relationship Id="rId31" Type="http://schemas.openxmlformats.org/officeDocument/2006/relationships/tags" Target="../tags/tag1549.xml"/><Relationship Id="rId30" Type="http://schemas.openxmlformats.org/officeDocument/2006/relationships/tags" Target="../tags/tag1548.xml"/><Relationship Id="rId3" Type="http://schemas.openxmlformats.org/officeDocument/2006/relationships/image" Target="../media/image304.jpeg"/><Relationship Id="rId29" Type="http://schemas.openxmlformats.org/officeDocument/2006/relationships/tags" Target="../tags/tag1547.xml"/><Relationship Id="rId28" Type="http://schemas.openxmlformats.org/officeDocument/2006/relationships/tags" Target="../tags/tag1546.xml"/><Relationship Id="rId27" Type="http://schemas.openxmlformats.org/officeDocument/2006/relationships/tags" Target="../tags/tag1545.xml"/><Relationship Id="rId26" Type="http://schemas.openxmlformats.org/officeDocument/2006/relationships/image" Target="../media/image309.jpeg"/><Relationship Id="rId25" Type="http://schemas.openxmlformats.org/officeDocument/2006/relationships/tags" Target="../tags/tag1544.xml"/><Relationship Id="rId24" Type="http://schemas.openxmlformats.org/officeDocument/2006/relationships/image" Target="../media/image308.jpeg"/><Relationship Id="rId23" Type="http://schemas.openxmlformats.org/officeDocument/2006/relationships/tags" Target="../tags/tag1543.xml"/><Relationship Id="rId22" Type="http://schemas.openxmlformats.org/officeDocument/2006/relationships/tags" Target="../tags/tag1542.xml"/><Relationship Id="rId21" Type="http://schemas.openxmlformats.org/officeDocument/2006/relationships/tags" Target="../tags/tag1541.xml"/><Relationship Id="rId20" Type="http://schemas.openxmlformats.org/officeDocument/2006/relationships/tags" Target="../tags/tag1540.xml"/><Relationship Id="rId2" Type="http://schemas.openxmlformats.org/officeDocument/2006/relationships/tags" Target="../tags/tag1526.xml"/><Relationship Id="rId19" Type="http://schemas.openxmlformats.org/officeDocument/2006/relationships/tags" Target="../tags/tag1539.xml"/><Relationship Id="rId18" Type="http://schemas.openxmlformats.org/officeDocument/2006/relationships/tags" Target="../tags/tag1538.xml"/><Relationship Id="rId17" Type="http://schemas.openxmlformats.org/officeDocument/2006/relationships/image" Target="../media/image307.jpeg"/><Relationship Id="rId16" Type="http://schemas.openxmlformats.org/officeDocument/2006/relationships/tags" Target="../tags/tag1537.xml"/><Relationship Id="rId15" Type="http://schemas.openxmlformats.org/officeDocument/2006/relationships/tags" Target="../tags/tag1536.xml"/><Relationship Id="rId14" Type="http://schemas.openxmlformats.org/officeDocument/2006/relationships/tags" Target="../tags/tag1535.xml"/><Relationship Id="rId13" Type="http://schemas.openxmlformats.org/officeDocument/2006/relationships/tags" Target="../tags/tag1534.xml"/><Relationship Id="rId12" Type="http://schemas.openxmlformats.org/officeDocument/2006/relationships/tags" Target="../tags/tag1533.xml"/><Relationship Id="rId11" Type="http://schemas.openxmlformats.org/officeDocument/2006/relationships/tags" Target="../tags/tag1532.xml"/><Relationship Id="rId10" Type="http://schemas.openxmlformats.org/officeDocument/2006/relationships/tags" Target="../tags/tag1531.xml"/><Relationship Id="rId1" Type="http://schemas.openxmlformats.org/officeDocument/2006/relationships/tags" Target="../tags/tag1525.xml"/></Relationships>
</file>

<file path=ppt/slides/_rels/slide68.xml.rels><?xml version="1.0" encoding="UTF-8" standalone="yes"?>
<Relationships xmlns="http://schemas.openxmlformats.org/package/2006/relationships"><Relationship Id="rId9" Type="http://schemas.openxmlformats.org/officeDocument/2006/relationships/tags" Target="../tags/tag1557.xml"/><Relationship Id="rId8" Type="http://schemas.openxmlformats.org/officeDocument/2006/relationships/image" Target="../media/image305.jpeg"/><Relationship Id="rId7" Type="http://schemas.openxmlformats.org/officeDocument/2006/relationships/tags" Target="../tags/tag1556.xml"/><Relationship Id="rId6" Type="http://schemas.openxmlformats.org/officeDocument/2006/relationships/tags" Target="../tags/tag1555.xml"/><Relationship Id="rId5" Type="http://schemas.openxmlformats.org/officeDocument/2006/relationships/image" Target="../media/image307.jpeg"/><Relationship Id="rId4" Type="http://schemas.openxmlformats.org/officeDocument/2006/relationships/tags" Target="../tags/tag1554.xml"/><Relationship Id="rId3" Type="http://schemas.openxmlformats.org/officeDocument/2006/relationships/image" Target="../media/image304.jpeg"/><Relationship Id="rId27" Type="http://schemas.openxmlformats.org/officeDocument/2006/relationships/slideLayout" Target="../slideLayouts/slideLayout9.xml"/><Relationship Id="rId26" Type="http://schemas.openxmlformats.org/officeDocument/2006/relationships/tags" Target="../tags/tag1573.xml"/><Relationship Id="rId25" Type="http://schemas.openxmlformats.org/officeDocument/2006/relationships/tags" Target="../tags/tag1572.xml"/><Relationship Id="rId24" Type="http://schemas.openxmlformats.org/officeDocument/2006/relationships/tags" Target="../tags/tag1571.xml"/><Relationship Id="rId23" Type="http://schemas.openxmlformats.org/officeDocument/2006/relationships/tags" Target="../tags/tag1570.xml"/><Relationship Id="rId22" Type="http://schemas.openxmlformats.org/officeDocument/2006/relationships/tags" Target="../tags/tag1569.xml"/><Relationship Id="rId21" Type="http://schemas.openxmlformats.org/officeDocument/2006/relationships/tags" Target="../tags/tag1568.xml"/><Relationship Id="rId20" Type="http://schemas.openxmlformats.org/officeDocument/2006/relationships/tags" Target="../tags/tag1567.xml"/><Relationship Id="rId2" Type="http://schemas.openxmlformats.org/officeDocument/2006/relationships/tags" Target="../tags/tag1553.xml"/><Relationship Id="rId19" Type="http://schemas.openxmlformats.org/officeDocument/2006/relationships/tags" Target="../tags/tag1566.xml"/><Relationship Id="rId18" Type="http://schemas.openxmlformats.org/officeDocument/2006/relationships/tags" Target="../tags/tag1565.xml"/><Relationship Id="rId17" Type="http://schemas.openxmlformats.org/officeDocument/2006/relationships/tags" Target="../tags/tag1564.xml"/><Relationship Id="rId16" Type="http://schemas.openxmlformats.org/officeDocument/2006/relationships/tags" Target="../tags/tag1563.xml"/><Relationship Id="rId15" Type="http://schemas.openxmlformats.org/officeDocument/2006/relationships/tags" Target="../tags/tag1562.xml"/><Relationship Id="rId14" Type="http://schemas.openxmlformats.org/officeDocument/2006/relationships/image" Target="../media/image306.jpeg"/><Relationship Id="rId13" Type="http://schemas.openxmlformats.org/officeDocument/2006/relationships/tags" Target="../tags/tag1561.xml"/><Relationship Id="rId12" Type="http://schemas.openxmlformats.org/officeDocument/2006/relationships/tags" Target="../tags/tag1560.xml"/><Relationship Id="rId11" Type="http://schemas.openxmlformats.org/officeDocument/2006/relationships/tags" Target="../tags/tag1559.xml"/><Relationship Id="rId10" Type="http://schemas.openxmlformats.org/officeDocument/2006/relationships/tags" Target="../tags/tag1558.xml"/><Relationship Id="rId1" Type="http://schemas.openxmlformats.org/officeDocument/2006/relationships/tags" Target="../tags/tag1552.xml"/></Relationships>
</file>

<file path=ppt/slides/_rels/slide69.xml.rels><?xml version="1.0" encoding="UTF-8" standalone="yes"?>
<Relationships xmlns="http://schemas.openxmlformats.org/package/2006/relationships"><Relationship Id="rId9" Type="http://schemas.openxmlformats.org/officeDocument/2006/relationships/tags" Target="../tags/tag1581.xml"/><Relationship Id="rId8" Type="http://schemas.openxmlformats.org/officeDocument/2006/relationships/tags" Target="../tags/tag1580.xml"/><Relationship Id="rId7" Type="http://schemas.openxmlformats.org/officeDocument/2006/relationships/tags" Target="../tags/tag1579.xml"/><Relationship Id="rId6" Type="http://schemas.openxmlformats.org/officeDocument/2006/relationships/tags" Target="../tags/tag1578.xml"/><Relationship Id="rId5" Type="http://schemas.openxmlformats.org/officeDocument/2006/relationships/tags" Target="../tags/tag1577.xml"/><Relationship Id="rId4" Type="http://schemas.openxmlformats.org/officeDocument/2006/relationships/tags" Target="../tags/tag1576.xml"/><Relationship Id="rId38" Type="http://schemas.openxmlformats.org/officeDocument/2006/relationships/slideLayout" Target="../slideLayouts/slideLayout10.xml"/><Relationship Id="rId37" Type="http://schemas.openxmlformats.org/officeDocument/2006/relationships/tags" Target="../tags/tag1597.xml"/><Relationship Id="rId36" Type="http://schemas.openxmlformats.org/officeDocument/2006/relationships/image" Target="../media/image322.jpeg"/><Relationship Id="rId35" Type="http://schemas.openxmlformats.org/officeDocument/2006/relationships/tags" Target="../tags/tag1596.xml"/><Relationship Id="rId34" Type="http://schemas.openxmlformats.org/officeDocument/2006/relationships/image" Target="../media/image321.jpeg"/><Relationship Id="rId33" Type="http://schemas.openxmlformats.org/officeDocument/2006/relationships/tags" Target="../tags/tag1595.xml"/><Relationship Id="rId32" Type="http://schemas.openxmlformats.org/officeDocument/2006/relationships/image" Target="../media/image320.jpeg"/><Relationship Id="rId31" Type="http://schemas.openxmlformats.org/officeDocument/2006/relationships/tags" Target="../tags/tag1594.xml"/><Relationship Id="rId30" Type="http://schemas.openxmlformats.org/officeDocument/2006/relationships/tags" Target="../tags/tag1593.xml"/><Relationship Id="rId3" Type="http://schemas.openxmlformats.org/officeDocument/2006/relationships/image" Target="../media/image310.jpeg"/><Relationship Id="rId29" Type="http://schemas.openxmlformats.org/officeDocument/2006/relationships/image" Target="../media/image319.jpeg"/><Relationship Id="rId28" Type="http://schemas.openxmlformats.org/officeDocument/2006/relationships/tags" Target="../tags/tag1592.xml"/><Relationship Id="rId27" Type="http://schemas.openxmlformats.org/officeDocument/2006/relationships/image" Target="../media/image318.jpeg"/><Relationship Id="rId26" Type="http://schemas.openxmlformats.org/officeDocument/2006/relationships/tags" Target="../tags/tag1591.xml"/><Relationship Id="rId25" Type="http://schemas.openxmlformats.org/officeDocument/2006/relationships/image" Target="../media/image317.jpeg"/><Relationship Id="rId24" Type="http://schemas.openxmlformats.org/officeDocument/2006/relationships/tags" Target="../tags/tag1590.xml"/><Relationship Id="rId23" Type="http://schemas.openxmlformats.org/officeDocument/2006/relationships/image" Target="../media/image316.jpeg"/><Relationship Id="rId22" Type="http://schemas.openxmlformats.org/officeDocument/2006/relationships/tags" Target="../tags/tag1589.xml"/><Relationship Id="rId21" Type="http://schemas.openxmlformats.org/officeDocument/2006/relationships/image" Target="../media/image315.jpeg"/><Relationship Id="rId20" Type="http://schemas.openxmlformats.org/officeDocument/2006/relationships/tags" Target="../tags/tag1588.xml"/><Relationship Id="rId2" Type="http://schemas.openxmlformats.org/officeDocument/2006/relationships/tags" Target="../tags/tag1575.xml"/><Relationship Id="rId19" Type="http://schemas.openxmlformats.org/officeDocument/2006/relationships/image" Target="../media/image314.jpeg"/><Relationship Id="rId18" Type="http://schemas.openxmlformats.org/officeDocument/2006/relationships/tags" Target="../tags/tag1587.xml"/><Relationship Id="rId17" Type="http://schemas.openxmlformats.org/officeDocument/2006/relationships/image" Target="../media/image313.jpeg"/><Relationship Id="rId16" Type="http://schemas.openxmlformats.org/officeDocument/2006/relationships/tags" Target="../tags/tag1586.xml"/><Relationship Id="rId15" Type="http://schemas.openxmlformats.org/officeDocument/2006/relationships/image" Target="../media/image312.jpeg"/><Relationship Id="rId14" Type="http://schemas.openxmlformats.org/officeDocument/2006/relationships/tags" Target="../tags/tag1585.xml"/><Relationship Id="rId13" Type="http://schemas.openxmlformats.org/officeDocument/2006/relationships/tags" Target="../tags/tag1584.xml"/><Relationship Id="rId12" Type="http://schemas.openxmlformats.org/officeDocument/2006/relationships/tags" Target="../tags/tag1583.xml"/><Relationship Id="rId11" Type="http://schemas.openxmlformats.org/officeDocument/2006/relationships/tags" Target="../tags/tag1582.xml"/><Relationship Id="rId10" Type="http://schemas.openxmlformats.org/officeDocument/2006/relationships/image" Target="../media/image311.jpeg"/><Relationship Id="rId1" Type="http://schemas.openxmlformats.org/officeDocument/2006/relationships/tags" Target="../tags/tag1574.xml"/></Relationships>
</file>

<file path=ppt/slides/_rels/slide70.xml.rels><?xml version="1.0" encoding="UTF-8" standalone="yes"?>
<Relationships xmlns="http://schemas.openxmlformats.org/package/2006/relationships"><Relationship Id="rId9" Type="http://schemas.openxmlformats.org/officeDocument/2006/relationships/tags" Target="../tags/tag1604.xml"/><Relationship Id="rId8" Type="http://schemas.openxmlformats.org/officeDocument/2006/relationships/tags" Target="../tags/tag1603.xml"/><Relationship Id="rId7" Type="http://schemas.openxmlformats.org/officeDocument/2006/relationships/tags" Target="../tags/tag1602.xml"/><Relationship Id="rId6" Type="http://schemas.openxmlformats.org/officeDocument/2006/relationships/tags" Target="../tags/tag1601.xml"/><Relationship Id="rId5" Type="http://schemas.openxmlformats.org/officeDocument/2006/relationships/image" Target="../media/image324.jpeg"/><Relationship Id="rId4" Type="http://schemas.openxmlformats.org/officeDocument/2006/relationships/tags" Target="../tags/tag1600.xml"/><Relationship Id="rId3" Type="http://schemas.openxmlformats.org/officeDocument/2006/relationships/image" Target="../media/image323.jpeg"/><Relationship Id="rId2" Type="http://schemas.openxmlformats.org/officeDocument/2006/relationships/tags" Target="../tags/tag1599.xml"/><Relationship Id="rId18" Type="http://schemas.openxmlformats.org/officeDocument/2006/relationships/slideLayout" Target="../slideLayouts/slideLayout10.xml"/><Relationship Id="rId17" Type="http://schemas.openxmlformats.org/officeDocument/2006/relationships/tags" Target="../tags/tag1611.xml"/><Relationship Id="rId16" Type="http://schemas.openxmlformats.org/officeDocument/2006/relationships/tags" Target="../tags/tag1610.xml"/><Relationship Id="rId15" Type="http://schemas.openxmlformats.org/officeDocument/2006/relationships/tags" Target="../tags/tag1609.xml"/><Relationship Id="rId14" Type="http://schemas.openxmlformats.org/officeDocument/2006/relationships/tags" Target="../tags/tag1608.xml"/><Relationship Id="rId13" Type="http://schemas.openxmlformats.org/officeDocument/2006/relationships/tags" Target="../tags/tag1607.xml"/><Relationship Id="rId12" Type="http://schemas.openxmlformats.org/officeDocument/2006/relationships/tags" Target="../tags/tag1606.xml"/><Relationship Id="rId11" Type="http://schemas.openxmlformats.org/officeDocument/2006/relationships/image" Target="../media/image325.jpeg"/><Relationship Id="rId10" Type="http://schemas.openxmlformats.org/officeDocument/2006/relationships/tags" Target="../tags/tag1605.xml"/><Relationship Id="rId1" Type="http://schemas.openxmlformats.org/officeDocument/2006/relationships/tags" Target="../tags/tag1598.xml"/></Relationships>
</file>

<file path=ppt/slides/_rels/slide71.xml.rels><?xml version="1.0" encoding="UTF-8" standalone="yes"?>
<Relationships xmlns="http://schemas.openxmlformats.org/package/2006/relationships"><Relationship Id="rId9" Type="http://schemas.openxmlformats.org/officeDocument/2006/relationships/tags" Target="../tags/tag1618.xml"/><Relationship Id="rId8" Type="http://schemas.openxmlformats.org/officeDocument/2006/relationships/tags" Target="../tags/tag1617.xml"/><Relationship Id="rId7" Type="http://schemas.openxmlformats.org/officeDocument/2006/relationships/image" Target="../media/image327.jpeg"/><Relationship Id="rId6" Type="http://schemas.openxmlformats.org/officeDocument/2006/relationships/tags" Target="../tags/tag1616.xml"/><Relationship Id="rId5" Type="http://schemas.openxmlformats.org/officeDocument/2006/relationships/tags" Target="../tags/tag1615.xml"/><Relationship Id="rId4" Type="http://schemas.openxmlformats.org/officeDocument/2006/relationships/tags" Target="../tags/tag1614.xml"/><Relationship Id="rId3" Type="http://schemas.openxmlformats.org/officeDocument/2006/relationships/image" Target="../media/image326.jpeg"/><Relationship Id="rId20" Type="http://schemas.openxmlformats.org/officeDocument/2006/relationships/slideLayout" Target="../slideLayouts/slideLayout10.xml"/><Relationship Id="rId2" Type="http://schemas.openxmlformats.org/officeDocument/2006/relationships/tags" Target="../tags/tag1613.xml"/><Relationship Id="rId19" Type="http://schemas.openxmlformats.org/officeDocument/2006/relationships/tags" Target="../tags/tag1626.xml"/><Relationship Id="rId18" Type="http://schemas.openxmlformats.org/officeDocument/2006/relationships/image" Target="../media/image329.jpeg"/><Relationship Id="rId17" Type="http://schemas.openxmlformats.org/officeDocument/2006/relationships/tags" Target="../tags/tag1625.xml"/><Relationship Id="rId16" Type="http://schemas.openxmlformats.org/officeDocument/2006/relationships/tags" Target="../tags/tag1624.xml"/><Relationship Id="rId15" Type="http://schemas.openxmlformats.org/officeDocument/2006/relationships/tags" Target="../tags/tag1623.xml"/><Relationship Id="rId14" Type="http://schemas.openxmlformats.org/officeDocument/2006/relationships/tags" Target="../tags/tag1622.xml"/><Relationship Id="rId13" Type="http://schemas.openxmlformats.org/officeDocument/2006/relationships/tags" Target="../tags/tag1621.xml"/><Relationship Id="rId12" Type="http://schemas.openxmlformats.org/officeDocument/2006/relationships/tags" Target="../tags/tag1620.xml"/><Relationship Id="rId11" Type="http://schemas.openxmlformats.org/officeDocument/2006/relationships/tags" Target="../tags/tag1619.xml"/><Relationship Id="rId10" Type="http://schemas.openxmlformats.org/officeDocument/2006/relationships/image" Target="../media/image328.jpeg"/><Relationship Id="rId1" Type="http://schemas.openxmlformats.org/officeDocument/2006/relationships/tags" Target="../tags/tag1612.xml"/></Relationships>
</file>

<file path=ppt/slides/_rels/slide72.xml.rels><?xml version="1.0" encoding="UTF-8" standalone="yes"?>
<Relationships xmlns="http://schemas.openxmlformats.org/package/2006/relationships"><Relationship Id="rId9" Type="http://schemas.openxmlformats.org/officeDocument/2006/relationships/tags" Target="../tags/tag1632.xml"/><Relationship Id="rId8" Type="http://schemas.openxmlformats.org/officeDocument/2006/relationships/image" Target="../media/image331.jpeg"/><Relationship Id="rId7" Type="http://schemas.openxmlformats.org/officeDocument/2006/relationships/tags" Target="../tags/tag1631.xml"/><Relationship Id="rId6" Type="http://schemas.openxmlformats.org/officeDocument/2006/relationships/tags" Target="../tags/tag1630.xml"/><Relationship Id="rId5" Type="http://schemas.openxmlformats.org/officeDocument/2006/relationships/image" Target="../media/image323.jpeg"/><Relationship Id="rId4" Type="http://schemas.openxmlformats.org/officeDocument/2006/relationships/tags" Target="../tags/tag1629.xml"/><Relationship Id="rId3" Type="http://schemas.openxmlformats.org/officeDocument/2006/relationships/image" Target="../media/image330.jpeg"/><Relationship Id="rId2" Type="http://schemas.openxmlformats.org/officeDocument/2006/relationships/tags" Target="../tags/tag1628.xml"/><Relationship Id="rId19" Type="http://schemas.openxmlformats.org/officeDocument/2006/relationships/slideLayout" Target="../slideLayouts/slideLayout10.xml"/><Relationship Id="rId18" Type="http://schemas.openxmlformats.org/officeDocument/2006/relationships/tags" Target="../tags/tag1640.xml"/><Relationship Id="rId17" Type="http://schemas.openxmlformats.org/officeDocument/2006/relationships/tags" Target="../tags/tag1639.xml"/><Relationship Id="rId16" Type="http://schemas.openxmlformats.org/officeDocument/2006/relationships/tags" Target="../tags/tag1638.xml"/><Relationship Id="rId15" Type="http://schemas.openxmlformats.org/officeDocument/2006/relationships/tags" Target="../tags/tag1637.xml"/><Relationship Id="rId14" Type="http://schemas.openxmlformats.org/officeDocument/2006/relationships/tags" Target="../tags/tag1636.xml"/><Relationship Id="rId13" Type="http://schemas.openxmlformats.org/officeDocument/2006/relationships/tags" Target="../tags/tag1635.xml"/><Relationship Id="rId12" Type="http://schemas.openxmlformats.org/officeDocument/2006/relationships/tags" Target="../tags/tag1634.xml"/><Relationship Id="rId11" Type="http://schemas.openxmlformats.org/officeDocument/2006/relationships/image" Target="../media/image332.jpeg"/><Relationship Id="rId10" Type="http://schemas.openxmlformats.org/officeDocument/2006/relationships/tags" Target="../tags/tag1633.xml"/><Relationship Id="rId1" Type="http://schemas.openxmlformats.org/officeDocument/2006/relationships/tags" Target="../tags/tag1627.xml"/></Relationships>
</file>

<file path=ppt/slides/_rels/slide73.xml.rels><?xml version="1.0" encoding="UTF-8" standalone="yes"?>
<Relationships xmlns="http://schemas.openxmlformats.org/package/2006/relationships"><Relationship Id="rId9" Type="http://schemas.openxmlformats.org/officeDocument/2006/relationships/tags" Target="../tags/tag1648.xml"/><Relationship Id="rId8" Type="http://schemas.openxmlformats.org/officeDocument/2006/relationships/tags" Target="../tags/tag1647.xml"/><Relationship Id="rId7" Type="http://schemas.openxmlformats.org/officeDocument/2006/relationships/tags" Target="../tags/tag1646.xml"/><Relationship Id="rId6" Type="http://schemas.openxmlformats.org/officeDocument/2006/relationships/tags" Target="../tags/tag1645.xml"/><Relationship Id="rId5" Type="http://schemas.openxmlformats.org/officeDocument/2006/relationships/tags" Target="../tags/tag1644.xml"/><Relationship Id="rId4" Type="http://schemas.openxmlformats.org/officeDocument/2006/relationships/image" Target="../media/image333.jpeg"/><Relationship Id="rId32" Type="http://schemas.openxmlformats.org/officeDocument/2006/relationships/slideLayout" Target="../slideLayouts/slideLayout10.xml"/><Relationship Id="rId31" Type="http://schemas.openxmlformats.org/officeDocument/2006/relationships/tags" Target="../tags/tag1663.xml"/><Relationship Id="rId30" Type="http://schemas.openxmlformats.org/officeDocument/2006/relationships/image" Target="../media/image340.jpeg"/><Relationship Id="rId3" Type="http://schemas.openxmlformats.org/officeDocument/2006/relationships/tags" Target="../tags/tag1643.xml"/><Relationship Id="rId29" Type="http://schemas.openxmlformats.org/officeDocument/2006/relationships/tags" Target="../tags/tag1662.xml"/><Relationship Id="rId28" Type="http://schemas.openxmlformats.org/officeDocument/2006/relationships/image" Target="../media/image339.jpeg"/><Relationship Id="rId27" Type="http://schemas.openxmlformats.org/officeDocument/2006/relationships/tags" Target="../tags/tag1661.xml"/><Relationship Id="rId26" Type="http://schemas.openxmlformats.org/officeDocument/2006/relationships/image" Target="../media/image338.jpeg"/><Relationship Id="rId25" Type="http://schemas.openxmlformats.org/officeDocument/2006/relationships/tags" Target="../tags/tag1660.xml"/><Relationship Id="rId24" Type="http://schemas.openxmlformats.org/officeDocument/2006/relationships/image" Target="../media/image337.jpeg"/><Relationship Id="rId23" Type="http://schemas.openxmlformats.org/officeDocument/2006/relationships/tags" Target="../tags/tag1659.xml"/><Relationship Id="rId22" Type="http://schemas.openxmlformats.org/officeDocument/2006/relationships/tags" Target="../tags/tag1658.xml"/><Relationship Id="rId21" Type="http://schemas.openxmlformats.org/officeDocument/2006/relationships/tags" Target="../tags/tag1657.xml"/><Relationship Id="rId20" Type="http://schemas.openxmlformats.org/officeDocument/2006/relationships/tags" Target="../tags/tag1656.xml"/><Relationship Id="rId2" Type="http://schemas.openxmlformats.org/officeDocument/2006/relationships/tags" Target="../tags/tag1642.xml"/><Relationship Id="rId19" Type="http://schemas.openxmlformats.org/officeDocument/2006/relationships/tags" Target="../tags/tag1655.xml"/><Relationship Id="rId18" Type="http://schemas.openxmlformats.org/officeDocument/2006/relationships/tags" Target="../tags/tag1654.xml"/><Relationship Id="rId17" Type="http://schemas.openxmlformats.org/officeDocument/2006/relationships/tags" Target="../tags/tag1653.xml"/><Relationship Id="rId16" Type="http://schemas.openxmlformats.org/officeDocument/2006/relationships/tags" Target="../tags/tag1652.xml"/><Relationship Id="rId15" Type="http://schemas.openxmlformats.org/officeDocument/2006/relationships/image" Target="../media/image336.jpeg"/><Relationship Id="rId14" Type="http://schemas.openxmlformats.org/officeDocument/2006/relationships/tags" Target="../tags/tag1651.xml"/><Relationship Id="rId13" Type="http://schemas.openxmlformats.org/officeDocument/2006/relationships/image" Target="../media/image335.jpeg"/><Relationship Id="rId12" Type="http://schemas.openxmlformats.org/officeDocument/2006/relationships/tags" Target="../tags/tag1650.xml"/><Relationship Id="rId11" Type="http://schemas.openxmlformats.org/officeDocument/2006/relationships/tags" Target="../tags/tag1649.xml"/><Relationship Id="rId10" Type="http://schemas.openxmlformats.org/officeDocument/2006/relationships/image" Target="../media/image334.jpeg"/><Relationship Id="rId1" Type="http://schemas.openxmlformats.org/officeDocument/2006/relationships/tags" Target="../tags/tag1641.xml"/></Relationships>
</file>

<file path=ppt/slides/_rels/slide74.xml.rels><?xml version="1.0" encoding="UTF-8" standalone="yes"?>
<Relationships xmlns="http://schemas.openxmlformats.org/package/2006/relationships"><Relationship Id="rId9" Type="http://schemas.openxmlformats.org/officeDocument/2006/relationships/image" Target="../media/image343.jpeg"/><Relationship Id="rId8" Type="http://schemas.openxmlformats.org/officeDocument/2006/relationships/tags" Target="../tags/tag1669.xml"/><Relationship Id="rId7" Type="http://schemas.openxmlformats.org/officeDocument/2006/relationships/tags" Target="../tags/tag1668.xml"/><Relationship Id="rId6" Type="http://schemas.openxmlformats.org/officeDocument/2006/relationships/tags" Target="../tags/tag1667.xml"/><Relationship Id="rId5" Type="http://schemas.openxmlformats.org/officeDocument/2006/relationships/image" Target="../media/image342.jpeg"/><Relationship Id="rId48" Type="http://schemas.openxmlformats.org/officeDocument/2006/relationships/slideLayout" Target="../slideLayouts/slideLayout4.xml"/><Relationship Id="rId47" Type="http://schemas.openxmlformats.org/officeDocument/2006/relationships/tags" Target="../tags/tag1699.xml"/><Relationship Id="rId46" Type="http://schemas.openxmlformats.org/officeDocument/2006/relationships/tags" Target="../tags/tag1698.xml"/><Relationship Id="rId45" Type="http://schemas.openxmlformats.org/officeDocument/2006/relationships/tags" Target="../tags/tag1697.xml"/><Relationship Id="rId44" Type="http://schemas.openxmlformats.org/officeDocument/2006/relationships/tags" Target="../tags/tag1696.xml"/><Relationship Id="rId43" Type="http://schemas.openxmlformats.org/officeDocument/2006/relationships/tags" Target="../tags/tag1695.xml"/><Relationship Id="rId42" Type="http://schemas.openxmlformats.org/officeDocument/2006/relationships/tags" Target="../tags/tag1694.xml"/><Relationship Id="rId41" Type="http://schemas.openxmlformats.org/officeDocument/2006/relationships/tags" Target="../tags/tag1693.xml"/><Relationship Id="rId40" Type="http://schemas.openxmlformats.org/officeDocument/2006/relationships/image" Target="../media/image351.jpeg"/><Relationship Id="rId4" Type="http://schemas.openxmlformats.org/officeDocument/2006/relationships/tags" Target="../tags/tag1666.xml"/><Relationship Id="rId39" Type="http://schemas.openxmlformats.org/officeDocument/2006/relationships/tags" Target="../tags/tag1692.xml"/><Relationship Id="rId38" Type="http://schemas.openxmlformats.org/officeDocument/2006/relationships/image" Target="../media/image350.jpeg"/><Relationship Id="rId37" Type="http://schemas.openxmlformats.org/officeDocument/2006/relationships/tags" Target="../tags/tag1691.xml"/><Relationship Id="rId36" Type="http://schemas.openxmlformats.org/officeDocument/2006/relationships/image" Target="../media/image349.jpeg"/><Relationship Id="rId35" Type="http://schemas.openxmlformats.org/officeDocument/2006/relationships/tags" Target="../tags/tag1690.xml"/><Relationship Id="rId34" Type="http://schemas.openxmlformats.org/officeDocument/2006/relationships/tags" Target="../tags/tag1689.xml"/><Relationship Id="rId33" Type="http://schemas.openxmlformats.org/officeDocument/2006/relationships/image" Target="../media/image348.jpeg"/><Relationship Id="rId32" Type="http://schemas.openxmlformats.org/officeDocument/2006/relationships/tags" Target="../tags/tag1688.xml"/><Relationship Id="rId31" Type="http://schemas.openxmlformats.org/officeDocument/2006/relationships/tags" Target="../tags/tag1687.xml"/><Relationship Id="rId30" Type="http://schemas.openxmlformats.org/officeDocument/2006/relationships/tags" Target="../tags/tag1686.xml"/><Relationship Id="rId3" Type="http://schemas.openxmlformats.org/officeDocument/2006/relationships/image" Target="../media/image341.jpeg"/><Relationship Id="rId29" Type="http://schemas.openxmlformats.org/officeDocument/2006/relationships/image" Target="../media/image347.jpeg"/><Relationship Id="rId28" Type="http://schemas.openxmlformats.org/officeDocument/2006/relationships/tags" Target="../tags/tag1685.xml"/><Relationship Id="rId27" Type="http://schemas.openxmlformats.org/officeDocument/2006/relationships/tags" Target="../tags/tag1684.xml"/><Relationship Id="rId26" Type="http://schemas.openxmlformats.org/officeDocument/2006/relationships/tags" Target="../tags/tag1683.xml"/><Relationship Id="rId25" Type="http://schemas.openxmlformats.org/officeDocument/2006/relationships/tags" Target="../tags/tag1682.xml"/><Relationship Id="rId24" Type="http://schemas.openxmlformats.org/officeDocument/2006/relationships/image" Target="../media/image346.jpeg"/><Relationship Id="rId23" Type="http://schemas.openxmlformats.org/officeDocument/2006/relationships/tags" Target="../tags/tag1681.xml"/><Relationship Id="rId22" Type="http://schemas.openxmlformats.org/officeDocument/2006/relationships/tags" Target="../tags/tag1680.xml"/><Relationship Id="rId21" Type="http://schemas.openxmlformats.org/officeDocument/2006/relationships/tags" Target="../tags/tag1679.xml"/><Relationship Id="rId20" Type="http://schemas.openxmlformats.org/officeDocument/2006/relationships/tags" Target="../tags/tag1678.xml"/><Relationship Id="rId2" Type="http://schemas.openxmlformats.org/officeDocument/2006/relationships/tags" Target="../tags/tag1665.xml"/><Relationship Id="rId19" Type="http://schemas.openxmlformats.org/officeDocument/2006/relationships/tags" Target="../tags/tag1677.xml"/><Relationship Id="rId18" Type="http://schemas.openxmlformats.org/officeDocument/2006/relationships/tags" Target="../tags/tag1676.xml"/><Relationship Id="rId17" Type="http://schemas.openxmlformats.org/officeDocument/2006/relationships/tags" Target="../tags/tag1675.xml"/><Relationship Id="rId16" Type="http://schemas.openxmlformats.org/officeDocument/2006/relationships/tags" Target="../tags/tag1674.xml"/><Relationship Id="rId15" Type="http://schemas.openxmlformats.org/officeDocument/2006/relationships/image" Target="../media/image345.jpeg"/><Relationship Id="rId14" Type="http://schemas.openxmlformats.org/officeDocument/2006/relationships/tags" Target="../tags/tag1673.xml"/><Relationship Id="rId13" Type="http://schemas.openxmlformats.org/officeDocument/2006/relationships/tags" Target="../tags/tag1672.xml"/><Relationship Id="rId12" Type="http://schemas.openxmlformats.org/officeDocument/2006/relationships/tags" Target="../tags/tag1671.xml"/><Relationship Id="rId11" Type="http://schemas.openxmlformats.org/officeDocument/2006/relationships/image" Target="../media/image344.jpeg"/><Relationship Id="rId10" Type="http://schemas.openxmlformats.org/officeDocument/2006/relationships/tags" Target="../tags/tag1670.xml"/><Relationship Id="rId1" Type="http://schemas.openxmlformats.org/officeDocument/2006/relationships/tags" Target="../tags/tag1664.xml"/></Relationships>
</file>

<file path=ppt/slides/_rels/slide75.xml.rels><?xml version="1.0" encoding="UTF-8" standalone="yes"?>
<Relationships xmlns="http://schemas.openxmlformats.org/package/2006/relationships"><Relationship Id="rId9" Type="http://schemas.openxmlformats.org/officeDocument/2006/relationships/tags" Target="../tags/tag1705.xml"/><Relationship Id="rId8" Type="http://schemas.openxmlformats.org/officeDocument/2006/relationships/tags" Target="../tags/tag1704.xml"/><Relationship Id="rId7" Type="http://schemas.openxmlformats.org/officeDocument/2006/relationships/image" Target="../media/image270.jpeg"/><Relationship Id="rId6" Type="http://schemas.openxmlformats.org/officeDocument/2006/relationships/tags" Target="../tags/tag1703.xml"/><Relationship Id="rId5" Type="http://schemas.openxmlformats.org/officeDocument/2006/relationships/tags" Target="../tags/tag1702.xml"/><Relationship Id="rId41" Type="http://schemas.openxmlformats.org/officeDocument/2006/relationships/slideLayout" Target="../slideLayouts/slideLayout10.xml"/><Relationship Id="rId40" Type="http://schemas.openxmlformats.org/officeDocument/2006/relationships/tags" Target="../tags/tag1730.xml"/><Relationship Id="rId4" Type="http://schemas.openxmlformats.org/officeDocument/2006/relationships/image" Target="../media/image271.jpeg"/><Relationship Id="rId39" Type="http://schemas.openxmlformats.org/officeDocument/2006/relationships/tags" Target="../tags/tag1729.xml"/><Relationship Id="rId38" Type="http://schemas.openxmlformats.org/officeDocument/2006/relationships/tags" Target="../tags/tag1728.xml"/><Relationship Id="rId37" Type="http://schemas.openxmlformats.org/officeDocument/2006/relationships/tags" Target="../tags/tag1727.xml"/><Relationship Id="rId36" Type="http://schemas.openxmlformats.org/officeDocument/2006/relationships/tags" Target="../tags/tag1726.xml"/><Relationship Id="rId35" Type="http://schemas.openxmlformats.org/officeDocument/2006/relationships/tags" Target="../tags/tag1725.xml"/><Relationship Id="rId34" Type="http://schemas.openxmlformats.org/officeDocument/2006/relationships/tags" Target="../tags/tag1724.xml"/><Relationship Id="rId33" Type="http://schemas.openxmlformats.org/officeDocument/2006/relationships/tags" Target="../tags/tag1723.xml"/><Relationship Id="rId32" Type="http://schemas.openxmlformats.org/officeDocument/2006/relationships/tags" Target="../tags/tag1722.xml"/><Relationship Id="rId31" Type="http://schemas.openxmlformats.org/officeDocument/2006/relationships/tags" Target="../tags/tag1721.xml"/><Relationship Id="rId30" Type="http://schemas.openxmlformats.org/officeDocument/2006/relationships/tags" Target="../tags/tag1720.xml"/><Relationship Id="rId3" Type="http://schemas.openxmlformats.org/officeDocument/2006/relationships/tags" Target="../tags/tag1701.xml"/><Relationship Id="rId29" Type="http://schemas.openxmlformats.org/officeDocument/2006/relationships/tags" Target="../tags/tag1719.xml"/><Relationship Id="rId28" Type="http://schemas.openxmlformats.org/officeDocument/2006/relationships/tags" Target="../tags/tag1718.xml"/><Relationship Id="rId27" Type="http://schemas.openxmlformats.org/officeDocument/2006/relationships/tags" Target="../tags/tag1717.xml"/><Relationship Id="rId26" Type="http://schemas.openxmlformats.org/officeDocument/2006/relationships/image" Target="../media/image353.jpeg"/><Relationship Id="rId25" Type="http://schemas.openxmlformats.org/officeDocument/2006/relationships/tags" Target="../tags/tag1716.xml"/><Relationship Id="rId24" Type="http://schemas.openxmlformats.org/officeDocument/2006/relationships/image" Target="../media/image352.jpeg"/><Relationship Id="rId23" Type="http://schemas.openxmlformats.org/officeDocument/2006/relationships/tags" Target="../tags/tag1715.xml"/><Relationship Id="rId22" Type="http://schemas.openxmlformats.org/officeDocument/2006/relationships/tags" Target="../tags/tag1714.xml"/><Relationship Id="rId21" Type="http://schemas.openxmlformats.org/officeDocument/2006/relationships/image" Target="../media/image276.jpeg"/><Relationship Id="rId20" Type="http://schemas.openxmlformats.org/officeDocument/2006/relationships/tags" Target="../tags/tag1713.xml"/><Relationship Id="rId2" Type="http://schemas.openxmlformats.org/officeDocument/2006/relationships/image" Target="../media/image272.jpeg"/><Relationship Id="rId19" Type="http://schemas.openxmlformats.org/officeDocument/2006/relationships/image" Target="../media/image275.jpeg"/><Relationship Id="rId18" Type="http://schemas.openxmlformats.org/officeDocument/2006/relationships/tags" Target="../tags/tag1712.xml"/><Relationship Id="rId17" Type="http://schemas.openxmlformats.org/officeDocument/2006/relationships/tags" Target="../tags/tag1711.xml"/><Relationship Id="rId16" Type="http://schemas.openxmlformats.org/officeDocument/2006/relationships/tags" Target="../tags/tag1710.xml"/><Relationship Id="rId15" Type="http://schemas.openxmlformats.org/officeDocument/2006/relationships/tags" Target="../tags/tag1709.xml"/><Relationship Id="rId14" Type="http://schemas.openxmlformats.org/officeDocument/2006/relationships/image" Target="../media/image274.jpeg"/><Relationship Id="rId13" Type="http://schemas.openxmlformats.org/officeDocument/2006/relationships/tags" Target="../tags/tag1708.xml"/><Relationship Id="rId12" Type="http://schemas.openxmlformats.org/officeDocument/2006/relationships/tags" Target="../tags/tag1707.xml"/><Relationship Id="rId11" Type="http://schemas.openxmlformats.org/officeDocument/2006/relationships/tags" Target="../tags/tag1706.xml"/><Relationship Id="rId10" Type="http://schemas.openxmlformats.org/officeDocument/2006/relationships/image" Target="../media/image273.jpeg"/><Relationship Id="rId1" Type="http://schemas.openxmlformats.org/officeDocument/2006/relationships/tags" Target="../tags/tag1700.xml"/></Relationships>
</file>

<file path=ppt/slides/_rels/slide76.xml.rels><?xml version="1.0" encoding="UTF-8" standalone="yes"?>
<Relationships xmlns="http://schemas.openxmlformats.org/package/2006/relationships"><Relationship Id="rId9" Type="http://schemas.openxmlformats.org/officeDocument/2006/relationships/tags" Target="../tags/tag1737.xml"/><Relationship Id="rId8" Type="http://schemas.openxmlformats.org/officeDocument/2006/relationships/tags" Target="../tags/tag1736.xml"/><Relationship Id="rId7" Type="http://schemas.openxmlformats.org/officeDocument/2006/relationships/image" Target="../media/image355.jpeg"/><Relationship Id="rId6" Type="http://schemas.openxmlformats.org/officeDocument/2006/relationships/tags" Target="../tags/tag1735.xml"/><Relationship Id="rId5" Type="http://schemas.openxmlformats.org/officeDocument/2006/relationships/tags" Target="../tags/tag1734.xml"/><Relationship Id="rId4" Type="http://schemas.openxmlformats.org/officeDocument/2006/relationships/tags" Target="../tags/tag1733.xml"/><Relationship Id="rId3" Type="http://schemas.openxmlformats.org/officeDocument/2006/relationships/image" Target="../media/image354.jpeg"/><Relationship Id="rId28" Type="http://schemas.openxmlformats.org/officeDocument/2006/relationships/slideLayout" Target="../slideLayouts/slideLayout4.xml"/><Relationship Id="rId27" Type="http://schemas.openxmlformats.org/officeDocument/2006/relationships/tags" Target="../tags/tag1755.xml"/><Relationship Id="rId26" Type="http://schemas.openxmlformats.org/officeDocument/2006/relationships/tags" Target="../tags/tag1754.xml"/><Relationship Id="rId25" Type="http://schemas.openxmlformats.org/officeDocument/2006/relationships/tags" Target="../tags/tag1753.xml"/><Relationship Id="rId24" Type="http://schemas.openxmlformats.org/officeDocument/2006/relationships/tags" Target="../tags/tag1752.xml"/><Relationship Id="rId23" Type="http://schemas.openxmlformats.org/officeDocument/2006/relationships/tags" Target="../tags/tag1751.xml"/><Relationship Id="rId22" Type="http://schemas.openxmlformats.org/officeDocument/2006/relationships/tags" Target="../tags/tag1750.xml"/><Relationship Id="rId21" Type="http://schemas.openxmlformats.org/officeDocument/2006/relationships/tags" Target="../tags/tag1749.xml"/><Relationship Id="rId20" Type="http://schemas.openxmlformats.org/officeDocument/2006/relationships/tags" Target="../tags/tag1748.xml"/><Relationship Id="rId2" Type="http://schemas.openxmlformats.org/officeDocument/2006/relationships/tags" Target="../tags/tag1732.xml"/><Relationship Id="rId19" Type="http://schemas.openxmlformats.org/officeDocument/2006/relationships/tags" Target="../tags/tag1747.xml"/><Relationship Id="rId18" Type="http://schemas.openxmlformats.org/officeDocument/2006/relationships/tags" Target="../tags/tag1746.xml"/><Relationship Id="rId17" Type="http://schemas.openxmlformats.org/officeDocument/2006/relationships/tags" Target="../tags/tag1745.xml"/><Relationship Id="rId16" Type="http://schemas.openxmlformats.org/officeDocument/2006/relationships/tags" Target="../tags/tag1744.xml"/><Relationship Id="rId15" Type="http://schemas.openxmlformats.org/officeDocument/2006/relationships/tags" Target="../tags/tag1743.xml"/><Relationship Id="rId14" Type="http://schemas.openxmlformats.org/officeDocument/2006/relationships/tags" Target="../tags/tag1742.xml"/><Relationship Id="rId13" Type="http://schemas.openxmlformats.org/officeDocument/2006/relationships/tags" Target="../tags/tag1741.xml"/><Relationship Id="rId12" Type="http://schemas.openxmlformats.org/officeDocument/2006/relationships/tags" Target="../tags/tag1740.xml"/><Relationship Id="rId11" Type="http://schemas.openxmlformats.org/officeDocument/2006/relationships/tags" Target="../tags/tag1739.xml"/><Relationship Id="rId10" Type="http://schemas.openxmlformats.org/officeDocument/2006/relationships/tags" Target="../tags/tag1738.xml"/><Relationship Id="rId1" Type="http://schemas.openxmlformats.org/officeDocument/2006/relationships/tags" Target="../tags/tag1731.xml"/></Relationships>
</file>

<file path=ppt/slides/_rels/slide77.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tags" Target="../tags/tag1761.xml"/><Relationship Id="rId7" Type="http://schemas.openxmlformats.org/officeDocument/2006/relationships/tags" Target="../tags/tag1760.xml"/><Relationship Id="rId6" Type="http://schemas.openxmlformats.org/officeDocument/2006/relationships/image" Target="../media/image5.png"/><Relationship Id="rId5" Type="http://schemas.openxmlformats.org/officeDocument/2006/relationships/tags" Target="../tags/tag1759.xml"/><Relationship Id="rId4" Type="http://schemas.openxmlformats.org/officeDocument/2006/relationships/tags" Target="../tags/tag1758.xml"/><Relationship Id="rId31" Type="http://schemas.openxmlformats.org/officeDocument/2006/relationships/slideLayout" Target="../slideLayouts/slideLayout10.xml"/><Relationship Id="rId30" Type="http://schemas.openxmlformats.org/officeDocument/2006/relationships/tags" Target="../tags/tag1778.xml"/><Relationship Id="rId3" Type="http://schemas.openxmlformats.org/officeDocument/2006/relationships/image" Target="../media/image46.png"/><Relationship Id="rId29" Type="http://schemas.openxmlformats.org/officeDocument/2006/relationships/tags" Target="../tags/tag1777.xml"/><Relationship Id="rId28" Type="http://schemas.openxmlformats.org/officeDocument/2006/relationships/tags" Target="../tags/tag1776.xml"/><Relationship Id="rId27" Type="http://schemas.openxmlformats.org/officeDocument/2006/relationships/tags" Target="../tags/tag1775.xml"/><Relationship Id="rId26" Type="http://schemas.openxmlformats.org/officeDocument/2006/relationships/tags" Target="../tags/tag1774.xml"/><Relationship Id="rId25" Type="http://schemas.openxmlformats.org/officeDocument/2006/relationships/tags" Target="../tags/tag1773.xml"/><Relationship Id="rId24" Type="http://schemas.openxmlformats.org/officeDocument/2006/relationships/tags" Target="../tags/tag1772.xml"/><Relationship Id="rId23" Type="http://schemas.openxmlformats.org/officeDocument/2006/relationships/tags" Target="../tags/tag1771.xml"/><Relationship Id="rId22" Type="http://schemas.openxmlformats.org/officeDocument/2006/relationships/tags" Target="../tags/tag1770.xml"/><Relationship Id="rId21" Type="http://schemas.openxmlformats.org/officeDocument/2006/relationships/image" Target="../media/image9.png"/><Relationship Id="rId20" Type="http://schemas.openxmlformats.org/officeDocument/2006/relationships/tags" Target="../tags/tag1769.xml"/><Relationship Id="rId2" Type="http://schemas.openxmlformats.org/officeDocument/2006/relationships/tags" Target="../tags/tag1757.xml"/><Relationship Id="rId19" Type="http://schemas.openxmlformats.org/officeDocument/2006/relationships/tags" Target="../tags/tag1768.xml"/><Relationship Id="rId18" Type="http://schemas.openxmlformats.org/officeDocument/2006/relationships/tags" Target="../tags/tag1767.xml"/><Relationship Id="rId17" Type="http://schemas.openxmlformats.org/officeDocument/2006/relationships/image" Target="../media/image8.png"/><Relationship Id="rId16" Type="http://schemas.openxmlformats.org/officeDocument/2006/relationships/tags" Target="../tags/tag1766.xml"/><Relationship Id="rId15" Type="http://schemas.openxmlformats.org/officeDocument/2006/relationships/tags" Target="../tags/tag1765.xml"/><Relationship Id="rId14" Type="http://schemas.openxmlformats.org/officeDocument/2006/relationships/image" Target="../media/image10.png"/><Relationship Id="rId13" Type="http://schemas.openxmlformats.org/officeDocument/2006/relationships/tags" Target="../tags/tag1764.xml"/><Relationship Id="rId12" Type="http://schemas.openxmlformats.org/officeDocument/2006/relationships/image" Target="../media/image7.png"/><Relationship Id="rId11" Type="http://schemas.openxmlformats.org/officeDocument/2006/relationships/tags" Target="../tags/tag1763.xml"/><Relationship Id="rId10" Type="http://schemas.openxmlformats.org/officeDocument/2006/relationships/tags" Target="../tags/tag1762.xml"/><Relationship Id="rId1" Type="http://schemas.openxmlformats.org/officeDocument/2006/relationships/tags" Target="../tags/tag1756.xml"/></Relationships>
</file>

<file path=ppt/slides/_rels/slide78.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tags" Target="../tags/tag1783.xml"/><Relationship Id="rId71" Type="http://schemas.openxmlformats.org/officeDocument/2006/relationships/slideLayout" Target="../slideLayouts/slideLayout10.xml"/><Relationship Id="rId70" Type="http://schemas.openxmlformats.org/officeDocument/2006/relationships/tags" Target="../tags/tag1827.xml"/><Relationship Id="rId7" Type="http://schemas.openxmlformats.org/officeDocument/2006/relationships/image" Target="../media/image356.jpeg"/><Relationship Id="rId69" Type="http://schemas.openxmlformats.org/officeDocument/2006/relationships/image" Target="../media/image34.png"/><Relationship Id="rId68" Type="http://schemas.openxmlformats.org/officeDocument/2006/relationships/tags" Target="../tags/tag1826.xml"/><Relationship Id="rId67" Type="http://schemas.openxmlformats.org/officeDocument/2006/relationships/image" Target="../media/image33.png"/><Relationship Id="rId66" Type="http://schemas.openxmlformats.org/officeDocument/2006/relationships/tags" Target="../tags/tag1825.xml"/><Relationship Id="rId65" Type="http://schemas.openxmlformats.org/officeDocument/2006/relationships/image" Target="../media/image32.png"/><Relationship Id="rId64" Type="http://schemas.openxmlformats.org/officeDocument/2006/relationships/tags" Target="../tags/tag1824.xml"/><Relationship Id="rId63" Type="http://schemas.openxmlformats.org/officeDocument/2006/relationships/image" Target="../media/image28.png"/><Relationship Id="rId62" Type="http://schemas.openxmlformats.org/officeDocument/2006/relationships/tags" Target="../tags/tag1823.xml"/><Relationship Id="rId61" Type="http://schemas.openxmlformats.org/officeDocument/2006/relationships/image" Target="../media/image26.png"/><Relationship Id="rId60" Type="http://schemas.openxmlformats.org/officeDocument/2006/relationships/tags" Target="../tags/tag1822.xml"/><Relationship Id="rId6" Type="http://schemas.openxmlformats.org/officeDocument/2006/relationships/tags" Target="../tags/tag1782.xml"/><Relationship Id="rId59" Type="http://schemas.openxmlformats.org/officeDocument/2006/relationships/image" Target="../media/image25.png"/><Relationship Id="rId58" Type="http://schemas.openxmlformats.org/officeDocument/2006/relationships/tags" Target="../tags/tag1821.xml"/><Relationship Id="rId57" Type="http://schemas.openxmlformats.org/officeDocument/2006/relationships/image" Target="../media/image23.png"/><Relationship Id="rId56" Type="http://schemas.openxmlformats.org/officeDocument/2006/relationships/tags" Target="../tags/tag1820.xml"/><Relationship Id="rId55" Type="http://schemas.openxmlformats.org/officeDocument/2006/relationships/image" Target="../media/image22.png"/><Relationship Id="rId54" Type="http://schemas.openxmlformats.org/officeDocument/2006/relationships/tags" Target="../tags/tag1819.xml"/><Relationship Id="rId53" Type="http://schemas.openxmlformats.org/officeDocument/2006/relationships/tags" Target="../tags/tag1818.xml"/><Relationship Id="rId52" Type="http://schemas.openxmlformats.org/officeDocument/2006/relationships/tags" Target="../tags/tag1817.xml"/><Relationship Id="rId51" Type="http://schemas.openxmlformats.org/officeDocument/2006/relationships/tags" Target="../tags/tag1816.xml"/><Relationship Id="rId50" Type="http://schemas.openxmlformats.org/officeDocument/2006/relationships/tags" Target="../tags/tag1815.xml"/><Relationship Id="rId5" Type="http://schemas.openxmlformats.org/officeDocument/2006/relationships/image" Target="../media/image18.png"/><Relationship Id="rId49" Type="http://schemas.openxmlformats.org/officeDocument/2006/relationships/tags" Target="../tags/tag1814.xml"/><Relationship Id="rId48" Type="http://schemas.openxmlformats.org/officeDocument/2006/relationships/tags" Target="../tags/tag1813.xml"/><Relationship Id="rId47" Type="http://schemas.openxmlformats.org/officeDocument/2006/relationships/tags" Target="../tags/tag1812.xml"/><Relationship Id="rId46" Type="http://schemas.openxmlformats.org/officeDocument/2006/relationships/image" Target="../media/image20.png"/><Relationship Id="rId45" Type="http://schemas.openxmlformats.org/officeDocument/2006/relationships/tags" Target="../tags/tag1811.xml"/><Relationship Id="rId44" Type="http://schemas.openxmlformats.org/officeDocument/2006/relationships/tags" Target="../tags/tag1810.xml"/><Relationship Id="rId43" Type="http://schemas.openxmlformats.org/officeDocument/2006/relationships/tags" Target="../tags/tag1809.xml"/><Relationship Id="rId42" Type="http://schemas.openxmlformats.org/officeDocument/2006/relationships/tags" Target="../tags/tag1808.xml"/><Relationship Id="rId41" Type="http://schemas.openxmlformats.org/officeDocument/2006/relationships/tags" Target="../tags/tag1807.xml"/><Relationship Id="rId40" Type="http://schemas.openxmlformats.org/officeDocument/2006/relationships/tags" Target="../tags/tag1806.xml"/><Relationship Id="rId4" Type="http://schemas.openxmlformats.org/officeDocument/2006/relationships/tags" Target="../tags/tag1781.xml"/><Relationship Id="rId39" Type="http://schemas.openxmlformats.org/officeDocument/2006/relationships/tags" Target="../tags/tag1805.xml"/><Relationship Id="rId38" Type="http://schemas.openxmlformats.org/officeDocument/2006/relationships/tags" Target="../tags/tag1804.xml"/><Relationship Id="rId37" Type="http://schemas.openxmlformats.org/officeDocument/2006/relationships/tags" Target="../tags/tag1803.xml"/><Relationship Id="rId36" Type="http://schemas.openxmlformats.org/officeDocument/2006/relationships/tags" Target="../tags/tag1802.xml"/><Relationship Id="rId35" Type="http://schemas.openxmlformats.org/officeDocument/2006/relationships/tags" Target="../tags/tag1801.xml"/><Relationship Id="rId34" Type="http://schemas.openxmlformats.org/officeDocument/2006/relationships/tags" Target="../tags/tag1800.xml"/><Relationship Id="rId33" Type="http://schemas.openxmlformats.org/officeDocument/2006/relationships/tags" Target="../tags/tag1799.xml"/><Relationship Id="rId32" Type="http://schemas.openxmlformats.org/officeDocument/2006/relationships/image" Target="../media/image17.png"/><Relationship Id="rId31" Type="http://schemas.openxmlformats.org/officeDocument/2006/relationships/tags" Target="../tags/tag1798.xml"/><Relationship Id="rId30" Type="http://schemas.openxmlformats.org/officeDocument/2006/relationships/tags" Target="../tags/tag1797.xml"/><Relationship Id="rId3" Type="http://schemas.openxmlformats.org/officeDocument/2006/relationships/tags" Target="../tags/tag1780.xml"/><Relationship Id="rId29" Type="http://schemas.openxmlformats.org/officeDocument/2006/relationships/tags" Target="../tags/tag1796.xml"/><Relationship Id="rId28" Type="http://schemas.openxmlformats.org/officeDocument/2006/relationships/image" Target="../media/image30.png"/><Relationship Id="rId27" Type="http://schemas.openxmlformats.org/officeDocument/2006/relationships/tags" Target="../tags/tag1795.xml"/><Relationship Id="rId26" Type="http://schemas.openxmlformats.org/officeDocument/2006/relationships/image" Target="../media/image27.png"/><Relationship Id="rId25" Type="http://schemas.openxmlformats.org/officeDocument/2006/relationships/tags" Target="../tags/tag1794.xml"/><Relationship Id="rId24" Type="http://schemas.openxmlformats.org/officeDocument/2006/relationships/image" Target="../media/image19.png"/><Relationship Id="rId23" Type="http://schemas.openxmlformats.org/officeDocument/2006/relationships/tags" Target="../tags/tag1793.xml"/><Relationship Id="rId22" Type="http://schemas.openxmlformats.org/officeDocument/2006/relationships/image" Target="../media/image24.png"/><Relationship Id="rId21" Type="http://schemas.openxmlformats.org/officeDocument/2006/relationships/tags" Target="../tags/tag1792.xml"/><Relationship Id="rId20" Type="http://schemas.openxmlformats.org/officeDocument/2006/relationships/image" Target="../media/image31.png"/><Relationship Id="rId2" Type="http://schemas.openxmlformats.org/officeDocument/2006/relationships/image" Target="../media/image14.png"/><Relationship Id="rId19" Type="http://schemas.openxmlformats.org/officeDocument/2006/relationships/tags" Target="../tags/tag1791.xml"/><Relationship Id="rId18" Type="http://schemas.openxmlformats.org/officeDocument/2006/relationships/image" Target="../media/image21.png"/><Relationship Id="rId17" Type="http://schemas.openxmlformats.org/officeDocument/2006/relationships/tags" Target="../tags/tag1790.xml"/><Relationship Id="rId16" Type="http://schemas.openxmlformats.org/officeDocument/2006/relationships/tags" Target="../tags/tag1789.xml"/><Relationship Id="rId15" Type="http://schemas.openxmlformats.org/officeDocument/2006/relationships/image" Target="../media/image29.png"/><Relationship Id="rId14" Type="http://schemas.openxmlformats.org/officeDocument/2006/relationships/tags" Target="../tags/tag1788.xml"/><Relationship Id="rId13" Type="http://schemas.openxmlformats.org/officeDocument/2006/relationships/tags" Target="../tags/tag1787.xml"/><Relationship Id="rId12" Type="http://schemas.openxmlformats.org/officeDocument/2006/relationships/tags" Target="../tags/tag1786.xml"/><Relationship Id="rId11" Type="http://schemas.openxmlformats.org/officeDocument/2006/relationships/tags" Target="../tags/tag1785.xml"/><Relationship Id="rId10" Type="http://schemas.openxmlformats.org/officeDocument/2006/relationships/tags" Target="../tags/tag1784.xml"/><Relationship Id="rId1" Type="http://schemas.openxmlformats.org/officeDocument/2006/relationships/tags" Target="../tags/tag1779.xml"/></Relationships>
</file>

<file path=ppt/slides/_rels/slide79.xml.rels><?xml version="1.0" encoding="UTF-8" standalone="yes"?>
<Relationships xmlns="http://schemas.openxmlformats.org/package/2006/relationships"><Relationship Id="rId9" Type="http://schemas.openxmlformats.org/officeDocument/2006/relationships/tags" Target="../tags/tag1835.xml"/><Relationship Id="rId8" Type="http://schemas.openxmlformats.org/officeDocument/2006/relationships/tags" Target="../tags/tag1834.xml"/><Relationship Id="rId7" Type="http://schemas.openxmlformats.org/officeDocument/2006/relationships/tags" Target="../tags/tag1833.xml"/><Relationship Id="rId6" Type="http://schemas.openxmlformats.org/officeDocument/2006/relationships/tags" Target="../tags/tag1832.xml"/><Relationship Id="rId5" Type="http://schemas.openxmlformats.org/officeDocument/2006/relationships/tags" Target="../tags/tag1831.xml"/><Relationship Id="rId4" Type="http://schemas.openxmlformats.org/officeDocument/2006/relationships/tags" Target="../tags/tag1830.xml"/><Relationship Id="rId3" Type="http://schemas.openxmlformats.org/officeDocument/2006/relationships/tags" Target="../tags/tag1829.xml"/><Relationship Id="rId26" Type="http://schemas.openxmlformats.org/officeDocument/2006/relationships/slideLayout" Target="../slideLayouts/slideLayout10.xml"/><Relationship Id="rId25" Type="http://schemas.openxmlformats.org/officeDocument/2006/relationships/tags" Target="../tags/tag1851.xml"/><Relationship Id="rId24" Type="http://schemas.openxmlformats.org/officeDocument/2006/relationships/tags" Target="../tags/tag1850.xml"/><Relationship Id="rId23" Type="http://schemas.openxmlformats.org/officeDocument/2006/relationships/tags" Target="../tags/tag1849.xml"/><Relationship Id="rId22" Type="http://schemas.openxmlformats.org/officeDocument/2006/relationships/tags" Target="../tags/tag1848.xml"/><Relationship Id="rId21" Type="http://schemas.openxmlformats.org/officeDocument/2006/relationships/tags" Target="../tags/tag1847.xml"/><Relationship Id="rId20" Type="http://schemas.openxmlformats.org/officeDocument/2006/relationships/tags" Target="../tags/tag1846.xml"/><Relationship Id="rId2" Type="http://schemas.openxmlformats.org/officeDocument/2006/relationships/image" Target="../media/image357.jpeg"/><Relationship Id="rId19" Type="http://schemas.openxmlformats.org/officeDocument/2006/relationships/tags" Target="../tags/tag1845.xml"/><Relationship Id="rId18" Type="http://schemas.openxmlformats.org/officeDocument/2006/relationships/tags" Target="../tags/tag1844.xml"/><Relationship Id="rId17" Type="http://schemas.openxmlformats.org/officeDocument/2006/relationships/tags" Target="../tags/tag1843.xml"/><Relationship Id="rId16" Type="http://schemas.openxmlformats.org/officeDocument/2006/relationships/tags" Target="../tags/tag1842.xml"/><Relationship Id="rId15" Type="http://schemas.openxmlformats.org/officeDocument/2006/relationships/tags" Target="../tags/tag1841.xml"/><Relationship Id="rId14" Type="http://schemas.openxmlformats.org/officeDocument/2006/relationships/tags" Target="../tags/tag1840.xml"/><Relationship Id="rId13" Type="http://schemas.openxmlformats.org/officeDocument/2006/relationships/tags" Target="../tags/tag1839.xml"/><Relationship Id="rId12" Type="http://schemas.openxmlformats.org/officeDocument/2006/relationships/tags" Target="../tags/tag1838.xml"/><Relationship Id="rId11" Type="http://schemas.openxmlformats.org/officeDocument/2006/relationships/tags" Target="../tags/tag1837.xml"/><Relationship Id="rId10" Type="http://schemas.openxmlformats.org/officeDocument/2006/relationships/tags" Target="../tags/tag1836.xml"/><Relationship Id="rId1" Type="http://schemas.openxmlformats.org/officeDocument/2006/relationships/tags" Target="../tags/tag1828.xml"/></Relationships>
</file>

<file path=ppt/slides/_rels/slide80.xml.rels><?xml version="1.0" encoding="UTF-8" standalone="yes"?>
<Relationships xmlns="http://schemas.openxmlformats.org/package/2006/relationships"><Relationship Id="rId9" Type="http://schemas.openxmlformats.org/officeDocument/2006/relationships/tags" Target="../tags/tag1858.xml"/><Relationship Id="rId8" Type="http://schemas.openxmlformats.org/officeDocument/2006/relationships/tags" Target="../tags/tag1857.xml"/><Relationship Id="rId7" Type="http://schemas.openxmlformats.org/officeDocument/2006/relationships/tags" Target="../tags/tag1856.xml"/><Relationship Id="rId6" Type="http://schemas.openxmlformats.org/officeDocument/2006/relationships/tags" Target="../tags/tag1855.xml"/><Relationship Id="rId5" Type="http://schemas.openxmlformats.org/officeDocument/2006/relationships/image" Target="../media/image359.jpeg"/><Relationship Id="rId4" Type="http://schemas.openxmlformats.org/officeDocument/2006/relationships/tags" Target="../tags/tag1854.xml"/><Relationship Id="rId3" Type="http://schemas.openxmlformats.org/officeDocument/2006/relationships/image" Target="../media/image358.jpeg"/><Relationship Id="rId2" Type="http://schemas.openxmlformats.org/officeDocument/2006/relationships/tags" Target="../tags/tag1853.xml"/><Relationship Id="rId17" Type="http://schemas.openxmlformats.org/officeDocument/2006/relationships/slideLayout" Target="../slideLayouts/slideLayout9.xml"/><Relationship Id="rId16" Type="http://schemas.openxmlformats.org/officeDocument/2006/relationships/tags" Target="../tags/tag1865.xml"/><Relationship Id="rId15" Type="http://schemas.openxmlformats.org/officeDocument/2006/relationships/tags" Target="../tags/tag1864.xml"/><Relationship Id="rId14" Type="http://schemas.openxmlformats.org/officeDocument/2006/relationships/tags" Target="../tags/tag1863.xml"/><Relationship Id="rId13" Type="http://schemas.openxmlformats.org/officeDocument/2006/relationships/tags" Target="../tags/tag1862.xml"/><Relationship Id="rId12" Type="http://schemas.openxmlformats.org/officeDocument/2006/relationships/tags" Target="../tags/tag1861.xml"/><Relationship Id="rId11" Type="http://schemas.openxmlformats.org/officeDocument/2006/relationships/tags" Target="../tags/tag1860.xml"/><Relationship Id="rId10" Type="http://schemas.openxmlformats.org/officeDocument/2006/relationships/tags" Target="../tags/tag1859.xml"/><Relationship Id="rId1" Type="http://schemas.openxmlformats.org/officeDocument/2006/relationships/tags" Target="../tags/tag1852.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867.xml"/><Relationship Id="rId1" Type="http://schemas.openxmlformats.org/officeDocument/2006/relationships/tags" Target="../tags/tag18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p:cNvSpPr>
            <a:spLocks noGrp="1"/>
          </p:cNvSpPr>
          <p:nvPr>
            <p:ph type="ctrTitle"/>
            <p:custDataLst>
              <p:tags r:id="rId1"/>
            </p:custDataLst>
          </p:nvPr>
        </p:nvSpPr>
        <p:spPr>
          <a:xfrm>
            <a:off x="5856605" y="1176655"/>
            <a:ext cx="5556250" cy="1859280"/>
          </a:xfrm>
        </p:spPr>
        <p:txBody>
          <a:bodyPr>
            <a:normAutofit fontScale="90000"/>
          </a:bodyPr>
          <a:p>
            <a:pPr marL="0" indent="0" algn="l">
              <a:lnSpc>
                <a:spcPct val="100000"/>
              </a:lnSpc>
              <a:spcBef>
                <a:spcPts val="0"/>
              </a:spcBef>
              <a:spcAft>
                <a:spcPts val="0"/>
              </a:spcAft>
              <a:buSzPct val="100000"/>
            </a:pPr>
            <a:endParaRPr lang="zh-CN" altLang="en-US" sz="4800"/>
          </a:p>
          <a:p>
            <a:pPr marL="0" indent="0" algn="l">
              <a:lnSpc>
                <a:spcPct val="100000"/>
              </a:lnSpc>
              <a:spcBef>
                <a:spcPts val="0"/>
              </a:spcBef>
              <a:spcAft>
                <a:spcPts val="0"/>
              </a:spcAft>
              <a:buSzPct val="100000"/>
            </a:pPr>
            <a:endParaRPr lang="zh-CN" altLang="en-US" sz="4800"/>
          </a:p>
          <a:p>
            <a:pPr marL="0" indent="0" algn="l">
              <a:lnSpc>
                <a:spcPct val="100000"/>
              </a:lnSpc>
              <a:spcBef>
                <a:spcPts val="0"/>
              </a:spcBef>
              <a:spcAft>
                <a:spcPts val="0"/>
              </a:spcAft>
              <a:buSzPct val="100000"/>
            </a:pPr>
            <a:r>
              <a:rPr lang="zh-CN" altLang="en-US" sz="4800"/>
              <a:t>企业数据架构数据治理顶层规划方案</a:t>
            </a:r>
            <a:endParaRPr lang="zh-CN" altLang="en-US" sz="4800"/>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8"/>
          <p:cNvGraphicFramePr>
            <a:graphicFrameLocks noGrp="1"/>
          </p:cNvGraphicFramePr>
          <p:nvPr>
            <p:custDataLst>
              <p:tags r:id="rId1"/>
            </p:custDataLst>
          </p:nvPr>
        </p:nvGraphicFramePr>
        <p:xfrm>
          <a:off x="6527292" y="2926079"/>
          <a:ext cx="2590800" cy="1209675"/>
        </p:xfrm>
        <a:graphic>
          <a:graphicData uri="http://schemas.openxmlformats.org/drawingml/2006/table">
            <a:tbl>
              <a:tblPr>
                <a:solidFill>
                  <a:srgbClr val="E7E6E6"/>
                </a:solidFill>
              </a:tblPr>
              <a:tblGrid>
                <a:gridCol w="1202690"/>
                <a:gridCol w="1388110"/>
              </a:tblGrid>
              <a:tr h="1209675">
                <a:tc>
                  <a:txBody>
                    <a:bodyPr/>
                    <a:lstStyle/>
                    <a:p>
                      <a:pPr algn="l" rtl="0" eaLnBrk="0">
                        <a:lnSpc>
                          <a:spcPct val="100000"/>
                        </a:lnSpc>
                      </a:pPr>
                      <a:endParaRPr lang="en-US" altLang="en-US" sz="1000" dirty="0"/>
                    </a:p>
                  </a:txBody>
                  <a:tcPr marL="0" marR="0" marT="0" marB="0" vert="horz">
                    <a:lnL>
                      <a:noFill/>
                    </a:lnL>
                    <a:lnR>
                      <a:noFill/>
                    </a:lnR>
                    <a:lnT>
                      <a:noFill/>
                    </a:lnT>
                    <a:lnB>
                      <a:noFill/>
                    </a:lnB>
                    <a:solidFill>
                      <a:srgbClr val="E7E6E6"/>
                    </a:solidFill>
                  </a:tcPr>
                </a:tc>
                <a:tc>
                  <a:txBody>
                    <a:bodyPr/>
                    <a:lstStyle/>
                    <a:p>
                      <a:pPr algn="l" rtl="0" eaLnBrk="0">
                        <a:lnSpc>
                          <a:spcPct val="106000"/>
                        </a:lnSpc>
                      </a:pPr>
                      <a:endParaRPr lang="en-US" altLang="en-US" sz="600" dirty="0"/>
                    </a:p>
                    <a:p>
                      <a:pPr marL="723265" algn="l" rtl="0" eaLnBrk="0">
                        <a:lnSpc>
                          <a:spcPct val="88000"/>
                        </a:lnSpc>
                        <a:spcBef>
                          <a:spcPts val="5"/>
                        </a:spcBef>
                      </a:pPr>
                      <a:r>
                        <a:rPr sz="1500" kern="0" spc="20" dirty="0">
                          <a:solidFill>
                            <a:srgbClr val="000000">
                              <a:alpha val="100000"/>
                            </a:srgbClr>
                          </a:solidFill>
                          <a:cs typeface="微软雅黑" panose="020B0503020204020204" charset="-122"/>
                        </a:rPr>
                        <a:t>PMO</a:t>
                      </a:r>
                      <a:endParaRPr lang="en-US" altLang="en-US" sz="1500" dirty="0"/>
                    </a:p>
                    <a:p>
                      <a:pPr algn="l" rtl="0" eaLnBrk="0">
                        <a:lnSpc>
                          <a:spcPct val="108000"/>
                        </a:lnSpc>
                      </a:pPr>
                      <a:endParaRPr lang="en-US" altLang="en-US" sz="1000" dirty="0"/>
                    </a:p>
                    <a:p>
                      <a:pPr marL="764540" algn="l" rtl="0" eaLnBrk="0">
                        <a:lnSpc>
                          <a:spcPct val="87000"/>
                        </a:lnSpc>
                        <a:spcBef>
                          <a:spcPts val="450"/>
                        </a:spcBef>
                      </a:pPr>
                      <a:r>
                        <a:rPr sz="1500" kern="0" spc="-20" dirty="0">
                          <a:solidFill>
                            <a:srgbClr val="000000">
                              <a:alpha val="100000"/>
                            </a:srgbClr>
                          </a:solidFill>
                          <a:cs typeface="微软雅黑" panose="020B0503020204020204" charset="-122"/>
                        </a:rPr>
                        <a:t>BTIT</a:t>
                      </a:r>
                      <a:endParaRPr lang="en-US" altLang="en-US" sz="1500" dirty="0"/>
                    </a:p>
                    <a:p>
                      <a:pPr algn="l" rtl="0" eaLnBrk="0">
                        <a:lnSpc>
                          <a:spcPct val="100000"/>
                        </a:lnSpc>
                      </a:pPr>
                      <a:endParaRPr lang="en-US" altLang="en-US" sz="1000" dirty="0"/>
                    </a:p>
                    <a:p>
                      <a:pPr algn="l" rtl="0" eaLnBrk="0">
                        <a:lnSpc>
                          <a:spcPct val="126000"/>
                        </a:lnSpc>
                      </a:pPr>
                      <a:endParaRPr lang="en-US" altLang="en-US" sz="300" dirty="0"/>
                    </a:p>
                    <a:p>
                      <a:pPr algn="r" rtl="0" eaLnBrk="0">
                        <a:lnSpc>
                          <a:spcPts val="1845"/>
                        </a:lnSpc>
                        <a:spcBef>
                          <a:spcPts val="0"/>
                        </a:spcBef>
                      </a:pPr>
                      <a:r>
                        <a:rPr sz="1500" kern="0" spc="90" dirty="0">
                          <a:solidFill>
                            <a:srgbClr val="000000">
                              <a:alpha val="100000"/>
                            </a:srgbClr>
                          </a:solidFill>
                          <a:cs typeface="微软雅黑" panose="020B0503020204020204" charset="-122"/>
                        </a:rPr>
                        <a:t>数据治理</a:t>
                      </a:r>
                      <a:endParaRPr lang="en-US" altLang="en-US" sz="1500" dirty="0"/>
                    </a:p>
                  </a:txBody>
                  <a:tcPr marL="0" marR="0" marT="0" marB="0" vert="horz">
                    <a:lnL>
                      <a:noFill/>
                    </a:lnL>
                    <a:lnR>
                      <a:noFill/>
                    </a:lnR>
                    <a:lnT>
                      <a:noFill/>
                    </a:lnT>
                    <a:lnB>
                      <a:noFill/>
                    </a:lnB>
                    <a:solidFill>
                      <a:srgbClr val="E7E6E6"/>
                    </a:solidFill>
                  </a:tcPr>
                </a:tc>
              </a:tr>
            </a:tbl>
          </a:graphicData>
        </a:graphic>
      </p:graphicFrame>
      <p:grpSp>
        <p:nvGrpSpPr>
          <p:cNvPr id="2" name="group 2"/>
          <p:cNvGrpSpPr/>
          <p:nvPr/>
        </p:nvGrpSpPr>
        <p:grpSpPr>
          <a:xfrm rot="21600000">
            <a:off x="5730240" y="1822704"/>
            <a:ext cx="4512564" cy="390143"/>
            <a:chOff x="0" y="0"/>
            <a:chExt cx="4512564" cy="390143"/>
          </a:xfrm>
        </p:grpSpPr>
        <p:sp>
          <p:nvSpPr>
            <p:cNvPr id="10" name="rect"/>
            <p:cNvSpPr/>
            <p:nvPr/>
          </p:nvSpPr>
          <p:spPr>
            <a:xfrm>
              <a:off x="4571" y="0"/>
              <a:ext cx="4507992" cy="385571"/>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12" name="textbox 12"/>
            <p:cNvSpPr/>
            <p:nvPr>
              <p:custDataLst>
                <p:tags r:id="rId2"/>
              </p:custDataLst>
            </p:nvPr>
          </p:nvSpPr>
          <p:spPr>
            <a:xfrm>
              <a:off x="1307595" y="58642"/>
              <a:ext cx="2314575"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kern="0" spc="0" dirty="0">
                  <a:solidFill>
                    <a:schemeClr val="dk1"/>
                  </a:solidFill>
                  <a:cs typeface="微软雅黑" panose="020B0503020204020204" charset="-122"/>
                </a:rPr>
                <a:t>项目进展与工作方法</a:t>
              </a:r>
              <a:endParaRPr lang="en-US" altLang="en-US" sz="2000" kern="0" spc="0" dirty="0">
                <a:solidFill>
                  <a:schemeClr val="dk1"/>
                </a:solidFill>
                <a:cs typeface="微软雅黑" panose="020B0503020204020204" charset="-122"/>
              </a:endParaRPr>
            </a:p>
          </p:txBody>
        </p:sp>
        <p:pic>
          <p:nvPicPr>
            <p:cNvPr id="14" name="picture 14"/>
            <p:cNvPicPr>
              <a:picLocks noChangeAspect="1"/>
            </p:cNvPicPr>
            <p:nvPr>
              <p:custDataLst>
                <p:tags r:id="rId3"/>
              </p:custDataLst>
            </p:nvPr>
          </p:nvPicPr>
          <p:blipFill>
            <a:blip r:embed="rId4"/>
            <a:stretch>
              <a:fillRect/>
            </a:stretch>
          </p:blipFill>
          <p:spPr>
            <a:xfrm rot="21600000">
              <a:off x="0" y="0"/>
              <a:ext cx="797052" cy="390143"/>
            </a:xfrm>
            <a:prstGeom prst="rect">
              <a:avLst/>
            </a:prstGeom>
          </p:spPr>
        </p:pic>
      </p:grpSp>
      <p:grpSp>
        <p:nvGrpSpPr>
          <p:cNvPr id="4" name="group 4"/>
          <p:cNvGrpSpPr/>
          <p:nvPr/>
        </p:nvGrpSpPr>
        <p:grpSpPr>
          <a:xfrm rot="21600000">
            <a:off x="5737859" y="5084064"/>
            <a:ext cx="4511040" cy="390144"/>
            <a:chOff x="0" y="0"/>
            <a:chExt cx="4511040" cy="390144"/>
          </a:xfrm>
        </p:grpSpPr>
        <p:sp>
          <p:nvSpPr>
            <p:cNvPr id="16" name="rect"/>
            <p:cNvSpPr/>
            <p:nvPr/>
          </p:nvSpPr>
          <p:spPr>
            <a:xfrm>
              <a:off x="4572" y="0"/>
              <a:ext cx="4506467"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18" name="textbox 18"/>
            <p:cNvSpPr/>
            <p:nvPr>
              <p:custDataLst>
                <p:tags r:id="rId5"/>
              </p:custDataLst>
            </p:nvPr>
          </p:nvSpPr>
          <p:spPr>
            <a:xfrm>
              <a:off x="1185429" y="60166"/>
              <a:ext cx="2564129"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下一步工作方法和计划</a:t>
              </a:r>
              <a:endParaRPr lang="en-US" altLang="en-US" sz="2000" kern="0" spc="-10" dirty="0">
                <a:solidFill>
                  <a:schemeClr val="dk1"/>
                </a:solidFill>
                <a:cs typeface="微软雅黑" panose="020B0503020204020204" charset="-122"/>
              </a:endParaRPr>
            </a:p>
          </p:txBody>
        </p:sp>
        <p:pic>
          <p:nvPicPr>
            <p:cNvPr id="20" name="picture 20"/>
            <p:cNvPicPr>
              <a:picLocks noChangeAspect="1"/>
            </p:cNvPicPr>
            <p:nvPr>
              <p:custDataLst>
                <p:tags r:id="rId6"/>
              </p:custDataLst>
            </p:nvPr>
          </p:nvPicPr>
          <p:blipFill>
            <a:blip r:embed="rId7"/>
            <a:stretch>
              <a:fillRect/>
            </a:stretch>
          </p:blipFill>
          <p:spPr>
            <a:xfrm rot="21600000">
              <a:off x="0" y="0"/>
              <a:ext cx="797052" cy="390144"/>
            </a:xfrm>
            <a:prstGeom prst="rect">
              <a:avLst/>
            </a:prstGeom>
          </p:spPr>
        </p:pic>
      </p:grpSp>
      <p:grpSp>
        <p:nvGrpSpPr>
          <p:cNvPr id="6" name="group 6"/>
          <p:cNvGrpSpPr/>
          <p:nvPr/>
        </p:nvGrpSpPr>
        <p:grpSpPr>
          <a:xfrm rot="21600000">
            <a:off x="5730240" y="4416552"/>
            <a:ext cx="4512564" cy="388620"/>
            <a:chOff x="0" y="0"/>
            <a:chExt cx="4512564" cy="388620"/>
          </a:xfrm>
        </p:grpSpPr>
        <p:sp>
          <p:nvSpPr>
            <p:cNvPr id="22" name="rect"/>
            <p:cNvSpPr/>
            <p:nvPr/>
          </p:nvSpPr>
          <p:spPr>
            <a:xfrm>
              <a:off x="4571" y="0"/>
              <a:ext cx="4507992" cy="385572"/>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24" name="textbox 24"/>
            <p:cNvSpPr/>
            <p:nvPr>
              <p:custDataLst>
                <p:tags r:id="rId8"/>
              </p:custDataLst>
            </p:nvPr>
          </p:nvSpPr>
          <p:spPr>
            <a:xfrm>
              <a:off x="1691900" y="58896"/>
              <a:ext cx="1549400" cy="323215"/>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12700" algn="l" rtl="0" eaLnBrk="0">
                <a:lnSpc>
                  <a:spcPct val="98000"/>
                </a:lnSpc>
              </a:pPr>
              <a:r>
                <a:rPr sz="2000" kern="0" spc="-10" dirty="0">
                  <a:solidFill>
                    <a:schemeClr val="dk1"/>
                  </a:solidFill>
                  <a:cs typeface="微软雅黑" panose="020B0503020204020204" charset="-122"/>
                </a:rPr>
                <a:t>框架体系设计</a:t>
              </a:r>
              <a:endParaRPr lang="en-US" altLang="en-US" sz="2000" kern="0" spc="-10" dirty="0">
                <a:solidFill>
                  <a:schemeClr val="dk1"/>
                </a:solidFill>
                <a:cs typeface="微软雅黑" panose="020B0503020204020204" charset="-122"/>
              </a:endParaRPr>
            </a:p>
          </p:txBody>
        </p:sp>
        <p:pic>
          <p:nvPicPr>
            <p:cNvPr id="26" name="picture 26"/>
            <p:cNvPicPr>
              <a:picLocks noChangeAspect="1"/>
            </p:cNvPicPr>
            <p:nvPr>
              <p:custDataLst>
                <p:tags r:id="rId9"/>
              </p:custDataLst>
            </p:nvPr>
          </p:nvPicPr>
          <p:blipFill>
            <a:blip r:embed="rId10"/>
            <a:stretch>
              <a:fillRect/>
            </a:stretch>
          </p:blipFill>
          <p:spPr>
            <a:xfrm rot="21600000">
              <a:off x="0" y="0"/>
              <a:ext cx="797052" cy="388619"/>
            </a:xfrm>
            <a:prstGeom prst="rect">
              <a:avLst/>
            </a:prstGeom>
          </p:spPr>
        </p:pic>
      </p:grpSp>
      <p:grpSp>
        <p:nvGrpSpPr>
          <p:cNvPr id="3" name="group 8"/>
          <p:cNvGrpSpPr/>
          <p:nvPr/>
        </p:nvGrpSpPr>
        <p:grpSpPr>
          <a:xfrm rot="21600000">
            <a:off x="5730240" y="2471928"/>
            <a:ext cx="4512564" cy="388619"/>
            <a:chOff x="0" y="0"/>
            <a:chExt cx="4512564" cy="388619"/>
          </a:xfrm>
        </p:grpSpPr>
        <p:sp>
          <p:nvSpPr>
            <p:cNvPr id="28" name="rect"/>
            <p:cNvSpPr/>
            <p:nvPr/>
          </p:nvSpPr>
          <p:spPr>
            <a:xfrm>
              <a:off x="4571" y="0"/>
              <a:ext cx="4507992"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0" name="textbox 30"/>
            <p:cNvSpPr/>
            <p:nvPr>
              <p:custDataLst>
                <p:tags r:id="rId11"/>
              </p:custDataLst>
            </p:nvPr>
          </p:nvSpPr>
          <p:spPr>
            <a:xfrm>
              <a:off x="1309122" y="58261"/>
              <a:ext cx="2312670"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现状分析及初步建议</a:t>
              </a:r>
              <a:endParaRPr lang="en-US" altLang="en-US" sz="2000" kern="0" spc="-10" dirty="0">
                <a:solidFill>
                  <a:schemeClr val="dk1"/>
                </a:solidFill>
                <a:cs typeface="微软雅黑" panose="020B0503020204020204" charset="-122"/>
              </a:endParaRPr>
            </a:p>
          </p:txBody>
        </p:sp>
        <p:pic>
          <p:nvPicPr>
            <p:cNvPr id="32" name="picture 32"/>
            <p:cNvPicPr>
              <a:picLocks noChangeAspect="1"/>
            </p:cNvPicPr>
            <p:nvPr>
              <p:custDataLst>
                <p:tags r:id="rId12"/>
              </p:custDataLst>
            </p:nvPr>
          </p:nvPicPr>
          <p:blipFill>
            <a:blip r:embed="rId13"/>
            <a:stretch>
              <a:fillRect/>
            </a:stretch>
          </p:blipFill>
          <p:spPr>
            <a:xfrm rot="21600000">
              <a:off x="0" y="0"/>
              <a:ext cx="797052" cy="388619"/>
            </a:xfrm>
            <a:prstGeom prst="rect">
              <a:avLst/>
            </a:prstGeom>
          </p:spPr>
        </p:pic>
      </p:grpSp>
      <p:sp>
        <p:nvSpPr>
          <p:cNvPr id="34" name="textbox 34"/>
          <p:cNvSpPr/>
          <p:nvPr>
            <p:custDataLst>
              <p:tags r:id="rId14"/>
            </p:custDataLst>
          </p:nvPr>
        </p:nvSpPr>
        <p:spPr>
          <a:xfrm>
            <a:off x="2369741" y="3210832"/>
            <a:ext cx="1443355" cy="894714"/>
          </a:xfrm>
          <a:prstGeom prst="rect">
            <a:avLst/>
          </a:prstGeom>
        </p:spPr>
        <p:txBody>
          <a:bodyPr vert="horz" wrap="square" lIns="0" tIns="0" rIns="0" bIns="0"/>
          <a:lstStyle/>
          <a:p>
            <a:pPr algn="l" rtl="0" eaLnBrk="0">
              <a:lnSpc>
                <a:spcPct val="77000"/>
              </a:lnSpc>
            </a:pPr>
            <a:endParaRPr lang="en-US" altLang="en-US" sz="100" dirty="0">
              <a:solidFill>
                <a:schemeClr val="dk1"/>
              </a:solidFill>
            </a:endParaRPr>
          </a:p>
          <a:p>
            <a:pPr algn="r" rtl="0" eaLnBrk="0">
              <a:lnSpc>
                <a:spcPct val="93000"/>
              </a:lnSpc>
            </a:pPr>
            <a:r>
              <a:rPr sz="2200" b="1" kern="0" spc="-130" dirty="0">
                <a:solidFill>
                  <a:schemeClr val="dk1"/>
                </a:solidFill>
                <a:cs typeface="Arial" panose="020B0604020202020204"/>
              </a:rPr>
              <a:t>C</a:t>
            </a:r>
            <a:r>
              <a:rPr sz="2200" b="1" kern="0" spc="-120" dirty="0">
                <a:solidFill>
                  <a:schemeClr val="dk1"/>
                </a:solidFill>
                <a:cs typeface="Arial" panose="020B0604020202020204"/>
              </a:rPr>
              <a:t>ONTENT</a:t>
            </a:r>
            <a:r>
              <a:rPr sz="2200" b="1" kern="0" spc="-110" dirty="0">
                <a:solidFill>
                  <a:schemeClr val="dk1"/>
                </a:solidFill>
                <a:cs typeface="Arial" panose="020B0604020202020204"/>
              </a:rPr>
              <a:t>S</a:t>
            </a:r>
            <a:endParaRPr lang="en-US" altLang="en-US" sz="2200" dirty="0">
              <a:solidFill>
                <a:schemeClr val="dk1"/>
              </a:solidFill>
            </a:endParaRPr>
          </a:p>
          <a:p>
            <a:pPr marL="376555" algn="l" rtl="0" eaLnBrk="0">
              <a:lnSpc>
                <a:spcPts val="4395"/>
              </a:lnSpc>
            </a:pPr>
            <a:r>
              <a:rPr sz="3200" kern="0" spc="-150" dirty="0">
                <a:ln w="11625" cap="flat" cmpd="sng">
                  <a:solidFill>
                    <a:srgbClr val="000000">
                      <a:alpha val="100000"/>
                    </a:srgbClr>
                  </a:solidFill>
                  <a:prstDash val="solid"/>
                  <a:miter lim="10"/>
                </a:ln>
                <a:solidFill>
                  <a:schemeClr val="dk1"/>
                </a:solidFill>
                <a:cs typeface="微软雅黑" panose="020B0503020204020204" charset="-122"/>
              </a:rPr>
              <a:t>目录</a:t>
            </a:r>
            <a:endParaRPr lang="en-US" altLang="en-US" sz="3200" kern="0" spc="-150" dirty="0">
              <a:ln w="11625" cap="flat" cmpd="sng">
                <a:solidFill>
                  <a:srgbClr val="000000">
                    <a:alpha val="100000"/>
                  </a:srgbClr>
                </a:solidFill>
                <a:prstDash val="solid"/>
                <a:miter lim="10"/>
              </a:ln>
              <a:solidFill>
                <a:schemeClr val="dk1"/>
              </a:solidFill>
              <a:cs typeface="微软雅黑" panose="020B0503020204020204" charset="-122"/>
            </a:endParaRPr>
          </a:p>
        </p:txBody>
      </p:sp>
      <p:pic>
        <p:nvPicPr>
          <p:cNvPr id="42" name="picture 42"/>
          <p:cNvPicPr>
            <a:picLocks noChangeAspect="1"/>
          </p:cNvPicPr>
          <p:nvPr>
            <p:custDataLst>
              <p:tags r:id="rId15"/>
            </p:custDataLst>
          </p:nvPr>
        </p:nvPicPr>
        <p:blipFill>
          <a:blip r:embed="rId16"/>
          <a:stretch>
            <a:fillRect/>
          </a:stretch>
        </p:blipFill>
        <p:spPr>
          <a:xfrm rot="21600000">
            <a:off x="6534911" y="2926079"/>
            <a:ext cx="612647" cy="368808"/>
          </a:xfrm>
          <a:prstGeom prst="rect">
            <a:avLst/>
          </a:prstGeom>
        </p:spPr>
      </p:pic>
      <p:pic>
        <p:nvPicPr>
          <p:cNvPr id="44" name="picture 44"/>
          <p:cNvPicPr>
            <a:picLocks noChangeAspect="1"/>
          </p:cNvPicPr>
          <p:nvPr>
            <p:custDataLst>
              <p:tags r:id="rId17"/>
            </p:custDataLst>
          </p:nvPr>
        </p:nvPicPr>
        <p:blipFill>
          <a:blip r:embed="rId18"/>
          <a:stretch>
            <a:fillRect/>
          </a:stretch>
        </p:blipFill>
        <p:spPr>
          <a:xfrm rot="21600000">
            <a:off x="6537959" y="3348228"/>
            <a:ext cx="612647" cy="367283"/>
          </a:xfrm>
          <a:prstGeom prst="rect">
            <a:avLst/>
          </a:prstGeom>
        </p:spPr>
      </p:pic>
      <p:pic>
        <p:nvPicPr>
          <p:cNvPr id="46" name="picture 46"/>
          <p:cNvPicPr>
            <a:picLocks noChangeAspect="1"/>
          </p:cNvPicPr>
          <p:nvPr>
            <p:custDataLst>
              <p:tags r:id="rId19"/>
            </p:custDataLst>
          </p:nvPr>
        </p:nvPicPr>
        <p:blipFill>
          <a:blip r:embed="rId20"/>
          <a:stretch>
            <a:fillRect/>
          </a:stretch>
        </p:blipFill>
        <p:spPr>
          <a:xfrm rot="21600000">
            <a:off x="6527292" y="3768852"/>
            <a:ext cx="612647" cy="367283"/>
          </a:xfrm>
          <a:prstGeom prst="rect">
            <a:avLst/>
          </a:prstGeom>
        </p:spPr>
      </p:pic>
      <p:sp>
        <p:nvSpPr>
          <p:cNvPr id="50" name="textbox 50"/>
          <p:cNvSpPr/>
          <p:nvPr>
            <p:custDataLst>
              <p:tags r:id="rId21"/>
            </p:custDataLst>
          </p:nvPr>
        </p:nvSpPr>
        <p:spPr>
          <a:xfrm>
            <a:off x="5965867" y="5129047"/>
            <a:ext cx="221615" cy="360679"/>
          </a:xfrm>
          <a:prstGeom prst="rect">
            <a:avLst/>
          </a:prstGeom>
        </p:spPr>
        <p:txBody>
          <a:bodyPr vert="horz" wrap="square" lIns="0" tIns="0" rIns="0" bIns="0"/>
          <a:lstStyle/>
          <a:p>
            <a:pPr algn="l" rtl="0" eaLnBrk="0">
              <a:lnSpc>
                <a:spcPct val="73000"/>
              </a:lnSpc>
            </a:pPr>
            <a:endParaRPr lang="en-US" altLang="en-US" sz="100" dirty="0">
              <a:solidFill>
                <a:schemeClr val="lt1"/>
              </a:solidFill>
            </a:endParaRPr>
          </a:p>
          <a:p>
            <a:pPr marL="12700" algn="l" rtl="0" eaLnBrk="0">
              <a:lnSpc>
                <a:spcPct val="85000"/>
              </a:lnSpc>
            </a:pPr>
            <a:r>
              <a:rPr sz="2600" kern="0" spc="0" dirty="0">
                <a:solidFill>
                  <a:schemeClr val="lt1"/>
                </a:solidFill>
                <a:cs typeface="微软雅黑" panose="020B0503020204020204" charset="-122"/>
              </a:rPr>
              <a:t>4</a:t>
            </a:r>
            <a:endParaRPr lang="en-US" altLang="en-US" sz="2600" kern="0" spc="0" dirty="0">
              <a:solidFill>
                <a:schemeClr val="lt1"/>
              </a:solidFill>
              <a:cs typeface="微软雅黑" panose="020B0503020204020204" charset="-122"/>
            </a:endParaRPr>
          </a:p>
        </p:txBody>
      </p:sp>
      <p:sp>
        <p:nvSpPr>
          <p:cNvPr id="52" name="textbox 52"/>
          <p:cNvSpPr/>
          <p:nvPr>
            <p:custDataLst>
              <p:tags r:id="rId22"/>
            </p:custDataLst>
          </p:nvPr>
        </p:nvSpPr>
        <p:spPr>
          <a:xfrm>
            <a:off x="5975541" y="2510838"/>
            <a:ext cx="204470" cy="365125"/>
          </a:xfrm>
          <a:prstGeom prst="rect">
            <a:avLst/>
          </a:prstGeom>
        </p:spPr>
        <p:txBody>
          <a:bodyPr vert="horz" wrap="square" lIns="0" tIns="0" rIns="0" bIns="0"/>
          <a:lstStyle/>
          <a:p>
            <a:pPr algn="l" rtl="0" eaLnBrk="0">
              <a:lnSpc>
                <a:spcPct val="75000"/>
              </a:lnSpc>
            </a:pPr>
            <a:endParaRPr lang="en-US" altLang="en-US" sz="100" dirty="0">
              <a:solidFill>
                <a:schemeClr val="lt1"/>
              </a:solidFill>
            </a:endParaRPr>
          </a:p>
          <a:p>
            <a:pPr algn="r" rtl="0" eaLnBrk="0">
              <a:lnSpc>
                <a:spcPct val="86000"/>
              </a:lnSpc>
            </a:pPr>
            <a:r>
              <a:rPr sz="2600" kern="0" spc="-130" dirty="0">
                <a:solidFill>
                  <a:schemeClr val="lt1"/>
                </a:solidFill>
                <a:cs typeface="微软雅黑" panose="020B0503020204020204" charset="-122"/>
              </a:rPr>
              <a:t>2</a:t>
            </a:r>
            <a:endParaRPr lang="en-US" altLang="en-US" sz="2600" kern="0" spc="-130" dirty="0">
              <a:solidFill>
                <a:schemeClr val="lt1"/>
              </a:solidFill>
              <a:cs typeface="微软雅黑" panose="020B0503020204020204" charset="-122"/>
            </a:endParaRPr>
          </a:p>
        </p:txBody>
      </p:sp>
      <p:sp>
        <p:nvSpPr>
          <p:cNvPr id="54" name="textbox 54"/>
          <p:cNvSpPr/>
          <p:nvPr>
            <p:custDataLst>
              <p:tags r:id="rId23"/>
            </p:custDataLst>
          </p:nvPr>
        </p:nvSpPr>
        <p:spPr>
          <a:xfrm>
            <a:off x="5979623" y="4455863"/>
            <a:ext cx="200660" cy="362584"/>
          </a:xfrm>
          <a:prstGeom prst="rect">
            <a:avLst/>
          </a:prstGeom>
        </p:spPr>
        <p:txBody>
          <a:bodyPr vert="horz" wrap="square" lIns="0" tIns="0" rIns="0" bIns="0"/>
          <a:lstStyle/>
          <a:p>
            <a:pPr algn="l" rtl="0" eaLnBrk="0">
              <a:lnSpc>
                <a:spcPct val="92000"/>
              </a:lnSpc>
            </a:pPr>
            <a:endParaRPr lang="en-US" altLang="en-US" sz="100" dirty="0">
              <a:solidFill>
                <a:schemeClr val="lt1"/>
              </a:solidFill>
            </a:endParaRPr>
          </a:p>
          <a:p>
            <a:pPr algn="r" rtl="0" eaLnBrk="0">
              <a:lnSpc>
                <a:spcPct val="88000"/>
              </a:lnSpc>
            </a:pPr>
            <a:r>
              <a:rPr sz="2500" kern="0" spc="-100" dirty="0">
                <a:solidFill>
                  <a:schemeClr val="lt1"/>
                </a:solidFill>
                <a:cs typeface="微软雅黑" panose="020B0503020204020204" charset="-122"/>
              </a:rPr>
              <a:t>3</a:t>
            </a:r>
            <a:endParaRPr lang="en-US" altLang="en-US" sz="2500" kern="0" spc="-100" dirty="0">
              <a:solidFill>
                <a:schemeClr val="lt1"/>
              </a:solidFill>
              <a:cs typeface="微软雅黑" panose="020B0503020204020204" charset="-122"/>
            </a:endParaRPr>
          </a:p>
        </p:txBody>
      </p:sp>
      <p:sp>
        <p:nvSpPr>
          <p:cNvPr id="56" name="textbox 56"/>
          <p:cNvSpPr/>
          <p:nvPr>
            <p:custDataLst>
              <p:tags r:id="rId24"/>
            </p:custDataLst>
          </p:nvPr>
        </p:nvSpPr>
        <p:spPr>
          <a:xfrm>
            <a:off x="6667825" y="3007524"/>
            <a:ext cx="300354" cy="227965"/>
          </a:xfrm>
          <a:prstGeom prst="rect">
            <a:avLst/>
          </a:prstGeom>
        </p:spPr>
        <p:txBody>
          <a:bodyPr vert="horz" wrap="square" lIns="0" tIns="0" rIns="0" bIns="0"/>
          <a:lstStyle/>
          <a:p>
            <a:pPr algn="l" rtl="0" eaLnBrk="0">
              <a:lnSpc>
                <a:spcPct val="77000"/>
              </a:lnSpc>
            </a:pPr>
            <a:endParaRPr lang="en-US" altLang="en-US" sz="100" dirty="0">
              <a:solidFill>
                <a:schemeClr val="lt1"/>
              </a:solidFill>
            </a:endParaRPr>
          </a:p>
          <a:p>
            <a:pPr marL="12700" algn="l" rtl="0" eaLnBrk="0">
              <a:lnSpc>
                <a:spcPct val="89000"/>
              </a:lnSpc>
            </a:pPr>
            <a:r>
              <a:rPr sz="1500" kern="0" spc="10" dirty="0">
                <a:solidFill>
                  <a:schemeClr val="lt1"/>
                </a:solidFill>
                <a:cs typeface="微软雅黑" panose="020B0503020204020204" charset="-122"/>
              </a:rPr>
              <a:t>2.1</a:t>
            </a:r>
            <a:endParaRPr lang="en-US" altLang="en-US" sz="1500" kern="0" spc="10" dirty="0">
              <a:solidFill>
                <a:schemeClr val="lt1"/>
              </a:solidFill>
              <a:cs typeface="微软雅黑" panose="020B0503020204020204" charset="-122"/>
            </a:endParaRPr>
          </a:p>
        </p:txBody>
      </p:sp>
      <p:sp>
        <p:nvSpPr>
          <p:cNvPr id="58" name="textbox 58"/>
          <p:cNvSpPr/>
          <p:nvPr>
            <p:custDataLst>
              <p:tags r:id="rId25"/>
            </p:custDataLst>
          </p:nvPr>
        </p:nvSpPr>
        <p:spPr>
          <a:xfrm>
            <a:off x="6667825" y="3429339"/>
            <a:ext cx="300354" cy="227329"/>
          </a:xfrm>
          <a:prstGeom prst="rect">
            <a:avLst/>
          </a:prstGeom>
        </p:spPr>
        <p:txBody>
          <a:bodyPr vert="horz" wrap="square" lIns="0" tIns="0" rIns="0" bIns="0"/>
          <a:lstStyle/>
          <a:p>
            <a:pPr algn="l" rtl="0" eaLnBrk="0">
              <a:lnSpc>
                <a:spcPct val="86000"/>
              </a:lnSpc>
            </a:pPr>
            <a:endParaRPr lang="en-US" altLang="en-US" sz="100" dirty="0">
              <a:solidFill>
                <a:schemeClr val="lt1"/>
              </a:solidFill>
            </a:endParaRPr>
          </a:p>
          <a:p>
            <a:pPr marL="12700" algn="l" rtl="0" eaLnBrk="0">
              <a:lnSpc>
                <a:spcPct val="88000"/>
              </a:lnSpc>
            </a:pPr>
            <a:r>
              <a:rPr sz="1500" kern="0" spc="10" dirty="0">
                <a:solidFill>
                  <a:schemeClr val="lt1"/>
                </a:solidFill>
                <a:cs typeface="微软雅黑" panose="020B0503020204020204" charset="-122"/>
              </a:rPr>
              <a:t>2.2</a:t>
            </a:r>
            <a:endParaRPr lang="en-US" altLang="en-US" sz="1500" kern="0" spc="10" dirty="0">
              <a:solidFill>
                <a:schemeClr val="lt1"/>
              </a:solidFill>
              <a:cs typeface="微软雅黑" panose="020B0503020204020204" charset="-122"/>
            </a:endParaRPr>
          </a:p>
        </p:txBody>
      </p:sp>
      <p:sp>
        <p:nvSpPr>
          <p:cNvPr id="60" name="textbox 60"/>
          <p:cNvSpPr/>
          <p:nvPr>
            <p:custDataLst>
              <p:tags r:id="rId26"/>
            </p:custDataLst>
          </p:nvPr>
        </p:nvSpPr>
        <p:spPr>
          <a:xfrm>
            <a:off x="5991105" y="1860642"/>
            <a:ext cx="188595" cy="360679"/>
          </a:xfrm>
          <a:prstGeom prst="rect">
            <a:avLst/>
          </a:prstGeom>
        </p:spPr>
        <p:txBody>
          <a:bodyPr vert="horz" wrap="square" lIns="0" tIns="0" rIns="0" bIns="0"/>
          <a:lstStyle/>
          <a:p>
            <a:pPr algn="l" rtl="0" eaLnBrk="0">
              <a:lnSpc>
                <a:spcPct val="72000"/>
              </a:lnSpc>
            </a:pPr>
            <a:endParaRPr lang="en-US" altLang="en-US" sz="100" dirty="0">
              <a:solidFill>
                <a:schemeClr val="lt1"/>
              </a:solidFill>
            </a:endParaRPr>
          </a:p>
          <a:p>
            <a:pPr algn="r" rtl="0" eaLnBrk="0">
              <a:lnSpc>
                <a:spcPct val="92000"/>
              </a:lnSpc>
            </a:pPr>
            <a:r>
              <a:rPr sz="2400" kern="0" spc="-140" dirty="0">
                <a:solidFill>
                  <a:schemeClr val="lt1"/>
                </a:solidFill>
                <a:cs typeface="微软雅黑" panose="020B0503020204020204" charset="-122"/>
              </a:rPr>
              <a:t>1</a:t>
            </a:r>
            <a:endParaRPr lang="en-US" altLang="en-US" sz="2400" kern="0" spc="-140" dirty="0">
              <a:solidFill>
                <a:schemeClr val="lt1"/>
              </a:solidFill>
              <a:cs typeface="微软雅黑" panose="020B0503020204020204" charset="-122"/>
            </a:endParaRPr>
          </a:p>
        </p:txBody>
      </p:sp>
      <p:sp>
        <p:nvSpPr>
          <p:cNvPr id="62" name="textbox 62"/>
          <p:cNvSpPr/>
          <p:nvPr>
            <p:custDataLst>
              <p:tags r:id="rId27"/>
            </p:custDataLst>
          </p:nvPr>
        </p:nvSpPr>
        <p:spPr>
          <a:xfrm>
            <a:off x="6701463" y="3844331"/>
            <a:ext cx="267970" cy="205104"/>
          </a:xfrm>
          <a:prstGeom prst="rect">
            <a:avLst/>
          </a:prstGeom>
        </p:spPr>
        <p:txBody>
          <a:bodyPr vert="horz" wrap="square" lIns="0" tIns="0" rIns="0" bIns="0"/>
          <a:lstStyle/>
          <a:p>
            <a:pPr algn="l" rtl="0" eaLnBrk="0">
              <a:lnSpc>
                <a:spcPct val="86000"/>
              </a:lnSpc>
            </a:pPr>
            <a:endParaRPr lang="en-US" altLang="en-US" sz="100" dirty="0">
              <a:solidFill>
                <a:schemeClr val="lt1"/>
              </a:solidFill>
            </a:endParaRPr>
          </a:p>
          <a:p>
            <a:pPr marL="12700" algn="l" rtl="0" eaLnBrk="0">
              <a:lnSpc>
                <a:spcPct val="84000"/>
              </a:lnSpc>
            </a:pPr>
            <a:r>
              <a:rPr sz="1400" kern="0" spc="-40" dirty="0">
                <a:solidFill>
                  <a:schemeClr val="lt1"/>
                </a:solidFill>
                <a:cs typeface="微软雅黑" panose="020B0503020204020204" charset="-122"/>
              </a:rPr>
              <a:t>2.3</a:t>
            </a:r>
            <a:endParaRPr lang="en-US" altLang="en-US" sz="1400" kern="0" spc="-40" dirty="0">
              <a:solidFill>
                <a:schemeClr val="lt1"/>
              </a:solidFill>
              <a:cs typeface="微软雅黑" panose="020B0503020204020204" charset="-122"/>
            </a:endParaRPr>
          </a:p>
        </p:txBody>
      </p:sp>
    </p:spTree>
    <p:custDataLst>
      <p:tags r:id="rId2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 name="table 64"/>
          <p:cNvGraphicFramePr>
            <a:graphicFrameLocks noGrp="1"/>
          </p:cNvGraphicFramePr>
          <p:nvPr>
            <p:custDataLst>
              <p:tags r:id="rId1"/>
            </p:custDataLst>
          </p:nvPr>
        </p:nvGraphicFramePr>
        <p:xfrm>
          <a:off x="2985261" y="4477258"/>
          <a:ext cx="6788150" cy="1030605"/>
        </p:xfrm>
        <a:graphic>
          <a:graphicData uri="http://schemas.openxmlformats.org/drawingml/2006/table">
            <a:tbl>
              <a:tblPr/>
              <a:tblGrid>
                <a:gridCol w="6788150"/>
              </a:tblGrid>
              <a:tr h="1017905">
                <a:tc>
                  <a:txBody>
                    <a:bodyPr/>
                    <a:lstStyle/>
                    <a:p>
                      <a:pPr algn="l" rtl="0" eaLnBrk="0">
                        <a:lnSpc>
                          <a:spcPct val="106000"/>
                        </a:lnSpc>
                      </a:pPr>
                      <a:endParaRPr lang="en-US" altLang="en-US" sz="1000" dirty="0"/>
                    </a:p>
                    <a:p>
                      <a:pPr algn="l" rtl="0" eaLnBrk="0">
                        <a:lnSpc>
                          <a:spcPct val="107000"/>
                        </a:lnSpc>
                      </a:pPr>
                      <a:endParaRPr lang="en-US" altLang="en-US" sz="1000" dirty="0"/>
                    </a:p>
                    <a:p>
                      <a:pPr marL="86995" algn="l" rtl="0" eaLnBrk="0">
                        <a:lnSpc>
                          <a:spcPct val="99000"/>
                        </a:lnSpc>
                        <a:spcBef>
                          <a:spcPts val="5"/>
                        </a:spcBef>
                      </a:pPr>
                      <a:r>
                        <a:rPr sz="1500" kern="0" spc="100" dirty="0">
                          <a:solidFill>
                            <a:srgbClr val="000000">
                              <a:alpha val="100000"/>
                            </a:srgbClr>
                          </a:solidFill>
                          <a:cs typeface="MS Gothic" panose="020B0609070205080204" charset="-128"/>
                        </a:rPr>
                        <a:t>➢</a:t>
                      </a:r>
                      <a:r>
                        <a:rPr sz="1500" kern="0" spc="310" dirty="0">
                          <a:solidFill>
                            <a:srgbClr val="000000">
                              <a:alpha val="100000"/>
                            </a:srgbClr>
                          </a:solidFill>
                          <a:cs typeface="MS Gothic" panose="020B0609070205080204" charset="-128"/>
                        </a:rPr>
                        <a:t> </a:t>
                      </a:r>
                      <a:r>
                        <a:rPr sz="1500" kern="0" spc="100" dirty="0">
                          <a:solidFill>
                            <a:srgbClr val="000000">
                              <a:alpha val="100000"/>
                            </a:srgbClr>
                          </a:solidFill>
                          <a:cs typeface="微软雅黑" panose="020B0503020204020204" charset="-122"/>
                        </a:rPr>
                        <a:t>优化完善</a:t>
                      </a:r>
                      <a:r>
                        <a:rPr sz="1500" kern="0" spc="0" dirty="0">
                          <a:solidFill>
                            <a:srgbClr val="000000">
                              <a:alpha val="100000"/>
                            </a:srgbClr>
                          </a:solidFill>
                          <a:cs typeface="微软雅黑" panose="020B0503020204020204" charset="-122"/>
                        </a:rPr>
                        <a:t>PMO</a:t>
                      </a:r>
                      <a:r>
                        <a:rPr sz="1500" kern="0" spc="100" dirty="0">
                          <a:solidFill>
                            <a:srgbClr val="000000">
                              <a:alpha val="100000"/>
                            </a:srgbClr>
                          </a:solidFill>
                          <a:cs typeface="微软雅黑" panose="020B0503020204020204" charset="-122"/>
                        </a:rPr>
                        <a:t>&amp;</a:t>
                      </a:r>
                      <a:r>
                        <a:rPr sz="1500" kern="0" spc="0" dirty="0">
                          <a:solidFill>
                            <a:srgbClr val="000000">
                              <a:alpha val="100000"/>
                            </a:srgbClr>
                          </a:solidFill>
                          <a:cs typeface="微软雅黑" panose="020B0503020204020204" charset="-122"/>
                        </a:rPr>
                        <a:t>BTIT</a:t>
                      </a:r>
                      <a:r>
                        <a:rPr sz="1500" kern="0" spc="100" dirty="0">
                          <a:solidFill>
                            <a:srgbClr val="000000">
                              <a:alpha val="100000"/>
                            </a:srgbClr>
                          </a:solidFill>
                          <a:cs typeface="微软雅黑" panose="020B0503020204020204" charset="-122"/>
                        </a:rPr>
                        <a:t>组织，组建高效团队，全面提升整体能力：</a:t>
                      </a:r>
                      <a:r>
                        <a:rPr sz="1500" kern="0" spc="-320" dirty="0">
                          <a:solidFill>
                            <a:srgbClr val="000000">
                              <a:alpha val="100000"/>
                            </a:srgbClr>
                          </a:solidFill>
                          <a:cs typeface="微软雅黑" panose="020B0503020204020204" charset="-122"/>
                        </a:rPr>
                        <a:t> </a:t>
                      </a:r>
                      <a:r>
                        <a:rPr sz="1500" kern="0" spc="100" dirty="0">
                          <a:solidFill>
                            <a:srgbClr val="FF0000">
                              <a:alpha val="100000"/>
                            </a:srgbClr>
                          </a:solidFill>
                          <a:cs typeface="微软雅黑" panose="020B0503020204020204" charset="-122"/>
                        </a:rPr>
                        <a:t>复合</a:t>
                      </a:r>
                      <a:endParaRPr lang="en-US" altLang="en-US" sz="1500" dirty="0"/>
                    </a:p>
                    <a:p>
                      <a:pPr marL="413385" algn="l" rtl="0" eaLnBrk="0">
                        <a:lnSpc>
                          <a:spcPts val="2880"/>
                        </a:lnSpc>
                      </a:pPr>
                      <a:r>
                        <a:rPr sz="1500" kern="0" spc="90" dirty="0">
                          <a:solidFill>
                            <a:srgbClr val="FF0000">
                              <a:alpha val="100000"/>
                            </a:srgbClr>
                          </a:solidFill>
                          <a:cs typeface="微软雅黑" panose="020B0503020204020204" charset="-122"/>
                        </a:rPr>
                        <a:t>型、专业化人才种子选手输出</a:t>
                      </a:r>
                      <a:endParaRPr lang="en-US" altLang="en-US" sz="1500" dirty="0"/>
                    </a:p>
                  </a:txBody>
                  <a:tcPr marL="0" marR="0" marT="0" marB="0" vert="horz">
                    <a:lnL w="12700" cap="flat" cmpd="sng" algn="ctr">
                      <a:solidFill>
                        <a:srgbClr val="AFABAB"/>
                      </a:solidFill>
                      <a:prstDash val="solid"/>
                      <a:round/>
                      <a:headEnd type="none" w="med" len="med"/>
                      <a:tailEnd type="none" w="med" len="med"/>
                    </a:lnL>
                    <a:lnR w="12700" cap="flat" cmpd="sng" algn="ctr">
                      <a:solidFill>
                        <a:srgbClr val="AFABAB"/>
                      </a:solidFill>
                      <a:prstDash val="solid"/>
                      <a:round/>
                      <a:headEnd type="none" w="med" len="med"/>
                      <a:tailEnd type="none" w="med" len="med"/>
                    </a:lnR>
                    <a:lnT w="12700" cap="flat" cmpd="sng" algn="ctr">
                      <a:solidFill>
                        <a:srgbClr val="AFABAB"/>
                      </a:solidFill>
                      <a:prstDash val="solid"/>
                      <a:round/>
                      <a:headEnd type="none" w="med" len="med"/>
                      <a:tailEnd type="none" w="med" len="med"/>
                    </a:lnT>
                    <a:lnB w="12700" cap="flat" cmpd="sng" algn="ctr">
                      <a:solidFill>
                        <a:srgbClr val="AFABAB"/>
                      </a:solidFill>
                      <a:prstDash val="solid"/>
                      <a:round/>
                      <a:headEnd type="none" w="med" len="med"/>
                      <a:tailEnd type="none" w="med" len="med"/>
                    </a:lnB>
                    <a:solidFill>
                      <a:srgbClr val="FFFFFF"/>
                    </a:solidFill>
                  </a:tcPr>
                </a:tc>
              </a:tr>
            </a:tbl>
          </a:graphicData>
        </a:graphic>
      </p:graphicFrame>
      <p:graphicFrame>
        <p:nvGraphicFramePr>
          <p:cNvPr id="66" name="table 66"/>
          <p:cNvGraphicFramePr>
            <a:graphicFrameLocks noGrp="1"/>
          </p:cNvGraphicFramePr>
          <p:nvPr>
            <p:custDataLst>
              <p:tags r:id="rId2"/>
            </p:custDataLst>
          </p:nvPr>
        </p:nvGraphicFramePr>
        <p:xfrm>
          <a:off x="2985261" y="3253486"/>
          <a:ext cx="6788150" cy="1030604"/>
        </p:xfrm>
        <a:graphic>
          <a:graphicData uri="http://schemas.openxmlformats.org/drawingml/2006/table">
            <a:tbl>
              <a:tblPr/>
              <a:tblGrid>
                <a:gridCol w="6788150"/>
              </a:tblGrid>
              <a:tr h="1017904">
                <a:tc>
                  <a:txBody>
                    <a:bodyPr/>
                    <a:lstStyle/>
                    <a:p>
                      <a:pPr algn="l" rtl="0" eaLnBrk="0">
                        <a:lnSpc>
                          <a:spcPct val="106000"/>
                        </a:lnSpc>
                      </a:pPr>
                      <a:endParaRPr lang="en-US" altLang="en-US" sz="1000" dirty="0"/>
                    </a:p>
                    <a:p>
                      <a:pPr algn="l" rtl="0" eaLnBrk="0">
                        <a:lnSpc>
                          <a:spcPct val="106000"/>
                        </a:lnSpc>
                      </a:pPr>
                      <a:endParaRPr lang="en-US" altLang="en-US" sz="1000" dirty="0"/>
                    </a:p>
                    <a:p>
                      <a:pPr algn="l" rtl="0" eaLnBrk="0">
                        <a:lnSpc>
                          <a:spcPct val="9000"/>
                        </a:lnSpc>
                      </a:pPr>
                      <a:endParaRPr lang="en-US" altLang="en-US" sz="100" dirty="0"/>
                    </a:p>
                    <a:p>
                      <a:pPr marL="86995" algn="l" rtl="0" eaLnBrk="0">
                        <a:lnSpc>
                          <a:spcPct val="99000"/>
                        </a:lnSpc>
                      </a:pPr>
                      <a:r>
                        <a:rPr sz="1500" kern="0" spc="70" dirty="0">
                          <a:solidFill>
                            <a:srgbClr val="000000">
                              <a:alpha val="100000"/>
                            </a:srgbClr>
                          </a:solidFill>
                          <a:cs typeface="MS Gothic" panose="020B0609070205080204" charset="-128"/>
                        </a:rPr>
                        <a:t>➢</a:t>
                      </a:r>
                      <a:r>
                        <a:rPr sz="1500" kern="0" spc="270" dirty="0">
                          <a:solidFill>
                            <a:srgbClr val="000000">
                              <a:alpha val="100000"/>
                            </a:srgbClr>
                          </a:solidFill>
                          <a:cs typeface="MS Gothic" panose="020B0609070205080204" charset="-128"/>
                        </a:rPr>
                        <a:t> </a:t>
                      </a:r>
                      <a:r>
                        <a:rPr sz="1500" kern="0" spc="70" dirty="0">
                          <a:solidFill>
                            <a:srgbClr val="000000">
                              <a:alpha val="100000"/>
                            </a:srgbClr>
                          </a:solidFill>
                          <a:cs typeface="微软雅黑" panose="020B0503020204020204" charset="-122"/>
                        </a:rPr>
                        <a:t>辅导数据治理项目：梳理关键数据指标，搭建指标库管理平台，</a:t>
                      </a:r>
                      <a:r>
                        <a:rPr sz="1500" kern="0" spc="440" dirty="0">
                          <a:solidFill>
                            <a:srgbClr val="000000">
                              <a:alpha val="100000"/>
                            </a:srgbClr>
                          </a:solidFill>
                          <a:cs typeface="微软雅黑" panose="020B0503020204020204" charset="-122"/>
                        </a:rPr>
                        <a:t> </a:t>
                      </a:r>
                      <a:r>
                        <a:rPr sz="1500" kern="0" spc="60" dirty="0">
                          <a:solidFill>
                            <a:srgbClr val="000000">
                              <a:alpha val="100000"/>
                            </a:srgbClr>
                          </a:solidFill>
                          <a:cs typeface="微软雅黑" panose="020B0503020204020204" charset="-122"/>
                        </a:rPr>
                        <a:t>完善管</a:t>
                      </a:r>
                      <a:endParaRPr lang="en-US" altLang="en-US" sz="1500" dirty="0"/>
                    </a:p>
                    <a:p>
                      <a:pPr marL="410210" algn="l" rtl="0" eaLnBrk="0">
                        <a:lnSpc>
                          <a:spcPts val="2880"/>
                        </a:lnSpc>
                      </a:pPr>
                      <a:r>
                        <a:rPr sz="1500" kern="0" spc="40" dirty="0">
                          <a:solidFill>
                            <a:srgbClr val="000000">
                              <a:alpha val="100000"/>
                            </a:srgbClr>
                          </a:solidFill>
                          <a:cs typeface="微软雅黑" panose="020B0503020204020204" charset="-122"/>
                        </a:rPr>
                        <a:t>理看板，以数据驱动管理提升：</a:t>
                      </a:r>
                      <a:r>
                        <a:rPr sz="1500" kern="0" spc="180" dirty="0">
                          <a:solidFill>
                            <a:srgbClr val="000000">
                              <a:alpha val="100000"/>
                            </a:srgbClr>
                          </a:solidFill>
                          <a:cs typeface="微软雅黑" panose="020B0503020204020204" charset="-122"/>
                        </a:rPr>
                        <a:t>  </a:t>
                      </a:r>
                      <a:r>
                        <a:rPr sz="1500" kern="0" spc="40" dirty="0">
                          <a:solidFill>
                            <a:srgbClr val="FF0000">
                              <a:alpha val="100000"/>
                            </a:srgbClr>
                          </a:solidFill>
                          <a:cs typeface="微软雅黑" panose="020B0503020204020204" charset="-122"/>
                        </a:rPr>
                        <a:t>10大指标工具化落地</a:t>
                      </a:r>
                      <a:endParaRPr lang="en-US" altLang="en-US" sz="1500" dirty="0"/>
                    </a:p>
                  </a:txBody>
                  <a:tcPr marL="0" marR="0" marT="0" marB="0" vert="horz">
                    <a:lnL w="12700" cap="flat" cmpd="sng" algn="ctr">
                      <a:solidFill>
                        <a:srgbClr val="AFABAB"/>
                      </a:solidFill>
                      <a:prstDash val="solid"/>
                      <a:round/>
                      <a:headEnd type="none" w="med" len="med"/>
                      <a:tailEnd type="none" w="med" len="med"/>
                    </a:lnL>
                    <a:lnR w="12700" cap="flat" cmpd="sng" algn="ctr">
                      <a:solidFill>
                        <a:srgbClr val="AFABAB"/>
                      </a:solidFill>
                      <a:prstDash val="solid"/>
                      <a:round/>
                      <a:headEnd type="none" w="med" len="med"/>
                      <a:tailEnd type="none" w="med" len="med"/>
                    </a:lnR>
                    <a:lnT w="12700" cap="flat" cmpd="sng" algn="ctr">
                      <a:solidFill>
                        <a:srgbClr val="AFABAB"/>
                      </a:solidFill>
                      <a:prstDash val="solid"/>
                      <a:round/>
                      <a:headEnd type="none" w="med" len="med"/>
                      <a:tailEnd type="none" w="med" len="med"/>
                    </a:lnT>
                    <a:lnB w="12700" cap="flat" cmpd="sng" algn="ctr">
                      <a:solidFill>
                        <a:srgbClr val="AFABAB"/>
                      </a:solidFill>
                      <a:prstDash val="solid"/>
                      <a:round/>
                      <a:headEnd type="none" w="med" len="med"/>
                      <a:tailEnd type="none" w="med" len="med"/>
                    </a:lnB>
                    <a:solidFill>
                      <a:srgbClr val="FFFFFF"/>
                    </a:solidFill>
                  </a:tcPr>
                </a:tc>
              </a:tr>
            </a:tbl>
          </a:graphicData>
        </a:graphic>
      </p:graphicFrame>
      <p:graphicFrame>
        <p:nvGraphicFramePr>
          <p:cNvPr id="68" name="table 68"/>
          <p:cNvGraphicFramePr>
            <a:graphicFrameLocks noGrp="1"/>
          </p:cNvGraphicFramePr>
          <p:nvPr>
            <p:custDataLst>
              <p:tags r:id="rId3"/>
            </p:custDataLst>
          </p:nvPr>
        </p:nvGraphicFramePr>
        <p:xfrm>
          <a:off x="2985261" y="2118105"/>
          <a:ext cx="6778625" cy="966470"/>
        </p:xfrm>
        <a:graphic>
          <a:graphicData uri="http://schemas.openxmlformats.org/drawingml/2006/table">
            <a:tbl>
              <a:tblPr/>
              <a:tblGrid>
                <a:gridCol w="6778625"/>
              </a:tblGrid>
              <a:tr h="953770">
                <a:tc>
                  <a:txBody>
                    <a:bodyPr/>
                    <a:lstStyle/>
                    <a:p>
                      <a:pPr algn="l" rtl="0" eaLnBrk="0">
                        <a:lnSpc>
                          <a:spcPct val="156000"/>
                        </a:lnSpc>
                      </a:pPr>
                      <a:endParaRPr lang="en-US" altLang="en-US" sz="1000" dirty="0"/>
                    </a:p>
                    <a:p>
                      <a:pPr algn="l" rtl="0" eaLnBrk="0">
                        <a:lnSpc>
                          <a:spcPct val="8000"/>
                        </a:lnSpc>
                      </a:pPr>
                      <a:endParaRPr lang="en-US" altLang="en-US" sz="100" dirty="0"/>
                    </a:p>
                    <a:p>
                      <a:pPr marL="86995" algn="l" rtl="0" eaLnBrk="0">
                        <a:lnSpc>
                          <a:spcPct val="99000"/>
                        </a:lnSpc>
                      </a:pPr>
                      <a:r>
                        <a:rPr sz="1500" kern="0" spc="100" dirty="0">
                          <a:solidFill>
                            <a:srgbClr val="000000">
                              <a:alpha val="100000"/>
                            </a:srgbClr>
                          </a:solidFill>
                          <a:cs typeface="MS Gothic" panose="020B0609070205080204" charset="-128"/>
                        </a:rPr>
                        <a:t>➢</a:t>
                      </a:r>
                      <a:r>
                        <a:rPr sz="1500" kern="0" spc="280" dirty="0">
                          <a:solidFill>
                            <a:srgbClr val="000000">
                              <a:alpha val="100000"/>
                            </a:srgbClr>
                          </a:solidFill>
                          <a:cs typeface="MS Gothic" panose="020B0609070205080204" charset="-128"/>
                        </a:rPr>
                        <a:t> </a:t>
                      </a:r>
                      <a:r>
                        <a:rPr sz="1500" kern="0" spc="100" dirty="0">
                          <a:solidFill>
                            <a:srgbClr val="000000">
                              <a:alpha val="100000"/>
                            </a:srgbClr>
                          </a:solidFill>
                          <a:cs typeface="微软雅黑" panose="020B0503020204020204" charset="-122"/>
                        </a:rPr>
                        <a:t>搭建统一的项目管理体系和标准，管控项目实</a:t>
                      </a:r>
                      <a:r>
                        <a:rPr sz="1500" kern="0" spc="90" dirty="0">
                          <a:solidFill>
                            <a:srgbClr val="000000">
                              <a:alpha val="100000"/>
                            </a:srgbClr>
                          </a:solidFill>
                          <a:cs typeface="微软雅黑" panose="020B0503020204020204" charset="-122"/>
                        </a:rPr>
                        <a:t>施过程与质量，保证战略</a:t>
                      </a:r>
                      <a:endParaRPr lang="en-US" altLang="en-US" sz="1500" dirty="0"/>
                    </a:p>
                    <a:p>
                      <a:pPr marL="410210" algn="l" rtl="0" eaLnBrk="0">
                        <a:lnSpc>
                          <a:spcPts val="2880"/>
                        </a:lnSpc>
                      </a:pPr>
                      <a:r>
                        <a:rPr sz="1500" kern="0" spc="10" dirty="0">
                          <a:solidFill>
                            <a:srgbClr val="000000">
                              <a:alpha val="100000"/>
                            </a:srgbClr>
                          </a:solidFill>
                          <a:cs typeface="微软雅黑" panose="020B0503020204020204" charset="-122"/>
                        </a:rPr>
                        <a:t>举措落地：</a:t>
                      </a:r>
                      <a:r>
                        <a:rPr sz="1500" kern="0" spc="100" dirty="0">
                          <a:solidFill>
                            <a:srgbClr val="000000">
                              <a:alpha val="100000"/>
                            </a:srgbClr>
                          </a:solidFill>
                          <a:cs typeface="微软雅黑" panose="020B0503020204020204" charset="-122"/>
                        </a:rPr>
                        <a:t>  </a:t>
                      </a:r>
                      <a:r>
                        <a:rPr sz="1500" kern="0" spc="10" dirty="0">
                          <a:solidFill>
                            <a:srgbClr val="FF0000">
                              <a:alpha val="100000"/>
                            </a:srgbClr>
                          </a:solidFill>
                          <a:cs typeface="微软雅黑" panose="020B0503020204020204" charset="-122"/>
                        </a:rPr>
                        <a:t>体系化、目标可</a:t>
                      </a:r>
                      <a:r>
                        <a:rPr sz="1500" kern="0" spc="0" dirty="0">
                          <a:solidFill>
                            <a:srgbClr val="FF0000">
                              <a:alpha val="100000"/>
                            </a:srgbClr>
                          </a:solidFill>
                          <a:cs typeface="微软雅黑" panose="020B0503020204020204" charset="-122"/>
                        </a:rPr>
                        <a:t>控</a:t>
                      </a:r>
                      <a:endParaRPr lang="en-US" altLang="en-US" sz="1500" dirty="0"/>
                    </a:p>
                  </a:txBody>
                  <a:tcPr marL="0" marR="0" marT="0" marB="0" vert="horz">
                    <a:lnL w="12700" cap="flat" cmpd="sng" algn="ctr">
                      <a:solidFill>
                        <a:srgbClr val="AFABAB"/>
                      </a:solidFill>
                      <a:prstDash val="solid"/>
                      <a:round/>
                      <a:headEnd type="none" w="med" len="med"/>
                      <a:tailEnd type="none" w="med" len="med"/>
                    </a:lnL>
                    <a:lnR w="12700" cap="flat" cmpd="sng" algn="ctr">
                      <a:solidFill>
                        <a:srgbClr val="AFABAB"/>
                      </a:solidFill>
                      <a:prstDash val="solid"/>
                      <a:round/>
                      <a:headEnd type="none" w="med" len="med"/>
                      <a:tailEnd type="none" w="med" len="med"/>
                    </a:lnR>
                    <a:lnT w="12700" cap="flat" cmpd="sng" algn="ctr">
                      <a:solidFill>
                        <a:srgbClr val="AFABAB"/>
                      </a:solidFill>
                      <a:prstDash val="solid"/>
                      <a:round/>
                      <a:headEnd type="none" w="med" len="med"/>
                      <a:tailEnd type="none" w="med" len="med"/>
                    </a:lnT>
                    <a:lnB w="12700" cap="flat" cmpd="sng" algn="ctr">
                      <a:solidFill>
                        <a:srgbClr val="AFABAB"/>
                      </a:solidFill>
                      <a:prstDash val="solid"/>
                      <a:round/>
                      <a:headEnd type="none" w="med" len="med"/>
                      <a:tailEnd type="none" w="med" len="med"/>
                    </a:lnB>
                    <a:solidFill>
                      <a:srgbClr val="FFFFFF"/>
                    </a:solidFill>
                  </a:tcPr>
                </a:tc>
              </a:tr>
            </a:tbl>
          </a:graphicData>
        </a:graphic>
      </p:graphicFrame>
      <p:graphicFrame>
        <p:nvGraphicFramePr>
          <p:cNvPr id="70" name="table 70"/>
          <p:cNvGraphicFramePr>
            <a:graphicFrameLocks noGrp="1"/>
          </p:cNvGraphicFramePr>
          <p:nvPr>
            <p:custDataLst>
              <p:tags r:id="rId4"/>
            </p:custDataLst>
          </p:nvPr>
        </p:nvGraphicFramePr>
        <p:xfrm>
          <a:off x="2985261" y="988821"/>
          <a:ext cx="6788150" cy="965200"/>
        </p:xfrm>
        <a:graphic>
          <a:graphicData uri="http://schemas.openxmlformats.org/drawingml/2006/table">
            <a:tbl>
              <a:tblPr/>
              <a:tblGrid>
                <a:gridCol w="6788150"/>
              </a:tblGrid>
              <a:tr h="952500">
                <a:tc>
                  <a:txBody>
                    <a:bodyPr/>
                    <a:lstStyle/>
                    <a:p>
                      <a:pPr algn="l" rtl="0" eaLnBrk="0">
                        <a:lnSpc>
                          <a:spcPct val="156000"/>
                        </a:lnSpc>
                      </a:pPr>
                      <a:endParaRPr lang="en-US" altLang="en-US" sz="1000" dirty="0"/>
                    </a:p>
                    <a:p>
                      <a:pPr marL="86995" algn="l" rtl="0" eaLnBrk="0">
                        <a:lnSpc>
                          <a:spcPct val="99000"/>
                        </a:lnSpc>
                        <a:spcBef>
                          <a:spcPts val="5"/>
                        </a:spcBef>
                      </a:pPr>
                      <a:r>
                        <a:rPr sz="1500" kern="0" spc="100" dirty="0">
                          <a:solidFill>
                            <a:srgbClr val="000000">
                              <a:alpha val="100000"/>
                            </a:srgbClr>
                          </a:solidFill>
                          <a:cs typeface="MS Gothic" panose="020B0609070205080204" charset="-128"/>
                        </a:rPr>
                        <a:t>➢</a:t>
                      </a:r>
                      <a:r>
                        <a:rPr sz="1500" kern="0" spc="280" dirty="0">
                          <a:solidFill>
                            <a:srgbClr val="000000">
                              <a:alpha val="100000"/>
                            </a:srgbClr>
                          </a:solidFill>
                          <a:cs typeface="MS Gothic" panose="020B0609070205080204" charset="-128"/>
                        </a:rPr>
                        <a:t> </a:t>
                      </a:r>
                      <a:r>
                        <a:rPr sz="1500" kern="0" spc="100" dirty="0">
                          <a:solidFill>
                            <a:srgbClr val="000000">
                              <a:alpha val="100000"/>
                            </a:srgbClr>
                          </a:solidFill>
                          <a:cs typeface="微软雅黑" panose="020B0503020204020204" charset="-122"/>
                        </a:rPr>
                        <a:t>建立</a:t>
                      </a:r>
                      <a:r>
                        <a:rPr sz="1500" kern="0" spc="0" dirty="0">
                          <a:solidFill>
                            <a:srgbClr val="000000">
                              <a:alpha val="100000"/>
                            </a:srgbClr>
                          </a:solidFill>
                          <a:cs typeface="微软雅黑" panose="020B0503020204020204" charset="-122"/>
                        </a:rPr>
                        <a:t>BT</a:t>
                      </a:r>
                      <a:r>
                        <a:rPr sz="1500" kern="0" spc="100" dirty="0">
                          <a:solidFill>
                            <a:srgbClr val="000000">
                              <a:alpha val="100000"/>
                            </a:srgbClr>
                          </a:solidFill>
                          <a:cs typeface="微软雅黑" panose="020B0503020204020204" charset="-122"/>
                        </a:rPr>
                        <a:t>/</a:t>
                      </a:r>
                      <a:r>
                        <a:rPr sz="1500" kern="0" spc="0" dirty="0">
                          <a:solidFill>
                            <a:srgbClr val="000000">
                              <a:alpha val="100000"/>
                            </a:srgbClr>
                          </a:solidFill>
                          <a:cs typeface="微软雅黑" panose="020B0503020204020204" charset="-122"/>
                        </a:rPr>
                        <a:t>IT</a:t>
                      </a:r>
                      <a:r>
                        <a:rPr sz="1500" kern="0" spc="100" dirty="0">
                          <a:solidFill>
                            <a:srgbClr val="000000">
                              <a:alpha val="100000"/>
                            </a:srgbClr>
                          </a:solidFill>
                          <a:cs typeface="微软雅黑" panose="020B0503020204020204" charset="-122"/>
                        </a:rPr>
                        <a:t>机制，快速响应业务需求，促进业</a:t>
                      </a:r>
                      <a:r>
                        <a:rPr sz="1500" kern="0" spc="90" dirty="0">
                          <a:solidFill>
                            <a:srgbClr val="000000">
                              <a:alpha val="100000"/>
                            </a:srgbClr>
                          </a:solidFill>
                          <a:cs typeface="微软雅黑" panose="020B0503020204020204" charset="-122"/>
                        </a:rPr>
                        <a:t>务发展，持续创新变革提</a:t>
                      </a:r>
                      <a:endParaRPr lang="en-US" altLang="en-US" sz="1500" dirty="0"/>
                    </a:p>
                    <a:p>
                      <a:pPr marL="413385" algn="l" rtl="0" eaLnBrk="0">
                        <a:lnSpc>
                          <a:spcPts val="2880"/>
                        </a:lnSpc>
                      </a:pPr>
                      <a:r>
                        <a:rPr sz="1500" kern="0" spc="0" dirty="0">
                          <a:solidFill>
                            <a:srgbClr val="000000">
                              <a:alpha val="100000"/>
                            </a:srgbClr>
                          </a:solidFill>
                          <a:cs typeface="微软雅黑" panose="020B0503020204020204" charset="-122"/>
                        </a:rPr>
                        <a:t>升企业绩效：</a:t>
                      </a:r>
                      <a:r>
                        <a:rPr sz="1500" kern="0" spc="100" dirty="0">
                          <a:solidFill>
                            <a:srgbClr val="000000">
                              <a:alpha val="100000"/>
                            </a:srgbClr>
                          </a:solidFill>
                          <a:cs typeface="微软雅黑" panose="020B0503020204020204" charset="-122"/>
                        </a:rPr>
                        <a:t>  </a:t>
                      </a:r>
                      <a:r>
                        <a:rPr sz="1500" kern="0" spc="0" dirty="0">
                          <a:solidFill>
                            <a:srgbClr val="FF0000">
                              <a:alpha val="100000"/>
                            </a:srgbClr>
                          </a:solidFill>
                          <a:cs typeface="微软雅黑" panose="020B0503020204020204" charset="-122"/>
                        </a:rPr>
                        <a:t>体系化、高效</a:t>
                      </a:r>
                      <a:endParaRPr lang="en-US" altLang="en-US" sz="1500" dirty="0"/>
                    </a:p>
                  </a:txBody>
                  <a:tcPr marL="0" marR="0" marT="0" marB="0" vert="horz">
                    <a:lnL w="12700" cap="flat" cmpd="sng" algn="ctr">
                      <a:solidFill>
                        <a:srgbClr val="AFABAB"/>
                      </a:solidFill>
                      <a:prstDash val="solid"/>
                      <a:round/>
                      <a:headEnd type="none" w="med" len="med"/>
                      <a:tailEnd type="none" w="med" len="med"/>
                    </a:lnL>
                    <a:lnR w="12700" cap="flat" cmpd="sng" algn="ctr">
                      <a:solidFill>
                        <a:srgbClr val="AFABAB"/>
                      </a:solidFill>
                      <a:prstDash val="solid"/>
                      <a:round/>
                      <a:headEnd type="none" w="med" len="med"/>
                      <a:tailEnd type="none" w="med" len="med"/>
                    </a:lnR>
                    <a:lnT w="12700" cap="flat" cmpd="sng" algn="ctr">
                      <a:solidFill>
                        <a:srgbClr val="AFABAB"/>
                      </a:solidFill>
                      <a:prstDash val="solid"/>
                      <a:round/>
                      <a:headEnd type="none" w="med" len="med"/>
                      <a:tailEnd type="none" w="med" len="med"/>
                    </a:lnT>
                    <a:lnB w="12700" cap="flat" cmpd="sng" algn="ctr">
                      <a:solidFill>
                        <a:srgbClr val="AFABAB"/>
                      </a:solidFill>
                      <a:prstDash val="solid"/>
                      <a:round/>
                      <a:headEnd type="none" w="med" len="med"/>
                      <a:tailEnd type="none" w="med" len="med"/>
                    </a:lnB>
                    <a:solidFill>
                      <a:srgbClr val="FFFFFF"/>
                    </a:solidFill>
                  </a:tcPr>
                </a:tc>
              </a:tr>
            </a:tbl>
          </a:graphicData>
        </a:graphic>
      </p:graphicFrame>
      <p:sp>
        <p:nvSpPr>
          <p:cNvPr id="74" name="textbox 74"/>
          <p:cNvSpPr/>
          <p:nvPr>
            <p:custDataLst>
              <p:tags r:id="rId5"/>
            </p:custDataLst>
          </p:nvPr>
        </p:nvSpPr>
        <p:spPr>
          <a:xfrm>
            <a:off x="530482" y="5819032"/>
            <a:ext cx="11080750" cy="447675"/>
          </a:xfrm>
          <a:prstGeom prst="rect">
            <a:avLst/>
          </a:prstGeom>
        </p:spPr>
        <p:txBody>
          <a:bodyPr vert="horz" wrap="square" lIns="0" tIns="0" rIns="0" bIns="0">
            <a:normAutofit/>
          </a:bodyPr>
          <a:lstStyle/>
          <a:p>
            <a:pPr algn="l" rtl="0" eaLnBrk="0">
              <a:lnSpc>
                <a:spcPct val="80000"/>
              </a:lnSpc>
            </a:pPr>
            <a:endParaRPr lang="en-US" altLang="en-US" sz="100" dirty="0">
              <a:solidFill>
                <a:schemeClr val="dk1"/>
              </a:solidFill>
            </a:endParaRPr>
          </a:p>
          <a:p>
            <a:pPr marL="12700" indent="1270" algn="l" rtl="0" eaLnBrk="0">
              <a:lnSpc>
                <a:spcPct val="99000"/>
              </a:lnSpc>
            </a:pPr>
            <a:r>
              <a:rPr sz="1400" kern="0" spc="-20" dirty="0">
                <a:solidFill>
                  <a:schemeClr val="dk1"/>
                </a:solidFill>
                <a:cs typeface="微软雅黑" panose="020B0503020204020204" charset="-122"/>
              </a:rPr>
              <a:t>建立业务与IT融合的BTIT体系，</a:t>
            </a:r>
            <a:r>
              <a:rPr sz="1400" kern="0" spc="260" dirty="0">
                <a:solidFill>
                  <a:schemeClr val="dk1"/>
                </a:solidFill>
                <a:cs typeface="微软雅黑" panose="020B0503020204020204" charset="-122"/>
              </a:rPr>
              <a:t> </a:t>
            </a:r>
            <a:r>
              <a:rPr sz="1400" kern="0" spc="-20" dirty="0">
                <a:solidFill>
                  <a:schemeClr val="dk1"/>
                </a:solidFill>
                <a:cs typeface="微软雅黑" panose="020B0503020204020204" charset="-122"/>
              </a:rPr>
              <a:t>通过IT技术助力业务发展；强化PMO管理机制，推动公司的战略举措落地；梳理关键数据指标，</a:t>
            </a:r>
            <a:r>
              <a:rPr sz="1400" kern="0" spc="160" dirty="0">
                <a:solidFill>
                  <a:schemeClr val="dk1"/>
                </a:solidFill>
                <a:cs typeface="微软雅黑" panose="020B0503020204020204" charset="-122"/>
              </a:rPr>
              <a:t> </a:t>
            </a:r>
            <a:r>
              <a:rPr sz="1400" kern="0" spc="-20" dirty="0">
                <a:solidFill>
                  <a:schemeClr val="dk1"/>
                </a:solidFill>
                <a:cs typeface="微软雅黑" panose="020B0503020204020204" charset="-122"/>
              </a:rPr>
              <a:t>以数据驱动管</a:t>
            </a:r>
            <a:r>
              <a:rPr sz="1400" kern="0" spc="0" dirty="0">
                <a:solidFill>
                  <a:schemeClr val="dk1"/>
                </a:solidFill>
                <a:cs typeface="微软雅黑" panose="020B0503020204020204" charset="-122"/>
              </a:rPr>
              <a:t> </a:t>
            </a:r>
            <a:r>
              <a:rPr sz="1400" kern="0" spc="-10" dirty="0">
                <a:solidFill>
                  <a:schemeClr val="dk1"/>
                </a:solidFill>
                <a:cs typeface="微软雅黑" panose="020B0503020204020204" charset="-122"/>
              </a:rPr>
              <a:t>理提升</a:t>
            </a:r>
            <a:endParaRPr lang="en-US" altLang="en-US" sz="1400" kern="0" spc="-10" dirty="0">
              <a:solidFill>
                <a:schemeClr val="dk1"/>
              </a:solidFill>
              <a:cs typeface="微软雅黑" panose="020B0503020204020204" charset="-122"/>
            </a:endParaRPr>
          </a:p>
        </p:txBody>
      </p:sp>
      <p:sp>
        <p:nvSpPr>
          <p:cNvPr id="76" name="textbox 76"/>
          <p:cNvSpPr/>
          <p:nvPr>
            <p:custDataLst>
              <p:tags r:id="rId6"/>
            </p:custDataLst>
          </p:nvPr>
        </p:nvSpPr>
        <p:spPr>
          <a:xfrm>
            <a:off x="594008" y="1795113"/>
            <a:ext cx="1143635" cy="3067050"/>
          </a:xfrm>
          <a:prstGeom prst="rect">
            <a:avLst/>
          </a:prstGeom>
        </p:spPr>
        <p:txBody>
          <a:bodyPr vert="horz" wrap="square" lIns="0" tIns="0" rIns="0" bIns="0">
            <a:normAutofit/>
          </a:bodyPr>
          <a:lstStyle/>
          <a:p>
            <a:pPr algn="l" rtl="0" eaLnBrk="0">
              <a:lnSpc>
                <a:spcPct val="69000"/>
              </a:lnSpc>
            </a:pPr>
            <a:endParaRPr lang="en-US" altLang="en-US" sz="100" dirty="0">
              <a:solidFill>
                <a:schemeClr val="dk1"/>
              </a:solidFill>
            </a:endParaRPr>
          </a:p>
          <a:p>
            <a:pPr marL="15240" indent="19685" algn="l" rtl="0" eaLnBrk="0">
              <a:lnSpc>
                <a:spcPct val="99000"/>
              </a:lnSpc>
            </a:pPr>
            <a:r>
              <a:rPr sz="2000" kern="0" spc="-50" dirty="0">
                <a:solidFill>
                  <a:schemeClr val="dk1"/>
                </a:solidFill>
                <a:cs typeface="微软雅黑" panose="020B0503020204020204" charset="-122"/>
              </a:rPr>
              <a:t>BTIT助力</a:t>
            </a:r>
            <a:r>
              <a:rPr sz="2000" kern="0" spc="0" dirty="0">
                <a:solidFill>
                  <a:schemeClr val="dk1"/>
                </a:solidFill>
                <a:cs typeface="微软雅黑" panose="020B0503020204020204" charset="-122"/>
              </a:rPr>
              <a:t>  </a:t>
            </a:r>
            <a:r>
              <a:rPr sz="2000" kern="0" spc="-10" dirty="0">
                <a:solidFill>
                  <a:schemeClr val="dk1"/>
                </a:solidFill>
                <a:cs typeface="微软雅黑" panose="020B0503020204020204" charset="-122"/>
              </a:rPr>
              <a:t>业务发展</a:t>
            </a:r>
            <a:endParaRPr lang="en-US" altLang="en-US" sz="2000" dirty="0">
              <a:solidFill>
                <a:schemeClr val="dk1"/>
              </a:solidFill>
            </a:endParaRPr>
          </a:p>
          <a:p>
            <a:pPr algn="l" rtl="0" eaLnBrk="0">
              <a:lnSpc>
                <a:spcPct val="118000"/>
              </a:lnSpc>
            </a:pPr>
            <a:endParaRPr lang="en-US" altLang="en-US" sz="1000" dirty="0">
              <a:solidFill>
                <a:schemeClr val="dk1"/>
              </a:solidFill>
            </a:endParaRPr>
          </a:p>
          <a:p>
            <a:pPr algn="l" rtl="0" eaLnBrk="0">
              <a:lnSpc>
                <a:spcPct val="118000"/>
              </a:lnSpc>
            </a:pPr>
            <a:endParaRPr lang="en-US" altLang="en-US" sz="1000" dirty="0">
              <a:solidFill>
                <a:schemeClr val="dk1"/>
              </a:solidFill>
            </a:endParaRPr>
          </a:p>
          <a:p>
            <a:pPr algn="l" rtl="0" eaLnBrk="0">
              <a:lnSpc>
                <a:spcPct val="119000"/>
              </a:lnSpc>
            </a:pPr>
            <a:endParaRPr lang="en-US" altLang="en-US" sz="1000" dirty="0">
              <a:solidFill>
                <a:schemeClr val="dk1"/>
              </a:solidFill>
            </a:endParaRPr>
          </a:p>
          <a:p>
            <a:pPr marL="22860" indent="11430" algn="l" rtl="0" eaLnBrk="0">
              <a:lnSpc>
                <a:spcPct val="99000"/>
              </a:lnSpc>
              <a:spcBef>
                <a:spcPts val="605"/>
              </a:spcBef>
            </a:pPr>
            <a:r>
              <a:rPr sz="2000" kern="0" spc="-40" dirty="0">
                <a:solidFill>
                  <a:schemeClr val="dk1"/>
                </a:solidFill>
                <a:cs typeface="微软雅黑" panose="020B0503020204020204" charset="-122"/>
              </a:rPr>
              <a:t>PMO推动</a:t>
            </a:r>
            <a:r>
              <a:rPr sz="2000" kern="0" spc="-10" dirty="0">
                <a:solidFill>
                  <a:schemeClr val="dk1"/>
                </a:solidFill>
                <a:cs typeface="微软雅黑" panose="020B0503020204020204" charset="-122"/>
              </a:rPr>
              <a:t> </a:t>
            </a:r>
            <a:r>
              <a:rPr sz="2000" kern="0" spc="-20" dirty="0">
                <a:solidFill>
                  <a:schemeClr val="dk1"/>
                </a:solidFill>
                <a:cs typeface="微软雅黑" panose="020B0503020204020204" charset="-122"/>
              </a:rPr>
              <a:t>战略落地</a:t>
            </a:r>
            <a:endParaRPr lang="en-US" altLang="en-US" sz="2000" dirty="0">
              <a:solidFill>
                <a:schemeClr val="dk1"/>
              </a:solidFill>
            </a:endParaRPr>
          </a:p>
          <a:p>
            <a:pPr algn="l" rtl="0" eaLnBrk="0">
              <a:lnSpc>
                <a:spcPct val="117000"/>
              </a:lnSpc>
            </a:pPr>
            <a:endParaRPr lang="en-US" altLang="en-US" sz="1000" dirty="0">
              <a:solidFill>
                <a:schemeClr val="dk1"/>
              </a:solidFill>
            </a:endParaRPr>
          </a:p>
          <a:p>
            <a:pPr algn="l" rtl="0" eaLnBrk="0">
              <a:lnSpc>
                <a:spcPct val="118000"/>
              </a:lnSpc>
            </a:pPr>
            <a:endParaRPr lang="en-US" altLang="en-US" sz="1000" dirty="0">
              <a:solidFill>
                <a:schemeClr val="dk1"/>
              </a:solidFill>
            </a:endParaRPr>
          </a:p>
          <a:p>
            <a:pPr algn="l" rtl="0" eaLnBrk="0">
              <a:lnSpc>
                <a:spcPct val="118000"/>
              </a:lnSpc>
            </a:pPr>
            <a:endParaRPr lang="en-US" altLang="en-US" sz="1000" dirty="0">
              <a:solidFill>
                <a:schemeClr val="dk1"/>
              </a:solidFill>
            </a:endParaRPr>
          </a:p>
          <a:p>
            <a:pPr algn="l" rtl="0" eaLnBrk="0">
              <a:lnSpc>
                <a:spcPct val="101000"/>
              </a:lnSpc>
            </a:pPr>
            <a:endParaRPr lang="en-US" altLang="en-US" sz="500" dirty="0">
              <a:solidFill>
                <a:schemeClr val="dk1"/>
              </a:solidFill>
            </a:endParaRPr>
          </a:p>
          <a:p>
            <a:pPr marL="13970" indent="-1270" algn="l" rtl="0" eaLnBrk="0">
              <a:lnSpc>
                <a:spcPct val="99000"/>
              </a:lnSpc>
              <a:spcBef>
                <a:spcPts val="5"/>
              </a:spcBef>
            </a:pPr>
            <a:r>
              <a:rPr sz="2000" kern="0" spc="-10" dirty="0">
                <a:solidFill>
                  <a:schemeClr val="dk1"/>
                </a:solidFill>
                <a:cs typeface="微软雅黑" panose="020B0503020204020204" charset="-122"/>
              </a:rPr>
              <a:t>数据驱动</a:t>
            </a:r>
            <a:r>
              <a:rPr sz="2000" kern="0" spc="10" dirty="0">
                <a:solidFill>
                  <a:schemeClr val="dk1"/>
                </a:solidFill>
                <a:cs typeface="微软雅黑" panose="020B0503020204020204" charset="-122"/>
              </a:rPr>
              <a:t>  </a:t>
            </a:r>
            <a:r>
              <a:rPr sz="2000" kern="0" spc="-10" dirty="0">
                <a:solidFill>
                  <a:schemeClr val="dk1"/>
                </a:solidFill>
                <a:cs typeface="微软雅黑" panose="020B0503020204020204" charset="-122"/>
              </a:rPr>
              <a:t>管理提升</a:t>
            </a:r>
            <a:endParaRPr lang="en-US" altLang="en-US" sz="2000" kern="0" spc="-10" dirty="0">
              <a:solidFill>
                <a:schemeClr val="dk1"/>
              </a:solidFill>
              <a:cs typeface="微软雅黑" panose="020B0503020204020204" charset="-122"/>
            </a:endParaRPr>
          </a:p>
        </p:txBody>
      </p:sp>
      <p:sp>
        <p:nvSpPr>
          <p:cNvPr id="78" name="textbox 78"/>
          <p:cNvSpPr/>
          <p:nvPr>
            <p:custDataLst>
              <p:tags r:id="rId7"/>
            </p:custDataLst>
          </p:nvPr>
        </p:nvSpPr>
        <p:spPr>
          <a:xfrm>
            <a:off x="10215647" y="1694573"/>
            <a:ext cx="1038225" cy="318833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40640" algn="l" rtl="0" eaLnBrk="0">
              <a:lnSpc>
                <a:spcPts val="1855"/>
              </a:lnSpc>
            </a:pPr>
            <a:r>
              <a:rPr sz="1500" kern="0" spc="40" dirty="0">
                <a:solidFill>
                  <a:schemeClr val="dk1"/>
                </a:solidFill>
                <a:cs typeface="微软雅黑" panose="020B0503020204020204" charset="-122"/>
              </a:rPr>
              <a:t>目标一致性</a:t>
            </a:r>
            <a:endParaRPr lang="en-US" altLang="en-US" sz="1500" dirty="0">
              <a:solidFill>
                <a:schemeClr val="dk1"/>
              </a:solidFill>
            </a:endParaRPr>
          </a:p>
          <a:p>
            <a:pPr algn="l" rtl="0" eaLnBrk="0">
              <a:lnSpc>
                <a:spcPct val="144000"/>
              </a:lnSpc>
            </a:pPr>
            <a:endParaRPr lang="en-US" altLang="en-US" sz="1000" dirty="0">
              <a:solidFill>
                <a:schemeClr val="dk1"/>
              </a:solidFill>
            </a:endParaRPr>
          </a:p>
          <a:p>
            <a:pPr algn="l" rtl="0" eaLnBrk="0">
              <a:lnSpc>
                <a:spcPct val="144000"/>
              </a:lnSpc>
            </a:pPr>
            <a:endParaRPr lang="en-US" altLang="en-US" sz="1000" dirty="0">
              <a:solidFill>
                <a:schemeClr val="dk1"/>
              </a:solidFill>
            </a:endParaRPr>
          </a:p>
          <a:p>
            <a:pPr marL="12700" algn="l" rtl="0" eaLnBrk="0">
              <a:lnSpc>
                <a:spcPts val="1850"/>
              </a:lnSpc>
              <a:spcBef>
                <a:spcPts val="450"/>
              </a:spcBef>
            </a:pPr>
            <a:r>
              <a:rPr sz="1500" kern="0" spc="90" dirty="0">
                <a:solidFill>
                  <a:schemeClr val="dk1"/>
                </a:solidFill>
                <a:cs typeface="微软雅黑" panose="020B0503020204020204" charset="-122"/>
              </a:rPr>
              <a:t>方法有效性</a:t>
            </a:r>
            <a:endParaRPr lang="en-US" altLang="en-US" sz="1500" dirty="0">
              <a:solidFill>
                <a:schemeClr val="dk1"/>
              </a:solidFill>
            </a:endParaRPr>
          </a:p>
          <a:p>
            <a:pPr algn="l" rtl="0" eaLnBrk="0">
              <a:lnSpc>
                <a:spcPct val="144000"/>
              </a:lnSpc>
            </a:pPr>
            <a:endParaRPr lang="en-US" altLang="en-US" sz="1000" dirty="0">
              <a:solidFill>
                <a:schemeClr val="dk1"/>
              </a:solidFill>
            </a:endParaRPr>
          </a:p>
          <a:p>
            <a:pPr algn="l" rtl="0" eaLnBrk="0">
              <a:lnSpc>
                <a:spcPct val="144000"/>
              </a:lnSpc>
            </a:pPr>
            <a:endParaRPr lang="en-US" altLang="en-US" sz="1000" dirty="0">
              <a:solidFill>
                <a:schemeClr val="dk1"/>
              </a:solidFill>
            </a:endParaRPr>
          </a:p>
          <a:p>
            <a:pPr marL="13335" algn="l" rtl="0" eaLnBrk="0">
              <a:lnSpc>
                <a:spcPts val="1855"/>
              </a:lnSpc>
              <a:spcBef>
                <a:spcPts val="455"/>
              </a:spcBef>
            </a:pPr>
            <a:r>
              <a:rPr sz="1500" kern="0" spc="90" dirty="0">
                <a:solidFill>
                  <a:schemeClr val="dk1"/>
                </a:solidFill>
                <a:cs typeface="微软雅黑" panose="020B0503020204020204" charset="-122"/>
              </a:rPr>
              <a:t>结果导向性</a:t>
            </a:r>
            <a:endParaRPr lang="en-US" altLang="en-US" sz="1500" dirty="0">
              <a:solidFill>
                <a:schemeClr val="dk1"/>
              </a:solidFill>
            </a:endParaRPr>
          </a:p>
          <a:p>
            <a:pPr algn="l" rtl="0" eaLnBrk="0">
              <a:lnSpc>
                <a:spcPct val="143000"/>
              </a:lnSpc>
            </a:pPr>
            <a:endParaRPr lang="en-US" altLang="en-US" sz="1000" dirty="0">
              <a:solidFill>
                <a:schemeClr val="dk1"/>
              </a:solidFill>
            </a:endParaRPr>
          </a:p>
          <a:p>
            <a:pPr algn="l" rtl="0" eaLnBrk="0">
              <a:lnSpc>
                <a:spcPct val="144000"/>
              </a:lnSpc>
            </a:pPr>
            <a:endParaRPr lang="en-US" altLang="en-US" sz="1000" dirty="0">
              <a:solidFill>
                <a:schemeClr val="dk1"/>
              </a:solidFill>
            </a:endParaRPr>
          </a:p>
          <a:p>
            <a:pPr marL="13970" algn="l" rtl="0" eaLnBrk="0">
              <a:lnSpc>
                <a:spcPts val="1845"/>
              </a:lnSpc>
              <a:spcBef>
                <a:spcPts val="460"/>
              </a:spcBef>
            </a:pPr>
            <a:r>
              <a:rPr sz="1500" kern="0" spc="80" dirty="0">
                <a:solidFill>
                  <a:schemeClr val="dk1"/>
                </a:solidFill>
                <a:cs typeface="微软雅黑" panose="020B0503020204020204" charset="-122"/>
              </a:rPr>
              <a:t>人员成长性</a:t>
            </a:r>
            <a:endParaRPr lang="en-US" altLang="en-US" sz="1500" dirty="0">
              <a:solidFill>
                <a:schemeClr val="dk1"/>
              </a:solidFill>
            </a:endParaRPr>
          </a:p>
          <a:p>
            <a:pPr algn="l" rtl="0" eaLnBrk="0">
              <a:lnSpc>
                <a:spcPct val="144000"/>
              </a:lnSpc>
            </a:pPr>
            <a:endParaRPr lang="en-US" altLang="en-US" sz="1000" dirty="0">
              <a:solidFill>
                <a:schemeClr val="dk1"/>
              </a:solidFill>
            </a:endParaRPr>
          </a:p>
          <a:p>
            <a:pPr algn="l" rtl="0" eaLnBrk="0">
              <a:lnSpc>
                <a:spcPct val="144000"/>
              </a:lnSpc>
            </a:pPr>
            <a:endParaRPr lang="en-US" altLang="en-US" sz="1000" dirty="0">
              <a:solidFill>
                <a:schemeClr val="dk1"/>
              </a:solidFill>
            </a:endParaRPr>
          </a:p>
          <a:p>
            <a:pPr algn="l" rtl="0" eaLnBrk="0">
              <a:lnSpc>
                <a:spcPct val="127000"/>
              </a:lnSpc>
            </a:pPr>
            <a:endParaRPr lang="en-US" altLang="en-US" sz="300" dirty="0">
              <a:solidFill>
                <a:schemeClr val="dk1"/>
              </a:solidFill>
            </a:endParaRPr>
          </a:p>
          <a:p>
            <a:pPr marL="12700" algn="l" rtl="0" eaLnBrk="0">
              <a:lnSpc>
                <a:spcPts val="1855"/>
              </a:lnSpc>
              <a:spcBef>
                <a:spcPts val="5"/>
              </a:spcBef>
            </a:pPr>
            <a:r>
              <a:rPr sz="1500" kern="0" spc="90" dirty="0">
                <a:solidFill>
                  <a:schemeClr val="dk1"/>
                </a:solidFill>
                <a:cs typeface="微软雅黑" panose="020B0503020204020204" charset="-122"/>
              </a:rPr>
              <a:t>落地验证性</a:t>
            </a:r>
            <a:endParaRPr lang="en-US" altLang="en-US" sz="1500" kern="0" spc="90" dirty="0">
              <a:solidFill>
                <a:schemeClr val="dk1"/>
              </a:solidFill>
              <a:cs typeface="微软雅黑" panose="020B0503020204020204" charset="-122"/>
            </a:endParaRPr>
          </a:p>
        </p:txBody>
      </p:sp>
      <p:pic>
        <p:nvPicPr>
          <p:cNvPr id="80" name="picture 80"/>
          <p:cNvPicPr>
            <a:picLocks noChangeAspect="1"/>
          </p:cNvPicPr>
          <p:nvPr>
            <p:custDataLst>
              <p:tags r:id="rId8"/>
            </p:custDataLst>
          </p:nvPr>
        </p:nvPicPr>
        <p:blipFill>
          <a:blip r:embed="rId9"/>
          <a:stretch>
            <a:fillRect/>
          </a:stretch>
        </p:blipFill>
        <p:spPr>
          <a:xfrm rot="21600000">
            <a:off x="2154936" y="944879"/>
            <a:ext cx="534923" cy="4626864"/>
          </a:xfrm>
          <a:prstGeom prst="rect">
            <a:avLst/>
          </a:prstGeom>
        </p:spPr>
      </p:pic>
      <p:sp>
        <p:nvSpPr>
          <p:cNvPr id="84" name="textbox 84"/>
          <p:cNvSpPr/>
          <p:nvPr>
            <p:custDataLst>
              <p:tags r:id="rId10"/>
            </p:custDataLst>
          </p:nvPr>
        </p:nvSpPr>
        <p:spPr>
          <a:xfrm>
            <a:off x="9960147" y="1685032"/>
            <a:ext cx="195579" cy="3197225"/>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algn="r" rtl="0" eaLnBrk="0">
              <a:lnSpc>
                <a:spcPts val="1925"/>
              </a:lnSpc>
            </a:pPr>
            <a:r>
              <a:rPr sz="1400" kern="0" spc="-80" dirty="0">
                <a:solidFill>
                  <a:schemeClr val="dk1"/>
                </a:solidFill>
                <a:cs typeface="MS Gothic" panose="020B0609070205080204" charset="-128"/>
              </a:rPr>
              <a:t>✓</a:t>
            </a:r>
            <a:endParaRPr lang="en-US" altLang="en-US" sz="1400" dirty="0">
              <a:solidFill>
                <a:schemeClr val="dk1"/>
              </a:solidFill>
            </a:endParaRPr>
          </a:p>
          <a:p>
            <a:pPr algn="l" rtl="0" eaLnBrk="0">
              <a:lnSpc>
                <a:spcPct val="142000"/>
              </a:lnSpc>
            </a:pPr>
            <a:endParaRPr lang="en-US" altLang="en-US" sz="1000" dirty="0">
              <a:solidFill>
                <a:schemeClr val="dk1"/>
              </a:solidFill>
            </a:endParaRPr>
          </a:p>
          <a:p>
            <a:pPr algn="l" rtl="0" eaLnBrk="0">
              <a:lnSpc>
                <a:spcPct val="143000"/>
              </a:lnSpc>
            </a:pPr>
            <a:endParaRPr lang="en-US" altLang="en-US" sz="1000" dirty="0">
              <a:solidFill>
                <a:schemeClr val="dk1"/>
              </a:solidFill>
            </a:endParaRPr>
          </a:p>
          <a:p>
            <a:pPr algn="r" rtl="0" eaLnBrk="0">
              <a:lnSpc>
                <a:spcPts val="1920"/>
              </a:lnSpc>
              <a:spcBef>
                <a:spcPts val="420"/>
              </a:spcBef>
            </a:pPr>
            <a:r>
              <a:rPr sz="1400" kern="0" spc="-80" dirty="0">
                <a:solidFill>
                  <a:schemeClr val="dk1"/>
                </a:solidFill>
                <a:cs typeface="MS Gothic" panose="020B0609070205080204" charset="-128"/>
              </a:rPr>
              <a:t>✓</a:t>
            </a:r>
            <a:endParaRPr lang="en-US" altLang="en-US" sz="1400" dirty="0">
              <a:solidFill>
                <a:schemeClr val="dk1"/>
              </a:solidFill>
            </a:endParaRPr>
          </a:p>
          <a:p>
            <a:pPr algn="l" rtl="0" eaLnBrk="0">
              <a:lnSpc>
                <a:spcPct val="142000"/>
              </a:lnSpc>
            </a:pPr>
            <a:endParaRPr lang="en-US" altLang="en-US" sz="1000" dirty="0">
              <a:solidFill>
                <a:schemeClr val="dk1"/>
              </a:solidFill>
            </a:endParaRPr>
          </a:p>
          <a:p>
            <a:pPr algn="l" rtl="0" eaLnBrk="0">
              <a:lnSpc>
                <a:spcPct val="143000"/>
              </a:lnSpc>
            </a:pPr>
            <a:endParaRPr lang="en-US" altLang="en-US" sz="1000" dirty="0">
              <a:solidFill>
                <a:schemeClr val="dk1"/>
              </a:solidFill>
            </a:endParaRPr>
          </a:p>
          <a:p>
            <a:pPr algn="r" rtl="0" eaLnBrk="0">
              <a:lnSpc>
                <a:spcPts val="1920"/>
              </a:lnSpc>
              <a:spcBef>
                <a:spcPts val="420"/>
              </a:spcBef>
            </a:pPr>
            <a:r>
              <a:rPr sz="1400" kern="0" spc="-80" dirty="0">
                <a:solidFill>
                  <a:schemeClr val="dk1"/>
                </a:solidFill>
                <a:cs typeface="MS Gothic" panose="020B0609070205080204" charset="-128"/>
              </a:rPr>
              <a:t>✓</a:t>
            </a:r>
            <a:endParaRPr lang="en-US" altLang="en-US" sz="1400" dirty="0">
              <a:solidFill>
                <a:schemeClr val="dk1"/>
              </a:solidFill>
            </a:endParaRPr>
          </a:p>
          <a:p>
            <a:pPr algn="l" rtl="0" eaLnBrk="0">
              <a:lnSpc>
                <a:spcPct val="142000"/>
              </a:lnSpc>
            </a:pPr>
            <a:endParaRPr lang="en-US" altLang="en-US" sz="1000" dirty="0">
              <a:solidFill>
                <a:schemeClr val="dk1"/>
              </a:solidFill>
            </a:endParaRPr>
          </a:p>
          <a:p>
            <a:pPr algn="l" rtl="0" eaLnBrk="0">
              <a:lnSpc>
                <a:spcPct val="142000"/>
              </a:lnSpc>
            </a:pPr>
            <a:endParaRPr lang="en-US" altLang="en-US" sz="1000" dirty="0">
              <a:solidFill>
                <a:schemeClr val="dk1"/>
              </a:solidFill>
            </a:endParaRPr>
          </a:p>
          <a:p>
            <a:pPr algn="r" rtl="0" eaLnBrk="0">
              <a:lnSpc>
                <a:spcPts val="1920"/>
              </a:lnSpc>
              <a:spcBef>
                <a:spcPts val="430"/>
              </a:spcBef>
            </a:pPr>
            <a:r>
              <a:rPr sz="1400" kern="0" spc="-80" dirty="0">
                <a:solidFill>
                  <a:schemeClr val="dk1"/>
                </a:solidFill>
                <a:cs typeface="MS Gothic" panose="020B0609070205080204" charset="-128"/>
              </a:rPr>
              <a:t>✓</a:t>
            </a:r>
            <a:endParaRPr lang="en-US" altLang="en-US" sz="1400" dirty="0">
              <a:solidFill>
                <a:schemeClr val="dk1"/>
              </a:solidFill>
            </a:endParaRPr>
          </a:p>
          <a:p>
            <a:pPr algn="l" rtl="0" eaLnBrk="0">
              <a:lnSpc>
                <a:spcPct val="142000"/>
              </a:lnSpc>
            </a:pPr>
            <a:endParaRPr lang="en-US" altLang="en-US" sz="1000" dirty="0">
              <a:solidFill>
                <a:schemeClr val="dk1"/>
              </a:solidFill>
            </a:endParaRPr>
          </a:p>
          <a:p>
            <a:pPr algn="l" rtl="0" eaLnBrk="0">
              <a:lnSpc>
                <a:spcPct val="143000"/>
              </a:lnSpc>
            </a:pPr>
            <a:endParaRPr lang="en-US" altLang="en-US" sz="1000" dirty="0">
              <a:solidFill>
                <a:schemeClr val="dk1"/>
              </a:solidFill>
            </a:endParaRPr>
          </a:p>
          <a:p>
            <a:pPr algn="l" rtl="0" eaLnBrk="0">
              <a:lnSpc>
                <a:spcPct val="117000"/>
              </a:lnSpc>
            </a:pPr>
            <a:endParaRPr lang="en-US" altLang="en-US" sz="300" dirty="0">
              <a:solidFill>
                <a:schemeClr val="dk1"/>
              </a:solidFill>
            </a:endParaRPr>
          </a:p>
          <a:p>
            <a:pPr algn="r" rtl="0" eaLnBrk="0">
              <a:lnSpc>
                <a:spcPts val="1920"/>
              </a:lnSpc>
            </a:pPr>
            <a:r>
              <a:rPr sz="1400" kern="0" spc="-80" dirty="0">
                <a:solidFill>
                  <a:schemeClr val="dk1"/>
                </a:solidFill>
                <a:cs typeface="MS Gothic" panose="020B0609070205080204" charset="-128"/>
              </a:rPr>
              <a:t>✓</a:t>
            </a:r>
            <a:endParaRPr lang="en-US" altLang="en-US" sz="1400" kern="0" spc="-80" dirty="0">
              <a:solidFill>
                <a:schemeClr val="dk1"/>
              </a:solidFill>
              <a:cs typeface="MS Gothic" panose="020B0609070205080204" charset="-128"/>
            </a:endParaRPr>
          </a:p>
        </p:txBody>
      </p:sp>
      <p:sp>
        <p:nvSpPr>
          <p:cNvPr id="86" name="textbox 86"/>
          <p:cNvSpPr/>
          <p:nvPr>
            <p:custDataLst>
              <p:tags r:id="rId11"/>
            </p:custDataLst>
          </p:nvPr>
        </p:nvSpPr>
        <p:spPr>
          <a:xfrm>
            <a:off x="820528" y="424021"/>
            <a:ext cx="1040130" cy="322579"/>
          </a:xfrm>
          <a:prstGeom prst="rect">
            <a:avLst/>
          </a:prstGeom>
        </p:spPr>
        <p:txBody>
          <a:bodyPr vert="horz" wrap="square" lIns="0" tIns="0" rIns="0" bIns="0"/>
          <a:lstStyle/>
          <a:p>
            <a:pPr algn="l" rtl="0" eaLnBrk="0">
              <a:lnSpc>
                <a:spcPct val="92000"/>
              </a:lnSpc>
            </a:pPr>
            <a:endParaRPr lang="en-US" altLang="en-US" sz="100" dirty="0">
              <a:solidFill>
                <a:schemeClr val="dk1"/>
              </a:solidFill>
            </a:endParaRPr>
          </a:p>
          <a:p>
            <a:pPr marL="12700" algn="l" rtl="0" eaLnBrk="0">
              <a:lnSpc>
                <a:spcPct val="97000"/>
              </a:lnSpc>
            </a:pPr>
            <a:r>
              <a:rPr sz="2000" b="1" kern="0" spc="-10" dirty="0">
                <a:solidFill>
                  <a:schemeClr val="dk1"/>
                </a:solidFill>
                <a:cs typeface="微软雅黑" panose="020B0503020204020204" charset="-122"/>
              </a:rPr>
              <a:t>项目目标</a:t>
            </a:r>
            <a:endParaRPr lang="en-US" altLang="en-US" sz="2000" b="1" kern="0" spc="-10" dirty="0">
              <a:solidFill>
                <a:schemeClr val="dk1"/>
              </a:solidFill>
              <a:cs typeface="微软雅黑" panose="020B0503020204020204" charset="-122"/>
            </a:endParaRPr>
          </a:p>
        </p:txBody>
      </p:sp>
    </p:spTree>
    <p:custDataLst>
      <p:tags r:id="rId1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 name="table 88"/>
          <p:cNvGraphicFramePr>
            <a:graphicFrameLocks noGrp="1"/>
          </p:cNvGraphicFramePr>
          <p:nvPr>
            <p:custDataLst>
              <p:tags r:id="rId1"/>
            </p:custDataLst>
          </p:nvPr>
        </p:nvGraphicFramePr>
        <p:xfrm>
          <a:off x="556069" y="1487233"/>
          <a:ext cx="3665220" cy="4011295"/>
        </p:xfrm>
        <a:graphic>
          <a:graphicData uri="http://schemas.openxmlformats.org/drawingml/2006/table">
            <a:tbl>
              <a:tblPr/>
              <a:tblGrid>
                <a:gridCol w="3665220"/>
              </a:tblGrid>
              <a:tr h="4001770">
                <a:tc>
                  <a:txBody>
                    <a:bodyPr/>
                    <a:lstStyle/>
                    <a:p>
                      <a:pPr algn="l" rtl="0" eaLnBrk="0">
                        <a:lnSpc>
                          <a:spcPct val="142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5410" algn="l" rtl="0" eaLnBrk="0">
                        <a:lnSpc>
                          <a:spcPts val="1700"/>
                        </a:lnSpc>
                        <a:spcBef>
                          <a:spcPts val="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BTIT组织架构、岗位职责、关键绩效指标</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5410" algn="l" rtl="0" eaLnBrk="0">
                        <a:lnSpc>
                          <a:spcPts val="1695"/>
                        </a:lnSpc>
                        <a:spcBef>
                          <a:spcPts val="42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BTIT运作和管理流程</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5410" algn="l" rtl="0" eaLnBrk="0">
                        <a:lnSpc>
                          <a:spcPts val="1695"/>
                        </a:lnSpc>
                        <a:spcBef>
                          <a:spcPts val="43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BTIT与业务/IT部门的协作模式和流程</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5410" algn="l" rtl="0" eaLnBrk="0">
                        <a:lnSpc>
                          <a:spcPct val="100000"/>
                        </a:lnSpc>
                        <a:spcBef>
                          <a:spcPts val="42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BTIT能力框架和能力评估标准</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5410" algn="l" rtl="0" eaLnBrk="0">
                        <a:lnSpc>
                          <a:spcPts val="1695"/>
                        </a:lnSpc>
                        <a:spcBef>
                          <a:spcPts val="43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人员职业发展通道和能力提升路径</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5410" algn="l" rtl="0" eaLnBrk="0">
                        <a:lnSpc>
                          <a:spcPts val="1690"/>
                        </a:lnSpc>
                        <a:spcBef>
                          <a:spcPts val="43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BTIT落地实施计划、工作方法和工具模板</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5410" algn="l" rtl="0" eaLnBrk="0">
                        <a:lnSpc>
                          <a:spcPts val="1690"/>
                        </a:lnSpc>
                        <a:spcBef>
                          <a:spcPts val="42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BTIT机制实施后的培训、协调及问题解决</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algn="l" rtl="0" eaLnBrk="0">
                        <a:lnSpc>
                          <a:spcPct val="118000"/>
                        </a:lnSpc>
                      </a:pPr>
                      <a:endParaRPr lang="en-US" altLang="en-US" sz="300" dirty="0">
                        <a:latin typeface="微软雅黑" panose="020B0503020204020204" charset="-122"/>
                        <a:ea typeface="微软雅黑" panose="020B0503020204020204" charset="-122"/>
                        <a:cs typeface="微软雅黑" panose="020B0503020204020204" charset="-122"/>
                      </a:endParaRPr>
                    </a:p>
                    <a:p>
                      <a:pPr marL="105410" algn="l" rtl="0" eaLnBrk="0">
                        <a:lnSpc>
                          <a:spcPts val="1695"/>
                        </a:lnSpc>
                        <a:spcBef>
                          <a:spcPts val="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kern="0" spc="1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IT现状诊断和战略规划</a:t>
                      </a:r>
                      <a:endParaRPr lang="en-US" altLang="en-US" sz="1400" dirty="0">
                        <a:latin typeface="微软雅黑" panose="020B0503020204020204" charset="-122"/>
                        <a:ea typeface="微软雅黑" panose="020B0503020204020204" charset="-122"/>
                        <a:cs typeface="微软雅黑" panose="020B0503020204020204"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90" name="table 90"/>
          <p:cNvGraphicFramePr>
            <a:graphicFrameLocks noGrp="1"/>
          </p:cNvGraphicFramePr>
          <p:nvPr>
            <p:custDataLst>
              <p:tags r:id="rId2"/>
            </p:custDataLst>
          </p:nvPr>
        </p:nvGraphicFramePr>
        <p:xfrm>
          <a:off x="4434649" y="1487233"/>
          <a:ext cx="3562984" cy="4011295"/>
        </p:xfrm>
        <a:graphic>
          <a:graphicData uri="http://schemas.openxmlformats.org/drawingml/2006/table">
            <a:tbl>
              <a:tblPr/>
              <a:tblGrid>
                <a:gridCol w="3562984"/>
              </a:tblGrid>
              <a:tr h="4001770">
                <a:tc>
                  <a:txBody>
                    <a:bodyPr/>
                    <a:lstStyle/>
                    <a:p>
                      <a:pPr algn="l" rtl="0" eaLnBrk="0">
                        <a:lnSpc>
                          <a:spcPct val="142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700"/>
                        </a:lnSpc>
                        <a:spcBef>
                          <a:spcPts val="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PMO组织、岗位及绩效设计</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0"/>
                        </a:lnSpc>
                        <a:spcBef>
                          <a:spcPts val="42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建立及优化项目管理流程及模板</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5"/>
                        </a:lnSpc>
                        <a:spcBef>
                          <a:spcPts val="42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搭建专业的项目管理系统</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5"/>
                        </a:lnSpc>
                        <a:spcBef>
                          <a:spcPts val="43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kern="0" spc="1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培养项目管理团队</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5"/>
                        </a:lnSpc>
                        <a:spcBef>
                          <a:spcPts val="43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辅导公司战略项目及</a:t>
                      </a:r>
                      <a:r>
                        <a:rPr sz="1400" kern="0" spc="-3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各业务线重点项目，</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274320" algn="l" rtl="0" eaLnBrk="0">
                        <a:lnSpc>
                          <a:spcPct val="95000"/>
                        </a:lnSpc>
                        <a:spcBef>
                          <a:spcPts val="425"/>
                        </a:spcBef>
                      </a:pPr>
                      <a:r>
                        <a:rPr sz="1400" kern="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进行实施落地和总结</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700"/>
                        </a:lnSpc>
                        <a:spcBef>
                          <a:spcPts val="425"/>
                        </a:spcBef>
                      </a:pPr>
                      <a:r>
                        <a:rPr sz="1400"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kern="0" spc="2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PMO</a:t>
                      </a:r>
                      <a:r>
                        <a:rPr sz="1400" kern="0" spc="17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项目整体回顾及复盘</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0"/>
                        </a:lnSpc>
                        <a:spcBef>
                          <a:spcPts val="42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项目管理流程/模板/平台回顾及优化</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algn="l" rtl="0" eaLnBrk="0">
                        <a:lnSpc>
                          <a:spcPct val="118000"/>
                        </a:lnSpc>
                      </a:pPr>
                      <a:endParaRPr lang="en-US" altLang="en-US" sz="300" dirty="0">
                        <a:latin typeface="微软雅黑" panose="020B0503020204020204" charset="-122"/>
                        <a:ea typeface="微软雅黑" panose="020B0503020204020204" charset="-122"/>
                        <a:cs typeface="微软雅黑" panose="020B0503020204020204" charset="-122"/>
                      </a:endParaRPr>
                    </a:p>
                    <a:p>
                      <a:pPr marL="106045" algn="l" rtl="0" eaLnBrk="0">
                        <a:lnSpc>
                          <a:spcPct val="100000"/>
                        </a:lnSpc>
                        <a:spcBef>
                          <a:spcPts val="0"/>
                        </a:spcBef>
                      </a:pPr>
                      <a:r>
                        <a:rPr sz="1400" kern="0" spc="-2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1400" kern="0" spc="9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项目成熟度评估</a:t>
                      </a:r>
                      <a:endParaRPr lang="en-US" altLang="en-US" sz="1400" dirty="0">
                        <a:latin typeface="微软雅黑" panose="020B0503020204020204" charset="-122"/>
                        <a:ea typeface="微软雅黑" panose="020B0503020204020204" charset="-122"/>
                        <a:cs typeface="微软雅黑" panose="020B0503020204020204"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92" name="table 92"/>
          <p:cNvGraphicFramePr>
            <a:graphicFrameLocks noGrp="1"/>
          </p:cNvGraphicFramePr>
          <p:nvPr>
            <p:custDataLst>
              <p:tags r:id="rId3"/>
            </p:custDataLst>
          </p:nvPr>
        </p:nvGraphicFramePr>
        <p:xfrm>
          <a:off x="8226361" y="1487233"/>
          <a:ext cx="3562984" cy="4011295"/>
        </p:xfrm>
        <a:graphic>
          <a:graphicData uri="http://schemas.openxmlformats.org/drawingml/2006/table">
            <a:tbl>
              <a:tblPr/>
              <a:tblGrid>
                <a:gridCol w="3562984"/>
              </a:tblGrid>
              <a:tr h="4001770">
                <a:tc>
                  <a:txBody>
                    <a:bodyPr/>
                    <a:lstStyle/>
                    <a:p>
                      <a:pPr algn="l" rtl="0" eaLnBrk="0">
                        <a:lnSpc>
                          <a:spcPct val="142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5"/>
                        </a:lnSpc>
                        <a:spcBef>
                          <a:spcPts val="5"/>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辅导数据管理组梳理关键战略指标</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5"/>
                        </a:lnSpc>
                        <a:spcBef>
                          <a:spcPts val="430"/>
                        </a:spcBef>
                      </a:pPr>
                      <a:r>
                        <a:rPr sz="1400" kern="0" spc="-3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3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搭建指标库管理平台，用于管理指标、</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309880" algn="l" rtl="0" eaLnBrk="0">
                        <a:lnSpc>
                          <a:spcPct val="95000"/>
                        </a:lnSpc>
                        <a:spcBef>
                          <a:spcPts val="430"/>
                        </a:spcBef>
                      </a:pPr>
                      <a:r>
                        <a:rPr sz="1400" kern="0" spc="-2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目标值和数据字典等</a:t>
                      </a:r>
                      <a:r>
                        <a:rPr sz="1400" kern="0" spc="-3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基础数据</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5"/>
                        </a:lnSpc>
                        <a:spcBef>
                          <a:spcPts val="43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识别关键战略指标的数据源，并分析数</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274955" algn="l" rtl="0" eaLnBrk="0">
                        <a:lnSpc>
                          <a:spcPct val="95000"/>
                        </a:lnSpc>
                        <a:spcBef>
                          <a:spcPts val="420"/>
                        </a:spcBef>
                      </a:pPr>
                      <a:r>
                        <a:rPr sz="1400" kern="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据抽取逻辑</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11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5"/>
                        </a:lnSpc>
                        <a:spcBef>
                          <a:spcPts val="43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完善数据仓库，增加相关数据源的抽取</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3000"/>
                        </a:lnSpc>
                      </a:pPr>
                      <a:endParaRPr lang="en-US" altLang="en-US" sz="1000" dirty="0">
                        <a:latin typeface="微软雅黑" panose="020B0503020204020204" charset="-122"/>
                        <a:ea typeface="微软雅黑" panose="020B0503020204020204" charset="-122"/>
                        <a:cs typeface="微软雅黑" panose="020B0503020204020204" charset="-122"/>
                      </a:endParaRPr>
                    </a:p>
                    <a:p>
                      <a:pPr marL="106045" algn="l" rtl="0" eaLnBrk="0">
                        <a:lnSpc>
                          <a:spcPts val="1690"/>
                        </a:lnSpc>
                        <a:spcBef>
                          <a:spcPts val="430"/>
                        </a:spcBef>
                      </a:pPr>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设计管理看板，展现关键战略指标的相</a:t>
                      </a:r>
                      <a:endParaRPr lang="en-US" altLang="en-US" sz="1400" dirty="0">
                        <a:latin typeface="微软雅黑" panose="020B0503020204020204" charset="-122"/>
                        <a:ea typeface="微软雅黑" panose="020B0503020204020204" charset="-122"/>
                        <a:cs typeface="微软雅黑" panose="020B0503020204020204" charset="-122"/>
                      </a:endParaRPr>
                    </a:p>
                    <a:p>
                      <a:pPr algn="l" rtl="0" eaLnBrk="0">
                        <a:lnSpc>
                          <a:spcPct val="104000"/>
                        </a:lnSpc>
                      </a:pPr>
                      <a:endParaRPr lang="en-US" altLang="en-US" sz="1000" dirty="0">
                        <a:latin typeface="微软雅黑" panose="020B0503020204020204" charset="-122"/>
                        <a:ea typeface="微软雅黑" panose="020B0503020204020204" charset="-122"/>
                        <a:cs typeface="微软雅黑" panose="020B0503020204020204" charset="-122"/>
                      </a:endParaRPr>
                    </a:p>
                    <a:p>
                      <a:pPr algn="l" rtl="0" eaLnBrk="0">
                        <a:lnSpc>
                          <a:spcPct val="117000"/>
                        </a:lnSpc>
                      </a:pPr>
                      <a:endParaRPr lang="en-US" altLang="en-US" sz="300" dirty="0">
                        <a:latin typeface="微软雅黑" panose="020B0503020204020204" charset="-122"/>
                        <a:ea typeface="微软雅黑" panose="020B0503020204020204" charset="-122"/>
                        <a:cs typeface="微软雅黑" panose="020B0503020204020204" charset="-122"/>
                      </a:endParaRPr>
                    </a:p>
                    <a:p>
                      <a:pPr marL="278765" algn="l" rtl="0" eaLnBrk="0">
                        <a:lnSpc>
                          <a:spcPct val="95000"/>
                        </a:lnSpc>
                        <a:spcBef>
                          <a:spcPts val="0"/>
                        </a:spcBef>
                      </a:pPr>
                      <a:r>
                        <a:rPr sz="1400" kern="0" spc="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关信息，为管理者提</a:t>
                      </a:r>
                      <a:r>
                        <a:rPr sz="1400" kern="0" spc="-10" dirty="0">
                          <a:ln w="5094" cap="flat" cmpd="sng">
                            <a:solidFill>
                              <a:srgbClr val="000000">
                                <a:alpha val="100000"/>
                              </a:srgbClr>
                            </a:solidFill>
                            <a:prstDash val="solid"/>
                            <a:round/>
                          </a:ln>
                          <a:solidFill>
                            <a:srgbClr val="000000">
                              <a:alpha val="100000"/>
                            </a:srgbClr>
                          </a:solidFill>
                          <a:latin typeface="微软雅黑" panose="020B0503020204020204" charset="-122"/>
                          <a:ea typeface="微软雅黑" panose="020B0503020204020204" charset="-122"/>
                          <a:cs typeface="微软雅黑" panose="020B0503020204020204" charset="-122"/>
                        </a:rPr>
                        <a:t>供数据支持</a:t>
                      </a:r>
                      <a:endParaRPr lang="en-US" altLang="en-US" sz="1400" dirty="0">
                        <a:latin typeface="微软雅黑" panose="020B0503020204020204" charset="-122"/>
                        <a:ea typeface="微软雅黑" panose="020B0503020204020204" charset="-122"/>
                        <a:cs typeface="微软雅黑" panose="020B0503020204020204" charset="-122"/>
                      </a:endParaRPr>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sp>
        <p:nvSpPr>
          <p:cNvPr id="96" name="textbox 96"/>
          <p:cNvSpPr/>
          <p:nvPr>
            <p:custDataLst>
              <p:tags r:id="rId4"/>
            </p:custDataLst>
          </p:nvPr>
        </p:nvSpPr>
        <p:spPr>
          <a:xfrm>
            <a:off x="615297" y="5761425"/>
            <a:ext cx="11124565" cy="447040"/>
          </a:xfrm>
          <a:prstGeom prst="rect">
            <a:avLst/>
          </a:prstGeom>
        </p:spPr>
        <p:txBody>
          <a:bodyPr vert="horz" wrap="square" lIns="0" tIns="0" rIns="0" bIns="0">
            <a:normAutofit/>
          </a:bodyPr>
          <a:lstStyle/>
          <a:p>
            <a:pPr algn="l" rtl="0" eaLnBrk="0">
              <a:lnSpc>
                <a:spcPct val="78000"/>
              </a:lnSpc>
            </a:pPr>
            <a:endParaRPr lang="en-US" altLang="en-US" sz="100" dirty="0">
              <a:solidFill>
                <a:schemeClr val="dk1"/>
              </a:solidFill>
              <a:latin typeface="微软雅黑" panose="020B0503020204020204" charset="-122"/>
              <a:ea typeface="微软雅黑" panose="020B0503020204020204" charset="-122"/>
              <a:cs typeface="微软雅黑" panose="020B0503020204020204" charset="-122"/>
            </a:endParaRPr>
          </a:p>
          <a:p>
            <a:pPr marL="12700" indent="3175" algn="l" rtl="0" eaLnBrk="0">
              <a:lnSpc>
                <a:spcPct val="99000"/>
              </a:lnSpc>
            </a:pPr>
            <a:r>
              <a:rPr sz="1400" kern="0" spc="-20" dirty="0">
                <a:solidFill>
                  <a:schemeClr val="dk1"/>
                </a:solidFill>
                <a:latin typeface="微软雅黑" panose="020B0503020204020204" charset="-122"/>
                <a:ea typeface="微软雅黑" panose="020B0503020204020204" charset="-122"/>
                <a:cs typeface="微软雅黑" panose="020B0503020204020204" charset="-122"/>
              </a:rPr>
              <a:t>为达成上述项目目标，本项目建立BTIT和PMO管理体系，</a:t>
            </a:r>
            <a:r>
              <a:rPr sz="1400" kern="0" spc="250" dirty="0">
                <a:solidFill>
                  <a:schemeClr val="dk1"/>
                </a:solidFill>
                <a:latin typeface="微软雅黑" panose="020B0503020204020204" charset="-122"/>
                <a:ea typeface="微软雅黑" panose="020B0503020204020204" charset="-122"/>
                <a:cs typeface="微软雅黑" panose="020B0503020204020204" charset="-122"/>
              </a:rPr>
              <a:t> </a:t>
            </a:r>
            <a:r>
              <a:rPr sz="1400" kern="0" spc="-20" dirty="0">
                <a:solidFill>
                  <a:schemeClr val="dk1"/>
                </a:solidFill>
                <a:latin typeface="微软雅黑" panose="020B0503020204020204" charset="-122"/>
                <a:ea typeface="微软雅黑" panose="020B0503020204020204" charset="-122"/>
                <a:cs typeface="微软雅黑" panose="020B0503020204020204" charset="-122"/>
              </a:rPr>
              <a:t>并通过实践项目辅导落地，</a:t>
            </a:r>
            <a:r>
              <a:rPr sz="1400" kern="0" spc="340" dirty="0">
                <a:solidFill>
                  <a:schemeClr val="dk1"/>
                </a:solidFill>
                <a:latin typeface="微软雅黑" panose="020B0503020204020204" charset="-122"/>
                <a:ea typeface="微软雅黑" panose="020B0503020204020204" charset="-122"/>
                <a:cs typeface="微软雅黑" panose="020B0503020204020204" charset="-122"/>
              </a:rPr>
              <a:t> </a:t>
            </a:r>
            <a:r>
              <a:rPr sz="1400" kern="0" spc="-30" dirty="0">
                <a:solidFill>
                  <a:schemeClr val="dk1"/>
                </a:solidFill>
                <a:latin typeface="微软雅黑" panose="020B0503020204020204" charset="-122"/>
                <a:ea typeface="微软雅黑" panose="020B0503020204020204" charset="-122"/>
                <a:cs typeface="微软雅黑" panose="020B0503020204020204" charset="-122"/>
              </a:rPr>
              <a:t>同时梳理关键指标和设计管理看板，为业务提供技术和数</a:t>
            </a:r>
            <a:r>
              <a:rPr sz="1400" kern="0" spc="0" dirty="0">
                <a:solidFill>
                  <a:schemeClr val="dk1"/>
                </a:solidFill>
                <a:latin typeface="微软雅黑" panose="020B0503020204020204" charset="-122"/>
                <a:ea typeface="微软雅黑" panose="020B0503020204020204" charset="-122"/>
                <a:cs typeface="微软雅黑" panose="020B0503020204020204" charset="-122"/>
              </a:rPr>
              <a:t> </a:t>
            </a:r>
            <a:r>
              <a:rPr sz="1400" kern="0" spc="-10" dirty="0">
                <a:solidFill>
                  <a:schemeClr val="dk1"/>
                </a:solidFill>
                <a:latin typeface="微软雅黑" panose="020B0503020204020204" charset="-122"/>
                <a:ea typeface="微软雅黑" panose="020B0503020204020204" charset="-122"/>
                <a:cs typeface="微软雅黑" panose="020B0503020204020204" charset="-122"/>
              </a:rPr>
              <a:t>据支持</a:t>
            </a:r>
            <a:endParaRPr lang="en-US" altLang="en-US" sz="1400" kern="0" spc="-10"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98" name="picture 98"/>
          <p:cNvPicPr>
            <a:picLocks noChangeAspect="1"/>
          </p:cNvPicPr>
          <p:nvPr>
            <p:custDataLst>
              <p:tags r:id="rId5"/>
            </p:custDataLst>
          </p:nvPr>
        </p:nvPicPr>
        <p:blipFill>
          <a:blip r:embed="rId6"/>
          <a:stretch>
            <a:fillRect/>
          </a:stretch>
        </p:blipFill>
        <p:spPr>
          <a:xfrm rot="21600000">
            <a:off x="0" y="0"/>
            <a:ext cx="651509" cy="783716"/>
          </a:xfrm>
          <a:prstGeom prst="rect">
            <a:avLst/>
          </a:prstGeom>
        </p:spPr>
      </p:pic>
      <p:pic>
        <p:nvPicPr>
          <p:cNvPr id="100" name="picture 100"/>
          <p:cNvPicPr>
            <a:picLocks noChangeAspect="1"/>
          </p:cNvPicPr>
          <p:nvPr>
            <p:custDataLst>
              <p:tags r:id="rId7"/>
            </p:custDataLst>
          </p:nvPr>
        </p:nvPicPr>
        <p:blipFill>
          <a:blip r:embed="rId8"/>
          <a:stretch>
            <a:fillRect/>
          </a:stretch>
        </p:blipFill>
        <p:spPr>
          <a:xfrm rot="21600000">
            <a:off x="0" y="368935"/>
            <a:ext cx="660666" cy="819911"/>
          </a:xfrm>
          <a:prstGeom prst="rect">
            <a:avLst/>
          </a:prstGeom>
        </p:spPr>
      </p:pic>
      <p:sp>
        <p:nvSpPr>
          <p:cNvPr id="102" name="textbox 102"/>
          <p:cNvSpPr/>
          <p:nvPr>
            <p:custDataLst>
              <p:tags r:id="rId9"/>
            </p:custDataLst>
          </p:nvPr>
        </p:nvSpPr>
        <p:spPr>
          <a:xfrm>
            <a:off x="560831" y="972312"/>
            <a:ext cx="3656329" cy="401320"/>
          </a:xfrm>
          <a:prstGeom prst="rect">
            <a:avLst/>
          </a:prstGeom>
          <a:solidFill>
            <a:schemeClr val="accent1"/>
          </a:solidFill>
        </p:spPr>
        <p:txBody>
          <a:bodyPr vert="horz" wrap="square" lIns="0" tIns="0" rIns="0" bIns="0">
            <a:normAutofit/>
          </a:bodyPr>
          <a:lstStyle/>
          <a:p>
            <a:pPr algn="l" rtl="0" eaLnBrk="0">
              <a:lnSpc>
                <a:spcPct val="109000"/>
              </a:lnSpc>
            </a:pPr>
            <a:endParaRPr lang="en-US" altLang="en-US" sz="500" dirty="0">
              <a:solidFill>
                <a:schemeClr val="tx1"/>
              </a:solidFill>
              <a:latin typeface="微软雅黑" panose="020B0503020204020204" charset="-122"/>
              <a:ea typeface="微软雅黑" panose="020B0503020204020204" charset="-122"/>
              <a:cs typeface="微软雅黑" panose="020B0503020204020204" charset="-122"/>
            </a:endParaRPr>
          </a:p>
          <a:p>
            <a:pPr marL="675005" algn="l" rtl="0" eaLnBrk="0">
              <a:lnSpc>
                <a:spcPct val="97000"/>
              </a:lnSpc>
              <a:spcBef>
                <a:spcPts val="5"/>
              </a:spcBef>
            </a:pPr>
            <a:r>
              <a:rPr sz="2000" b="1" kern="0" spc="-20" dirty="0">
                <a:solidFill>
                  <a:schemeClr val="tx1"/>
                </a:solidFill>
                <a:latin typeface="微软雅黑" panose="020B0503020204020204" charset="-122"/>
                <a:ea typeface="微软雅黑" panose="020B0503020204020204" charset="-122"/>
                <a:cs typeface="微软雅黑" panose="020B0503020204020204" charset="-122"/>
              </a:rPr>
              <a:t>BTIT模块的工作内</a:t>
            </a:r>
            <a:r>
              <a:rPr sz="2000" b="1" kern="0" spc="-30" dirty="0">
                <a:solidFill>
                  <a:schemeClr val="tx1"/>
                </a:solidFill>
                <a:latin typeface="微软雅黑" panose="020B0503020204020204" charset="-122"/>
                <a:ea typeface="微软雅黑" panose="020B0503020204020204" charset="-122"/>
                <a:cs typeface="微软雅黑" panose="020B0503020204020204" charset="-122"/>
              </a:rPr>
              <a:t>容</a:t>
            </a:r>
            <a:endParaRPr lang="en-US" altLang="en-US" sz="2000" b="1" kern="0" spc="-3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4" name="textbox 104"/>
          <p:cNvSpPr/>
          <p:nvPr>
            <p:custDataLst>
              <p:tags r:id="rId10"/>
            </p:custDataLst>
          </p:nvPr>
        </p:nvSpPr>
        <p:spPr>
          <a:xfrm>
            <a:off x="4439411" y="972312"/>
            <a:ext cx="3554095" cy="401320"/>
          </a:xfrm>
          <a:prstGeom prst="rect">
            <a:avLst/>
          </a:prstGeom>
          <a:solidFill>
            <a:schemeClr val="accent1"/>
          </a:solidFill>
        </p:spPr>
        <p:txBody>
          <a:bodyPr vert="horz" wrap="square" lIns="0" tIns="0" rIns="0" bIns="0">
            <a:normAutofit/>
          </a:bodyPr>
          <a:lstStyle/>
          <a:p>
            <a:pPr algn="l" rtl="0" eaLnBrk="0">
              <a:lnSpc>
                <a:spcPct val="109000"/>
              </a:lnSpc>
            </a:pPr>
            <a:endParaRPr lang="en-US" altLang="en-US" sz="500" dirty="0">
              <a:solidFill>
                <a:schemeClr val="tx1"/>
              </a:solidFill>
              <a:latin typeface="微软雅黑" panose="020B0503020204020204" charset="-122"/>
              <a:ea typeface="微软雅黑" panose="020B0503020204020204" charset="-122"/>
              <a:cs typeface="微软雅黑" panose="020B0503020204020204" charset="-122"/>
            </a:endParaRPr>
          </a:p>
          <a:p>
            <a:pPr marL="589915" algn="l" rtl="0" eaLnBrk="0">
              <a:lnSpc>
                <a:spcPct val="97000"/>
              </a:lnSpc>
              <a:spcBef>
                <a:spcPts val="5"/>
              </a:spcBef>
            </a:pPr>
            <a:r>
              <a:rPr sz="2000" b="1" kern="0" spc="-20" dirty="0">
                <a:solidFill>
                  <a:schemeClr val="tx1"/>
                </a:solidFill>
                <a:latin typeface="微软雅黑" panose="020B0503020204020204" charset="-122"/>
                <a:ea typeface="微软雅黑" panose="020B0503020204020204" charset="-122"/>
                <a:cs typeface="微软雅黑" panose="020B0503020204020204" charset="-122"/>
              </a:rPr>
              <a:t>PMO模块的工作内容</a:t>
            </a:r>
            <a:endParaRPr lang="en-US" altLang="en-US" sz="2000" b="1" kern="0" spc="-2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6" name="textbox 106"/>
          <p:cNvSpPr/>
          <p:nvPr>
            <p:custDataLst>
              <p:tags r:id="rId11"/>
            </p:custDataLst>
          </p:nvPr>
        </p:nvSpPr>
        <p:spPr>
          <a:xfrm>
            <a:off x="8231123" y="972312"/>
            <a:ext cx="3554095" cy="401320"/>
          </a:xfrm>
          <a:prstGeom prst="rect">
            <a:avLst/>
          </a:prstGeom>
          <a:solidFill>
            <a:schemeClr val="accent1"/>
          </a:solidFill>
        </p:spPr>
        <p:txBody>
          <a:bodyPr vert="horz" wrap="square" lIns="0" tIns="0" rIns="0" bIns="0">
            <a:normAutofit/>
          </a:bodyPr>
          <a:lstStyle/>
          <a:p>
            <a:pPr algn="l" rtl="0" eaLnBrk="0">
              <a:lnSpc>
                <a:spcPct val="110000"/>
              </a:lnSpc>
            </a:pPr>
            <a:endParaRPr lang="en-US" altLang="en-US" sz="500" dirty="0">
              <a:solidFill>
                <a:schemeClr val="tx1"/>
              </a:solidFill>
              <a:latin typeface="微软雅黑" panose="020B0503020204020204" charset="-122"/>
              <a:ea typeface="微软雅黑" panose="020B0503020204020204" charset="-122"/>
            </a:endParaRPr>
          </a:p>
          <a:p>
            <a:pPr marL="379730" algn="l" rtl="0" eaLnBrk="0">
              <a:lnSpc>
                <a:spcPct val="97000"/>
              </a:lnSpc>
              <a:spcBef>
                <a:spcPts val="5"/>
              </a:spcBef>
            </a:pPr>
            <a:r>
              <a:rPr sz="2000" b="1" kern="0" spc="0" dirty="0">
                <a:solidFill>
                  <a:schemeClr val="tx1"/>
                </a:solidFill>
                <a:latin typeface="微软雅黑" panose="020B0503020204020204" charset="-122"/>
                <a:ea typeface="微软雅黑" panose="020B0503020204020204" charset="-122"/>
                <a:cs typeface="微软雅黑" panose="020B0503020204020204" charset="-122"/>
              </a:rPr>
              <a:t>数据治理项目的辅导工作</a:t>
            </a:r>
            <a:endParaRPr lang="en-US" altLang="en-US" sz="2000" b="1" kern="0" spc="0"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08" name="textbox 108"/>
          <p:cNvSpPr/>
          <p:nvPr>
            <p:custDataLst>
              <p:tags r:id="rId12"/>
            </p:custDataLst>
          </p:nvPr>
        </p:nvSpPr>
        <p:spPr>
          <a:xfrm>
            <a:off x="820528" y="424021"/>
            <a:ext cx="1040130" cy="322579"/>
          </a:xfrm>
          <a:prstGeom prst="rect">
            <a:avLst/>
          </a:prstGeom>
        </p:spPr>
        <p:txBody>
          <a:bodyPr vert="horz" wrap="square" lIns="0" tIns="0" rIns="0" bIns="0"/>
          <a:lstStyle/>
          <a:p>
            <a:pPr algn="l" rtl="0" eaLnBrk="0">
              <a:lnSpc>
                <a:spcPct val="92000"/>
              </a:lnSpc>
            </a:pPr>
            <a:endParaRPr lang="en-US" altLang="en-US" sz="100" dirty="0">
              <a:solidFill>
                <a:schemeClr val="dk1"/>
              </a:solidFill>
              <a:latin typeface="微软雅黑" panose="020B0503020204020204" charset="-122"/>
              <a:ea typeface="微软雅黑" panose="020B0503020204020204" charset="-122"/>
            </a:endParaRPr>
          </a:p>
          <a:p>
            <a:pPr marL="12700" algn="l" rtl="0" eaLnBrk="0">
              <a:lnSpc>
                <a:spcPct val="97000"/>
              </a:lnSpc>
            </a:pPr>
            <a:r>
              <a:rPr sz="2000" b="1" kern="0" spc="-10" dirty="0">
                <a:solidFill>
                  <a:schemeClr val="dk1"/>
                </a:solidFill>
                <a:latin typeface="微软雅黑" panose="020B0503020204020204" charset="-122"/>
                <a:ea typeface="微软雅黑" panose="020B0503020204020204" charset="-122"/>
                <a:cs typeface="微软雅黑" panose="020B0503020204020204" charset="-122"/>
              </a:rPr>
              <a:t>项目范围</a:t>
            </a:r>
            <a:endParaRPr lang="en-US" altLang="en-US" sz="2000" b="1" kern="0" spc="-10" dirty="0">
              <a:solidFill>
                <a:schemeClr val="dk1"/>
              </a:solidFill>
              <a:latin typeface="微软雅黑" panose="020B0503020204020204" charset="-122"/>
              <a:ea typeface="微软雅黑" panose="020B0503020204020204" charset="-122"/>
              <a:cs typeface="微软雅黑" panose="020B0503020204020204" charset="-122"/>
            </a:endParaRPr>
          </a:p>
        </p:txBody>
      </p:sp>
    </p:spTree>
    <p:custDataLst>
      <p:tags r:id="rId1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picture 110"/>
          <p:cNvPicPr>
            <a:picLocks noChangeAspect="1"/>
          </p:cNvPicPr>
          <p:nvPr>
            <p:custDataLst>
              <p:tags r:id="rId1"/>
            </p:custDataLst>
          </p:nvPr>
        </p:nvPicPr>
        <p:blipFill>
          <a:blip r:embed="rId2"/>
          <a:stretch>
            <a:fillRect/>
          </a:stretch>
        </p:blipFill>
        <p:spPr>
          <a:xfrm rot="21600000">
            <a:off x="978408" y="3418332"/>
            <a:ext cx="9259823" cy="2784347"/>
          </a:xfrm>
          <a:prstGeom prst="rect">
            <a:avLst/>
          </a:prstGeom>
        </p:spPr>
      </p:pic>
      <p:sp>
        <p:nvSpPr>
          <p:cNvPr id="112" name="textbox 112"/>
          <p:cNvSpPr/>
          <p:nvPr>
            <p:custDataLst>
              <p:tags r:id="rId3"/>
            </p:custDataLst>
          </p:nvPr>
        </p:nvSpPr>
        <p:spPr>
          <a:xfrm>
            <a:off x="820528" y="424021"/>
            <a:ext cx="8935719" cy="686434"/>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10" dirty="0">
                <a:solidFill>
                  <a:schemeClr val="dk1"/>
                </a:solidFill>
                <a:cs typeface="微软雅黑" panose="020B0503020204020204" charset="-122"/>
              </a:rPr>
              <a:t>项目整体实施方法</a:t>
            </a:r>
            <a:endParaRPr lang="en-US" altLang="en-US" sz="2000" dirty="0">
              <a:solidFill>
                <a:schemeClr val="dk1"/>
              </a:solidFill>
            </a:endParaRPr>
          </a:p>
          <a:p>
            <a:pPr algn="l" rtl="0" eaLnBrk="0">
              <a:lnSpc>
                <a:spcPct val="101000"/>
              </a:lnSpc>
            </a:pPr>
            <a:endParaRPr lang="en-US" altLang="en-US" sz="1200" dirty="0">
              <a:solidFill>
                <a:schemeClr val="dk1"/>
              </a:solidFill>
            </a:endParaRPr>
          </a:p>
          <a:p>
            <a:pPr algn="l" rtl="0" eaLnBrk="0">
              <a:lnSpc>
                <a:spcPct val="8000"/>
              </a:lnSpc>
            </a:pPr>
            <a:endParaRPr lang="en-US" altLang="en-US" sz="100" dirty="0">
              <a:solidFill>
                <a:schemeClr val="dk1"/>
              </a:solidFill>
            </a:endParaRPr>
          </a:p>
          <a:p>
            <a:pPr algn="r" rtl="0" eaLnBrk="0">
              <a:lnSpc>
                <a:spcPct val="98000"/>
              </a:lnSpc>
            </a:pPr>
            <a:r>
              <a:rPr sz="1200" b="1" kern="0" spc="0" dirty="0">
                <a:solidFill>
                  <a:schemeClr val="dk1"/>
                </a:solidFill>
                <a:cs typeface="微软雅黑" panose="020B0503020204020204" charset="-122"/>
              </a:rPr>
              <a:t>4月          </a:t>
            </a:r>
            <a:r>
              <a:rPr sz="1200" b="1" kern="0" spc="-10" dirty="0">
                <a:solidFill>
                  <a:schemeClr val="dk1"/>
                </a:solidFill>
                <a:cs typeface="微软雅黑" panose="020B0503020204020204" charset="-122"/>
              </a:rPr>
              <a:t>                       5月                              6月                               7月                                   8月                              9月</a:t>
            </a:r>
            <a:endParaRPr lang="en-US" altLang="en-US" sz="1200" b="1" kern="0" spc="-10" dirty="0">
              <a:solidFill>
                <a:schemeClr val="dk1"/>
              </a:solidFill>
              <a:cs typeface="微软雅黑" panose="020B0503020204020204" charset="-122"/>
            </a:endParaRPr>
          </a:p>
        </p:txBody>
      </p:sp>
      <p:grpSp>
        <p:nvGrpSpPr>
          <p:cNvPr id="10" name="group 10"/>
          <p:cNvGrpSpPr/>
          <p:nvPr/>
        </p:nvGrpSpPr>
        <p:grpSpPr>
          <a:xfrm rot="21600000">
            <a:off x="1770887" y="3043428"/>
            <a:ext cx="8458200" cy="213359"/>
            <a:chOff x="0" y="0"/>
            <a:chExt cx="8458200" cy="213359"/>
          </a:xfrm>
        </p:grpSpPr>
        <p:pic>
          <p:nvPicPr>
            <p:cNvPr id="116" name="picture 116"/>
            <p:cNvPicPr>
              <a:picLocks noChangeAspect="1"/>
            </p:cNvPicPr>
            <p:nvPr>
              <p:custDataLst>
                <p:tags r:id="rId4"/>
              </p:custDataLst>
            </p:nvPr>
          </p:nvPicPr>
          <p:blipFill>
            <a:blip r:embed="rId5"/>
            <a:stretch>
              <a:fillRect/>
            </a:stretch>
          </p:blipFill>
          <p:spPr>
            <a:xfrm rot="21600000">
              <a:off x="0" y="0"/>
              <a:ext cx="8458200" cy="213359"/>
            </a:xfrm>
            <a:prstGeom prst="rect">
              <a:avLst/>
            </a:prstGeom>
          </p:spPr>
        </p:pic>
        <p:sp>
          <p:nvSpPr>
            <p:cNvPr id="118" name="textbox 118"/>
            <p:cNvSpPr/>
            <p:nvPr>
              <p:custDataLst>
                <p:tags r:id="rId6"/>
              </p:custDataLst>
            </p:nvPr>
          </p:nvSpPr>
          <p:spPr>
            <a:xfrm>
              <a:off x="-12700" y="-12700"/>
              <a:ext cx="8483600" cy="247015"/>
            </a:xfrm>
            <a:prstGeom prst="rect">
              <a:avLst/>
            </a:prstGeom>
          </p:spPr>
          <p:txBody>
            <a:bodyPr vert="horz" wrap="square" lIns="0" tIns="0" rIns="0" bIns="0">
              <a:normAutofit/>
            </a:bodyPr>
            <a:lstStyle/>
            <a:p>
              <a:pPr algn="l" rtl="0" eaLnBrk="0">
                <a:lnSpc>
                  <a:spcPct val="103000"/>
                </a:lnSpc>
              </a:pPr>
              <a:endParaRPr lang="en-US" altLang="en-US" sz="400" dirty="0">
                <a:solidFill>
                  <a:schemeClr val="dk1"/>
                </a:solidFill>
              </a:endParaRPr>
            </a:p>
            <a:p>
              <a:pPr marL="3256915" algn="l" rtl="0" eaLnBrk="0">
                <a:lnSpc>
                  <a:spcPts val="1120"/>
                </a:lnSpc>
                <a:spcBef>
                  <a:spcPts val="0"/>
                </a:spcBef>
              </a:pPr>
              <a:r>
                <a:rPr sz="900" kern="0" spc="70" dirty="0">
                  <a:solidFill>
                    <a:schemeClr val="dk1"/>
                  </a:solidFill>
                  <a:cs typeface="Arial" panose="020B0604020202020204"/>
                </a:rPr>
                <a:t>2-3</a:t>
              </a:r>
              <a:r>
                <a:rPr sz="900" kern="0" spc="70" dirty="0">
                  <a:solidFill>
                    <a:schemeClr val="dk1"/>
                  </a:solidFill>
                  <a:cs typeface="微软雅黑" panose="020B0503020204020204" charset="-122"/>
                </a:rPr>
                <a:t>个业务重点</a:t>
              </a:r>
              <a:r>
                <a:rPr sz="900" kern="0" spc="0" dirty="0">
                  <a:solidFill>
                    <a:schemeClr val="dk1"/>
                  </a:solidFill>
                  <a:cs typeface="Arial" panose="020B0604020202020204"/>
                </a:rPr>
                <a:t>IT</a:t>
              </a:r>
              <a:r>
                <a:rPr sz="900" kern="0" spc="70" dirty="0">
                  <a:solidFill>
                    <a:schemeClr val="dk1"/>
                  </a:solidFill>
                  <a:cs typeface="微软雅黑" panose="020B0503020204020204" charset="-122"/>
                </a:rPr>
                <a:t>项目</a:t>
              </a:r>
              <a:r>
                <a:rPr sz="900" kern="0" spc="60" dirty="0">
                  <a:solidFill>
                    <a:schemeClr val="dk1"/>
                  </a:solidFill>
                  <a:cs typeface="微软雅黑" panose="020B0503020204020204" charset="-122"/>
                </a:rPr>
                <a:t>（</a:t>
              </a:r>
              <a:r>
                <a:rPr sz="900" kern="0" spc="0" dirty="0">
                  <a:solidFill>
                    <a:schemeClr val="dk1"/>
                  </a:solidFill>
                  <a:cs typeface="Arial" panose="020B0604020202020204"/>
                </a:rPr>
                <a:t>PMO</a:t>
              </a:r>
              <a:r>
                <a:rPr sz="900" kern="0" spc="60" dirty="0">
                  <a:solidFill>
                    <a:schemeClr val="dk1"/>
                  </a:solidFill>
                  <a:cs typeface="微软雅黑" panose="020B0503020204020204" charset="-122"/>
                </a:rPr>
                <a:t>管理）</a:t>
              </a:r>
              <a:endParaRPr lang="en-US" altLang="en-US" sz="900" kern="0" spc="60" dirty="0">
                <a:solidFill>
                  <a:schemeClr val="dk1"/>
                </a:solidFill>
                <a:cs typeface="微软雅黑" panose="020B0503020204020204" charset="-122"/>
              </a:endParaRPr>
            </a:p>
          </p:txBody>
        </p:sp>
      </p:grpSp>
      <p:sp>
        <p:nvSpPr>
          <p:cNvPr id="120" name="textbox 120"/>
          <p:cNvSpPr/>
          <p:nvPr>
            <p:custDataLst>
              <p:tags r:id="rId7"/>
            </p:custDataLst>
          </p:nvPr>
        </p:nvSpPr>
        <p:spPr>
          <a:xfrm>
            <a:off x="2727960" y="2790444"/>
            <a:ext cx="7501255" cy="213359"/>
          </a:xfrm>
          <a:prstGeom prst="rect">
            <a:avLst/>
          </a:prstGeom>
          <a:solidFill>
            <a:srgbClr val="A6A6A6"/>
          </a:solidFill>
        </p:spPr>
        <p:txBody>
          <a:bodyPr vert="horz" wrap="square" lIns="0" tIns="0" rIns="0" bIns="0">
            <a:normAutofit/>
          </a:bodyPr>
          <a:lstStyle/>
          <a:p>
            <a:pPr algn="l" rtl="0" eaLnBrk="0">
              <a:lnSpc>
                <a:spcPct val="109000"/>
              </a:lnSpc>
            </a:pPr>
            <a:endParaRPr lang="en-US" altLang="en-US" sz="300" dirty="0">
              <a:solidFill>
                <a:schemeClr val="dk1"/>
              </a:solidFill>
            </a:endParaRPr>
          </a:p>
          <a:p>
            <a:pPr marL="2846070" algn="l" rtl="0" eaLnBrk="0">
              <a:lnSpc>
                <a:spcPts val="1120"/>
              </a:lnSpc>
              <a:spcBef>
                <a:spcPts val="0"/>
              </a:spcBef>
            </a:pPr>
            <a:r>
              <a:rPr sz="900" kern="0" spc="10" dirty="0">
                <a:solidFill>
                  <a:schemeClr val="dk1"/>
                </a:solidFill>
                <a:cs typeface="微软雅黑" panose="020B0503020204020204" charset="-122"/>
              </a:rPr>
              <a:t>数据治理项目</a:t>
            </a:r>
            <a:r>
              <a:rPr sz="900" kern="0" spc="50" dirty="0">
                <a:solidFill>
                  <a:schemeClr val="dk1"/>
                </a:solidFill>
                <a:cs typeface="微软雅黑" panose="020B0503020204020204" charset="-122"/>
              </a:rPr>
              <a:t>   </a:t>
            </a:r>
            <a:r>
              <a:rPr sz="900" kern="0" spc="10" dirty="0">
                <a:solidFill>
                  <a:schemeClr val="dk1"/>
                </a:solidFill>
                <a:cs typeface="微软雅黑" panose="020B0503020204020204" charset="-122"/>
              </a:rPr>
              <a:t>（原色</a:t>
            </a:r>
            <a:r>
              <a:rPr sz="900" kern="0" spc="0" dirty="0">
                <a:solidFill>
                  <a:schemeClr val="dk1"/>
                </a:solidFill>
                <a:cs typeface="微软雅黑" panose="020B0503020204020204" charset="-122"/>
              </a:rPr>
              <a:t>主导项目）</a:t>
            </a:r>
            <a:endParaRPr lang="en-US" altLang="en-US" sz="900" kern="0" spc="0" dirty="0">
              <a:solidFill>
                <a:schemeClr val="dk1"/>
              </a:solidFill>
              <a:cs typeface="微软雅黑" panose="020B0503020204020204" charset="-122"/>
            </a:endParaRPr>
          </a:p>
        </p:txBody>
      </p:sp>
      <p:sp>
        <p:nvSpPr>
          <p:cNvPr id="122" name="textbox 122"/>
          <p:cNvSpPr/>
          <p:nvPr>
            <p:custDataLst>
              <p:tags r:id="rId8"/>
            </p:custDataLst>
          </p:nvPr>
        </p:nvSpPr>
        <p:spPr>
          <a:xfrm>
            <a:off x="347471" y="1408176"/>
            <a:ext cx="1061085" cy="1330960"/>
          </a:xfrm>
          <a:prstGeom prst="rect">
            <a:avLst/>
          </a:prstGeom>
          <a:solidFill>
            <a:srgbClr val="A6A6A6"/>
          </a:solidFill>
        </p:spPr>
        <p:txBody>
          <a:bodyPr vert="horz" wrap="square" lIns="0" tIns="0" rIns="0" bIns="0">
            <a:normAutofit/>
          </a:bodyPr>
          <a:lstStyle/>
          <a:p>
            <a:pPr algn="l" rtl="0" eaLnBrk="0">
              <a:lnSpc>
                <a:spcPct val="114000"/>
              </a:lnSpc>
            </a:pPr>
            <a:endParaRPr lang="en-US" altLang="en-US" sz="1000" dirty="0">
              <a:solidFill>
                <a:schemeClr val="dk1"/>
              </a:solidFill>
            </a:endParaRPr>
          </a:p>
          <a:p>
            <a:pPr algn="l" rtl="0" eaLnBrk="0">
              <a:lnSpc>
                <a:spcPct val="114000"/>
              </a:lnSpc>
            </a:pPr>
            <a:endParaRPr lang="en-US" altLang="en-US" sz="1000" dirty="0">
              <a:solidFill>
                <a:schemeClr val="dk1"/>
              </a:solidFill>
            </a:endParaRPr>
          </a:p>
          <a:p>
            <a:pPr algn="l" rtl="0" eaLnBrk="0">
              <a:lnSpc>
                <a:spcPct val="114000"/>
              </a:lnSpc>
            </a:pPr>
            <a:endParaRPr lang="en-US" altLang="en-US" sz="1000" dirty="0">
              <a:solidFill>
                <a:schemeClr val="dk1"/>
              </a:solidFill>
            </a:endParaRPr>
          </a:p>
          <a:p>
            <a:pPr algn="l" rtl="0" eaLnBrk="0">
              <a:lnSpc>
                <a:spcPct val="115000"/>
              </a:lnSpc>
            </a:pPr>
            <a:endParaRPr lang="en-US" altLang="en-US" sz="1000" dirty="0">
              <a:solidFill>
                <a:schemeClr val="dk1"/>
              </a:solidFill>
            </a:endParaRPr>
          </a:p>
          <a:p>
            <a:pPr algn="l" rtl="0" eaLnBrk="0">
              <a:lnSpc>
                <a:spcPct val="8000"/>
              </a:lnSpc>
            </a:pPr>
            <a:endParaRPr lang="en-US" altLang="en-US" sz="100" dirty="0">
              <a:solidFill>
                <a:schemeClr val="dk1"/>
              </a:solidFill>
            </a:endParaRPr>
          </a:p>
          <a:p>
            <a:pPr marL="78740" algn="l" rtl="0" eaLnBrk="0">
              <a:lnSpc>
                <a:spcPts val="1265"/>
              </a:lnSpc>
            </a:pPr>
            <a:r>
              <a:rPr sz="900" kern="0" spc="20" dirty="0">
                <a:solidFill>
                  <a:schemeClr val="dk1"/>
                </a:solidFill>
                <a:cs typeface="微软雅黑" panose="020B0503020204020204" charset="-122"/>
              </a:rPr>
              <a:t>BTIT</a:t>
            </a:r>
            <a:r>
              <a:rPr sz="900" kern="0" spc="180" dirty="0">
                <a:solidFill>
                  <a:schemeClr val="dk1"/>
                </a:solidFill>
                <a:cs typeface="微软雅黑" panose="020B0503020204020204" charset="-122"/>
              </a:rPr>
              <a:t> </a:t>
            </a:r>
            <a:r>
              <a:rPr sz="900" kern="0" spc="20" dirty="0">
                <a:solidFill>
                  <a:schemeClr val="dk1"/>
                </a:solidFill>
                <a:cs typeface="微软雅黑" panose="020B0503020204020204" charset="-122"/>
              </a:rPr>
              <a:t>&amp;</a:t>
            </a:r>
            <a:r>
              <a:rPr sz="900" kern="0" spc="140" dirty="0">
                <a:solidFill>
                  <a:schemeClr val="dk1"/>
                </a:solidFill>
                <a:cs typeface="微软雅黑" panose="020B0503020204020204" charset="-122"/>
              </a:rPr>
              <a:t> </a:t>
            </a:r>
            <a:r>
              <a:rPr sz="900" kern="0" spc="20" dirty="0">
                <a:solidFill>
                  <a:schemeClr val="dk1"/>
                </a:solidFill>
                <a:cs typeface="微软雅黑" panose="020B0503020204020204" charset="-122"/>
              </a:rPr>
              <a:t>PMO</a:t>
            </a:r>
            <a:endParaRPr lang="en-US" altLang="en-US" sz="900" kern="0" spc="20" dirty="0">
              <a:solidFill>
                <a:schemeClr val="dk1"/>
              </a:solidFill>
              <a:cs typeface="微软雅黑" panose="020B0503020204020204" charset="-122"/>
            </a:endParaRPr>
          </a:p>
        </p:txBody>
      </p:sp>
      <p:pic>
        <p:nvPicPr>
          <p:cNvPr id="124" name="picture 124"/>
          <p:cNvPicPr>
            <a:picLocks noChangeAspect="1"/>
          </p:cNvPicPr>
          <p:nvPr>
            <p:custDataLst>
              <p:tags r:id="rId9"/>
            </p:custDataLst>
          </p:nvPr>
        </p:nvPicPr>
        <p:blipFill>
          <a:blip r:embed="rId10"/>
          <a:stretch>
            <a:fillRect/>
          </a:stretch>
        </p:blipFill>
        <p:spPr>
          <a:xfrm rot="21600000">
            <a:off x="1143749" y="1123188"/>
            <a:ext cx="9480816" cy="126491"/>
          </a:xfrm>
          <a:prstGeom prst="rect">
            <a:avLst/>
          </a:prstGeom>
        </p:spPr>
      </p:pic>
      <p:grpSp>
        <p:nvGrpSpPr>
          <p:cNvPr id="12" name="group 12"/>
          <p:cNvGrpSpPr/>
          <p:nvPr/>
        </p:nvGrpSpPr>
        <p:grpSpPr>
          <a:xfrm rot="21600000">
            <a:off x="1726691" y="1417319"/>
            <a:ext cx="804672" cy="1330452"/>
            <a:chOff x="0" y="0"/>
            <a:chExt cx="804672" cy="1330452"/>
          </a:xfrm>
        </p:grpSpPr>
        <p:pic>
          <p:nvPicPr>
            <p:cNvPr id="126" name="picture 126"/>
            <p:cNvPicPr>
              <a:picLocks noChangeAspect="1"/>
            </p:cNvPicPr>
            <p:nvPr>
              <p:custDataLst>
                <p:tags r:id="rId11"/>
              </p:custDataLst>
            </p:nvPr>
          </p:nvPicPr>
          <p:blipFill>
            <a:blip r:embed="rId12"/>
            <a:stretch>
              <a:fillRect/>
            </a:stretch>
          </p:blipFill>
          <p:spPr>
            <a:xfrm rot="21600000">
              <a:off x="0" y="0"/>
              <a:ext cx="804672" cy="1330452"/>
            </a:xfrm>
            <a:prstGeom prst="rect">
              <a:avLst/>
            </a:prstGeom>
          </p:spPr>
        </p:pic>
        <p:sp>
          <p:nvSpPr>
            <p:cNvPr id="128" name="textbox 128"/>
            <p:cNvSpPr/>
            <p:nvPr>
              <p:custDataLst>
                <p:tags r:id="rId13"/>
              </p:custDataLst>
            </p:nvPr>
          </p:nvSpPr>
          <p:spPr>
            <a:xfrm>
              <a:off x="-12700" y="-12700"/>
              <a:ext cx="830580" cy="1368425"/>
            </a:xfrm>
            <a:prstGeom prst="rect">
              <a:avLst/>
            </a:prstGeom>
          </p:spPr>
          <p:txBody>
            <a:bodyPr vert="horz" wrap="square" lIns="0" tIns="0" rIns="0" bIns="0">
              <a:normAutofit/>
            </a:bodyPr>
            <a:lstStyle/>
            <a:p>
              <a:pPr algn="l" rtl="0" eaLnBrk="0">
                <a:lnSpc>
                  <a:spcPct val="119000"/>
                </a:lnSpc>
              </a:pPr>
              <a:endParaRPr lang="en-US" altLang="en-US" sz="1000" dirty="0">
                <a:solidFill>
                  <a:schemeClr val="dk1"/>
                </a:solidFill>
              </a:endParaRPr>
            </a:p>
            <a:p>
              <a:pPr algn="l" rtl="0" eaLnBrk="0">
                <a:lnSpc>
                  <a:spcPct val="119000"/>
                </a:lnSpc>
              </a:pPr>
              <a:endParaRPr lang="en-US" altLang="en-US" sz="1000" dirty="0">
                <a:solidFill>
                  <a:schemeClr val="dk1"/>
                </a:solidFill>
              </a:endParaRPr>
            </a:p>
            <a:p>
              <a:pPr algn="l" rtl="0" eaLnBrk="0">
                <a:lnSpc>
                  <a:spcPct val="119000"/>
                </a:lnSpc>
              </a:pPr>
              <a:endParaRPr lang="en-US" altLang="en-US" sz="1000" dirty="0">
                <a:solidFill>
                  <a:schemeClr val="dk1"/>
                </a:solidFill>
              </a:endParaRPr>
            </a:p>
            <a:p>
              <a:pPr algn="l" rtl="0" eaLnBrk="0">
                <a:lnSpc>
                  <a:spcPct val="8000"/>
                </a:lnSpc>
              </a:pPr>
              <a:endParaRPr lang="en-US" altLang="en-US" sz="100" dirty="0">
                <a:solidFill>
                  <a:schemeClr val="dk1"/>
                </a:solidFill>
              </a:endParaRPr>
            </a:p>
            <a:p>
              <a:pPr marL="163830" indent="-34290" algn="l" rtl="0" eaLnBrk="0">
                <a:lnSpc>
                  <a:spcPct val="109000"/>
                </a:lnSpc>
              </a:pPr>
              <a:r>
                <a:rPr sz="900" kern="0" spc="50" dirty="0">
                  <a:solidFill>
                    <a:schemeClr val="dk1"/>
                  </a:solidFill>
                  <a:cs typeface="微软雅黑" panose="020B0503020204020204" charset="-122"/>
                </a:rPr>
                <a:t>1.0 现状分</a:t>
              </a:r>
              <a:r>
                <a:rPr sz="900" kern="0" spc="-10" dirty="0">
                  <a:solidFill>
                    <a:schemeClr val="dk1"/>
                  </a:solidFill>
                  <a:cs typeface="微软雅黑" panose="020B0503020204020204" charset="-122"/>
                </a:rPr>
                <a:t>    </a:t>
              </a:r>
              <a:r>
                <a:rPr sz="900" kern="0" spc="90" dirty="0">
                  <a:solidFill>
                    <a:schemeClr val="dk1"/>
                  </a:solidFill>
                  <a:cs typeface="微软雅黑" panose="020B0503020204020204" charset="-122"/>
                </a:rPr>
                <a:t>析与调研</a:t>
              </a:r>
              <a:endParaRPr lang="en-US" altLang="en-US" sz="900" kern="0" spc="90" dirty="0">
                <a:solidFill>
                  <a:schemeClr val="dk1"/>
                </a:solidFill>
                <a:cs typeface="微软雅黑" panose="020B0503020204020204" charset="-122"/>
              </a:endParaRPr>
            </a:p>
          </p:txBody>
        </p:sp>
      </p:grpSp>
      <p:sp>
        <p:nvSpPr>
          <p:cNvPr id="130" name="textbox 130"/>
          <p:cNvSpPr/>
          <p:nvPr>
            <p:custDataLst>
              <p:tags r:id="rId14"/>
            </p:custDataLst>
          </p:nvPr>
        </p:nvSpPr>
        <p:spPr>
          <a:xfrm>
            <a:off x="4596383" y="1368552"/>
            <a:ext cx="2036445" cy="213359"/>
          </a:xfrm>
          <a:prstGeom prst="rect">
            <a:avLst/>
          </a:prstGeom>
          <a:solidFill>
            <a:srgbClr val="A6A6A6"/>
          </a:solidFill>
        </p:spPr>
        <p:txBody>
          <a:bodyPr vert="horz" wrap="square" lIns="0" tIns="0" rIns="0" bIns="0">
            <a:normAutofit/>
          </a:bodyPr>
          <a:lstStyle/>
          <a:p>
            <a:pPr algn="l" rtl="0" eaLnBrk="0">
              <a:lnSpc>
                <a:spcPct val="108000"/>
              </a:lnSpc>
            </a:pPr>
            <a:endParaRPr lang="en-US" altLang="en-US" sz="300" dirty="0">
              <a:solidFill>
                <a:schemeClr val="dk1"/>
              </a:solidFill>
            </a:endParaRPr>
          </a:p>
          <a:p>
            <a:pPr marL="494665" algn="l" rtl="0" eaLnBrk="0">
              <a:lnSpc>
                <a:spcPts val="1155"/>
              </a:lnSpc>
              <a:spcBef>
                <a:spcPts val="0"/>
              </a:spcBef>
            </a:pPr>
            <a:r>
              <a:rPr sz="900" kern="0" spc="90" dirty="0">
                <a:solidFill>
                  <a:schemeClr val="dk1"/>
                </a:solidFill>
                <a:cs typeface="微软雅黑" panose="020B0503020204020204" charset="-122"/>
              </a:rPr>
              <a:t>1.4</a:t>
            </a:r>
            <a:r>
              <a:rPr sz="900" kern="0" spc="0" dirty="0">
                <a:solidFill>
                  <a:schemeClr val="dk1"/>
                </a:solidFill>
                <a:cs typeface="微软雅黑" panose="020B0503020204020204" charset="-122"/>
              </a:rPr>
              <a:t>BTIT</a:t>
            </a:r>
            <a:r>
              <a:rPr sz="900" kern="0" spc="90" dirty="0">
                <a:solidFill>
                  <a:schemeClr val="dk1"/>
                </a:solidFill>
                <a:cs typeface="微软雅黑" panose="020B0503020204020204" charset="-122"/>
              </a:rPr>
              <a:t>组织和职责</a:t>
            </a:r>
            <a:endParaRPr lang="en-US" altLang="en-US" sz="900" kern="0" spc="90" dirty="0">
              <a:solidFill>
                <a:schemeClr val="dk1"/>
              </a:solidFill>
              <a:cs typeface="微软雅黑" panose="020B0503020204020204" charset="-122"/>
            </a:endParaRPr>
          </a:p>
        </p:txBody>
      </p:sp>
      <p:sp>
        <p:nvSpPr>
          <p:cNvPr id="132" name="path"/>
          <p:cNvSpPr/>
          <p:nvPr/>
        </p:nvSpPr>
        <p:spPr>
          <a:xfrm>
            <a:off x="4328159" y="1228344"/>
            <a:ext cx="6178296" cy="158496"/>
          </a:xfrm>
          <a:custGeom>
            <a:avLst/>
            <a:gdLst/>
            <a:ahLst/>
            <a:cxnLst/>
            <a:rect l="0" t="0" r="0" b="0"/>
            <a:pathLst>
              <a:path w="9729" h="249">
                <a:moveTo>
                  <a:pt x="0" y="114"/>
                </a:moveTo>
                <a:lnTo>
                  <a:pt x="458" y="0"/>
                </a:lnTo>
                <a:lnTo>
                  <a:pt x="916" y="114"/>
                </a:lnTo>
                <a:lnTo>
                  <a:pt x="458" y="228"/>
                </a:lnTo>
                <a:lnTo>
                  <a:pt x="0" y="114"/>
                </a:lnTo>
                <a:close/>
              </a:path>
              <a:path w="9729" h="249">
                <a:moveTo>
                  <a:pt x="3487" y="135"/>
                </a:moveTo>
                <a:lnTo>
                  <a:pt x="3945" y="21"/>
                </a:lnTo>
                <a:lnTo>
                  <a:pt x="4404" y="135"/>
                </a:lnTo>
                <a:lnTo>
                  <a:pt x="3945" y="249"/>
                </a:lnTo>
                <a:lnTo>
                  <a:pt x="3487" y="135"/>
                </a:lnTo>
                <a:close/>
              </a:path>
              <a:path w="9729" h="249">
                <a:moveTo>
                  <a:pt x="8812" y="126"/>
                </a:moveTo>
                <a:lnTo>
                  <a:pt x="9271" y="12"/>
                </a:lnTo>
                <a:lnTo>
                  <a:pt x="9729" y="126"/>
                </a:lnTo>
                <a:lnTo>
                  <a:pt x="9271" y="240"/>
                </a:lnTo>
                <a:lnTo>
                  <a:pt x="8812" y="126"/>
                </a:lnTo>
                <a:close/>
              </a:path>
            </a:pathLst>
          </a:custGeom>
          <a:solidFill>
            <a:srgbClr val="000000">
              <a:alpha val="100000"/>
            </a:srgbClr>
          </a:solidFill>
          <a:ln cap="flat">
            <a:noFill/>
            <a:prstDash val="solid"/>
            <a:miter lim="0"/>
          </a:ln>
        </p:spPr>
        <p:txBody>
          <a:bodyPr rtlCol="0"/>
          <a:lstStyle/>
          <a:p>
            <a:pPr algn="ctr"/>
            <a:endParaRPr lang="zh-CN" altLang="en-US"/>
          </a:p>
        </p:txBody>
      </p:sp>
      <p:sp>
        <p:nvSpPr>
          <p:cNvPr id="136" name="textbox 136"/>
          <p:cNvSpPr/>
          <p:nvPr>
            <p:custDataLst>
              <p:tags r:id="rId15"/>
            </p:custDataLst>
          </p:nvPr>
        </p:nvSpPr>
        <p:spPr>
          <a:xfrm>
            <a:off x="2727960" y="2339339"/>
            <a:ext cx="1633854" cy="407034"/>
          </a:xfrm>
          <a:prstGeom prst="rect">
            <a:avLst/>
          </a:prstGeom>
          <a:solidFill>
            <a:schemeClr val="accent1"/>
          </a:solidFill>
        </p:spPr>
        <p:txBody>
          <a:bodyPr vert="horz" wrap="square" lIns="0" tIns="0" rIns="0" bIns="0">
            <a:normAutofit/>
          </a:bodyPr>
          <a:lstStyle/>
          <a:p>
            <a:pPr algn="l" rtl="0" eaLnBrk="0">
              <a:lnSpc>
                <a:spcPct val="107000"/>
              </a:lnSpc>
            </a:pPr>
            <a:endParaRPr lang="en-US" altLang="en-US" sz="900" dirty="0">
              <a:solidFill>
                <a:schemeClr val="tx1"/>
              </a:solidFill>
            </a:endParaRPr>
          </a:p>
          <a:p>
            <a:pPr marL="100965" algn="l" rtl="0" eaLnBrk="0">
              <a:lnSpc>
                <a:spcPts val="1145"/>
              </a:lnSpc>
              <a:spcBef>
                <a:spcPts val="5"/>
              </a:spcBef>
            </a:pPr>
            <a:r>
              <a:rPr sz="900" kern="0" spc="80" dirty="0">
                <a:solidFill>
                  <a:schemeClr val="tx1"/>
                </a:solidFill>
                <a:cs typeface="微软雅黑" panose="020B0503020204020204" charset="-122"/>
              </a:rPr>
              <a:t>2.1项目群管理制度与规</a:t>
            </a:r>
            <a:r>
              <a:rPr sz="900" kern="0" spc="70" dirty="0">
                <a:solidFill>
                  <a:schemeClr val="tx1"/>
                </a:solidFill>
                <a:cs typeface="微软雅黑" panose="020B0503020204020204" charset="-122"/>
              </a:rPr>
              <a:t>范</a:t>
            </a:r>
            <a:endParaRPr lang="en-US" altLang="en-US" sz="900" kern="0" spc="70" dirty="0">
              <a:solidFill>
                <a:schemeClr val="tx1"/>
              </a:solidFill>
              <a:cs typeface="微软雅黑" panose="020B0503020204020204" charset="-122"/>
            </a:endParaRPr>
          </a:p>
        </p:txBody>
      </p:sp>
      <p:sp>
        <p:nvSpPr>
          <p:cNvPr id="138" name="textbox 138"/>
          <p:cNvSpPr/>
          <p:nvPr>
            <p:custDataLst>
              <p:tags r:id="rId16"/>
            </p:custDataLst>
          </p:nvPr>
        </p:nvSpPr>
        <p:spPr>
          <a:xfrm>
            <a:off x="8671559" y="1405128"/>
            <a:ext cx="1557655" cy="347979"/>
          </a:xfrm>
          <a:prstGeom prst="rect">
            <a:avLst/>
          </a:prstGeom>
          <a:solidFill>
            <a:srgbClr val="A6A6A6"/>
          </a:solidFill>
        </p:spPr>
        <p:txBody>
          <a:bodyPr vert="horz" wrap="square" lIns="0" tIns="0" rIns="0" bIns="0">
            <a:normAutofit/>
          </a:bodyPr>
          <a:lstStyle/>
          <a:p>
            <a:pPr algn="l" rtl="0" eaLnBrk="0">
              <a:lnSpc>
                <a:spcPct val="110000"/>
              </a:lnSpc>
            </a:pPr>
            <a:endParaRPr lang="en-US" altLang="en-US" sz="700" dirty="0">
              <a:solidFill>
                <a:schemeClr val="dk1"/>
              </a:solidFill>
            </a:endParaRPr>
          </a:p>
          <a:p>
            <a:pPr marL="299720" algn="l" rtl="0" eaLnBrk="0">
              <a:lnSpc>
                <a:spcPts val="1150"/>
              </a:lnSpc>
            </a:pPr>
            <a:r>
              <a:rPr sz="900" kern="0" spc="70" dirty="0">
                <a:solidFill>
                  <a:schemeClr val="dk1"/>
                </a:solidFill>
                <a:cs typeface="微软雅黑" panose="020B0503020204020204" charset="-122"/>
              </a:rPr>
              <a:t>1.8</a:t>
            </a:r>
            <a:r>
              <a:rPr sz="900" kern="0" spc="150" dirty="0">
                <a:solidFill>
                  <a:schemeClr val="dk1"/>
                </a:solidFill>
                <a:cs typeface="微软雅黑" panose="020B0503020204020204" charset="-122"/>
              </a:rPr>
              <a:t> </a:t>
            </a:r>
            <a:r>
              <a:rPr sz="900" kern="0" spc="0" dirty="0">
                <a:solidFill>
                  <a:schemeClr val="dk1"/>
                </a:solidFill>
                <a:cs typeface="微软雅黑" panose="020B0503020204020204" charset="-122"/>
              </a:rPr>
              <a:t>BTIT</a:t>
            </a:r>
            <a:r>
              <a:rPr sz="900" kern="0" spc="70" dirty="0">
                <a:solidFill>
                  <a:schemeClr val="dk1"/>
                </a:solidFill>
                <a:cs typeface="微软雅黑" panose="020B0503020204020204" charset="-122"/>
              </a:rPr>
              <a:t>实施辅导</a:t>
            </a:r>
            <a:endParaRPr lang="en-US" altLang="en-US" sz="900" kern="0" spc="70" dirty="0">
              <a:solidFill>
                <a:schemeClr val="dk1"/>
              </a:solidFill>
              <a:cs typeface="微软雅黑" panose="020B0503020204020204" charset="-122"/>
            </a:endParaRPr>
          </a:p>
        </p:txBody>
      </p:sp>
      <p:sp>
        <p:nvSpPr>
          <p:cNvPr id="140" name="textbox 140"/>
          <p:cNvSpPr/>
          <p:nvPr>
            <p:custDataLst>
              <p:tags r:id="rId17"/>
            </p:custDataLst>
          </p:nvPr>
        </p:nvSpPr>
        <p:spPr>
          <a:xfrm>
            <a:off x="4544818" y="1251018"/>
            <a:ext cx="5748654" cy="148589"/>
          </a:xfrm>
          <a:prstGeom prst="rect">
            <a:avLst/>
          </a:prstGeom>
        </p:spPr>
        <p:txBody>
          <a:bodyPr vert="horz" wrap="square" lIns="0" tIns="0" rIns="0" bIns="0"/>
          <a:lstStyle/>
          <a:p>
            <a:pPr algn="l" rtl="0" eaLnBrk="0">
              <a:lnSpc>
                <a:spcPct val="79000"/>
              </a:lnSpc>
            </a:pPr>
            <a:endParaRPr lang="en-US" altLang="en-US" sz="100" dirty="0">
              <a:solidFill>
                <a:schemeClr val="tx1"/>
              </a:solidFill>
            </a:endParaRPr>
          </a:p>
          <a:p>
            <a:pPr marL="12700" algn="l" rtl="0" eaLnBrk="0">
              <a:lnSpc>
                <a:spcPct val="83000"/>
              </a:lnSpc>
            </a:pPr>
            <a:r>
              <a:rPr sz="1500" b="1" kern="0" spc="20" baseline="3000" dirty="0">
                <a:solidFill>
                  <a:schemeClr val="tx1"/>
                </a:solidFill>
                <a:cs typeface="Calibri" panose="020F0502020204030204"/>
              </a:rPr>
              <a:t>T1</a:t>
            </a:r>
            <a:r>
              <a:rPr sz="900" b="1" kern="0" spc="10" dirty="0">
                <a:solidFill>
                  <a:schemeClr val="tx1"/>
                </a:solidFill>
                <a:cs typeface="Calibri" panose="020F0502020204030204"/>
              </a:rPr>
              <a:t>         </a:t>
            </a:r>
            <a:r>
              <a:rPr sz="900" b="1" kern="0" spc="0" dirty="0">
                <a:solidFill>
                  <a:schemeClr val="tx1"/>
                </a:solidFill>
                <a:cs typeface="Calibri" panose="020F0502020204030204"/>
              </a:rPr>
              <a:t>                                                                       </a:t>
            </a:r>
            <a:r>
              <a:rPr sz="900" b="1" kern="0" spc="20" dirty="0">
                <a:solidFill>
                  <a:schemeClr val="tx1"/>
                </a:solidFill>
                <a:cs typeface="Calibri" panose="020F0502020204030204"/>
              </a:rPr>
              <a:t>T2</a:t>
            </a:r>
            <a:r>
              <a:rPr sz="900" b="1" kern="0" spc="0" dirty="0">
                <a:solidFill>
                  <a:schemeClr val="tx1"/>
                </a:solidFill>
                <a:cs typeface="Calibri" panose="020F0502020204030204"/>
              </a:rPr>
              <a:t>                                                                                                                             </a:t>
            </a:r>
            <a:r>
              <a:rPr sz="900" b="1" kern="0" spc="20" dirty="0">
                <a:solidFill>
                  <a:schemeClr val="tx1"/>
                </a:solidFill>
                <a:cs typeface="Calibri" panose="020F0502020204030204"/>
              </a:rPr>
              <a:t>T3</a:t>
            </a:r>
            <a:endParaRPr lang="en-US" altLang="en-US" sz="900" b="1" kern="0" spc="20" dirty="0">
              <a:solidFill>
                <a:schemeClr val="tx1"/>
              </a:solidFill>
              <a:cs typeface="Calibri" panose="020F0502020204030204"/>
            </a:endParaRPr>
          </a:p>
        </p:txBody>
      </p:sp>
      <p:sp>
        <p:nvSpPr>
          <p:cNvPr id="142" name="textbox 142"/>
          <p:cNvSpPr/>
          <p:nvPr>
            <p:custDataLst>
              <p:tags r:id="rId18"/>
            </p:custDataLst>
          </p:nvPr>
        </p:nvSpPr>
        <p:spPr>
          <a:xfrm>
            <a:off x="2727960" y="1412747"/>
            <a:ext cx="1598930" cy="320675"/>
          </a:xfrm>
          <a:prstGeom prst="rect">
            <a:avLst/>
          </a:prstGeom>
          <a:solidFill>
            <a:srgbClr val="A6A6A6"/>
          </a:solidFill>
        </p:spPr>
        <p:txBody>
          <a:bodyPr vert="horz" wrap="square" lIns="0" tIns="0" rIns="0" bIns="0">
            <a:normAutofit/>
          </a:bodyPr>
          <a:lstStyle/>
          <a:p>
            <a:pPr algn="l" rtl="0" eaLnBrk="0">
              <a:lnSpc>
                <a:spcPct val="112000"/>
              </a:lnSpc>
            </a:pPr>
            <a:endParaRPr lang="en-US" altLang="en-US" sz="600" dirty="0">
              <a:solidFill>
                <a:schemeClr val="dk1"/>
              </a:solidFill>
            </a:endParaRPr>
          </a:p>
          <a:p>
            <a:pPr marL="130175" algn="l" rtl="0" eaLnBrk="0">
              <a:lnSpc>
                <a:spcPts val="1150"/>
              </a:lnSpc>
              <a:spcBef>
                <a:spcPts val="5"/>
              </a:spcBef>
            </a:pPr>
            <a:r>
              <a:rPr sz="900" kern="0" spc="80" dirty="0">
                <a:solidFill>
                  <a:schemeClr val="dk1"/>
                </a:solidFill>
                <a:cs typeface="微软雅黑" panose="020B0503020204020204" charset="-122"/>
              </a:rPr>
              <a:t>1.1</a:t>
            </a:r>
            <a:r>
              <a:rPr sz="900" kern="0" spc="130" dirty="0">
                <a:solidFill>
                  <a:schemeClr val="dk1"/>
                </a:solidFill>
                <a:cs typeface="微软雅黑" panose="020B0503020204020204" charset="-122"/>
              </a:rPr>
              <a:t> </a:t>
            </a:r>
            <a:r>
              <a:rPr sz="900" kern="0" spc="0" dirty="0">
                <a:solidFill>
                  <a:schemeClr val="dk1"/>
                </a:solidFill>
                <a:cs typeface="微软雅黑" panose="020B0503020204020204" charset="-122"/>
              </a:rPr>
              <a:t>BTIT</a:t>
            </a:r>
            <a:r>
              <a:rPr sz="900" kern="0" spc="80" dirty="0">
                <a:solidFill>
                  <a:schemeClr val="dk1"/>
                </a:solidFill>
                <a:cs typeface="微软雅黑" panose="020B0503020204020204" charset="-122"/>
              </a:rPr>
              <a:t>原则和模式设计</a:t>
            </a:r>
            <a:endParaRPr lang="en-US" altLang="en-US" sz="900" kern="0" spc="80" dirty="0">
              <a:solidFill>
                <a:schemeClr val="dk1"/>
              </a:solidFill>
              <a:cs typeface="微软雅黑" panose="020B0503020204020204" charset="-122"/>
            </a:endParaRPr>
          </a:p>
        </p:txBody>
      </p:sp>
      <p:sp>
        <p:nvSpPr>
          <p:cNvPr id="144" name="textbox 144"/>
          <p:cNvSpPr/>
          <p:nvPr>
            <p:custDataLst>
              <p:tags r:id="rId19"/>
            </p:custDataLst>
          </p:nvPr>
        </p:nvSpPr>
        <p:spPr>
          <a:xfrm>
            <a:off x="347471" y="2782823"/>
            <a:ext cx="1071880" cy="474344"/>
          </a:xfrm>
          <a:prstGeom prst="rect">
            <a:avLst/>
          </a:prstGeom>
          <a:solidFill>
            <a:schemeClr val="accent1"/>
          </a:solidFill>
        </p:spPr>
        <p:txBody>
          <a:bodyPr vert="horz" wrap="square" lIns="0" tIns="0" rIns="0" bIns="0">
            <a:normAutofit/>
          </a:bodyPr>
          <a:lstStyle/>
          <a:p>
            <a:pPr algn="l" rtl="0" eaLnBrk="0">
              <a:lnSpc>
                <a:spcPct val="113000"/>
              </a:lnSpc>
            </a:pPr>
            <a:endParaRPr lang="en-US" altLang="en-US" sz="100" dirty="0">
              <a:solidFill>
                <a:schemeClr val="tx1"/>
              </a:solidFill>
            </a:endParaRPr>
          </a:p>
          <a:p>
            <a:pPr marL="342265" algn="l" rtl="0" eaLnBrk="0">
              <a:lnSpc>
                <a:spcPct val="98000"/>
              </a:lnSpc>
              <a:spcBef>
                <a:spcPts val="0"/>
              </a:spcBef>
            </a:pPr>
            <a:r>
              <a:rPr sz="900" kern="0" spc="80" dirty="0">
                <a:solidFill>
                  <a:schemeClr val="tx1"/>
                </a:solidFill>
                <a:cs typeface="微软雅黑" panose="020B0503020204020204" charset="-122"/>
              </a:rPr>
              <a:t>实施</a:t>
            </a:r>
            <a:endParaRPr lang="en-US" altLang="en-US" sz="900" dirty="0">
              <a:solidFill>
                <a:schemeClr val="tx1"/>
              </a:solidFill>
            </a:endParaRPr>
          </a:p>
          <a:p>
            <a:pPr marL="341630" algn="l" rtl="0" eaLnBrk="0">
              <a:lnSpc>
                <a:spcPts val="2100"/>
              </a:lnSpc>
            </a:pPr>
            <a:r>
              <a:rPr sz="900" kern="0" spc="80" dirty="0">
                <a:solidFill>
                  <a:schemeClr val="tx1"/>
                </a:solidFill>
                <a:cs typeface="微软雅黑" panose="020B0503020204020204" charset="-122"/>
              </a:rPr>
              <a:t>辅导</a:t>
            </a:r>
            <a:endParaRPr lang="en-US" altLang="en-US" sz="900" kern="0" spc="80" dirty="0">
              <a:solidFill>
                <a:schemeClr val="tx1"/>
              </a:solidFill>
              <a:cs typeface="微软雅黑" panose="020B0503020204020204" charset="-122"/>
            </a:endParaRPr>
          </a:p>
        </p:txBody>
      </p:sp>
      <p:sp>
        <p:nvSpPr>
          <p:cNvPr id="146" name="textbox 146"/>
          <p:cNvSpPr/>
          <p:nvPr>
            <p:custDataLst>
              <p:tags r:id="rId20"/>
            </p:custDataLst>
          </p:nvPr>
        </p:nvSpPr>
        <p:spPr>
          <a:xfrm>
            <a:off x="6880859" y="1412747"/>
            <a:ext cx="1437639" cy="330834"/>
          </a:xfrm>
          <a:prstGeom prst="rect">
            <a:avLst/>
          </a:prstGeom>
          <a:solidFill>
            <a:srgbClr val="A6A6A6"/>
          </a:solidFill>
        </p:spPr>
        <p:txBody>
          <a:bodyPr vert="horz" wrap="square" lIns="0" tIns="0" rIns="0" bIns="0">
            <a:normAutofit/>
          </a:bodyPr>
          <a:lstStyle/>
          <a:p>
            <a:pPr algn="l" rtl="0" eaLnBrk="0">
              <a:lnSpc>
                <a:spcPct val="102000"/>
              </a:lnSpc>
            </a:pPr>
            <a:endParaRPr lang="en-US" altLang="en-US" sz="700" dirty="0">
              <a:solidFill>
                <a:schemeClr val="dk1"/>
              </a:solidFill>
            </a:endParaRPr>
          </a:p>
          <a:p>
            <a:pPr marL="125095" algn="l" rtl="0" eaLnBrk="0">
              <a:lnSpc>
                <a:spcPts val="1155"/>
              </a:lnSpc>
              <a:spcBef>
                <a:spcPts val="0"/>
              </a:spcBef>
            </a:pPr>
            <a:r>
              <a:rPr sz="900" kern="0" spc="60" dirty="0">
                <a:solidFill>
                  <a:schemeClr val="dk1"/>
                </a:solidFill>
                <a:cs typeface="微软雅黑" panose="020B0503020204020204" charset="-122"/>
              </a:rPr>
              <a:t>1.7</a:t>
            </a:r>
            <a:r>
              <a:rPr sz="900" kern="0" spc="210" dirty="0">
                <a:solidFill>
                  <a:schemeClr val="dk1"/>
                </a:solidFill>
                <a:cs typeface="微软雅黑" panose="020B0503020204020204" charset="-122"/>
              </a:rPr>
              <a:t> </a:t>
            </a:r>
            <a:r>
              <a:rPr sz="900" kern="0" spc="0" dirty="0">
                <a:solidFill>
                  <a:schemeClr val="dk1"/>
                </a:solidFill>
                <a:cs typeface="微软雅黑" panose="020B0503020204020204" charset="-122"/>
              </a:rPr>
              <a:t>IT</a:t>
            </a:r>
            <a:r>
              <a:rPr sz="900" kern="0" spc="60" dirty="0">
                <a:solidFill>
                  <a:schemeClr val="dk1"/>
                </a:solidFill>
                <a:cs typeface="微软雅黑" panose="020B0503020204020204" charset="-122"/>
              </a:rPr>
              <a:t>转型和实施规划</a:t>
            </a:r>
            <a:endParaRPr lang="en-US" altLang="en-US" sz="900" kern="0" spc="60" dirty="0">
              <a:solidFill>
                <a:schemeClr val="dk1"/>
              </a:solidFill>
              <a:cs typeface="微软雅黑" panose="020B0503020204020204" charset="-122"/>
            </a:endParaRPr>
          </a:p>
        </p:txBody>
      </p:sp>
      <p:sp>
        <p:nvSpPr>
          <p:cNvPr id="148" name="textbox 148"/>
          <p:cNvSpPr/>
          <p:nvPr>
            <p:custDataLst>
              <p:tags r:id="rId21"/>
            </p:custDataLst>
          </p:nvPr>
        </p:nvSpPr>
        <p:spPr>
          <a:xfrm>
            <a:off x="8359140" y="1810511"/>
            <a:ext cx="1870075" cy="238125"/>
          </a:xfrm>
          <a:prstGeom prst="rect">
            <a:avLst/>
          </a:prstGeom>
          <a:solidFill>
            <a:srgbClr val="A6A6A6"/>
          </a:solidFill>
        </p:spPr>
        <p:txBody>
          <a:bodyPr vert="horz" wrap="square" lIns="0" tIns="0" rIns="0" bIns="0">
            <a:normAutofit/>
          </a:bodyPr>
          <a:lstStyle/>
          <a:p>
            <a:pPr algn="l" rtl="0" eaLnBrk="0">
              <a:lnSpc>
                <a:spcPct val="127000"/>
              </a:lnSpc>
            </a:pPr>
            <a:endParaRPr lang="en-US" altLang="en-US" sz="300" dirty="0">
              <a:solidFill>
                <a:schemeClr val="dk1"/>
              </a:solidFill>
            </a:endParaRPr>
          </a:p>
          <a:p>
            <a:pPr marL="186055" algn="l" rtl="0" eaLnBrk="0">
              <a:lnSpc>
                <a:spcPts val="1150"/>
              </a:lnSpc>
              <a:spcBef>
                <a:spcPts val="0"/>
              </a:spcBef>
            </a:pPr>
            <a:r>
              <a:rPr sz="900" kern="0" spc="80" dirty="0">
                <a:solidFill>
                  <a:schemeClr val="dk1"/>
                </a:solidFill>
                <a:cs typeface="微软雅黑" panose="020B0503020204020204" charset="-122"/>
              </a:rPr>
              <a:t>1.9 业务和</a:t>
            </a:r>
            <a:r>
              <a:rPr sz="900" kern="0" spc="0" dirty="0">
                <a:solidFill>
                  <a:schemeClr val="dk1"/>
                </a:solidFill>
                <a:cs typeface="微软雅黑" panose="020B0503020204020204" charset="-122"/>
              </a:rPr>
              <a:t>IT</a:t>
            </a:r>
            <a:r>
              <a:rPr sz="900" kern="0" spc="80" dirty="0">
                <a:solidFill>
                  <a:schemeClr val="dk1"/>
                </a:solidFill>
                <a:cs typeface="微软雅黑" panose="020B0503020204020204" charset="-122"/>
              </a:rPr>
              <a:t>能力培养和</a:t>
            </a:r>
            <a:r>
              <a:rPr sz="900" kern="0" spc="70" dirty="0">
                <a:solidFill>
                  <a:schemeClr val="dk1"/>
                </a:solidFill>
                <a:cs typeface="微软雅黑" panose="020B0503020204020204" charset="-122"/>
              </a:rPr>
              <a:t>建设</a:t>
            </a:r>
            <a:endParaRPr lang="en-US" altLang="en-US" sz="900" kern="0" spc="70" dirty="0">
              <a:solidFill>
                <a:schemeClr val="dk1"/>
              </a:solidFill>
              <a:cs typeface="微软雅黑" panose="020B0503020204020204" charset="-122"/>
            </a:endParaRPr>
          </a:p>
        </p:txBody>
      </p:sp>
      <p:pic>
        <p:nvPicPr>
          <p:cNvPr id="150" name="picture 150"/>
          <p:cNvPicPr>
            <a:picLocks noChangeAspect="1"/>
          </p:cNvPicPr>
          <p:nvPr>
            <p:custDataLst>
              <p:tags r:id="rId22"/>
            </p:custDataLst>
          </p:nvPr>
        </p:nvPicPr>
        <p:blipFill>
          <a:blip r:embed="rId23"/>
          <a:stretch>
            <a:fillRect/>
          </a:stretch>
        </p:blipFill>
        <p:spPr>
          <a:xfrm rot="21600000">
            <a:off x="6603492" y="1889759"/>
            <a:ext cx="1755647" cy="76200"/>
          </a:xfrm>
          <a:prstGeom prst="rect">
            <a:avLst/>
          </a:prstGeom>
        </p:spPr>
      </p:pic>
      <p:sp>
        <p:nvSpPr>
          <p:cNvPr id="152" name="textbox 152"/>
          <p:cNvSpPr/>
          <p:nvPr>
            <p:custDataLst>
              <p:tags r:id="rId24"/>
            </p:custDataLst>
          </p:nvPr>
        </p:nvSpPr>
        <p:spPr>
          <a:xfrm>
            <a:off x="4596383" y="1822704"/>
            <a:ext cx="2036445" cy="218440"/>
          </a:xfrm>
          <a:prstGeom prst="rect">
            <a:avLst/>
          </a:prstGeom>
          <a:solidFill>
            <a:srgbClr val="A6A6A6"/>
          </a:solidFill>
        </p:spPr>
        <p:txBody>
          <a:bodyPr vert="horz" wrap="square" lIns="0" tIns="0" rIns="0" bIns="0">
            <a:normAutofit/>
          </a:bodyPr>
          <a:lstStyle/>
          <a:p>
            <a:pPr algn="l" rtl="0" eaLnBrk="0">
              <a:lnSpc>
                <a:spcPct val="113000"/>
              </a:lnSpc>
            </a:pPr>
            <a:endParaRPr lang="en-US" altLang="en-US" sz="300" dirty="0">
              <a:solidFill>
                <a:schemeClr val="dk1"/>
              </a:solidFill>
            </a:endParaRPr>
          </a:p>
          <a:p>
            <a:pPr marL="309880" algn="l" rtl="0" eaLnBrk="0">
              <a:lnSpc>
                <a:spcPts val="1155"/>
              </a:lnSpc>
              <a:spcBef>
                <a:spcPts val="5"/>
              </a:spcBef>
            </a:pPr>
            <a:r>
              <a:rPr sz="900" kern="0" spc="70" dirty="0">
                <a:solidFill>
                  <a:schemeClr val="dk1"/>
                </a:solidFill>
                <a:cs typeface="微软雅黑" panose="020B0503020204020204" charset="-122"/>
              </a:rPr>
              <a:t>1.6</a:t>
            </a:r>
            <a:r>
              <a:rPr sz="900" kern="0" spc="200" dirty="0">
                <a:solidFill>
                  <a:schemeClr val="dk1"/>
                </a:solidFill>
                <a:cs typeface="微软雅黑" panose="020B0503020204020204" charset="-122"/>
              </a:rPr>
              <a:t> </a:t>
            </a:r>
            <a:r>
              <a:rPr sz="900" kern="0" spc="0" dirty="0">
                <a:solidFill>
                  <a:schemeClr val="dk1"/>
                </a:solidFill>
                <a:cs typeface="微软雅黑" panose="020B0503020204020204" charset="-122"/>
              </a:rPr>
              <a:t>BTIT</a:t>
            </a:r>
            <a:r>
              <a:rPr sz="900" kern="0" spc="70" dirty="0">
                <a:solidFill>
                  <a:schemeClr val="dk1"/>
                </a:solidFill>
                <a:cs typeface="微软雅黑" panose="020B0503020204020204" charset="-122"/>
              </a:rPr>
              <a:t>能力差距分析</a:t>
            </a:r>
            <a:endParaRPr lang="en-US" altLang="en-US" sz="900" kern="0" spc="70" dirty="0">
              <a:solidFill>
                <a:schemeClr val="dk1"/>
              </a:solidFill>
              <a:cs typeface="微软雅黑" panose="020B0503020204020204" charset="-122"/>
            </a:endParaRPr>
          </a:p>
        </p:txBody>
      </p:sp>
      <p:sp>
        <p:nvSpPr>
          <p:cNvPr id="154" name="textbox 154"/>
          <p:cNvSpPr/>
          <p:nvPr>
            <p:custDataLst>
              <p:tags r:id="rId25"/>
            </p:custDataLst>
          </p:nvPr>
        </p:nvSpPr>
        <p:spPr>
          <a:xfrm>
            <a:off x="4596383" y="1594104"/>
            <a:ext cx="2036445" cy="213359"/>
          </a:xfrm>
          <a:prstGeom prst="rect">
            <a:avLst/>
          </a:prstGeom>
          <a:solidFill>
            <a:srgbClr val="A6A6A6"/>
          </a:solidFill>
        </p:spPr>
        <p:txBody>
          <a:bodyPr vert="horz" wrap="square" lIns="0" tIns="0" rIns="0" bIns="0">
            <a:normAutofit/>
          </a:bodyPr>
          <a:lstStyle/>
          <a:p>
            <a:pPr algn="l" rtl="0" eaLnBrk="0">
              <a:lnSpc>
                <a:spcPct val="110000"/>
              </a:lnSpc>
            </a:pPr>
            <a:endParaRPr lang="en-US" altLang="en-US" sz="300" dirty="0">
              <a:solidFill>
                <a:schemeClr val="dk1"/>
              </a:solidFill>
            </a:endParaRPr>
          </a:p>
          <a:p>
            <a:pPr marL="474345" algn="l" rtl="0" eaLnBrk="0">
              <a:lnSpc>
                <a:spcPts val="1150"/>
              </a:lnSpc>
            </a:pPr>
            <a:r>
              <a:rPr sz="900" kern="0" spc="70" dirty="0">
                <a:solidFill>
                  <a:schemeClr val="dk1"/>
                </a:solidFill>
                <a:cs typeface="微软雅黑" panose="020B0503020204020204" charset="-122"/>
              </a:rPr>
              <a:t>1.5</a:t>
            </a:r>
            <a:r>
              <a:rPr sz="900" kern="0" spc="190" dirty="0">
                <a:solidFill>
                  <a:schemeClr val="dk1"/>
                </a:solidFill>
                <a:cs typeface="微软雅黑" panose="020B0503020204020204" charset="-122"/>
              </a:rPr>
              <a:t> </a:t>
            </a:r>
            <a:r>
              <a:rPr sz="900" kern="0" spc="0" dirty="0">
                <a:solidFill>
                  <a:schemeClr val="dk1"/>
                </a:solidFill>
                <a:cs typeface="微软雅黑" panose="020B0503020204020204" charset="-122"/>
              </a:rPr>
              <a:t>BTIT</a:t>
            </a:r>
            <a:r>
              <a:rPr sz="900" kern="0" spc="70" dirty="0">
                <a:solidFill>
                  <a:schemeClr val="dk1"/>
                </a:solidFill>
                <a:cs typeface="微软雅黑" panose="020B0503020204020204" charset="-122"/>
              </a:rPr>
              <a:t>流程和规则</a:t>
            </a:r>
            <a:endParaRPr lang="en-US" altLang="en-US" sz="900" kern="0" spc="70" dirty="0">
              <a:solidFill>
                <a:schemeClr val="dk1"/>
              </a:solidFill>
              <a:cs typeface="微软雅黑" panose="020B0503020204020204" charset="-122"/>
            </a:endParaRPr>
          </a:p>
        </p:txBody>
      </p:sp>
      <p:sp>
        <p:nvSpPr>
          <p:cNvPr id="156" name="textbox 156"/>
          <p:cNvSpPr/>
          <p:nvPr>
            <p:custDataLst>
              <p:tags r:id="rId26"/>
            </p:custDataLst>
          </p:nvPr>
        </p:nvSpPr>
        <p:spPr>
          <a:xfrm>
            <a:off x="4596383" y="2293620"/>
            <a:ext cx="2036445" cy="213359"/>
          </a:xfrm>
          <a:prstGeom prst="rect">
            <a:avLst/>
          </a:prstGeom>
          <a:solidFill>
            <a:schemeClr val="accent1"/>
          </a:solidFill>
        </p:spPr>
        <p:txBody>
          <a:bodyPr vert="horz" wrap="square" lIns="0" tIns="0" rIns="0" bIns="0">
            <a:normAutofit/>
          </a:bodyPr>
          <a:lstStyle/>
          <a:p>
            <a:pPr algn="l" rtl="0" eaLnBrk="0">
              <a:lnSpc>
                <a:spcPct val="108000"/>
              </a:lnSpc>
            </a:pPr>
            <a:endParaRPr lang="en-US" altLang="en-US" sz="300" dirty="0">
              <a:solidFill>
                <a:schemeClr val="tx1"/>
              </a:solidFill>
            </a:endParaRPr>
          </a:p>
          <a:p>
            <a:pPr marL="511175" algn="l" rtl="0" eaLnBrk="0">
              <a:lnSpc>
                <a:spcPts val="1155"/>
              </a:lnSpc>
              <a:spcBef>
                <a:spcPts val="5"/>
              </a:spcBef>
            </a:pPr>
            <a:r>
              <a:rPr sz="900" kern="0" spc="80" dirty="0">
                <a:solidFill>
                  <a:schemeClr val="tx1"/>
                </a:solidFill>
                <a:cs typeface="微软雅黑" panose="020B0503020204020204" charset="-122"/>
              </a:rPr>
              <a:t>2.2</a:t>
            </a:r>
            <a:r>
              <a:rPr sz="900" kern="0" spc="160" dirty="0">
                <a:solidFill>
                  <a:schemeClr val="tx1"/>
                </a:solidFill>
                <a:cs typeface="微软雅黑" panose="020B0503020204020204" charset="-122"/>
              </a:rPr>
              <a:t> </a:t>
            </a:r>
            <a:r>
              <a:rPr sz="900" kern="0" spc="0" dirty="0">
                <a:solidFill>
                  <a:schemeClr val="tx1"/>
                </a:solidFill>
                <a:cs typeface="微软雅黑" panose="020B0503020204020204" charset="-122"/>
              </a:rPr>
              <a:t>PMO</a:t>
            </a:r>
            <a:r>
              <a:rPr sz="900" kern="0" spc="80" dirty="0">
                <a:solidFill>
                  <a:schemeClr val="tx1"/>
                </a:solidFill>
                <a:cs typeface="微软雅黑" panose="020B0503020204020204" charset="-122"/>
              </a:rPr>
              <a:t>组织设计</a:t>
            </a:r>
            <a:endParaRPr lang="en-US" altLang="en-US" sz="900" kern="0" spc="80" dirty="0">
              <a:solidFill>
                <a:schemeClr val="tx1"/>
              </a:solidFill>
              <a:cs typeface="微软雅黑" panose="020B0503020204020204" charset="-122"/>
            </a:endParaRPr>
          </a:p>
        </p:txBody>
      </p:sp>
      <p:sp>
        <p:nvSpPr>
          <p:cNvPr id="158" name="textbox 158"/>
          <p:cNvSpPr/>
          <p:nvPr>
            <p:custDataLst>
              <p:tags r:id="rId27"/>
            </p:custDataLst>
          </p:nvPr>
        </p:nvSpPr>
        <p:spPr>
          <a:xfrm>
            <a:off x="4596383" y="2542032"/>
            <a:ext cx="2036445" cy="213359"/>
          </a:xfrm>
          <a:prstGeom prst="rect">
            <a:avLst/>
          </a:prstGeom>
          <a:solidFill>
            <a:schemeClr val="accent1"/>
          </a:solidFill>
        </p:spPr>
        <p:txBody>
          <a:bodyPr vert="horz" wrap="square" lIns="0" tIns="0" rIns="0" bIns="0">
            <a:normAutofit/>
          </a:bodyPr>
          <a:lstStyle/>
          <a:p>
            <a:pPr algn="l" rtl="0" eaLnBrk="0">
              <a:lnSpc>
                <a:spcPct val="109000"/>
              </a:lnSpc>
            </a:pPr>
            <a:endParaRPr lang="en-US" altLang="en-US" sz="300" dirty="0">
              <a:solidFill>
                <a:schemeClr val="tx1"/>
              </a:solidFill>
            </a:endParaRPr>
          </a:p>
          <a:p>
            <a:pPr marL="511175" algn="l" rtl="0" eaLnBrk="0">
              <a:lnSpc>
                <a:spcPts val="1155"/>
              </a:lnSpc>
              <a:spcBef>
                <a:spcPts val="0"/>
              </a:spcBef>
            </a:pPr>
            <a:r>
              <a:rPr sz="900" kern="0" spc="80" dirty="0">
                <a:solidFill>
                  <a:schemeClr val="tx1"/>
                </a:solidFill>
                <a:cs typeface="微软雅黑" panose="020B0503020204020204" charset="-122"/>
              </a:rPr>
              <a:t>2.3</a:t>
            </a:r>
            <a:r>
              <a:rPr sz="900" kern="0" spc="160" dirty="0">
                <a:solidFill>
                  <a:schemeClr val="tx1"/>
                </a:solidFill>
                <a:cs typeface="微软雅黑" panose="020B0503020204020204" charset="-122"/>
              </a:rPr>
              <a:t> </a:t>
            </a:r>
            <a:r>
              <a:rPr sz="900" kern="0" spc="0" dirty="0">
                <a:solidFill>
                  <a:schemeClr val="tx1"/>
                </a:solidFill>
                <a:cs typeface="微软雅黑" panose="020B0503020204020204" charset="-122"/>
              </a:rPr>
              <a:t>PMO</a:t>
            </a:r>
            <a:r>
              <a:rPr sz="900" kern="0" spc="80" dirty="0">
                <a:solidFill>
                  <a:schemeClr val="tx1"/>
                </a:solidFill>
                <a:cs typeface="微软雅黑" panose="020B0503020204020204" charset="-122"/>
              </a:rPr>
              <a:t>管控流程</a:t>
            </a:r>
            <a:endParaRPr lang="en-US" altLang="en-US" sz="900" kern="0" spc="80" dirty="0">
              <a:solidFill>
                <a:schemeClr val="tx1"/>
              </a:solidFill>
              <a:cs typeface="微软雅黑" panose="020B0503020204020204" charset="-122"/>
            </a:endParaRPr>
          </a:p>
        </p:txBody>
      </p:sp>
      <p:sp>
        <p:nvSpPr>
          <p:cNvPr id="160" name="textbox 160"/>
          <p:cNvSpPr/>
          <p:nvPr>
            <p:custDataLst>
              <p:tags r:id="rId28"/>
            </p:custDataLst>
          </p:nvPr>
        </p:nvSpPr>
        <p:spPr>
          <a:xfrm>
            <a:off x="6867144" y="2296668"/>
            <a:ext cx="1824354" cy="213359"/>
          </a:xfrm>
          <a:prstGeom prst="rect">
            <a:avLst/>
          </a:prstGeom>
          <a:solidFill>
            <a:schemeClr val="accent1"/>
          </a:solidFill>
        </p:spPr>
        <p:txBody>
          <a:bodyPr vert="horz" wrap="square" lIns="0" tIns="0" rIns="0" bIns="0">
            <a:normAutofit/>
          </a:bodyPr>
          <a:lstStyle/>
          <a:p>
            <a:pPr algn="l" rtl="0" eaLnBrk="0">
              <a:lnSpc>
                <a:spcPct val="110000"/>
              </a:lnSpc>
            </a:pPr>
            <a:endParaRPr lang="en-US" altLang="en-US" sz="300" dirty="0">
              <a:solidFill>
                <a:schemeClr val="tx1"/>
              </a:solidFill>
            </a:endParaRPr>
          </a:p>
          <a:p>
            <a:pPr marL="261620" algn="l" rtl="0" eaLnBrk="0">
              <a:lnSpc>
                <a:spcPts val="1145"/>
              </a:lnSpc>
              <a:spcBef>
                <a:spcPts val="0"/>
              </a:spcBef>
            </a:pPr>
            <a:r>
              <a:rPr sz="900" kern="0" spc="70" dirty="0">
                <a:solidFill>
                  <a:schemeClr val="tx1"/>
                </a:solidFill>
                <a:cs typeface="微软雅黑" panose="020B0503020204020204" charset="-122"/>
              </a:rPr>
              <a:t>2.4 项目管控实施辅导</a:t>
            </a:r>
            <a:endParaRPr lang="en-US" altLang="en-US" sz="900" kern="0" spc="70" dirty="0">
              <a:solidFill>
                <a:schemeClr val="tx1"/>
              </a:solidFill>
              <a:cs typeface="微软雅黑" panose="020B0503020204020204" charset="-122"/>
            </a:endParaRPr>
          </a:p>
        </p:txBody>
      </p:sp>
      <p:sp>
        <p:nvSpPr>
          <p:cNvPr id="162" name="textbox 162"/>
          <p:cNvSpPr/>
          <p:nvPr>
            <p:custDataLst>
              <p:tags r:id="rId29"/>
            </p:custDataLst>
          </p:nvPr>
        </p:nvSpPr>
        <p:spPr>
          <a:xfrm>
            <a:off x="6850380" y="2590800"/>
            <a:ext cx="1811020" cy="213359"/>
          </a:xfrm>
          <a:prstGeom prst="rect">
            <a:avLst/>
          </a:prstGeom>
          <a:solidFill>
            <a:schemeClr val="accent1"/>
          </a:solidFill>
        </p:spPr>
        <p:txBody>
          <a:bodyPr vert="horz" wrap="square" lIns="0" tIns="0" rIns="0" bIns="0">
            <a:normAutofit/>
          </a:bodyPr>
          <a:lstStyle/>
          <a:p>
            <a:pPr algn="l" rtl="0" eaLnBrk="0">
              <a:lnSpc>
                <a:spcPct val="109000"/>
              </a:lnSpc>
            </a:pPr>
            <a:endParaRPr lang="en-US" altLang="en-US" sz="300" dirty="0">
              <a:solidFill>
                <a:schemeClr val="tx1"/>
              </a:solidFill>
            </a:endParaRPr>
          </a:p>
          <a:p>
            <a:pPr marL="207645" algn="l" rtl="0" eaLnBrk="0">
              <a:lnSpc>
                <a:spcPts val="1150"/>
              </a:lnSpc>
              <a:spcBef>
                <a:spcPts val="0"/>
              </a:spcBef>
            </a:pPr>
            <a:r>
              <a:rPr sz="900" kern="0" spc="80" dirty="0">
                <a:solidFill>
                  <a:schemeClr val="tx1"/>
                </a:solidFill>
                <a:cs typeface="微软雅黑" panose="020B0503020204020204" charset="-122"/>
              </a:rPr>
              <a:t>2.5</a:t>
            </a:r>
            <a:r>
              <a:rPr sz="900" kern="0" spc="200" dirty="0">
                <a:solidFill>
                  <a:schemeClr val="tx1"/>
                </a:solidFill>
                <a:cs typeface="微软雅黑" panose="020B0503020204020204" charset="-122"/>
              </a:rPr>
              <a:t> </a:t>
            </a:r>
            <a:r>
              <a:rPr sz="900" kern="0" spc="0" dirty="0">
                <a:solidFill>
                  <a:schemeClr val="tx1"/>
                </a:solidFill>
                <a:cs typeface="微软雅黑" panose="020B0503020204020204" charset="-122"/>
              </a:rPr>
              <a:t>PMO</a:t>
            </a:r>
            <a:r>
              <a:rPr sz="900" kern="0" spc="80" dirty="0">
                <a:solidFill>
                  <a:schemeClr val="tx1"/>
                </a:solidFill>
                <a:cs typeface="微软雅黑" panose="020B0503020204020204" charset="-122"/>
              </a:rPr>
              <a:t>能力培养和建设</a:t>
            </a:r>
            <a:endParaRPr lang="en-US" altLang="en-US" sz="900" kern="0" spc="80" dirty="0">
              <a:solidFill>
                <a:schemeClr val="tx1"/>
              </a:solidFill>
              <a:cs typeface="微软雅黑" panose="020B0503020204020204" charset="-122"/>
            </a:endParaRPr>
          </a:p>
        </p:txBody>
      </p:sp>
      <p:sp>
        <p:nvSpPr>
          <p:cNvPr id="164" name="textbox 164"/>
          <p:cNvSpPr/>
          <p:nvPr>
            <p:custDataLst>
              <p:tags r:id="rId30"/>
            </p:custDataLst>
          </p:nvPr>
        </p:nvSpPr>
        <p:spPr>
          <a:xfrm>
            <a:off x="8901684" y="2456688"/>
            <a:ext cx="1327785" cy="287020"/>
          </a:xfrm>
          <a:prstGeom prst="rect">
            <a:avLst/>
          </a:prstGeom>
          <a:solidFill>
            <a:schemeClr val="accent1"/>
          </a:solidFill>
        </p:spPr>
        <p:txBody>
          <a:bodyPr vert="horz" wrap="square" lIns="0" tIns="0" rIns="0" bIns="0">
            <a:normAutofit/>
          </a:bodyPr>
          <a:lstStyle/>
          <a:p>
            <a:pPr algn="l" rtl="0" eaLnBrk="0">
              <a:lnSpc>
                <a:spcPct val="114000"/>
              </a:lnSpc>
            </a:pPr>
            <a:endParaRPr lang="en-US" altLang="en-US" sz="500" dirty="0">
              <a:solidFill>
                <a:schemeClr val="tx1"/>
              </a:solidFill>
            </a:endParaRPr>
          </a:p>
          <a:p>
            <a:pPr marL="245110" algn="l" rtl="0" eaLnBrk="0">
              <a:lnSpc>
                <a:spcPts val="1155"/>
              </a:lnSpc>
              <a:spcBef>
                <a:spcPts val="0"/>
              </a:spcBef>
            </a:pPr>
            <a:r>
              <a:rPr sz="900" kern="0" spc="60" dirty="0">
                <a:solidFill>
                  <a:schemeClr val="tx1"/>
                </a:solidFill>
                <a:cs typeface="微软雅黑" panose="020B0503020204020204" charset="-122"/>
              </a:rPr>
              <a:t>2.6 成熟度评估</a:t>
            </a:r>
            <a:endParaRPr lang="en-US" altLang="en-US" sz="900" kern="0" spc="60" dirty="0">
              <a:solidFill>
                <a:schemeClr val="tx1"/>
              </a:solidFill>
              <a:cs typeface="微软雅黑" panose="020B0503020204020204" charset="-122"/>
            </a:endParaRPr>
          </a:p>
        </p:txBody>
      </p:sp>
      <p:sp>
        <p:nvSpPr>
          <p:cNvPr id="166" name="textbox 166"/>
          <p:cNvSpPr/>
          <p:nvPr>
            <p:custDataLst>
              <p:tags r:id="rId31"/>
            </p:custDataLst>
          </p:nvPr>
        </p:nvSpPr>
        <p:spPr>
          <a:xfrm>
            <a:off x="2727960" y="1819655"/>
            <a:ext cx="1656714" cy="227329"/>
          </a:xfrm>
          <a:prstGeom prst="rect">
            <a:avLst/>
          </a:prstGeom>
          <a:solidFill>
            <a:srgbClr val="A6A6A6"/>
          </a:solidFill>
        </p:spPr>
        <p:txBody>
          <a:bodyPr vert="horz" wrap="square" lIns="0" tIns="0" rIns="0" bIns="0">
            <a:normAutofit/>
          </a:bodyPr>
          <a:lstStyle/>
          <a:p>
            <a:pPr algn="l" rtl="0" eaLnBrk="0">
              <a:lnSpc>
                <a:spcPct val="123000"/>
              </a:lnSpc>
            </a:pPr>
            <a:endParaRPr lang="en-US" altLang="en-US" sz="300" dirty="0">
              <a:solidFill>
                <a:schemeClr val="dk1"/>
              </a:solidFill>
            </a:endParaRPr>
          </a:p>
          <a:p>
            <a:pPr marL="158750" algn="l" rtl="0" eaLnBrk="0">
              <a:lnSpc>
                <a:spcPts val="1150"/>
              </a:lnSpc>
              <a:spcBef>
                <a:spcPts val="5"/>
              </a:spcBef>
            </a:pPr>
            <a:r>
              <a:rPr sz="900" kern="0" spc="80" dirty="0">
                <a:solidFill>
                  <a:schemeClr val="dk1"/>
                </a:solidFill>
                <a:cs typeface="微软雅黑" panose="020B0503020204020204" charset="-122"/>
              </a:rPr>
              <a:t>1.2</a:t>
            </a:r>
            <a:r>
              <a:rPr sz="900" kern="0" spc="130" dirty="0">
                <a:solidFill>
                  <a:schemeClr val="dk1"/>
                </a:solidFill>
                <a:cs typeface="微软雅黑" panose="020B0503020204020204" charset="-122"/>
              </a:rPr>
              <a:t> </a:t>
            </a:r>
            <a:r>
              <a:rPr sz="900" kern="0" spc="0" dirty="0">
                <a:solidFill>
                  <a:schemeClr val="dk1"/>
                </a:solidFill>
                <a:cs typeface="微软雅黑" panose="020B0503020204020204" charset="-122"/>
              </a:rPr>
              <a:t>BTIT</a:t>
            </a:r>
            <a:r>
              <a:rPr sz="900" kern="0" spc="80" dirty="0">
                <a:solidFill>
                  <a:schemeClr val="dk1"/>
                </a:solidFill>
                <a:cs typeface="微软雅黑" panose="020B0503020204020204" charset="-122"/>
              </a:rPr>
              <a:t>业务和能力模型</a:t>
            </a:r>
            <a:endParaRPr lang="en-US" altLang="en-US" sz="900" kern="0" spc="80" dirty="0">
              <a:solidFill>
                <a:schemeClr val="dk1"/>
              </a:solidFill>
              <a:cs typeface="微软雅黑" panose="020B0503020204020204" charset="-122"/>
            </a:endParaRPr>
          </a:p>
        </p:txBody>
      </p:sp>
      <p:sp>
        <p:nvSpPr>
          <p:cNvPr id="168" name="textbox 168"/>
          <p:cNvSpPr/>
          <p:nvPr>
            <p:custDataLst>
              <p:tags r:id="rId32"/>
            </p:custDataLst>
          </p:nvPr>
        </p:nvSpPr>
        <p:spPr>
          <a:xfrm>
            <a:off x="2727960" y="2068067"/>
            <a:ext cx="1656714" cy="215265"/>
          </a:xfrm>
          <a:prstGeom prst="rect">
            <a:avLst/>
          </a:prstGeom>
          <a:solidFill>
            <a:srgbClr val="A6A6A6"/>
          </a:solidFill>
        </p:spPr>
        <p:txBody>
          <a:bodyPr vert="horz" wrap="square" lIns="0" tIns="0" rIns="0" bIns="0">
            <a:normAutofit/>
          </a:bodyPr>
          <a:lstStyle/>
          <a:p>
            <a:pPr algn="l" rtl="0" eaLnBrk="0">
              <a:lnSpc>
                <a:spcPct val="112000"/>
              </a:lnSpc>
            </a:pPr>
            <a:endParaRPr lang="en-US" altLang="en-US" sz="300" dirty="0">
              <a:solidFill>
                <a:schemeClr val="dk1"/>
              </a:solidFill>
            </a:endParaRPr>
          </a:p>
          <a:p>
            <a:pPr marL="163195" algn="l" rtl="0" eaLnBrk="0">
              <a:lnSpc>
                <a:spcPts val="1155"/>
              </a:lnSpc>
            </a:pPr>
            <a:r>
              <a:rPr sz="900" kern="0" spc="70" dirty="0">
                <a:solidFill>
                  <a:schemeClr val="dk1"/>
                </a:solidFill>
                <a:cs typeface="微软雅黑" panose="020B0503020204020204" charset="-122"/>
              </a:rPr>
              <a:t>1.3 战略举措路径规划图</a:t>
            </a:r>
            <a:endParaRPr lang="en-US" altLang="en-US" sz="900" kern="0" spc="70" dirty="0">
              <a:solidFill>
                <a:schemeClr val="dk1"/>
              </a:solidFill>
              <a:cs typeface="微软雅黑" panose="020B0503020204020204" charset="-122"/>
            </a:endParaRPr>
          </a:p>
        </p:txBody>
      </p:sp>
      <p:pic>
        <p:nvPicPr>
          <p:cNvPr id="170" name="picture 170"/>
          <p:cNvPicPr>
            <a:picLocks noChangeAspect="1"/>
          </p:cNvPicPr>
          <p:nvPr>
            <p:custDataLst>
              <p:tags r:id="rId33"/>
            </p:custDataLst>
          </p:nvPr>
        </p:nvPicPr>
        <p:blipFill>
          <a:blip r:embed="rId34"/>
          <a:stretch>
            <a:fillRect/>
          </a:stretch>
        </p:blipFill>
        <p:spPr>
          <a:xfrm rot="21600000">
            <a:off x="4349495" y="1551432"/>
            <a:ext cx="2499360" cy="76200"/>
          </a:xfrm>
          <a:prstGeom prst="rect">
            <a:avLst/>
          </a:prstGeom>
        </p:spPr>
      </p:pic>
      <p:sp>
        <p:nvSpPr>
          <p:cNvPr id="172" name="rect"/>
          <p:cNvSpPr/>
          <p:nvPr/>
        </p:nvSpPr>
        <p:spPr>
          <a:xfrm>
            <a:off x="6561201" y="3356583"/>
            <a:ext cx="27305" cy="2993798"/>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174" name="path"/>
          <p:cNvSpPr/>
          <p:nvPr/>
        </p:nvSpPr>
        <p:spPr>
          <a:xfrm>
            <a:off x="6576781" y="4181219"/>
            <a:ext cx="254842" cy="273688"/>
          </a:xfrm>
          <a:custGeom>
            <a:avLst/>
            <a:gdLst/>
            <a:ahLst/>
            <a:cxnLst/>
            <a:rect l="0" t="0" r="0" b="0"/>
            <a:pathLst>
              <a:path w="401" h="431">
                <a:moveTo>
                  <a:pt x="3" y="427"/>
                </a:moveTo>
                <a:lnTo>
                  <a:pt x="397" y="3"/>
                </a:lnTo>
              </a:path>
            </a:pathLst>
          </a:custGeom>
          <a:noFill/>
          <a:ln w="6350" cap="flat">
            <a:solidFill>
              <a:srgbClr val="000000">
                <a:alpha val="100000"/>
              </a:srgbClr>
            </a:solidFill>
            <a:prstDash val="solid"/>
            <a:miter lim="1000000"/>
          </a:ln>
        </p:spPr>
        <p:txBody>
          <a:bodyPr rtlCol="0"/>
          <a:lstStyle/>
          <a:p>
            <a:pPr algn="ctr"/>
            <a:endParaRPr lang="zh-CN" altLang="en-US"/>
          </a:p>
        </p:txBody>
      </p:sp>
      <p:graphicFrame>
        <p:nvGraphicFramePr>
          <p:cNvPr id="176" name="table 176"/>
          <p:cNvGraphicFramePr>
            <a:graphicFrameLocks noGrp="1"/>
          </p:cNvGraphicFramePr>
          <p:nvPr>
            <p:custDataLst>
              <p:tags r:id="rId35"/>
            </p:custDataLst>
          </p:nvPr>
        </p:nvGraphicFramePr>
        <p:xfrm>
          <a:off x="6822694" y="4087114"/>
          <a:ext cx="913130" cy="190500"/>
        </p:xfrm>
        <a:graphic>
          <a:graphicData uri="http://schemas.openxmlformats.org/drawingml/2006/table">
            <a:tbl>
              <a:tblPr>
                <a:solidFill>
                  <a:srgbClr val="BFBFBF"/>
                </a:solidFill>
              </a:tblPr>
              <a:tblGrid>
                <a:gridCol w="913130"/>
              </a:tblGrid>
              <a:tr h="177800">
                <a:tc>
                  <a:txBody>
                    <a:bodyPr/>
                    <a:lstStyle/>
                    <a:p>
                      <a:pPr algn="l" rtl="0" eaLnBrk="0">
                        <a:lnSpc>
                          <a:spcPct val="130000"/>
                        </a:lnSpc>
                      </a:pPr>
                      <a:endParaRPr lang="en-US" altLang="en-US" sz="200" dirty="0"/>
                    </a:p>
                    <a:p>
                      <a:pPr marL="142875" algn="l" rtl="0" eaLnBrk="0">
                        <a:lnSpc>
                          <a:spcPts val="1135"/>
                        </a:lnSpc>
                        <a:spcBef>
                          <a:spcPts val="0"/>
                        </a:spcBef>
                      </a:pPr>
                      <a:r>
                        <a:rPr sz="900" kern="0" spc="90" dirty="0">
                          <a:solidFill>
                            <a:srgbClr val="000000">
                              <a:alpha val="100000"/>
                            </a:srgbClr>
                          </a:solidFill>
                          <a:cs typeface="微软雅黑" panose="020B0503020204020204" charset="-122"/>
                        </a:rPr>
                        <a:t>我们在这里</a:t>
                      </a:r>
                      <a:endParaRPr lang="en-US" altLang="en-US" sz="9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BFBFBF"/>
                    </a:solidFill>
                  </a:tcPr>
                </a:tc>
              </a:tr>
            </a:tbl>
          </a:graphicData>
        </a:graphic>
      </p:graphicFrame>
      <p:pic>
        <p:nvPicPr>
          <p:cNvPr id="178" name="picture 178"/>
          <p:cNvPicPr>
            <a:picLocks noChangeAspect="1"/>
          </p:cNvPicPr>
          <p:nvPr>
            <p:custDataLst>
              <p:tags r:id="rId36"/>
            </p:custDataLst>
          </p:nvPr>
        </p:nvPicPr>
        <p:blipFill>
          <a:blip r:embed="rId37"/>
          <a:stretch>
            <a:fillRect/>
          </a:stretch>
        </p:blipFill>
        <p:spPr>
          <a:xfrm rot="21600000">
            <a:off x="7336663" y="1743455"/>
            <a:ext cx="268096" cy="559815"/>
          </a:xfrm>
          <a:prstGeom prst="rect">
            <a:avLst/>
          </a:prstGeom>
        </p:spPr>
      </p:pic>
      <p:pic>
        <p:nvPicPr>
          <p:cNvPr id="180" name="picture 180"/>
          <p:cNvPicPr>
            <a:picLocks noChangeAspect="1"/>
          </p:cNvPicPr>
          <p:nvPr>
            <p:custDataLst>
              <p:tags r:id="rId38"/>
            </p:custDataLst>
          </p:nvPr>
        </p:nvPicPr>
        <p:blipFill>
          <a:blip r:embed="rId39"/>
          <a:stretch>
            <a:fillRect/>
          </a:stretch>
        </p:blipFill>
        <p:spPr>
          <a:xfrm rot="21600000">
            <a:off x="6632447" y="2351659"/>
            <a:ext cx="247269" cy="302895"/>
          </a:xfrm>
          <a:prstGeom prst="rect">
            <a:avLst/>
          </a:prstGeom>
        </p:spPr>
      </p:pic>
      <p:pic>
        <p:nvPicPr>
          <p:cNvPr id="182" name="picture 182"/>
          <p:cNvPicPr>
            <a:picLocks noChangeAspect="1"/>
          </p:cNvPicPr>
          <p:nvPr>
            <p:custDataLst>
              <p:tags r:id="rId40"/>
            </p:custDataLst>
          </p:nvPr>
        </p:nvPicPr>
        <p:blipFill>
          <a:blip r:embed="rId41"/>
          <a:stretch>
            <a:fillRect/>
          </a:stretch>
        </p:blipFill>
        <p:spPr>
          <a:xfrm rot="21600000">
            <a:off x="8317992" y="1527428"/>
            <a:ext cx="354075" cy="103378"/>
          </a:xfrm>
          <a:prstGeom prst="rect">
            <a:avLst/>
          </a:prstGeom>
        </p:spPr>
      </p:pic>
      <p:pic>
        <p:nvPicPr>
          <p:cNvPr id="184" name="picture 184"/>
          <p:cNvPicPr>
            <a:picLocks noChangeAspect="1"/>
          </p:cNvPicPr>
          <p:nvPr>
            <p:custDataLst>
              <p:tags r:id="rId42"/>
            </p:custDataLst>
          </p:nvPr>
        </p:nvPicPr>
        <p:blipFill>
          <a:blip r:embed="rId43"/>
          <a:stretch>
            <a:fillRect/>
          </a:stretch>
        </p:blipFill>
        <p:spPr>
          <a:xfrm rot="21600000">
            <a:off x="8660765" y="2641727"/>
            <a:ext cx="237362" cy="103378"/>
          </a:xfrm>
          <a:prstGeom prst="rect">
            <a:avLst/>
          </a:prstGeom>
        </p:spPr>
      </p:pic>
      <p:pic>
        <p:nvPicPr>
          <p:cNvPr id="186" name="picture 186"/>
          <p:cNvPicPr>
            <a:picLocks noChangeAspect="1"/>
          </p:cNvPicPr>
          <p:nvPr>
            <p:custDataLst>
              <p:tags r:id="rId44"/>
            </p:custDataLst>
          </p:nvPr>
        </p:nvPicPr>
        <p:blipFill>
          <a:blip r:embed="rId45"/>
          <a:stretch>
            <a:fillRect/>
          </a:stretch>
        </p:blipFill>
        <p:spPr>
          <a:xfrm rot="21600000">
            <a:off x="4315967" y="1640966"/>
            <a:ext cx="307847" cy="76200"/>
          </a:xfrm>
          <a:prstGeom prst="rect">
            <a:avLst/>
          </a:prstGeom>
        </p:spPr>
      </p:pic>
      <p:pic>
        <p:nvPicPr>
          <p:cNvPr id="188" name="picture 188"/>
          <p:cNvPicPr>
            <a:picLocks noChangeAspect="1"/>
          </p:cNvPicPr>
          <p:nvPr>
            <p:custDataLst>
              <p:tags r:id="rId46"/>
            </p:custDataLst>
          </p:nvPr>
        </p:nvPicPr>
        <p:blipFill>
          <a:blip r:embed="rId47"/>
          <a:stretch>
            <a:fillRect/>
          </a:stretch>
        </p:blipFill>
        <p:spPr>
          <a:xfrm rot="21600000">
            <a:off x="2531236" y="2475357"/>
            <a:ext cx="219710" cy="103378"/>
          </a:xfrm>
          <a:prstGeom prst="rect">
            <a:avLst/>
          </a:prstGeom>
        </p:spPr>
      </p:pic>
      <p:pic>
        <p:nvPicPr>
          <p:cNvPr id="190" name="picture 190"/>
          <p:cNvPicPr>
            <a:picLocks noChangeAspect="1"/>
          </p:cNvPicPr>
          <p:nvPr>
            <p:custDataLst>
              <p:tags r:id="rId48"/>
            </p:custDataLst>
          </p:nvPr>
        </p:nvPicPr>
        <p:blipFill>
          <a:blip r:embed="rId49"/>
          <a:stretch>
            <a:fillRect/>
          </a:stretch>
        </p:blipFill>
        <p:spPr>
          <a:xfrm rot="21600000">
            <a:off x="2552572" y="2138552"/>
            <a:ext cx="219710" cy="103378"/>
          </a:xfrm>
          <a:prstGeom prst="rect">
            <a:avLst/>
          </a:prstGeom>
        </p:spPr>
      </p:pic>
      <p:pic>
        <p:nvPicPr>
          <p:cNvPr id="192" name="picture 192"/>
          <p:cNvPicPr>
            <a:picLocks noChangeAspect="1"/>
          </p:cNvPicPr>
          <p:nvPr>
            <p:custDataLst>
              <p:tags r:id="rId50"/>
            </p:custDataLst>
          </p:nvPr>
        </p:nvPicPr>
        <p:blipFill>
          <a:blip r:embed="rId51"/>
          <a:stretch>
            <a:fillRect/>
          </a:stretch>
        </p:blipFill>
        <p:spPr>
          <a:xfrm rot="21600000">
            <a:off x="4329557" y="1451609"/>
            <a:ext cx="295783" cy="76200"/>
          </a:xfrm>
          <a:prstGeom prst="rect">
            <a:avLst/>
          </a:prstGeom>
        </p:spPr>
      </p:pic>
      <p:pic>
        <p:nvPicPr>
          <p:cNvPr id="194" name="picture 194"/>
          <p:cNvPicPr>
            <a:picLocks noChangeAspect="1"/>
          </p:cNvPicPr>
          <p:nvPr>
            <p:custDataLst>
              <p:tags r:id="rId52"/>
            </p:custDataLst>
          </p:nvPr>
        </p:nvPicPr>
        <p:blipFill>
          <a:blip r:embed="rId53"/>
          <a:stretch>
            <a:fillRect/>
          </a:stretch>
        </p:blipFill>
        <p:spPr>
          <a:xfrm rot="21600000">
            <a:off x="2531364" y="1521078"/>
            <a:ext cx="196976" cy="103378"/>
          </a:xfrm>
          <a:prstGeom prst="rect">
            <a:avLst/>
          </a:prstGeom>
        </p:spPr>
      </p:pic>
      <p:pic>
        <p:nvPicPr>
          <p:cNvPr id="196" name="picture 196"/>
          <p:cNvPicPr>
            <a:picLocks noChangeAspect="1"/>
          </p:cNvPicPr>
          <p:nvPr>
            <p:custDataLst>
              <p:tags r:id="rId54"/>
            </p:custDataLst>
          </p:nvPr>
        </p:nvPicPr>
        <p:blipFill>
          <a:blip r:embed="rId55"/>
          <a:stretch>
            <a:fillRect/>
          </a:stretch>
        </p:blipFill>
        <p:spPr>
          <a:xfrm rot="21600000">
            <a:off x="4373879" y="2610611"/>
            <a:ext cx="262128" cy="76200"/>
          </a:xfrm>
          <a:prstGeom prst="rect">
            <a:avLst/>
          </a:prstGeom>
        </p:spPr>
      </p:pic>
      <p:pic>
        <p:nvPicPr>
          <p:cNvPr id="198" name="picture 198"/>
          <p:cNvPicPr>
            <a:picLocks noChangeAspect="1"/>
          </p:cNvPicPr>
          <p:nvPr>
            <p:custDataLst>
              <p:tags r:id="rId56"/>
            </p:custDataLst>
          </p:nvPr>
        </p:nvPicPr>
        <p:blipFill>
          <a:blip r:embed="rId57"/>
          <a:stretch>
            <a:fillRect/>
          </a:stretch>
        </p:blipFill>
        <p:spPr>
          <a:xfrm rot="21600000">
            <a:off x="4384421" y="1906270"/>
            <a:ext cx="251586" cy="76072"/>
          </a:xfrm>
          <a:prstGeom prst="rect">
            <a:avLst/>
          </a:prstGeom>
        </p:spPr>
      </p:pic>
      <p:pic>
        <p:nvPicPr>
          <p:cNvPr id="200" name="picture 200"/>
          <p:cNvPicPr>
            <a:picLocks noChangeAspect="1"/>
          </p:cNvPicPr>
          <p:nvPr>
            <p:custDataLst>
              <p:tags r:id="rId58"/>
            </p:custDataLst>
          </p:nvPr>
        </p:nvPicPr>
        <p:blipFill>
          <a:blip r:embed="rId59"/>
          <a:stretch>
            <a:fillRect/>
          </a:stretch>
        </p:blipFill>
        <p:spPr>
          <a:xfrm rot="21600000">
            <a:off x="4384548" y="2350008"/>
            <a:ext cx="239267" cy="76200"/>
          </a:xfrm>
          <a:prstGeom prst="rect">
            <a:avLst/>
          </a:prstGeom>
        </p:spPr>
      </p:pic>
      <p:pic>
        <p:nvPicPr>
          <p:cNvPr id="202" name="picture 202"/>
          <p:cNvPicPr>
            <a:picLocks noChangeAspect="1"/>
          </p:cNvPicPr>
          <p:nvPr>
            <p:custDataLst>
              <p:tags r:id="rId60"/>
            </p:custDataLst>
          </p:nvPr>
        </p:nvPicPr>
        <p:blipFill>
          <a:blip r:embed="rId61"/>
          <a:stretch>
            <a:fillRect/>
          </a:stretch>
        </p:blipFill>
        <p:spPr>
          <a:xfrm rot="21600000">
            <a:off x="9287891" y="1717040"/>
            <a:ext cx="102616" cy="100838"/>
          </a:xfrm>
          <a:prstGeom prst="rect">
            <a:avLst/>
          </a:prstGeom>
        </p:spPr>
      </p:pic>
      <p:pic>
        <p:nvPicPr>
          <p:cNvPr id="204" name="picture 204"/>
          <p:cNvPicPr>
            <a:picLocks noChangeAspect="1"/>
          </p:cNvPicPr>
          <p:nvPr>
            <p:custDataLst>
              <p:tags r:id="rId62"/>
            </p:custDataLst>
          </p:nvPr>
        </p:nvPicPr>
        <p:blipFill>
          <a:blip r:embed="rId63"/>
          <a:stretch>
            <a:fillRect/>
          </a:stretch>
        </p:blipFill>
        <p:spPr>
          <a:xfrm rot="21600000">
            <a:off x="7752715" y="2511678"/>
            <a:ext cx="103378" cy="96139"/>
          </a:xfrm>
          <a:prstGeom prst="rect">
            <a:avLst/>
          </a:prstGeom>
        </p:spPr>
      </p:pic>
      <p:pic>
        <p:nvPicPr>
          <p:cNvPr id="206" name="picture 206"/>
          <p:cNvPicPr>
            <a:picLocks noChangeAspect="1"/>
          </p:cNvPicPr>
          <p:nvPr>
            <p:custDataLst>
              <p:tags r:id="rId64"/>
            </p:custDataLst>
          </p:nvPr>
        </p:nvPicPr>
        <p:blipFill>
          <a:blip r:embed="rId65"/>
          <a:stretch>
            <a:fillRect/>
          </a:stretch>
        </p:blipFill>
        <p:spPr>
          <a:xfrm rot="21600000">
            <a:off x="3462909" y="1728978"/>
            <a:ext cx="76072" cy="78485"/>
          </a:xfrm>
          <a:prstGeom prst="rect">
            <a:avLst/>
          </a:prstGeom>
        </p:spPr>
      </p:pic>
    </p:spTree>
    <p:custDataLst>
      <p:tags r:id="rId66"/>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8" name="table 208"/>
          <p:cNvGraphicFramePr>
            <a:graphicFrameLocks noGrp="1"/>
          </p:cNvGraphicFramePr>
          <p:nvPr>
            <p:custDataLst>
              <p:tags r:id="rId1"/>
            </p:custDataLst>
          </p:nvPr>
        </p:nvGraphicFramePr>
        <p:xfrm>
          <a:off x="770661" y="1264665"/>
          <a:ext cx="10400029" cy="5079365"/>
        </p:xfrm>
        <a:graphic>
          <a:graphicData uri="http://schemas.openxmlformats.org/drawingml/2006/table">
            <a:tbl>
              <a:tblPr/>
              <a:tblGrid>
                <a:gridCol w="713105"/>
                <a:gridCol w="726440"/>
                <a:gridCol w="615950"/>
                <a:gridCol w="1069339"/>
                <a:gridCol w="622934"/>
                <a:gridCol w="1089660"/>
                <a:gridCol w="674369"/>
                <a:gridCol w="1268730"/>
                <a:gridCol w="721994"/>
                <a:gridCol w="1115695"/>
                <a:gridCol w="721994"/>
                <a:gridCol w="1059815"/>
              </a:tblGrid>
              <a:tr h="210819">
                <a:tc gridSpan="12">
                  <a:txBody>
                    <a:bodyPr/>
                    <a:lstStyle/>
                    <a:p>
                      <a:pPr algn="l" rtl="0" eaLnBrk="0">
                        <a:lnSpc>
                          <a:spcPct val="147000"/>
                        </a:lnSpc>
                      </a:pPr>
                      <a:endParaRPr lang="en-US" altLang="en-US" sz="200" dirty="0"/>
                    </a:p>
                    <a:p>
                      <a:pPr marL="249555" algn="l" rtl="0" eaLnBrk="0">
                        <a:lnSpc>
                          <a:spcPct val="97000"/>
                        </a:lnSpc>
                      </a:pPr>
                      <a:r>
                        <a:rPr sz="900" b="1" kern="0" spc="0" dirty="0">
                          <a:solidFill>
                            <a:srgbClr val="000000">
                              <a:alpha val="100000"/>
                            </a:srgbClr>
                          </a:solidFill>
                          <a:cs typeface="微软雅黑" panose="020B0503020204020204" charset="-122"/>
                        </a:rPr>
                        <a:t>部门          访谈对象              部门               访谈对象           部门               访谈对象                部门                访谈对象                                                                         </a:t>
                      </a:r>
                      <a:r>
                        <a:rPr sz="900" b="1" kern="0" spc="-10" dirty="0">
                          <a:solidFill>
                            <a:srgbClr val="000000">
                              <a:alpha val="100000"/>
                            </a:srgbClr>
                          </a:solidFill>
                          <a:cs typeface="微软雅黑" panose="020B0503020204020204" charset="-122"/>
                        </a:rPr>
                        <a:t>  部门                访谈对象</a:t>
                      </a:r>
                      <a:endParaRPr lang="en-US" altLang="en-US" sz="900" dirty="0"/>
                    </a:p>
                  </a:txBody>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hMerge="1">
                  <a:tcPr marL="0" marR="0" marT="0" marB="0" vert="horz">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r h="200660">
                <a:tc gridSpan="4">
                  <a:txBody>
                    <a:bodyPr/>
                    <a:lstStyle/>
                    <a:p>
                      <a:pPr algn="l" rtl="0" eaLnBrk="0">
                        <a:lnSpc>
                          <a:spcPct val="135000"/>
                        </a:lnSpc>
                      </a:pPr>
                      <a:endParaRPr lang="en-US" altLang="en-US" sz="200" dirty="0"/>
                    </a:p>
                    <a:p>
                      <a:pPr marL="1522095" algn="l" rtl="0" eaLnBrk="0">
                        <a:lnSpc>
                          <a:spcPct val="83000"/>
                        </a:lnSpc>
                        <a:spcBef>
                          <a:spcPts val="0"/>
                        </a:spcBef>
                      </a:pPr>
                      <a:r>
                        <a:rPr sz="900" b="1" kern="0" spc="-20" dirty="0">
                          <a:solidFill>
                            <a:srgbClr val="000000">
                              <a:alpha val="100000"/>
                            </a:srgbClr>
                          </a:solidFill>
                          <a:cs typeface="微软雅黑" panose="020B0503020204020204" charset="-122"/>
                        </a:rPr>
                        <a:t>IT</a:t>
                      </a:r>
                      <a:endParaRPr lang="en-US" altLang="en-US" sz="9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algn="l" rtl="0" eaLnBrk="0">
                        <a:lnSpc>
                          <a:spcPct val="113000"/>
                        </a:lnSpc>
                      </a:pPr>
                      <a:endParaRPr lang="en-US" altLang="en-US" sz="200" dirty="0"/>
                    </a:p>
                    <a:p>
                      <a:pPr marL="2633345" algn="l" rtl="0" eaLnBrk="0">
                        <a:lnSpc>
                          <a:spcPct val="98000"/>
                        </a:lnSpc>
                        <a:spcBef>
                          <a:spcPts val="0"/>
                        </a:spcBef>
                      </a:pPr>
                      <a:r>
                        <a:rPr sz="900" b="1" kern="0" spc="-10" dirty="0">
                          <a:solidFill>
                            <a:srgbClr val="000000">
                              <a:alpha val="100000"/>
                            </a:srgbClr>
                          </a:solidFill>
                          <a:cs typeface="微软雅黑" panose="020B0503020204020204" charset="-122"/>
                        </a:rPr>
                        <a:t>省区</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rtl="0" eaLnBrk="0">
                        <a:lnSpc>
                          <a:spcPct val="115000"/>
                        </a:lnSpc>
                      </a:pPr>
                      <a:endParaRPr lang="en-US" altLang="en-US" sz="200" dirty="0"/>
                    </a:p>
                    <a:p>
                      <a:pPr marL="661035" algn="l" rtl="0" eaLnBrk="0">
                        <a:lnSpc>
                          <a:spcPct val="97000"/>
                        </a:lnSpc>
                      </a:pPr>
                      <a:r>
                        <a:rPr sz="900" b="1" kern="0" spc="-10" dirty="0">
                          <a:solidFill>
                            <a:srgbClr val="000000">
                              <a:alpha val="100000"/>
                            </a:srgbClr>
                          </a:solidFill>
                          <a:cs typeface="微软雅黑" panose="020B0503020204020204" charset="-122"/>
                        </a:rPr>
                        <a:t>公司领导</a:t>
                      </a:r>
                      <a:endParaRPr lang="en-US" altLang="en-US" sz="900" dirty="0"/>
                    </a:p>
                  </a:txBody>
                  <a:tcPr marL="0" marR="0" marT="0" marB="0" vert="horz">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0">
                <a:tc>
                  <a:txBody>
                    <a:bodyPr/>
                    <a:lstStyle/>
                    <a:p>
                      <a:pPr algn="l" rtl="0" eaLnBrk="0">
                        <a:lnSpc>
                          <a:spcPct val="100000"/>
                        </a:lnSpc>
                      </a:pPr>
                      <a:endParaRPr lang="en-US" altLang="en-US" sz="700" dirty="0"/>
                    </a:p>
                    <a:p>
                      <a:pPr marL="56515" algn="l" rtl="0" eaLnBrk="0">
                        <a:lnSpc>
                          <a:spcPct val="97000"/>
                        </a:lnSpc>
                        <a:spcBef>
                          <a:spcPts val="5"/>
                        </a:spcBef>
                      </a:pPr>
                      <a:r>
                        <a:rPr sz="900" kern="0" spc="-30" dirty="0">
                          <a:solidFill>
                            <a:srgbClr val="000000">
                              <a:alpha val="100000"/>
                            </a:srgbClr>
                          </a:solidFill>
                          <a:cs typeface="微软雅黑" panose="020B0503020204020204" charset="-122"/>
                        </a:rPr>
                        <a:t>IT中心</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27000"/>
                        </a:lnSpc>
                      </a:pPr>
                      <a:endParaRPr lang="en-US" altLang="en-US" sz="200" dirty="0"/>
                    </a:p>
                    <a:p>
                      <a:pPr marL="37465" algn="l" rtl="0" eaLnBrk="0">
                        <a:lnSpc>
                          <a:spcPct val="90000"/>
                        </a:lnSpc>
                        <a:spcBef>
                          <a:spcPts val="0"/>
                        </a:spcBef>
                      </a:pPr>
                      <a:r>
                        <a:rPr sz="900" kern="0" spc="-10" dirty="0">
                          <a:solidFill>
                            <a:srgbClr val="000000">
                              <a:alpha val="100000"/>
                            </a:srgbClr>
                          </a:solidFill>
                          <a:cs typeface="微软雅黑" panose="020B0503020204020204" charset="-122"/>
                        </a:rPr>
                        <a:t>负责人：周    运华</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6000"/>
                        </a:lnSpc>
                      </a:pPr>
                      <a:endParaRPr lang="en-US" altLang="en-US" sz="600" dirty="0"/>
                    </a:p>
                    <a:p>
                      <a:pPr marL="37465" algn="l" rtl="0" eaLnBrk="0">
                        <a:lnSpc>
                          <a:spcPct val="98000"/>
                        </a:lnSpc>
                        <a:spcBef>
                          <a:spcPts val="0"/>
                        </a:spcBef>
                      </a:pPr>
                      <a:r>
                        <a:rPr sz="900" kern="0" spc="-10" dirty="0">
                          <a:solidFill>
                            <a:srgbClr val="000000">
                              <a:alpha val="100000"/>
                            </a:srgbClr>
                          </a:solidFill>
                          <a:cs typeface="微软雅黑" panose="020B0503020204020204" charset="-122"/>
                        </a:rPr>
                        <a:t>产品部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27000"/>
                        </a:lnSpc>
                      </a:pPr>
                      <a:endParaRPr lang="en-US" altLang="en-US" sz="200" dirty="0"/>
                    </a:p>
                    <a:p>
                      <a:pPr marL="38100" algn="l" rtl="0" eaLnBrk="0">
                        <a:lnSpc>
                          <a:spcPct val="90000"/>
                        </a:lnSpc>
                        <a:spcBef>
                          <a:spcPts val="0"/>
                        </a:spcBef>
                      </a:pPr>
                      <a:r>
                        <a:rPr sz="900" kern="0" spc="-60" dirty="0">
                          <a:solidFill>
                            <a:srgbClr val="000000">
                              <a:alpha val="100000"/>
                            </a:srgbClr>
                          </a:solidFill>
                          <a:cs typeface="微软雅黑" panose="020B0503020204020204" charset="-122"/>
                        </a:rPr>
                        <a:t>夏智理、魏成虎、       </a:t>
                      </a:r>
                      <a:r>
                        <a:rPr sz="900" kern="0" spc="-10" dirty="0">
                          <a:solidFill>
                            <a:srgbClr val="000000">
                              <a:alpha val="100000"/>
                            </a:srgbClr>
                          </a:solidFill>
                          <a:cs typeface="微软雅黑" panose="020B0503020204020204" charset="-122"/>
                        </a:rPr>
                        <a:t>韩雪磊、李飞飞</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rowSpan="6">
                  <a:txBody>
                    <a:bodyPr/>
                    <a:lstStyle/>
                    <a:p>
                      <a:pPr algn="l" rtl="0" eaLnBrk="0">
                        <a:lnSpc>
                          <a:spcPct val="113000"/>
                        </a:lnSpc>
                      </a:pPr>
                      <a:endParaRPr lang="en-US" altLang="en-US" sz="1000" dirty="0"/>
                    </a:p>
                    <a:p>
                      <a:pPr algn="l" rtl="0" eaLnBrk="0">
                        <a:lnSpc>
                          <a:spcPct val="113000"/>
                        </a:lnSpc>
                      </a:pPr>
                      <a:endParaRPr lang="en-US" altLang="en-US" sz="1000" dirty="0"/>
                    </a:p>
                    <a:p>
                      <a:pPr algn="l" rtl="0" eaLnBrk="0">
                        <a:lnSpc>
                          <a:spcPct val="113000"/>
                        </a:lnSpc>
                      </a:pPr>
                      <a:endParaRPr lang="en-US" altLang="en-US" sz="1000" dirty="0"/>
                    </a:p>
                    <a:p>
                      <a:pPr algn="l" rtl="0" eaLnBrk="0">
                        <a:lnSpc>
                          <a:spcPct val="113000"/>
                        </a:lnSpc>
                      </a:pPr>
                      <a:endParaRPr lang="en-US" altLang="en-US" sz="1000" dirty="0"/>
                    </a:p>
                    <a:p>
                      <a:pPr algn="l" rtl="0" eaLnBrk="0">
                        <a:lnSpc>
                          <a:spcPct val="113000"/>
                        </a:lnSpc>
                      </a:pPr>
                      <a:endParaRPr lang="en-US" altLang="en-US" sz="1000" dirty="0"/>
                    </a:p>
                    <a:p>
                      <a:pPr marL="140335" algn="l" rtl="0" eaLnBrk="0">
                        <a:lnSpc>
                          <a:spcPct val="98000"/>
                        </a:lnSpc>
                      </a:pPr>
                      <a:r>
                        <a:rPr sz="900" kern="0" spc="-10" dirty="0">
                          <a:solidFill>
                            <a:srgbClr val="000000">
                              <a:alpha val="100000"/>
                            </a:srgbClr>
                          </a:solidFill>
                          <a:cs typeface="微软雅黑" panose="020B0503020204020204" charset="-122"/>
                        </a:rPr>
                        <a:t>广东省</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0000"/>
                        </a:lnSpc>
                      </a:pPr>
                      <a:endParaRPr lang="en-US" altLang="en-US" sz="700" dirty="0"/>
                    </a:p>
                    <a:p>
                      <a:pPr marL="38100" algn="l" rtl="0" eaLnBrk="0">
                        <a:lnSpc>
                          <a:spcPct val="97000"/>
                        </a:lnSpc>
                        <a:spcBef>
                          <a:spcPts val="5"/>
                        </a:spcBef>
                      </a:pPr>
                      <a:r>
                        <a:rPr sz="900" kern="0" spc="-10" dirty="0">
                          <a:solidFill>
                            <a:srgbClr val="000000">
                              <a:alpha val="100000"/>
                            </a:srgbClr>
                          </a:solidFill>
                          <a:cs typeface="微软雅黑" panose="020B0503020204020204" charset="-122"/>
                        </a:rPr>
                        <a:t>总经理：林楷</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rowSpan="2">
                  <a:txBody>
                    <a:bodyPr/>
                    <a:lstStyle/>
                    <a:p>
                      <a:pPr algn="l" rtl="0" eaLnBrk="0">
                        <a:lnSpc>
                          <a:spcPct val="164000"/>
                        </a:lnSpc>
                      </a:pPr>
                      <a:endParaRPr lang="en-US" altLang="en-US" sz="1000" dirty="0"/>
                    </a:p>
                    <a:p>
                      <a:pPr marL="173355" algn="l" rtl="0" eaLnBrk="0">
                        <a:lnSpc>
                          <a:spcPct val="97000"/>
                        </a:lnSpc>
                        <a:spcBef>
                          <a:spcPts val="5"/>
                        </a:spcBef>
                      </a:pPr>
                      <a:r>
                        <a:rPr sz="900" kern="0" spc="-20" dirty="0">
                          <a:solidFill>
                            <a:srgbClr val="000000">
                              <a:alpha val="100000"/>
                            </a:srgbClr>
                          </a:solidFill>
                          <a:cs typeface="微软雅黑" panose="020B0503020204020204" charset="-122"/>
                        </a:rPr>
                        <a:t>陕西省</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5000"/>
                        </a:lnSpc>
                      </a:pPr>
                      <a:endParaRPr lang="en-US" altLang="en-US" sz="500" dirty="0"/>
                    </a:p>
                    <a:p>
                      <a:pPr marL="38735" algn="l" rtl="0" eaLnBrk="0">
                        <a:lnSpc>
                          <a:spcPct val="98000"/>
                        </a:lnSpc>
                        <a:spcBef>
                          <a:spcPts val="5"/>
                        </a:spcBef>
                      </a:pPr>
                      <a:r>
                        <a:rPr sz="900" kern="0" spc="-10" dirty="0">
                          <a:solidFill>
                            <a:srgbClr val="000000">
                              <a:alpha val="100000"/>
                            </a:srgbClr>
                          </a:solidFill>
                          <a:cs typeface="微软雅黑" panose="020B0503020204020204" charset="-122"/>
                        </a:rPr>
                        <a:t>总经理：张甜</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rowSpan="9">
                  <a:txBody>
                    <a:bodyPr/>
                    <a:lstStyle/>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9000"/>
                        </a:lnSpc>
                      </a:pPr>
                      <a:endParaRPr lang="en-US" altLang="en-US" sz="1000" dirty="0"/>
                    </a:p>
                    <a:p>
                      <a:pPr algn="l" rtl="0" eaLnBrk="0">
                        <a:lnSpc>
                          <a:spcPct val="8000"/>
                        </a:lnSpc>
                      </a:pPr>
                      <a:endParaRPr lang="en-US" altLang="en-US" sz="100" dirty="0"/>
                    </a:p>
                    <a:p>
                      <a:pPr marL="201295" algn="l" rtl="0" eaLnBrk="0">
                        <a:lnSpc>
                          <a:spcPct val="98000"/>
                        </a:lnSpc>
                      </a:pPr>
                      <a:r>
                        <a:rPr sz="900" kern="0" spc="-30" dirty="0">
                          <a:solidFill>
                            <a:srgbClr val="000000">
                              <a:alpha val="100000"/>
                            </a:srgbClr>
                          </a:solidFill>
                          <a:cs typeface="微软雅黑" panose="020B0503020204020204" charset="-122"/>
                        </a:rPr>
                        <a:t>山东省</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4000"/>
                        </a:lnSpc>
                      </a:pPr>
                      <a:endParaRPr lang="en-US" altLang="en-US" sz="600" dirty="0"/>
                    </a:p>
                    <a:p>
                      <a:pPr marL="38735" algn="l" rtl="0" eaLnBrk="0">
                        <a:lnSpc>
                          <a:spcPct val="97000"/>
                        </a:lnSpc>
                        <a:spcBef>
                          <a:spcPts val="5"/>
                        </a:spcBef>
                      </a:pPr>
                      <a:r>
                        <a:rPr sz="900" kern="0" spc="-10" dirty="0">
                          <a:solidFill>
                            <a:srgbClr val="000000">
                              <a:alpha val="100000"/>
                            </a:srgbClr>
                          </a:solidFill>
                          <a:cs typeface="微软雅黑" panose="020B0503020204020204" charset="-122"/>
                        </a:rPr>
                        <a:t>总裁：刑尚文</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4000"/>
                        </a:lnSpc>
                      </a:pPr>
                      <a:endParaRPr lang="en-US" altLang="en-US" sz="600" dirty="0"/>
                    </a:p>
                    <a:p>
                      <a:pPr marL="39370" algn="l" rtl="0" eaLnBrk="0">
                        <a:lnSpc>
                          <a:spcPct val="98000"/>
                        </a:lnSpc>
                        <a:spcBef>
                          <a:spcPts val="0"/>
                        </a:spcBef>
                      </a:pPr>
                      <a:r>
                        <a:rPr sz="900" kern="0" spc="-10" dirty="0">
                          <a:solidFill>
                            <a:srgbClr val="000000">
                              <a:alpha val="100000"/>
                            </a:srgbClr>
                          </a:solidFill>
                          <a:cs typeface="微软雅黑" panose="020B0503020204020204" charset="-122"/>
                        </a:rPr>
                        <a:t>总裁</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3000"/>
                        </a:lnSpc>
                      </a:pPr>
                      <a:endParaRPr lang="en-US" altLang="en-US" sz="600" dirty="0"/>
                    </a:p>
                    <a:p>
                      <a:pPr marL="39370" algn="l" rtl="0" eaLnBrk="0">
                        <a:lnSpc>
                          <a:spcPct val="98000"/>
                        </a:lnSpc>
                        <a:spcBef>
                          <a:spcPts val="0"/>
                        </a:spcBef>
                      </a:pPr>
                      <a:r>
                        <a:rPr sz="900" kern="0" spc="-10" dirty="0">
                          <a:solidFill>
                            <a:srgbClr val="000000">
                              <a:alpha val="100000"/>
                            </a:srgbClr>
                          </a:solidFill>
                          <a:cs typeface="微软雅黑" panose="020B0503020204020204" charset="-122"/>
                        </a:rPr>
                        <a:t>杨总</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37820">
                <a:tc>
                  <a:txBody>
                    <a:bodyPr/>
                    <a:lstStyle/>
                    <a:p>
                      <a:pPr algn="l" rtl="0" eaLnBrk="0">
                        <a:lnSpc>
                          <a:spcPct val="106000"/>
                        </a:lnSpc>
                      </a:pPr>
                      <a:endParaRPr lang="en-US" altLang="en-US" sz="800" dirty="0"/>
                    </a:p>
                    <a:p>
                      <a:pPr marL="46990" algn="l" rtl="0" eaLnBrk="0">
                        <a:lnSpc>
                          <a:spcPct val="98000"/>
                        </a:lnSpc>
                        <a:spcBef>
                          <a:spcPts val="5"/>
                        </a:spcBef>
                      </a:pPr>
                      <a:r>
                        <a:rPr sz="900" kern="0" spc="-10" dirty="0">
                          <a:solidFill>
                            <a:srgbClr val="000000">
                              <a:alpha val="100000"/>
                            </a:srgbClr>
                          </a:solidFill>
                          <a:cs typeface="微软雅黑" panose="020B0503020204020204" charset="-122"/>
                        </a:rPr>
                        <a:t>产品部</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31000"/>
                        </a:lnSpc>
                      </a:pPr>
                      <a:endParaRPr lang="en-US" altLang="en-US" sz="300" dirty="0"/>
                    </a:p>
                    <a:p>
                      <a:pPr marL="43180" indent="-5715" algn="l" rtl="0" eaLnBrk="0">
                        <a:lnSpc>
                          <a:spcPct val="99000"/>
                        </a:lnSpc>
                      </a:pPr>
                      <a:r>
                        <a:rPr sz="900" kern="0" spc="-10" dirty="0">
                          <a:solidFill>
                            <a:srgbClr val="000000">
                              <a:alpha val="100000"/>
                            </a:srgbClr>
                          </a:solidFill>
                          <a:cs typeface="微软雅黑" panose="020B0503020204020204" charset="-122"/>
                        </a:rPr>
                        <a:t>负责人：张    帅</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6000"/>
                        </a:lnSpc>
                      </a:pPr>
                      <a:endParaRPr lang="en-US" altLang="en-US" sz="800" dirty="0"/>
                    </a:p>
                    <a:p>
                      <a:pPr marL="37465" algn="l" rtl="0" eaLnBrk="0">
                        <a:lnSpc>
                          <a:spcPct val="98000"/>
                        </a:lnSpc>
                        <a:spcBef>
                          <a:spcPts val="5"/>
                        </a:spcBef>
                      </a:pPr>
                      <a:r>
                        <a:rPr sz="900" kern="0" spc="-10" dirty="0">
                          <a:solidFill>
                            <a:srgbClr val="000000">
                              <a:alpha val="100000"/>
                            </a:srgbClr>
                          </a:solidFill>
                          <a:cs typeface="微软雅黑" panose="020B0503020204020204" charset="-122"/>
                        </a:rPr>
                        <a:t>研发部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7465" algn="l" rtl="0" eaLnBrk="0">
                        <a:lnSpc>
                          <a:spcPct val="97000"/>
                        </a:lnSpc>
                        <a:spcBef>
                          <a:spcPts val="0"/>
                        </a:spcBef>
                      </a:pPr>
                      <a:r>
                        <a:rPr sz="900" kern="0" spc="-10" dirty="0">
                          <a:solidFill>
                            <a:srgbClr val="000000">
                              <a:alpha val="100000"/>
                            </a:srgbClr>
                          </a:solidFill>
                          <a:cs typeface="微软雅黑" panose="020B0503020204020204" charset="-122"/>
                        </a:rPr>
                        <a:t>何波</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3000"/>
                        </a:lnSpc>
                      </a:pPr>
                      <a:endParaRPr lang="en-US" altLang="en-US" sz="600" dirty="0"/>
                    </a:p>
                    <a:p>
                      <a:pPr marL="38735" algn="l" rtl="0" eaLnBrk="0">
                        <a:lnSpc>
                          <a:spcPct val="98000"/>
                        </a:lnSpc>
                        <a:spcBef>
                          <a:spcPts val="5"/>
                        </a:spcBef>
                      </a:pPr>
                      <a:r>
                        <a:rPr sz="900" kern="0" spc="-10" dirty="0">
                          <a:solidFill>
                            <a:srgbClr val="000000">
                              <a:alpha val="100000"/>
                            </a:srgbClr>
                          </a:solidFill>
                          <a:cs typeface="微软雅黑" panose="020B0503020204020204" charset="-122"/>
                        </a:rPr>
                        <a:t>董事长：傅正刚</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3000"/>
                        </a:lnSpc>
                      </a:pPr>
                      <a:endParaRPr lang="en-US" altLang="en-US" sz="200" dirty="0"/>
                    </a:p>
                    <a:p>
                      <a:pPr marL="38735" indent="6350" algn="l" rtl="0" eaLnBrk="0">
                        <a:lnSpc>
                          <a:spcPct val="99000"/>
                        </a:lnSpc>
                        <a:spcBef>
                          <a:spcPts val="0"/>
                        </a:spcBef>
                      </a:pPr>
                      <a:r>
                        <a:rPr sz="900" kern="0" spc="-50" dirty="0">
                          <a:solidFill>
                            <a:srgbClr val="000000">
                              <a:alpha val="100000"/>
                            </a:srgbClr>
                          </a:solidFill>
                          <a:cs typeface="微软雅黑" panose="020B0503020204020204" charset="-122"/>
                        </a:rPr>
                        <a:t>团队：耿忠孝、郝杰、</a:t>
                      </a:r>
                      <a:r>
                        <a:rPr sz="900" kern="0" spc="-6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林荫等</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3000"/>
                        </a:lnSpc>
                      </a:pPr>
                      <a:endParaRPr lang="en-US" altLang="en-US" sz="600" dirty="0"/>
                    </a:p>
                    <a:p>
                      <a:pPr marL="40005" algn="l" rtl="0" eaLnBrk="0">
                        <a:lnSpc>
                          <a:spcPct val="97000"/>
                        </a:lnSpc>
                        <a:spcBef>
                          <a:spcPts val="5"/>
                        </a:spcBef>
                      </a:pPr>
                      <a:r>
                        <a:rPr sz="900" kern="0" spc="-10" dirty="0">
                          <a:solidFill>
                            <a:srgbClr val="000000">
                              <a:alpha val="100000"/>
                            </a:srgbClr>
                          </a:solidFill>
                          <a:cs typeface="微软雅黑" panose="020B0503020204020204" charset="-122"/>
                        </a:rPr>
                        <a:t>副总裁：蒋习良</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3000"/>
                        </a:lnSpc>
                      </a:pPr>
                      <a:endParaRPr lang="en-US" altLang="en-US" sz="800" dirty="0"/>
                    </a:p>
                    <a:p>
                      <a:pPr marL="40005" algn="l" rtl="0" eaLnBrk="0">
                        <a:lnSpc>
                          <a:spcPct val="98000"/>
                        </a:lnSpc>
                        <a:spcBef>
                          <a:spcPts val="5"/>
                        </a:spcBef>
                      </a:pPr>
                      <a:r>
                        <a:rPr sz="900" kern="0" spc="-10" dirty="0">
                          <a:solidFill>
                            <a:srgbClr val="000000">
                              <a:alpha val="100000"/>
                            </a:srgbClr>
                          </a:solidFill>
                          <a:cs typeface="微软雅黑" panose="020B0503020204020204" charset="-122"/>
                        </a:rPr>
                        <a:t>高级副总裁</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800" dirty="0"/>
                    </a:p>
                    <a:p>
                      <a:pPr algn="l" rtl="0" eaLnBrk="0">
                        <a:lnSpc>
                          <a:spcPct val="7000"/>
                        </a:lnSpc>
                      </a:pPr>
                      <a:endParaRPr lang="en-US" altLang="en-US" sz="100" dirty="0"/>
                    </a:p>
                    <a:p>
                      <a:pPr marL="45085" algn="l" rtl="0" eaLnBrk="0">
                        <a:lnSpc>
                          <a:spcPct val="98000"/>
                        </a:lnSpc>
                      </a:pPr>
                      <a:r>
                        <a:rPr sz="900" kern="0" spc="-20" dirty="0">
                          <a:solidFill>
                            <a:srgbClr val="000000">
                              <a:alpha val="100000"/>
                            </a:srgbClr>
                          </a:solidFill>
                          <a:cs typeface="微软雅黑" panose="020B0503020204020204" charset="-122"/>
                        </a:rPr>
                        <a:t>陆国荣</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37820">
                <a:tc>
                  <a:txBody>
                    <a:bodyPr/>
                    <a:lstStyle/>
                    <a:p>
                      <a:pPr algn="l" rtl="0" eaLnBrk="0">
                        <a:lnSpc>
                          <a:spcPct val="106000"/>
                        </a:lnSpc>
                      </a:pPr>
                      <a:endParaRPr lang="en-US" altLang="en-US" sz="800" dirty="0"/>
                    </a:p>
                    <a:p>
                      <a:pPr marL="46990" algn="l" rtl="0" eaLnBrk="0">
                        <a:lnSpc>
                          <a:spcPct val="98000"/>
                        </a:lnSpc>
                        <a:spcBef>
                          <a:spcPts val="5"/>
                        </a:spcBef>
                      </a:pPr>
                      <a:r>
                        <a:rPr sz="900" kern="0" spc="-10" dirty="0">
                          <a:solidFill>
                            <a:srgbClr val="000000">
                              <a:alpha val="100000"/>
                            </a:srgbClr>
                          </a:solidFill>
                          <a:cs typeface="微软雅黑" panose="020B0503020204020204" charset="-122"/>
                        </a:rPr>
                        <a:t>研发部</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2000"/>
                        </a:lnSpc>
                      </a:pPr>
                      <a:endParaRPr lang="en-US" altLang="en-US" sz="400" dirty="0"/>
                    </a:p>
                    <a:p>
                      <a:pPr marL="37465" algn="l" rtl="0" eaLnBrk="0">
                        <a:lnSpc>
                          <a:spcPct val="98000"/>
                        </a:lnSpc>
                        <a:spcBef>
                          <a:spcPts val="5"/>
                        </a:spcBef>
                      </a:pPr>
                      <a:r>
                        <a:rPr sz="900" kern="0" spc="-10" dirty="0">
                          <a:solidFill>
                            <a:srgbClr val="000000">
                              <a:alpha val="100000"/>
                            </a:srgbClr>
                          </a:solidFill>
                          <a:cs typeface="微软雅黑" panose="020B0503020204020204" charset="-122"/>
                        </a:rPr>
                        <a:t>负责人：尚    正元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6830" algn="l" rtl="0" eaLnBrk="0">
                        <a:lnSpc>
                          <a:spcPct val="97000"/>
                        </a:lnSpc>
                        <a:spcBef>
                          <a:spcPts val="0"/>
                        </a:spcBef>
                      </a:pPr>
                      <a:r>
                        <a:rPr sz="900" kern="0" spc="-10" dirty="0">
                          <a:solidFill>
                            <a:srgbClr val="000000">
                              <a:alpha val="100000"/>
                            </a:srgbClr>
                          </a:solidFill>
                          <a:cs typeface="微软雅黑" panose="020B0503020204020204" charset="-122"/>
                        </a:rPr>
                        <a:t>测试部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6000"/>
                        </a:lnSpc>
                      </a:pPr>
                      <a:endParaRPr lang="en-US" altLang="en-US" sz="800" dirty="0"/>
                    </a:p>
                    <a:p>
                      <a:pPr algn="l" rtl="0" eaLnBrk="0">
                        <a:lnSpc>
                          <a:spcPct val="6000"/>
                        </a:lnSpc>
                      </a:pPr>
                      <a:endParaRPr lang="en-US" altLang="en-US" sz="100" dirty="0"/>
                    </a:p>
                    <a:p>
                      <a:pPr marL="43815" algn="l" rtl="0" eaLnBrk="0">
                        <a:lnSpc>
                          <a:spcPct val="98000"/>
                        </a:lnSpc>
                      </a:pPr>
                      <a:r>
                        <a:rPr sz="900" kern="0" spc="-20" dirty="0">
                          <a:solidFill>
                            <a:srgbClr val="000000">
                              <a:alpha val="100000"/>
                            </a:srgbClr>
                          </a:solidFill>
                          <a:cs typeface="微软雅黑" panose="020B0503020204020204" charset="-122"/>
                        </a:rPr>
                        <a:t>陈大鹏</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4000"/>
                        </a:lnSpc>
                      </a:pPr>
                      <a:endParaRPr lang="en-US" altLang="en-US" sz="200" dirty="0"/>
                    </a:p>
                    <a:p>
                      <a:pPr marL="38100" algn="l" rtl="0" eaLnBrk="0">
                        <a:lnSpc>
                          <a:spcPct val="99000"/>
                        </a:lnSpc>
                        <a:spcBef>
                          <a:spcPts val="0"/>
                        </a:spcBef>
                      </a:pPr>
                      <a:r>
                        <a:rPr sz="900" kern="0" spc="-10" dirty="0">
                          <a:solidFill>
                            <a:srgbClr val="000000">
                              <a:alpha val="100000"/>
                            </a:srgbClr>
                          </a:solidFill>
                          <a:cs typeface="微软雅黑" panose="020B0503020204020204" charset="-122"/>
                        </a:rPr>
                        <a:t>省区办公室：龚心</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波</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rowSpan="2">
                  <a:txBody>
                    <a:bodyPr/>
                    <a:lstStyle/>
                    <a:p>
                      <a:pPr algn="l" rtl="0" eaLnBrk="0">
                        <a:lnSpc>
                          <a:spcPct val="179000"/>
                        </a:lnSpc>
                      </a:pPr>
                      <a:endParaRPr lang="en-US" altLang="en-US" sz="1000" dirty="0"/>
                    </a:p>
                    <a:p>
                      <a:pPr algn="l" rtl="0" eaLnBrk="0">
                        <a:lnSpc>
                          <a:spcPct val="6000"/>
                        </a:lnSpc>
                      </a:pPr>
                      <a:endParaRPr lang="en-US" altLang="en-US" sz="100" dirty="0"/>
                    </a:p>
                    <a:p>
                      <a:pPr marL="168275" algn="l" rtl="0" eaLnBrk="0">
                        <a:lnSpc>
                          <a:spcPct val="97000"/>
                        </a:lnSpc>
                      </a:pPr>
                      <a:r>
                        <a:rPr sz="900" kern="0" spc="-10" dirty="0">
                          <a:solidFill>
                            <a:srgbClr val="000000">
                              <a:alpha val="100000"/>
                            </a:srgbClr>
                          </a:solidFill>
                          <a:cs typeface="微软雅黑" panose="020B0503020204020204" charset="-122"/>
                        </a:rPr>
                        <a:t>浙江省</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3000"/>
                        </a:lnSpc>
                      </a:pPr>
                      <a:endParaRPr lang="en-US" altLang="en-US" sz="600" dirty="0"/>
                    </a:p>
                    <a:p>
                      <a:pPr marL="38735" algn="l" rtl="0" eaLnBrk="0">
                        <a:lnSpc>
                          <a:spcPct val="98000"/>
                        </a:lnSpc>
                        <a:spcBef>
                          <a:spcPts val="5"/>
                        </a:spcBef>
                      </a:pPr>
                      <a:r>
                        <a:rPr sz="900" kern="0" spc="-10" dirty="0">
                          <a:solidFill>
                            <a:srgbClr val="000000">
                              <a:alpha val="100000"/>
                            </a:srgbClr>
                          </a:solidFill>
                          <a:cs typeface="微软雅黑" panose="020B0503020204020204" charset="-122"/>
                        </a:rPr>
                        <a:t>总经理：翟鑫鑫</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4000"/>
                        </a:lnSpc>
                      </a:pPr>
                      <a:endParaRPr lang="en-US" altLang="en-US" sz="600" dirty="0"/>
                    </a:p>
                    <a:p>
                      <a:pPr marL="46990" algn="l" rtl="0" eaLnBrk="0">
                        <a:lnSpc>
                          <a:spcPct val="97000"/>
                        </a:lnSpc>
                        <a:spcBef>
                          <a:spcPts val="5"/>
                        </a:spcBef>
                      </a:pPr>
                      <a:r>
                        <a:rPr sz="900" kern="0" spc="-20" dirty="0">
                          <a:solidFill>
                            <a:srgbClr val="000000">
                              <a:alpha val="100000"/>
                            </a:srgbClr>
                          </a:solidFill>
                          <a:cs typeface="微软雅黑" panose="020B0503020204020204" charset="-122"/>
                        </a:rPr>
                        <a:t>网络部：张玲玲</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3000"/>
                        </a:lnSpc>
                      </a:pPr>
                      <a:endParaRPr lang="en-US" altLang="en-US" sz="800" dirty="0"/>
                    </a:p>
                    <a:p>
                      <a:pPr algn="l" rtl="0" eaLnBrk="0">
                        <a:lnSpc>
                          <a:spcPct val="7000"/>
                        </a:lnSpc>
                      </a:pPr>
                      <a:endParaRPr lang="en-US" altLang="en-US" sz="100" dirty="0"/>
                    </a:p>
                    <a:p>
                      <a:pPr marL="38100" algn="l" rtl="0" eaLnBrk="0">
                        <a:lnSpc>
                          <a:spcPct val="98000"/>
                        </a:lnSpc>
                      </a:pPr>
                      <a:r>
                        <a:rPr sz="900" kern="0" spc="-10" dirty="0">
                          <a:solidFill>
                            <a:srgbClr val="000000">
                              <a:alpha val="100000"/>
                            </a:srgbClr>
                          </a:solidFill>
                          <a:cs typeface="微软雅黑" panose="020B0503020204020204" charset="-122"/>
                        </a:rPr>
                        <a:t>企发部主任</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800" dirty="0"/>
                    </a:p>
                    <a:p>
                      <a:pPr marL="40005" algn="l" rtl="0" eaLnBrk="0">
                        <a:lnSpc>
                          <a:spcPct val="97000"/>
                        </a:lnSpc>
                        <a:spcBef>
                          <a:spcPts val="5"/>
                        </a:spcBef>
                      </a:pPr>
                      <a:r>
                        <a:rPr sz="900" kern="0" spc="-10" dirty="0">
                          <a:solidFill>
                            <a:srgbClr val="000000">
                              <a:alpha val="100000"/>
                            </a:srgbClr>
                          </a:solidFill>
                          <a:cs typeface="微软雅黑" panose="020B0503020204020204" charset="-122"/>
                        </a:rPr>
                        <a:t>刘冬</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7820">
                <a:tc>
                  <a:txBody>
                    <a:bodyPr/>
                    <a:lstStyle/>
                    <a:p>
                      <a:pPr algn="l" rtl="0" eaLnBrk="0">
                        <a:lnSpc>
                          <a:spcPct val="107000"/>
                        </a:lnSpc>
                      </a:pPr>
                      <a:endParaRPr lang="en-US" altLang="en-US" sz="800" dirty="0"/>
                    </a:p>
                    <a:p>
                      <a:pPr marL="46355" algn="l" rtl="0" eaLnBrk="0">
                        <a:lnSpc>
                          <a:spcPct val="97000"/>
                        </a:lnSpc>
                        <a:spcBef>
                          <a:spcPts val="5"/>
                        </a:spcBef>
                      </a:pPr>
                      <a:r>
                        <a:rPr sz="900" kern="0" spc="-10" dirty="0">
                          <a:solidFill>
                            <a:srgbClr val="000000">
                              <a:alpha val="100000"/>
                            </a:srgbClr>
                          </a:solidFill>
                          <a:cs typeface="微软雅黑" panose="020B0503020204020204" charset="-122"/>
                        </a:rPr>
                        <a:t>测试部</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2000"/>
                        </a:lnSpc>
                      </a:pPr>
                      <a:endParaRPr lang="en-US" altLang="en-US" sz="400" dirty="0"/>
                    </a:p>
                    <a:p>
                      <a:pPr marL="38100" indent="-635" algn="l" rtl="0" eaLnBrk="0">
                        <a:lnSpc>
                          <a:spcPct val="98000"/>
                        </a:lnSpc>
                        <a:spcBef>
                          <a:spcPts val="5"/>
                        </a:spcBef>
                      </a:pPr>
                      <a:r>
                        <a:rPr sz="900" kern="0" spc="-10" dirty="0">
                          <a:solidFill>
                            <a:srgbClr val="000000">
                              <a:alpha val="100000"/>
                            </a:srgbClr>
                          </a:solidFill>
                          <a:cs typeface="微软雅黑" panose="020B0503020204020204" charset="-122"/>
                        </a:rPr>
                        <a:t>负责人：丁    华</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8100" algn="l" rtl="0" eaLnBrk="0">
                        <a:lnSpc>
                          <a:spcPct val="98000"/>
                        </a:lnSpc>
                        <a:spcBef>
                          <a:spcPts val="0"/>
                        </a:spcBef>
                      </a:pPr>
                      <a:r>
                        <a:rPr sz="900" kern="0" spc="-10" dirty="0">
                          <a:solidFill>
                            <a:srgbClr val="000000">
                              <a:alpha val="100000"/>
                            </a:srgbClr>
                          </a:solidFill>
                          <a:cs typeface="微软雅黑" panose="020B0503020204020204" charset="-122"/>
                        </a:rPr>
                        <a:t>运维部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48260" algn="l" rtl="0" eaLnBrk="0">
                        <a:lnSpc>
                          <a:spcPct val="97000"/>
                        </a:lnSpc>
                        <a:spcBef>
                          <a:spcPts val="5"/>
                        </a:spcBef>
                      </a:pPr>
                      <a:r>
                        <a:rPr sz="900" kern="0" spc="-20" dirty="0">
                          <a:solidFill>
                            <a:srgbClr val="000000">
                              <a:alpha val="100000"/>
                            </a:srgbClr>
                          </a:solidFill>
                          <a:cs typeface="微软雅黑" panose="020B0503020204020204" charset="-122"/>
                        </a:rPr>
                        <a:t>昌帅权、沈冠华</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4000"/>
                        </a:lnSpc>
                      </a:pPr>
                      <a:endParaRPr lang="en-US" altLang="en-US" sz="600" dirty="0"/>
                    </a:p>
                    <a:p>
                      <a:pPr marL="47625" algn="l" rtl="0" eaLnBrk="0">
                        <a:lnSpc>
                          <a:spcPct val="97000"/>
                        </a:lnSpc>
                        <a:spcBef>
                          <a:spcPts val="5"/>
                        </a:spcBef>
                      </a:pPr>
                      <a:r>
                        <a:rPr sz="900" kern="0" spc="-30" dirty="0">
                          <a:solidFill>
                            <a:srgbClr val="000000">
                              <a:alpha val="100000"/>
                            </a:srgbClr>
                          </a:solidFill>
                          <a:cs typeface="微软雅黑" panose="020B0503020204020204" charset="-122"/>
                        </a:rPr>
                        <a:t>IT：蒋波</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22000"/>
                        </a:lnSpc>
                      </a:pPr>
                      <a:endParaRPr lang="en-US" altLang="en-US" sz="200" dirty="0"/>
                    </a:p>
                    <a:p>
                      <a:pPr marL="40005" indent="5080" algn="l" rtl="0" eaLnBrk="0">
                        <a:lnSpc>
                          <a:spcPct val="98000"/>
                        </a:lnSpc>
                        <a:spcBef>
                          <a:spcPts val="0"/>
                        </a:spcBef>
                      </a:pPr>
                      <a:r>
                        <a:rPr sz="900" kern="0" spc="-70" dirty="0">
                          <a:solidFill>
                            <a:srgbClr val="000000">
                              <a:alpha val="100000"/>
                            </a:srgbClr>
                          </a:solidFill>
                          <a:cs typeface="微软雅黑" panose="020B0503020204020204" charset="-122"/>
                        </a:rPr>
                        <a:t>团队：徐家正、章泽勇、</a:t>
                      </a:r>
                      <a:r>
                        <a:rPr sz="900" kern="0" spc="1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黄希炎等</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4000"/>
                        </a:lnSpc>
                      </a:pPr>
                      <a:endParaRPr lang="en-US" altLang="en-US" sz="600" dirty="0"/>
                    </a:p>
                    <a:p>
                      <a:pPr marL="38100" algn="l" rtl="0" eaLnBrk="0">
                        <a:lnSpc>
                          <a:spcPct val="97000"/>
                        </a:lnSpc>
                        <a:spcBef>
                          <a:spcPts val="5"/>
                        </a:spcBef>
                      </a:pPr>
                      <a:r>
                        <a:rPr sz="900" kern="0" spc="-10" dirty="0">
                          <a:solidFill>
                            <a:srgbClr val="000000">
                              <a:alpha val="100000"/>
                            </a:srgbClr>
                          </a:solidFill>
                          <a:cs typeface="微软雅黑" panose="020B0503020204020204" charset="-122"/>
                        </a:rPr>
                        <a:t>质控管理：殷晓华</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gridSpan="2">
                  <a:txBody>
                    <a:bodyPr/>
                    <a:lstStyle/>
                    <a:p>
                      <a:pPr algn="l" rtl="0" eaLnBrk="0">
                        <a:lnSpc>
                          <a:spcPct val="104000"/>
                        </a:lnSpc>
                      </a:pPr>
                      <a:endParaRPr lang="en-US" altLang="en-US" sz="800" dirty="0"/>
                    </a:p>
                    <a:p>
                      <a:pPr marL="547370" algn="l" rtl="0" eaLnBrk="0">
                        <a:lnSpc>
                          <a:spcPct val="98000"/>
                        </a:lnSpc>
                        <a:spcBef>
                          <a:spcPts val="5"/>
                        </a:spcBef>
                      </a:pPr>
                      <a:r>
                        <a:rPr sz="900" b="1" kern="0" spc="-10" dirty="0">
                          <a:solidFill>
                            <a:srgbClr val="000000">
                              <a:alpha val="100000"/>
                            </a:srgbClr>
                          </a:solidFill>
                          <a:cs typeface="微软雅黑" panose="020B0503020204020204" charset="-122"/>
                        </a:rPr>
                        <a:t>上海总部职能</a:t>
                      </a:r>
                      <a:endParaRPr lang="en-US" altLang="en-US" sz="900" dirty="0"/>
                    </a:p>
                  </a:txBody>
                  <a:tcPr marL="0" marR="0" marT="0" marB="0" vert="horz">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2100">
                <a:tc>
                  <a:txBody>
                    <a:bodyPr/>
                    <a:lstStyle/>
                    <a:p>
                      <a:pPr algn="l" rtl="0" eaLnBrk="0">
                        <a:lnSpc>
                          <a:spcPct val="101000"/>
                        </a:lnSpc>
                      </a:pPr>
                      <a:endParaRPr lang="en-US" altLang="en-US" sz="700" dirty="0"/>
                    </a:p>
                    <a:p>
                      <a:pPr marL="46990" algn="l" rtl="0" eaLnBrk="0">
                        <a:lnSpc>
                          <a:spcPct val="98000"/>
                        </a:lnSpc>
                        <a:spcBef>
                          <a:spcPts val="0"/>
                        </a:spcBef>
                      </a:pPr>
                      <a:r>
                        <a:rPr sz="900" kern="0" spc="-10" dirty="0">
                          <a:solidFill>
                            <a:srgbClr val="000000">
                              <a:alpha val="100000"/>
                            </a:srgbClr>
                          </a:solidFill>
                          <a:cs typeface="微软雅黑" panose="020B0503020204020204" charset="-122"/>
                        </a:rPr>
                        <a:t>运维部</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27000"/>
                        </a:lnSpc>
                      </a:pPr>
                      <a:endParaRPr lang="en-US" altLang="en-US" sz="200" dirty="0"/>
                    </a:p>
                    <a:p>
                      <a:pPr marL="37465" algn="l" rtl="0" eaLnBrk="0">
                        <a:lnSpc>
                          <a:spcPct val="90000"/>
                        </a:lnSpc>
                        <a:spcBef>
                          <a:spcPts val="0"/>
                        </a:spcBef>
                      </a:pPr>
                      <a:r>
                        <a:rPr sz="900" kern="0" spc="-10" dirty="0">
                          <a:solidFill>
                            <a:srgbClr val="000000">
                              <a:alpha val="100000"/>
                            </a:srgbClr>
                          </a:solidFill>
                          <a:cs typeface="微软雅黑" panose="020B0503020204020204" charset="-122"/>
                        </a:rPr>
                        <a:t>负责人：姚    毅捷</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1000"/>
                        </a:lnSpc>
                      </a:pPr>
                      <a:endParaRPr lang="en-US" altLang="en-US" sz="700" dirty="0"/>
                    </a:p>
                    <a:p>
                      <a:pPr marL="47625" algn="l" rtl="0" eaLnBrk="0">
                        <a:lnSpc>
                          <a:spcPct val="98000"/>
                        </a:lnSpc>
                        <a:spcBef>
                          <a:spcPts val="0"/>
                        </a:spcBef>
                      </a:pPr>
                      <a:r>
                        <a:rPr sz="900" kern="0" spc="-20" dirty="0">
                          <a:solidFill>
                            <a:srgbClr val="000000">
                              <a:alpha val="100000"/>
                            </a:srgbClr>
                          </a:solidFill>
                          <a:cs typeface="微软雅黑" panose="020B0503020204020204" charset="-122"/>
                        </a:rPr>
                        <a:t>IT管控部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700" dirty="0"/>
                    </a:p>
                    <a:p>
                      <a:pPr marL="38100" algn="l" rtl="0" eaLnBrk="0">
                        <a:lnSpc>
                          <a:spcPct val="98000"/>
                        </a:lnSpc>
                        <a:spcBef>
                          <a:spcPts val="5"/>
                        </a:spcBef>
                      </a:pPr>
                      <a:r>
                        <a:rPr sz="900" kern="0" spc="-10" dirty="0">
                          <a:solidFill>
                            <a:srgbClr val="000000">
                              <a:alpha val="100000"/>
                            </a:srgbClr>
                          </a:solidFill>
                          <a:cs typeface="微软雅黑" panose="020B0503020204020204" charset="-122"/>
                        </a:rPr>
                        <a:t>段佳龙</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7000"/>
                        </a:lnSpc>
                      </a:pPr>
                      <a:endParaRPr lang="en-US" altLang="en-US" sz="500" dirty="0"/>
                    </a:p>
                    <a:p>
                      <a:pPr marL="36830" algn="l" rtl="0" eaLnBrk="0">
                        <a:lnSpc>
                          <a:spcPct val="97000"/>
                        </a:lnSpc>
                        <a:spcBef>
                          <a:spcPts val="5"/>
                        </a:spcBef>
                      </a:pPr>
                      <a:r>
                        <a:rPr sz="900" kern="0" spc="-10" dirty="0">
                          <a:solidFill>
                            <a:srgbClr val="000000">
                              <a:alpha val="100000"/>
                            </a:srgbClr>
                          </a:solidFill>
                          <a:cs typeface="微软雅黑" panose="020B0503020204020204" charset="-122"/>
                        </a:rPr>
                        <a:t>质控管理：邹军委</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7000"/>
                        </a:lnSpc>
                      </a:pPr>
                      <a:endParaRPr lang="en-US" altLang="en-US" sz="500" dirty="0"/>
                    </a:p>
                    <a:p>
                      <a:pPr marL="177800" algn="l" rtl="0" eaLnBrk="0">
                        <a:lnSpc>
                          <a:spcPct val="98000"/>
                        </a:lnSpc>
                      </a:pPr>
                      <a:r>
                        <a:rPr sz="900" kern="0" spc="-30" dirty="0">
                          <a:solidFill>
                            <a:srgbClr val="000000">
                              <a:alpha val="100000"/>
                            </a:srgbClr>
                          </a:solidFill>
                          <a:cs typeface="微软雅黑" panose="020B0503020204020204" charset="-122"/>
                        </a:rPr>
                        <a:t>山西省</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8000"/>
                        </a:lnSpc>
                      </a:pPr>
                      <a:endParaRPr lang="en-US" altLang="en-US" sz="500" dirty="0"/>
                    </a:p>
                    <a:p>
                      <a:pPr marL="38100" algn="l" rtl="0" eaLnBrk="0">
                        <a:lnSpc>
                          <a:spcPct val="97000"/>
                        </a:lnSpc>
                        <a:spcBef>
                          <a:spcPts val="5"/>
                        </a:spcBef>
                      </a:pPr>
                      <a:r>
                        <a:rPr sz="900" kern="0" spc="-10" dirty="0">
                          <a:solidFill>
                            <a:srgbClr val="000000">
                              <a:alpha val="100000"/>
                            </a:srgbClr>
                          </a:solidFill>
                          <a:cs typeface="微软雅黑" panose="020B0503020204020204" charset="-122"/>
                        </a:rPr>
                        <a:t>原双生、白云鹏等</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8000"/>
                        </a:lnSpc>
                      </a:pPr>
                      <a:endParaRPr lang="en-US" altLang="en-US" sz="500" dirty="0"/>
                    </a:p>
                    <a:p>
                      <a:pPr marL="40005" algn="l" rtl="0" eaLnBrk="0">
                        <a:lnSpc>
                          <a:spcPct val="97000"/>
                        </a:lnSpc>
                        <a:spcBef>
                          <a:spcPts val="5"/>
                        </a:spcBef>
                      </a:pPr>
                      <a:r>
                        <a:rPr sz="900" kern="0" spc="-10" dirty="0">
                          <a:solidFill>
                            <a:srgbClr val="000000">
                              <a:alpha val="100000"/>
                            </a:srgbClr>
                          </a:solidFill>
                          <a:cs typeface="微软雅黑" panose="020B0503020204020204" charset="-122"/>
                        </a:rPr>
                        <a:t>经营大区总：邱寒</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0000"/>
                        </a:lnSpc>
                      </a:pPr>
                      <a:endParaRPr lang="en-US" altLang="en-US" sz="700" dirty="0"/>
                    </a:p>
                    <a:p>
                      <a:pPr marL="40005" algn="l" rtl="0" eaLnBrk="0">
                        <a:lnSpc>
                          <a:spcPct val="98000"/>
                        </a:lnSpc>
                        <a:spcBef>
                          <a:spcPts val="5"/>
                        </a:spcBef>
                      </a:pPr>
                      <a:r>
                        <a:rPr sz="900" kern="0" spc="-10" dirty="0">
                          <a:solidFill>
                            <a:srgbClr val="000000">
                              <a:alpha val="100000"/>
                            </a:srgbClr>
                          </a:solidFill>
                          <a:cs typeface="微软雅黑" panose="020B0503020204020204" charset="-122"/>
                        </a:rPr>
                        <a:t>营运办公室</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1000"/>
                        </a:lnSpc>
                      </a:pPr>
                      <a:endParaRPr lang="en-US" altLang="en-US" sz="700" dirty="0"/>
                    </a:p>
                    <a:p>
                      <a:pPr marL="39370" algn="l" rtl="0" eaLnBrk="0">
                        <a:lnSpc>
                          <a:spcPct val="97000"/>
                        </a:lnSpc>
                        <a:spcBef>
                          <a:spcPts val="5"/>
                        </a:spcBef>
                      </a:pPr>
                      <a:r>
                        <a:rPr sz="900" kern="0" spc="-10" dirty="0">
                          <a:solidFill>
                            <a:srgbClr val="000000">
                              <a:alpha val="100000"/>
                            </a:srgbClr>
                          </a:solidFill>
                          <a:cs typeface="微软雅黑" panose="020B0503020204020204" charset="-122"/>
                        </a:rPr>
                        <a:t>负责人：姚树伟</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01295">
                <a:tc>
                  <a:txBody>
                    <a:bodyPr/>
                    <a:lstStyle/>
                    <a:p>
                      <a:pPr algn="l" rtl="0" eaLnBrk="0">
                        <a:lnSpc>
                          <a:spcPct val="103000"/>
                        </a:lnSpc>
                      </a:pPr>
                      <a:endParaRPr lang="en-US" altLang="en-US" sz="400" dirty="0"/>
                    </a:p>
                    <a:p>
                      <a:pPr marL="56515" algn="l" rtl="0" eaLnBrk="0">
                        <a:lnSpc>
                          <a:spcPct val="96000"/>
                        </a:lnSpc>
                        <a:spcBef>
                          <a:spcPts val="5"/>
                        </a:spcBef>
                      </a:pPr>
                      <a:r>
                        <a:rPr sz="900" kern="0" spc="-20" dirty="0">
                          <a:solidFill>
                            <a:srgbClr val="000000">
                              <a:alpha val="100000"/>
                            </a:srgbClr>
                          </a:solidFill>
                          <a:cs typeface="微软雅黑" panose="020B0503020204020204" charset="-122"/>
                        </a:rPr>
                        <a:t>IT管控部</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400" dirty="0"/>
                    </a:p>
                    <a:p>
                      <a:pPr marL="39370" algn="l" rtl="0" eaLnBrk="0">
                        <a:lnSpc>
                          <a:spcPct val="96000"/>
                        </a:lnSpc>
                        <a:spcBef>
                          <a:spcPts val="5"/>
                        </a:spcBef>
                      </a:pPr>
                      <a:r>
                        <a:rPr sz="900" kern="0" spc="-10" dirty="0">
                          <a:solidFill>
                            <a:srgbClr val="000000">
                              <a:alpha val="100000"/>
                            </a:srgbClr>
                          </a:solidFill>
                          <a:cs typeface="微软雅黑" panose="020B0503020204020204" charset="-122"/>
                        </a:rPr>
                        <a:t>黄晓宇</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400" dirty="0"/>
                    </a:p>
                    <a:p>
                      <a:pPr marL="36830" algn="l" rtl="0" eaLnBrk="0">
                        <a:lnSpc>
                          <a:spcPct val="96000"/>
                        </a:lnSpc>
                        <a:spcBef>
                          <a:spcPts val="5"/>
                        </a:spcBef>
                      </a:pPr>
                      <a:r>
                        <a:rPr sz="900" kern="0" spc="-10" dirty="0">
                          <a:solidFill>
                            <a:srgbClr val="000000">
                              <a:alpha val="100000"/>
                            </a:srgbClr>
                          </a:solidFill>
                          <a:cs typeface="微软雅黑" panose="020B0503020204020204" charset="-122"/>
                        </a:rPr>
                        <a:t>数据部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400" dirty="0"/>
                    </a:p>
                    <a:p>
                      <a:pPr marL="38735" algn="l" rtl="0" eaLnBrk="0">
                        <a:lnSpc>
                          <a:spcPct val="96000"/>
                        </a:lnSpc>
                        <a:spcBef>
                          <a:spcPts val="5"/>
                        </a:spcBef>
                      </a:pPr>
                      <a:r>
                        <a:rPr sz="900" kern="0" spc="-10" dirty="0">
                          <a:solidFill>
                            <a:srgbClr val="000000">
                              <a:alpha val="100000"/>
                            </a:srgbClr>
                          </a:solidFill>
                          <a:cs typeface="微软雅黑" panose="020B0503020204020204" charset="-122"/>
                        </a:rPr>
                        <a:t>蒋金彪</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21000"/>
                        </a:lnSpc>
                      </a:pPr>
                      <a:endParaRPr lang="en-US" altLang="en-US" sz="200" dirty="0"/>
                    </a:p>
                    <a:p>
                      <a:pPr marL="38100" algn="l" rtl="0" eaLnBrk="0">
                        <a:lnSpc>
                          <a:spcPct val="97000"/>
                        </a:lnSpc>
                        <a:spcBef>
                          <a:spcPts val="0"/>
                        </a:spcBef>
                      </a:pPr>
                      <a:r>
                        <a:rPr sz="900" kern="0" spc="-10" dirty="0">
                          <a:solidFill>
                            <a:srgbClr val="000000">
                              <a:alpha val="100000"/>
                            </a:srgbClr>
                          </a:solidFill>
                          <a:cs typeface="微软雅黑" panose="020B0503020204020204" charset="-122"/>
                        </a:rPr>
                        <a:t>运营管理：赵奇虎</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rowSpan="2">
                  <a:txBody>
                    <a:bodyPr/>
                    <a:lstStyle/>
                    <a:p>
                      <a:pPr algn="l" rtl="0" eaLnBrk="0">
                        <a:lnSpc>
                          <a:spcPct val="135000"/>
                        </a:lnSpc>
                      </a:pPr>
                      <a:endParaRPr lang="en-US" altLang="en-US" sz="1000" dirty="0"/>
                    </a:p>
                    <a:p>
                      <a:pPr marL="168910" algn="l" rtl="0" eaLnBrk="0">
                        <a:lnSpc>
                          <a:spcPct val="97000"/>
                        </a:lnSpc>
                        <a:spcBef>
                          <a:spcPts val="5"/>
                        </a:spcBef>
                      </a:pPr>
                      <a:r>
                        <a:rPr sz="900" kern="0" spc="-10" dirty="0">
                          <a:solidFill>
                            <a:srgbClr val="000000">
                              <a:alpha val="100000"/>
                            </a:srgbClr>
                          </a:solidFill>
                          <a:cs typeface="微软雅黑" panose="020B0503020204020204" charset="-122"/>
                        </a:rPr>
                        <a:t>安徽省</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20000"/>
                        </a:lnSpc>
                      </a:pPr>
                      <a:endParaRPr lang="en-US" altLang="en-US" sz="200" dirty="0"/>
                    </a:p>
                    <a:p>
                      <a:pPr marL="38735" algn="l" rtl="0" eaLnBrk="0">
                        <a:lnSpc>
                          <a:spcPct val="97000"/>
                        </a:lnSpc>
                        <a:spcBef>
                          <a:spcPts val="0"/>
                        </a:spcBef>
                      </a:pPr>
                      <a:r>
                        <a:rPr sz="900" kern="0" spc="-10" dirty="0">
                          <a:solidFill>
                            <a:srgbClr val="000000">
                              <a:alpha val="100000"/>
                            </a:srgbClr>
                          </a:solidFill>
                          <a:cs typeface="微软雅黑" panose="020B0503020204020204" charset="-122"/>
                        </a:rPr>
                        <a:t>总经理：张月东</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9000"/>
                        </a:lnSpc>
                      </a:pPr>
                      <a:endParaRPr lang="en-US" altLang="en-US" sz="200" dirty="0"/>
                    </a:p>
                    <a:p>
                      <a:pPr marL="39370" algn="l" rtl="0" eaLnBrk="0">
                        <a:lnSpc>
                          <a:spcPct val="98000"/>
                        </a:lnSpc>
                        <a:spcBef>
                          <a:spcPts val="0"/>
                        </a:spcBef>
                      </a:pPr>
                      <a:r>
                        <a:rPr sz="900" kern="0" spc="-10" dirty="0">
                          <a:solidFill>
                            <a:srgbClr val="000000">
                              <a:alpha val="100000"/>
                            </a:srgbClr>
                          </a:solidFill>
                          <a:cs typeface="微软雅黑" panose="020B0503020204020204" charset="-122"/>
                        </a:rPr>
                        <a:t>运营管理：李瑞光</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3000"/>
                        </a:lnSpc>
                      </a:pPr>
                      <a:endParaRPr lang="en-US" altLang="en-US" sz="400" dirty="0"/>
                    </a:p>
                    <a:p>
                      <a:pPr marL="46990" algn="l" rtl="0" eaLnBrk="0">
                        <a:lnSpc>
                          <a:spcPct val="96000"/>
                        </a:lnSpc>
                        <a:spcBef>
                          <a:spcPts val="5"/>
                        </a:spcBef>
                      </a:pPr>
                      <a:r>
                        <a:rPr sz="900" kern="0" spc="-20" dirty="0">
                          <a:solidFill>
                            <a:srgbClr val="000000">
                              <a:alpha val="100000"/>
                            </a:srgbClr>
                          </a:solidFill>
                          <a:cs typeface="微软雅黑" panose="020B0503020204020204" charset="-122"/>
                        </a:rPr>
                        <a:t>网络中心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400" dirty="0"/>
                    </a:p>
                    <a:p>
                      <a:pPr marL="39370" algn="l" rtl="0" eaLnBrk="0">
                        <a:lnSpc>
                          <a:spcPct val="96000"/>
                        </a:lnSpc>
                        <a:spcBef>
                          <a:spcPts val="5"/>
                        </a:spcBef>
                      </a:pPr>
                      <a:r>
                        <a:rPr sz="900" kern="0" spc="-10" dirty="0">
                          <a:solidFill>
                            <a:srgbClr val="000000">
                              <a:alpha val="100000"/>
                            </a:srgbClr>
                          </a:solidFill>
                          <a:cs typeface="微软雅黑" panose="020B0503020204020204" charset="-122"/>
                        </a:rPr>
                        <a:t>负责人:孟豹</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37820">
                <a:tc>
                  <a:txBody>
                    <a:bodyPr/>
                    <a:lstStyle/>
                    <a:p>
                      <a:pPr algn="l" rtl="0" eaLnBrk="0">
                        <a:lnSpc>
                          <a:spcPct val="106000"/>
                        </a:lnSpc>
                      </a:pPr>
                      <a:endParaRPr lang="en-US" altLang="en-US" sz="800" dirty="0"/>
                    </a:p>
                    <a:p>
                      <a:pPr algn="l" rtl="0" eaLnBrk="0">
                        <a:lnSpc>
                          <a:spcPct val="8000"/>
                        </a:lnSpc>
                      </a:pPr>
                      <a:endParaRPr lang="en-US" altLang="en-US" sz="100" dirty="0"/>
                    </a:p>
                    <a:p>
                      <a:pPr marL="46355" algn="l" rtl="0" eaLnBrk="0">
                        <a:lnSpc>
                          <a:spcPct val="97000"/>
                        </a:lnSpc>
                      </a:pPr>
                      <a:r>
                        <a:rPr sz="900" kern="0" spc="-10" dirty="0">
                          <a:solidFill>
                            <a:srgbClr val="000000">
                              <a:alpha val="100000"/>
                            </a:srgbClr>
                          </a:solidFill>
                          <a:cs typeface="微软雅黑" panose="020B0503020204020204" charset="-122"/>
                        </a:rPr>
                        <a:t>数据部</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2000"/>
                        </a:lnSpc>
                      </a:pPr>
                      <a:endParaRPr lang="en-US" altLang="en-US" sz="400" dirty="0"/>
                    </a:p>
                    <a:p>
                      <a:pPr marL="37465" algn="l" rtl="0" eaLnBrk="0">
                        <a:lnSpc>
                          <a:spcPct val="98000"/>
                        </a:lnSpc>
                        <a:spcBef>
                          <a:spcPts val="5"/>
                        </a:spcBef>
                      </a:pPr>
                      <a:r>
                        <a:rPr sz="900" kern="0" spc="-10" dirty="0">
                          <a:solidFill>
                            <a:srgbClr val="000000">
                              <a:alpha val="100000"/>
                            </a:srgbClr>
                          </a:solidFill>
                          <a:cs typeface="微软雅黑" panose="020B0503020204020204" charset="-122"/>
                        </a:rPr>
                        <a:t>负责人:曾宇</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睿</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6000"/>
                        </a:lnSpc>
                      </a:pPr>
                      <a:endParaRPr lang="en-US" altLang="en-US" sz="800" dirty="0"/>
                    </a:p>
                    <a:p>
                      <a:pPr algn="l" rtl="0" eaLnBrk="0">
                        <a:lnSpc>
                          <a:spcPct val="7000"/>
                        </a:lnSpc>
                      </a:pPr>
                      <a:endParaRPr lang="en-US" altLang="en-US" sz="100" dirty="0"/>
                    </a:p>
                    <a:p>
                      <a:pPr marL="37465" algn="l" rtl="0" eaLnBrk="0">
                        <a:lnSpc>
                          <a:spcPct val="98000"/>
                        </a:lnSpc>
                      </a:pPr>
                      <a:r>
                        <a:rPr sz="900" kern="0" spc="-10" dirty="0">
                          <a:solidFill>
                            <a:srgbClr val="000000">
                              <a:alpha val="100000"/>
                            </a:srgbClr>
                          </a:solidFill>
                          <a:cs typeface="微软雅黑" panose="020B0503020204020204" charset="-122"/>
                        </a:rPr>
                        <a:t>架构组</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8100" algn="l" rtl="0" eaLnBrk="0">
                        <a:lnSpc>
                          <a:spcPct val="97000"/>
                        </a:lnSpc>
                        <a:spcBef>
                          <a:spcPts val="5"/>
                        </a:spcBef>
                      </a:pPr>
                      <a:r>
                        <a:rPr sz="900" kern="0" spc="-10" dirty="0">
                          <a:solidFill>
                            <a:srgbClr val="000000">
                              <a:alpha val="100000"/>
                            </a:srgbClr>
                          </a:solidFill>
                          <a:cs typeface="微软雅黑" panose="020B0503020204020204" charset="-122"/>
                        </a:rPr>
                        <a:t>李彦忠、李黔辉</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rowSpan="2">
                  <a:txBody>
                    <a:bodyPr/>
                    <a:lstStyle/>
                    <a:p>
                      <a:pPr algn="l" rtl="0" eaLnBrk="0">
                        <a:lnSpc>
                          <a:spcPct val="181000"/>
                        </a:lnSpc>
                      </a:pPr>
                      <a:endParaRPr lang="en-US" altLang="en-US" sz="1000" dirty="0"/>
                    </a:p>
                    <a:p>
                      <a:pPr marL="84455" algn="l" rtl="0" eaLnBrk="0">
                        <a:lnSpc>
                          <a:spcPct val="98000"/>
                        </a:lnSpc>
                        <a:spcBef>
                          <a:spcPts val="5"/>
                        </a:spcBef>
                      </a:pPr>
                      <a:r>
                        <a:rPr sz="900" kern="0" spc="-10" dirty="0">
                          <a:solidFill>
                            <a:srgbClr val="000000">
                              <a:alpha val="100000"/>
                            </a:srgbClr>
                          </a:solidFill>
                          <a:cs typeface="微软雅黑" panose="020B0503020204020204" charset="-122"/>
                        </a:rPr>
                        <a:t>广佛大区</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5000"/>
                        </a:lnSpc>
                      </a:pPr>
                      <a:endParaRPr lang="en-US" altLang="en-US" sz="600" dirty="0"/>
                    </a:p>
                    <a:p>
                      <a:pPr marL="38100" algn="l" rtl="0" eaLnBrk="0">
                        <a:lnSpc>
                          <a:spcPct val="96000"/>
                        </a:lnSpc>
                        <a:spcBef>
                          <a:spcPts val="5"/>
                        </a:spcBef>
                      </a:pPr>
                      <a:r>
                        <a:rPr sz="900" kern="0" spc="-10" dirty="0">
                          <a:solidFill>
                            <a:srgbClr val="000000">
                              <a:alpha val="100000"/>
                            </a:srgbClr>
                          </a:solidFill>
                          <a:cs typeface="微软雅黑" panose="020B0503020204020204" charset="-122"/>
                        </a:rPr>
                        <a:t>总经理：颜硕</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8000"/>
                        </a:lnSpc>
                      </a:pPr>
                      <a:endParaRPr lang="en-US" altLang="en-US" sz="200" dirty="0"/>
                    </a:p>
                    <a:p>
                      <a:pPr marL="39370" indent="5715" algn="l" rtl="0" eaLnBrk="0">
                        <a:lnSpc>
                          <a:spcPct val="99000"/>
                        </a:lnSpc>
                      </a:pPr>
                      <a:r>
                        <a:rPr sz="900" kern="0" spc="-50" dirty="0">
                          <a:solidFill>
                            <a:srgbClr val="000000">
                              <a:alpha val="100000"/>
                            </a:srgbClr>
                          </a:solidFill>
                          <a:cs typeface="微软雅黑" panose="020B0503020204020204" charset="-122"/>
                        </a:rPr>
                        <a:t>团队：姜如苗、刘川、</a:t>
                      </a:r>
                      <a:r>
                        <a:rPr sz="900" kern="0" spc="-6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刘军等</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5000"/>
                        </a:lnSpc>
                      </a:pPr>
                      <a:endParaRPr lang="en-US" altLang="en-US" sz="600" dirty="0"/>
                    </a:p>
                    <a:p>
                      <a:pPr marL="40005" algn="l" rtl="0" eaLnBrk="0">
                        <a:lnSpc>
                          <a:spcPct val="97000"/>
                        </a:lnSpc>
                      </a:pPr>
                      <a:r>
                        <a:rPr sz="900" kern="0" spc="-10" dirty="0">
                          <a:solidFill>
                            <a:srgbClr val="000000">
                              <a:alpha val="100000"/>
                            </a:srgbClr>
                          </a:solidFill>
                          <a:cs typeface="微软雅黑" panose="020B0503020204020204" charset="-122"/>
                        </a:rPr>
                        <a:t>壹米事业部：郑金良</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7000"/>
                        </a:lnSpc>
                      </a:pPr>
                      <a:endParaRPr lang="en-US" altLang="en-US" sz="800" dirty="0"/>
                    </a:p>
                    <a:p>
                      <a:pPr algn="l" rtl="0" eaLnBrk="0">
                        <a:lnSpc>
                          <a:spcPct val="7000"/>
                        </a:lnSpc>
                      </a:pPr>
                      <a:endParaRPr lang="en-US" altLang="en-US" sz="100" dirty="0"/>
                    </a:p>
                    <a:p>
                      <a:pPr marL="39370" algn="l" rtl="0" eaLnBrk="0">
                        <a:lnSpc>
                          <a:spcPct val="97000"/>
                        </a:lnSpc>
                      </a:pPr>
                      <a:r>
                        <a:rPr sz="900" kern="0" spc="-10" dirty="0">
                          <a:solidFill>
                            <a:srgbClr val="000000">
                              <a:alpha val="100000"/>
                            </a:srgbClr>
                          </a:solidFill>
                          <a:cs typeface="微软雅黑" panose="020B0503020204020204" charset="-122"/>
                        </a:rPr>
                        <a:t>运营中心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9370" algn="l" rtl="0" eaLnBrk="0">
                        <a:lnSpc>
                          <a:spcPct val="97000"/>
                        </a:lnSpc>
                        <a:spcBef>
                          <a:spcPts val="5"/>
                        </a:spcBef>
                      </a:pPr>
                      <a:r>
                        <a:rPr sz="900" kern="0" spc="-10" dirty="0">
                          <a:solidFill>
                            <a:srgbClr val="000000">
                              <a:alpha val="100000"/>
                            </a:srgbClr>
                          </a:solidFill>
                          <a:cs typeface="微软雅黑" panose="020B0503020204020204" charset="-122"/>
                        </a:rPr>
                        <a:t>负责人：刘丹</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37820">
                <a:tc>
                  <a:txBody>
                    <a:bodyPr/>
                    <a:lstStyle/>
                    <a:p>
                      <a:pPr algn="l" rtl="0" eaLnBrk="0">
                        <a:lnSpc>
                          <a:spcPct val="102000"/>
                        </a:lnSpc>
                      </a:pPr>
                      <a:endParaRPr lang="en-US" altLang="en-US" sz="400" dirty="0"/>
                    </a:p>
                    <a:p>
                      <a:pPr marL="47625" algn="l" rtl="0" eaLnBrk="0">
                        <a:lnSpc>
                          <a:spcPct val="98000"/>
                        </a:lnSpc>
                        <a:spcBef>
                          <a:spcPts val="5"/>
                        </a:spcBef>
                      </a:pPr>
                      <a:r>
                        <a:rPr sz="900" kern="0" spc="-10" dirty="0">
                          <a:solidFill>
                            <a:srgbClr val="000000">
                              <a:alpha val="100000"/>
                            </a:srgbClr>
                          </a:solidFill>
                          <a:cs typeface="微软雅黑" panose="020B0503020204020204" charset="-122"/>
                        </a:rPr>
                        <a:t>单系统项目</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部</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8000"/>
                        </a:lnSpc>
                      </a:pPr>
                      <a:endParaRPr lang="en-US" altLang="en-US" sz="800" dirty="0"/>
                    </a:p>
                    <a:p>
                      <a:pPr marL="37465" algn="l" rtl="0" eaLnBrk="0">
                        <a:lnSpc>
                          <a:spcPct val="97000"/>
                        </a:lnSpc>
                        <a:spcBef>
                          <a:spcPts val="0"/>
                        </a:spcBef>
                      </a:pPr>
                      <a:r>
                        <a:rPr sz="900" kern="0" spc="-10" dirty="0">
                          <a:solidFill>
                            <a:srgbClr val="000000">
                              <a:alpha val="100000"/>
                            </a:srgbClr>
                          </a:solidFill>
                          <a:cs typeface="微软雅黑" panose="020B0503020204020204" charset="-122"/>
                        </a:rPr>
                        <a:t>郑龙飞</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8100" algn="l" rtl="0" eaLnBrk="0">
                        <a:lnSpc>
                          <a:spcPct val="98000"/>
                        </a:lnSpc>
                        <a:spcBef>
                          <a:spcPts val="5"/>
                        </a:spcBef>
                      </a:pPr>
                      <a:r>
                        <a:rPr sz="900" kern="0" spc="-10" dirty="0">
                          <a:solidFill>
                            <a:srgbClr val="000000">
                              <a:alpha val="100000"/>
                            </a:srgbClr>
                          </a:solidFill>
                          <a:cs typeface="微软雅黑" panose="020B0503020204020204" charset="-122"/>
                        </a:rPr>
                        <a:t>安全组</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algn="l" rtl="0" eaLnBrk="0">
                        <a:lnSpc>
                          <a:spcPct val="6000"/>
                        </a:lnSpc>
                      </a:pPr>
                      <a:endParaRPr lang="en-US" altLang="en-US" sz="100" dirty="0"/>
                    </a:p>
                    <a:p>
                      <a:pPr marL="39370" algn="l" rtl="0" eaLnBrk="0">
                        <a:lnSpc>
                          <a:spcPct val="98000"/>
                        </a:lnSpc>
                      </a:pPr>
                      <a:r>
                        <a:rPr sz="900" kern="0" spc="-10" dirty="0">
                          <a:solidFill>
                            <a:srgbClr val="000000">
                              <a:alpha val="100000"/>
                            </a:srgbClr>
                          </a:solidFill>
                          <a:cs typeface="微软雅黑" panose="020B0503020204020204" charset="-122"/>
                        </a:rPr>
                        <a:t>武广涛</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4000"/>
                        </a:lnSpc>
                      </a:pPr>
                      <a:endParaRPr lang="en-US" altLang="en-US" sz="600" dirty="0"/>
                    </a:p>
                    <a:p>
                      <a:pPr marL="45720" algn="l" rtl="0" eaLnBrk="0">
                        <a:lnSpc>
                          <a:spcPct val="98000"/>
                        </a:lnSpc>
                        <a:spcBef>
                          <a:spcPts val="5"/>
                        </a:spcBef>
                      </a:pPr>
                      <a:r>
                        <a:rPr sz="900" kern="0" spc="-10" dirty="0">
                          <a:solidFill>
                            <a:srgbClr val="000000">
                              <a:alpha val="100000"/>
                            </a:srgbClr>
                          </a:solidFill>
                          <a:cs typeface="微软雅黑" panose="020B0503020204020204" charset="-122"/>
                        </a:rPr>
                        <a:t>网络管理：段施仁</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4000"/>
                        </a:lnSpc>
                      </a:pPr>
                      <a:endParaRPr lang="en-US" altLang="en-US" sz="600" dirty="0"/>
                    </a:p>
                    <a:p>
                      <a:pPr marL="224155" algn="l" rtl="0" eaLnBrk="0">
                        <a:lnSpc>
                          <a:spcPct val="99000"/>
                        </a:lnSpc>
                        <a:spcBef>
                          <a:spcPts val="5"/>
                        </a:spcBef>
                      </a:pPr>
                      <a:r>
                        <a:rPr sz="900" kern="0" spc="-10" dirty="0">
                          <a:solidFill>
                            <a:srgbClr val="000000">
                              <a:alpha val="100000"/>
                            </a:srgbClr>
                          </a:solidFill>
                          <a:cs typeface="微软雅黑" panose="020B0503020204020204" charset="-122"/>
                        </a:rPr>
                        <a:t>东北</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21000"/>
                        </a:lnSpc>
                      </a:pPr>
                      <a:endParaRPr lang="en-US" altLang="en-US" sz="200" dirty="0"/>
                    </a:p>
                    <a:p>
                      <a:pPr marL="38100" algn="l" rtl="0" eaLnBrk="0">
                        <a:lnSpc>
                          <a:spcPct val="99000"/>
                        </a:lnSpc>
                        <a:spcBef>
                          <a:spcPts val="0"/>
                        </a:spcBef>
                      </a:pPr>
                      <a:r>
                        <a:rPr sz="900" kern="0" spc="-60" dirty="0">
                          <a:solidFill>
                            <a:srgbClr val="000000">
                              <a:alpha val="100000"/>
                            </a:srgbClr>
                          </a:solidFill>
                          <a:cs typeface="微软雅黑" panose="020B0503020204020204" charset="-122"/>
                        </a:rPr>
                        <a:t>许玉涵、刘鹏涛、王</a:t>
                      </a:r>
                      <a:r>
                        <a:rPr sz="900" kern="0" spc="-70" dirty="0">
                          <a:solidFill>
                            <a:srgbClr val="000000">
                              <a:alpha val="100000"/>
                            </a:srgbClr>
                          </a:solidFill>
                          <a:cs typeface="微软雅黑" panose="020B0503020204020204" charset="-122"/>
                        </a:rPr>
                        <a:t>俊、</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金琦等</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5000"/>
                        </a:lnSpc>
                      </a:pPr>
                      <a:endParaRPr lang="en-US" altLang="en-US" sz="600" dirty="0"/>
                    </a:p>
                    <a:p>
                      <a:pPr marL="39370" algn="l" rtl="0" eaLnBrk="0">
                        <a:lnSpc>
                          <a:spcPct val="97000"/>
                        </a:lnSpc>
                        <a:spcBef>
                          <a:spcPts val="5"/>
                        </a:spcBef>
                      </a:pPr>
                      <a:r>
                        <a:rPr sz="900" kern="0" spc="-10" dirty="0">
                          <a:solidFill>
                            <a:srgbClr val="000000">
                              <a:alpha val="100000"/>
                            </a:srgbClr>
                          </a:solidFill>
                          <a:cs typeface="微软雅黑" panose="020B0503020204020204" charset="-122"/>
                        </a:rPr>
                        <a:t>综合管理：赵丽娜</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08000"/>
                        </a:lnSpc>
                      </a:pPr>
                      <a:endParaRPr lang="en-US" altLang="en-US" sz="800" dirty="0"/>
                    </a:p>
                    <a:p>
                      <a:pPr marL="39370" algn="l" rtl="0" eaLnBrk="0">
                        <a:lnSpc>
                          <a:spcPct val="97000"/>
                        </a:lnSpc>
                        <a:spcBef>
                          <a:spcPts val="0"/>
                        </a:spcBef>
                      </a:pPr>
                      <a:r>
                        <a:rPr sz="900" kern="0" spc="-10" dirty="0">
                          <a:solidFill>
                            <a:srgbClr val="000000">
                              <a:alpha val="100000"/>
                            </a:srgbClr>
                          </a:solidFill>
                          <a:cs typeface="微软雅黑" panose="020B0503020204020204" charset="-122"/>
                        </a:rPr>
                        <a:t>运力中心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9370" algn="l" rtl="0" eaLnBrk="0">
                        <a:lnSpc>
                          <a:spcPct val="97000"/>
                        </a:lnSpc>
                        <a:spcBef>
                          <a:spcPts val="5"/>
                        </a:spcBef>
                      </a:pPr>
                      <a:r>
                        <a:rPr sz="900" kern="0" spc="-10" dirty="0">
                          <a:solidFill>
                            <a:srgbClr val="000000">
                              <a:alpha val="100000"/>
                            </a:srgbClr>
                          </a:solidFill>
                          <a:cs typeface="微软雅黑" panose="020B0503020204020204" charset="-122"/>
                        </a:rPr>
                        <a:t>负责人：张毅</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92100">
                <a:tc>
                  <a:txBody>
                    <a:bodyPr/>
                    <a:lstStyle/>
                    <a:p>
                      <a:pPr algn="l" rtl="0" eaLnBrk="0">
                        <a:lnSpc>
                          <a:spcPct val="127000"/>
                        </a:lnSpc>
                      </a:pPr>
                      <a:endParaRPr lang="en-US" altLang="en-US" sz="200" dirty="0"/>
                    </a:p>
                    <a:p>
                      <a:pPr marL="46355" indent="-635" algn="l" rtl="0" eaLnBrk="0">
                        <a:lnSpc>
                          <a:spcPct val="90000"/>
                        </a:lnSpc>
                        <a:spcBef>
                          <a:spcPts val="0"/>
                        </a:spcBef>
                      </a:pPr>
                      <a:r>
                        <a:rPr sz="900" kern="0" spc="-10" dirty="0">
                          <a:solidFill>
                            <a:srgbClr val="000000">
                              <a:alpha val="100000"/>
                            </a:srgbClr>
                          </a:solidFill>
                          <a:cs typeface="微软雅黑" panose="020B0503020204020204" charset="-122"/>
                        </a:rPr>
                        <a:t>供应商（吉</a:t>
                      </a:r>
                      <a:r>
                        <a:rPr sz="900" kern="0" spc="0" dirty="0">
                          <a:solidFill>
                            <a:srgbClr val="000000">
                              <a:alpha val="100000"/>
                            </a:srgbClr>
                          </a:solidFill>
                          <a:cs typeface="微软雅黑" panose="020B0503020204020204" charset="-122"/>
                        </a:rPr>
                        <a:t>    </a:t>
                      </a:r>
                      <a:r>
                        <a:rPr sz="900" kern="0" spc="-40" dirty="0">
                          <a:solidFill>
                            <a:srgbClr val="000000">
                              <a:alpha val="100000"/>
                            </a:srgbClr>
                          </a:solidFill>
                          <a:cs typeface="微软雅黑" panose="020B0503020204020204" charset="-122"/>
                        </a:rPr>
                        <a:t>联新）</a:t>
                      </a:r>
                      <a:endParaRPr lang="en-US" altLang="en-US" sz="9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700" dirty="0"/>
                    </a:p>
                    <a:p>
                      <a:pPr marL="36830" algn="l" rtl="0" eaLnBrk="0">
                        <a:lnSpc>
                          <a:spcPct val="98000"/>
                        </a:lnSpc>
                        <a:spcBef>
                          <a:spcPts val="5"/>
                        </a:spcBef>
                      </a:pPr>
                      <a:r>
                        <a:rPr sz="900" kern="0" spc="-10" dirty="0">
                          <a:solidFill>
                            <a:srgbClr val="000000">
                              <a:alpha val="100000"/>
                            </a:srgbClr>
                          </a:solidFill>
                          <a:cs typeface="微软雅黑" panose="020B0503020204020204" charset="-122"/>
                        </a:rPr>
                        <a:t>钟声</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500" dirty="0"/>
                    </a:p>
                    <a:p>
                      <a:pPr marL="85090" algn="l" rtl="0" eaLnBrk="0">
                        <a:lnSpc>
                          <a:spcPct val="97000"/>
                        </a:lnSpc>
                        <a:spcBef>
                          <a:spcPts val="5"/>
                        </a:spcBef>
                      </a:pPr>
                      <a:r>
                        <a:rPr sz="900" kern="0" spc="-10" dirty="0">
                          <a:solidFill>
                            <a:srgbClr val="000000">
                              <a:alpha val="100000"/>
                            </a:srgbClr>
                          </a:solidFill>
                          <a:cs typeface="微软雅黑" panose="020B0503020204020204" charset="-122"/>
                        </a:rPr>
                        <a:t>深圳大区</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500" dirty="0"/>
                    </a:p>
                    <a:p>
                      <a:pPr marL="38100" algn="l" rtl="0" eaLnBrk="0">
                        <a:lnSpc>
                          <a:spcPct val="97000"/>
                        </a:lnSpc>
                        <a:spcBef>
                          <a:spcPts val="0"/>
                        </a:spcBef>
                      </a:pPr>
                      <a:r>
                        <a:rPr sz="900" kern="0" spc="-10" dirty="0">
                          <a:solidFill>
                            <a:srgbClr val="000000">
                              <a:alpha val="100000"/>
                            </a:srgbClr>
                          </a:solidFill>
                          <a:cs typeface="微软雅黑" panose="020B0503020204020204" charset="-122"/>
                        </a:rPr>
                        <a:t>总经理：张敏敏</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6000"/>
                        </a:lnSpc>
                      </a:pPr>
                      <a:endParaRPr lang="en-US" altLang="en-US" sz="600" dirty="0"/>
                    </a:p>
                    <a:p>
                      <a:pPr marL="110490" algn="l" rtl="0" eaLnBrk="0">
                        <a:lnSpc>
                          <a:spcPct val="97000"/>
                        </a:lnSpc>
                        <a:spcBef>
                          <a:spcPts val="0"/>
                        </a:spcBef>
                      </a:pPr>
                      <a:r>
                        <a:rPr sz="900" kern="0" spc="-10" dirty="0">
                          <a:solidFill>
                            <a:srgbClr val="000000">
                              <a:alpha val="100000"/>
                            </a:srgbClr>
                          </a:solidFill>
                          <a:cs typeface="微软雅黑" panose="020B0503020204020204" charset="-122"/>
                        </a:rPr>
                        <a:t>深圳大区</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5000"/>
                        </a:lnSpc>
                      </a:pPr>
                      <a:endParaRPr lang="en-US" altLang="en-US" sz="600" dirty="0"/>
                    </a:p>
                    <a:p>
                      <a:pPr marL="46355" algn="l" rtl="0" eaLnBrk="0">
                        <a:lnSpc>
                          <a:spcPct val="97000"/>
                        </a:lnSpc>
                        <a:spcBef>
                          <a:spcPts val="5"/>
                        </a:spcBef>
                      </a:pPr>
                      <a:r>
                        <a:rPr sz="900" kern="0" spc="-10" dirty="0">
                          <a:solidFill>
                            <a:srgbClr val="000000">
                              <a:alpha val="100000"/>
                            </a:srgbClr>
                          </a:solidFill>
                          <a:cs typeface="微软雅黑" panose="020B0503020204020204" charset="-122"/>
                        </a:rPr>
                        <a:t>网管经理：凌志勇</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algn="l" rtl="0" eaLnBrk="0">
                        <a:lnSpc>
                          <a:spcPct val="115000"/>
                        </a:lnSpc>
                      </a:pPr>
                      <a:endParaRPr lang="en-US" altLang="en-US" sz="600" dirty="0"/>
                    </a:p>
                    <a:p>
                      <a:pPr marL="48895" algn="l" rtl="0" eaLnBrk="0">
                        <a:lnSpc>
                          <a:spcPct val="97000"/>
                        </a:lnSpc>
                        <a:spcBef>
                          <a:spcPts val="5"/>
                        </a:spcBef>
                      </a:pPr>
                      <a:r>
                        <a:rPr sz="900" kern="0" spc="-20" dirty="0">
                          <a:solidFill>
                            <a:srgbClr val="000000">
                              <a:alpha val="100000"/>
                            </a:srgbClr>
                          </a:solidFill>
                          <a:cs typeface="微软雅黑" panose="020B0503020204020204" charset="-122"/>
                        </a:rPr>
                        <a:t>IT技术：张辉</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700" dirty="0"/>
                    </a:p>
                    <a:p>
                      <a:pPr marL="38100" algn="l" rtl="0" eaLnBrk="0">
                        <a:lnSpc>
                          <a:spcPct val="97000"/>
                        </a:lnSpc>
                        <a:spcBef>
                          <a:spcPts val="0"/>
                        </a:spcBef>
                      </a:pPr>
                      <a:r>
                        <a:rPr sz="900" kern="0" spc="-10" dirty="0">
                          <a:solidFill>
                            <a:srgbClr val="000000">
                              <a:alpha val="100000"/>
                            </a:srgbClr>
                          </a:solidFill>
                          <a:cs typeface="微软雅黑" panose="020B0503020204020204" charset="-122"/>
                        </a:rPr>
                        <a:t>质控中心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2000"/>
                        </a:lnSpc>
                      </a:pPr>
                      <a:endParaRPr lang="en-US" altLang="en-US" sz="700" dirty="0"/>
                    </a:p>
                    <a:p>
                      <a:pPr marL="39370" algn="l" rtl="0" eaLnBrk="0">
                        <a:lnSpc>
                          <a:spcPct val="97000"/>
                        </a:lnSpc>
                      </a:pPr>
                      <a:r>
                        <a:rPr sz="900" kern="0" spc="-10" dirty="0">
                          <a:solidFill>
                            <a:srgbClr val="000000">
                              <a:alpha val="100000"/>
                            </a:srgbClr>
                          </a:solidFill>
                          <a:cs typeface="微软雅黑" panose="020B0503020204020204" charset="-122"/>
                        </a:rPr>
                        <a:t>负责人：苑庆辉</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201295">
                <a:tc gridSpan="2">
                  <a:txBody>
                    <a:bodyPr/>
                    <a:lstStyle/>
                    <a:p>
                      <a:pPr algn="l" rtl="0" eaLnBrk="0">
                        <a:lnSpc>
                          <a:spcPct val="132000"/>
                        </a:lnSpc>
                      </a:pPr>
                      <a:endParaRPr lang="en-US" altLang="en-US" sz="300" dirty="0"/>
                    </a:p>
                    <a:p>
                      <a:pPr marL="611505" algn="l" rtl="0" eaLnBrk="0">
                        <a:lnSpc>
                          <a:spcPct val="97000"/>
                        </a:lnSpc>
                        <a:spcBef>
                          <a:spcPts val="0"/>
                        </a:spcBef>
                      </a:pPr>
                      <a:r>
                        <a:rPr sz="900" b="1" kern="0" spc="-10" dirty="0">
                          <a:solidFill>
                            <a:srgbClr val="000000">
                              <a:alpha val="100000"/>
                            </a:srgbClr>
                          </a:solidFill>
                          <a:cs typeface="微软雅黑" panose="020B0503020204020204" charset="-122"/>
                        </a:rPr>
                        <a:t>企发</a:t>
                      </a:r>
                      <a:endParaRPr lang="en-US" altLang="en-US" sz="9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rtl="0" eaLnBrk="0">
                        <a:lnSpc>
                          <a:spcPct val="122000"/>
                        </a:lnSpc>
                      </a:pPr>
                      <a:endParaRPr lang="en-US" altLang="en-US" sz="200" dirty="0"/>
                    </a:p>
                    <a:p>
                      <a:pPr marL="615950" algn="l" rtl="0" eaLnBrk="0">
                        <a:lnSpc>
                          <a:spcPct val="97000"/>
                        </a:lnSpc>
                      </a:pPr>
                      <a:r>
                        <a:rPr sz="900" b="1" kern="0" spc="-10" dirty="0">
                          <a:solidFill>
                            <a:srgbClr val="000000">
                              <a:alpha val="100000"/>
                            </a:srgbClr>
                          </a:solidFill>
                          <a:cs typeface="微软雅黑" panose="020B0503020204020204" charset="-122"/>
                        </a:rPr>
                        <a:t>重点项目</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l" rtl="0" eaLnBrk="0">
                        <a:lnSpc>
                          <a:spcPct val="123000"/>
                        </a:lnSpc>
                      </a:pPr>
                      <a:endParaRPr lang="en-US" altLang="en-US" sz="200" dirty="0"/>
                    </a:p>
                    <a:p>
                      <a:pPr marL="629285" algn="l" rtl="0" eaLnBrk="0">
                        <a:lnSpc>
                          <a:spcPct val="97000"/>
                        </a:lnSpc>
                        <a:spcBef>
                          <a:spcPts val="0"/>
                        </a:spcBef>
                      </a:pPr>
                      <a:r>
                        <a:rPr sz="900" b="1" kern="0" spc="-10" dirty="0">
                          <a:solidFill>
                            <a:srgbClr val="000000">
                              <a:alpha val="100000"/>
                            </a:srgbClr>
                          </a:solidFill>
                          <a:cs typeface="微软雅黑" panose="020B0503020204020204" charset="-122"/>
                        </a:rPr>
                        <a:t>分拨中心</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l" rtl="0" eaLnBrk="0">
                        <a:lnSpc>
                          <a:spcPct val="122000"/>
                        </a:lnSpc>
                      </a:pPr>
                      <a:endParaRPr lang="en-US" altLang="en-US" sz="200" dirty="0"/>
                    </a:p>
                    <a:p>
                      <a:pPr marL="1782445" algn="l" rtl="0" eaLnBrk="0">
                        <a:lnSpc>
                          <a:spcPct val="97000"/>
                        </a:lnSpc>
                      </a:pPr>
                      <a:r>
                        <a:rPr sz="900" b="1" kern="0" spc="-20" dirty="0">
                          <a:solidFill>
                            <a:srgbClr val="000000">
                              <a:alpha val="100000"/>
                            </a:srgbClr>
                          </a:solidFill>
                          <a:cs typeface="微软雅黑" panose="020B0503020204020204" charset="-122"/>
                        </a:rPr>
                        <a:t>网点</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400" dirty="0"/>
                    </a:p>
                    <a:p>
                      <a:pPr marL="40005" algn="l" rtl="0" eaLnBrk="0">
                        <a:lnSpc>
                          <a:spcPct val="96000"/>
                        </a:lnSpc>
                        <a:spcBef>
                          <a:spcPts val="5"/>
                        </a:spcBef>
                      </a:pPr>
                      <a:r>
                        <a:rPr sz="900" kern="0" spc="-10" dirty="0">
                          <a:solidFill>
                            <a:srgbClr val="000000">
                              <a:alpha val="100000"/>
                            </a:srgbClr>
                          </a:solidFill>
                          <a:cs typeface="微软雅黑" panose="020B0503020204020204" charset="-122"/>
                        </a:rPr>
                        <a:t>财务中心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400" dirty="0"/>
                    </a:p>
                    <a:p>
                      <a:pPr marL="39370" algn="l" rtl="0" eaLnBrk="0">
                        <a:lnSpc>
                          <a:spcPct val="96000"/>
                        </a:lnSpc>
                        <a:spcBef>
                          <a:spcPts val="5"/>
                        </a:spcBef>
                      </a:pPr>
                      <a:r>
                        <a:rPr sz="900" kern="0" spc="-10" dirty="0">
                          <a:solidFill>
                            <a:srgbClr val="000000">
                              <a:alpha val="100000"/>
                            </a:srgbClr>
                          </a:solidFill>
                          <a:cs typeface="微软雅黑" panose="020B0503020204020204" charset="-122"/>
                        </a:rPr>
                        <a:t>负责人：崔鹏</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38454">
                <a:tc>
                  <a:txBody>
                    <a:bodyPr/>
                    <a:lstStyle/>
                    <a:p>
                      <a:pPr algn="l" rtl="0" eaLnBrk="0">
                        <a:lnSpc>
                          <a:spcPct val="107000"/>
                        </a:lnSpc>
                      </a:pPr>
                      <a:endParaRPr lang="en-US" altLang="en-US" sz="800" dirty="0"/>
                    </a:p>
                    <a:p>
                      <a:pPr marL="45720" algn="l" rtl="0" eaLnBrk="0">
                        <a:lnSpc>
                          <a:spcPct val="98000"/>
                        </a:lnSpc>
                        <a:spcBef>
                          <a:spcPts val="0"/>
                        </a:spcBef>
                      </a:pPr>
                      <a:r>
                        <a:rPr sz="900" kern="0" spc="-10" dirty="0">
                          <a:solidFill>
                            <a:srgbClr val="000000">
                              <a:alpha val="100000"/>
                            </a:srgbClr>
                          </a:solidFill>
                          <a:cs typeface="微软雅黑" panose="020B0503020204020204" charset="-122"/>
                        </a:rPr>
                        <a:t>企发部</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7465" algn="l" rtl="0" eaLnBrk="0">
                        <a:lnSpc>
                          <a:spcPct val="99000"/>
                        </a:lnSpc>
                        <a:spcBef>
                          <a:spcPts val="5"/>
                        </a:spcBef>
                      </a:pPr>
                      <a:r>
                        <a:rPr sz="900" kern="0" spc="-10" dirty="0">
                          <a:solidFill>
                            <a:srgbClr val="000000">
                              <a:alpha val="100000"/>
                            </a:srgbClr>
                          </a:solidFill>
                          <a:cs typeface="微软雅黑" panose="020B0503020204020204" charset="-122"/>
                        </a:rPr>
                        <a:t>柴总</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8735" algn="l" rtl="0" eaLnBrk="0">
                        <a:lnSpc>
                          <a:spcPct val="98000"/>
                        </a:lnSpc>
                        <a:spcBef>
                          <a:spcPts val="0"/>
                        </a:spcBef>
                      </a:pPr>
                      <a:r>
                        <a:rPr sz="900" kern="0" spc="-10" dirty="0">
                          <a:solidFill>
                            <a:srgbClr val="000000">
                              <a:alpha val="100000"/>
                            </a:srgbClr>
                          </a:solidFill>
                          <a:cs typeface="微软雅黑" panose="020B0503020204020204" charset="-122"/>
                        </a:rPr>
                        <a:t>壹键发</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algn="l" rtl="0" eaLnBrk="0">
                        <a:lnSpc>
                          <a:spcPct val="7000"/>
                        </a:lnSpc>
                      </a:pPr>
                      <a:endParaRPr lang="en-US" altLang="en-US" sz="100" dirty="0"/>
                    </a:p>
                    <a:p>
                      <a:pPr marL="38735" algn="l" rtl="0" eaLnBrk="0">
                        <a:lnSpc>
                          <a:spcPct val="97000"/>
                        </a:lnSpc>
                      </a:pPr>
                      <a:r>
                        <a:rPr sz="900" kern="0" spc="-10" dirty="0">
                          <a:solidFill>
                            <a:srgbClr val="000000">
                              <a:alpha val="100000"/>
                            </a:srgbClr>
                          </a:solidFill>
                          <a:cs typeface="微软雅黑" panose="020B0503020204020204" charset="-122"/>
                        </a:rPr>
                        <a:t>崔鹏，何林娜</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5000"/>
                        </a:lnSpc>
                      </a:pPr>
                      <a:endParaRPr lang="en-US" altLang="en-US" sz="800" dirty="0"/>
                    </a:p>
                    <a:p>
                      <a:pPr marL="38735" algn="l" rtl="0" eaLnBrk="0">
                        <a:lnSpc>
                          <a:spcPct val="97000"/>
                        </a:lnSpc>
                        <a:spcBef>
                          <a:spcPts val="5"/>
                        </a:spcBef>
                      </a:pPr>
                      <a:r>
                        <a:rPr sz="900" kern="0" spc="-10" dirty="0">
                          <a:solidFill>
                            <a:srgbClr val="000000">
                              <a:alpha val="100000"/>
                            </a:srgbClr>
                          </a:solidFill>
                          <a:cs typeface="微软雅黑" panose="020B0503020204020204" charset="-122"/>
                        </a:rPr>
                        <a:t>深圳分拨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5000"/>
                        </a:lnSpc>
                      </a:pPr>
                      <a:endParaRPr lang="en-US" altLang="en-US" sz="800" dirty="0"/>
                    </a:p>
                    <a:p>
                      <a:pPr marL="38100" algn="l" rtl="0" eaLnBrk="0">
                        <a:lnSpc>
                          <a:spcPct val="97000"/>
                        </a:lnSpc>
                        <a:spcBef>
                          <a:spcPts val="5"/>
                        </a:spcBef>
                      </a:pPr>
                      <a:r>
                        <a:rPr sz="900" kern="0" spc="-10" dirty="0">
                          <a:solidFill>
                            <a:srgbClr val="000000">
                              <a:alpha val="100000"/>
                            </a:srgbClr>
                          </a:solidFill>
                          <a:cs typeface="微软雅黑" panose="020B0503020204020204" charset="-122"/>
                        </a:rPr>
                        <a:t>负责人：余影</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20000"/>
                        </a:lnSpc>
                      </a:pPr>
                      <a:endParaRPr lang="en-US" altLang="en-US" sz="200" dirty="0"/>
                    </a:p>
                    <a:p>
                      <a:pPr marL="38735" indent="635" algn="l" rtl="0" eaLnBrk="0">
                        <a:lnSpc>
                          <a:spcPct val="99000"/>
                        </a:lnSpc>
                        <a:spcBef>
                          <a:spcPts val="0"/>
                        </a:spcBef>
                      </a:pPr>
                      <a:r>
                        <a:rPr sz="900" kern="0" spc="-10" dirty="0">
                          <a:solidFill>
                            <a:srgbClr val="000000">
                              <a:alpha val="100000"/>
                            </a:srgbClr>
                          </a:solidFill>
                          <a:cs typeface="微软雅黑" panose="020B0503020204020204" charset="-122"/>
                        </a:rPr>
                        <a:t>南海盐步营</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业部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5000"/>
                        </a:lnSpc>
                      </a:pPr>
                      <a:endParaRPr lang="en-US" altLang="en-US" sz="600" dirty="0"/>
                    </a:p>
                    <a:p>
                      <a:pPr marL="38735" algn="l" rtl="0" eaLnBrk="0">
                        <a:lnSpc>
                          <a:spcPct val="97000"/>
                        </a:lnSpc>
                        <a:spcBef>
                          <a:spcPts val="5"/>
                        </a:spcBef>
                      </a:pPr>
                      <a:r>
                        <a:rPr sz="900" kern="0" spc="-10" dirty="0">
                          <a:solidFill>
                            <a:srgbClr val="000000">
                              <a:alpha val="100000"/>
                            </a:srgbClr>
                          </a:solidFill>
                          <a:cs typeface="微软雅黑" panose="020B0503020204020204" charset="-122"/>
                        </a:rPr>
                        <a:t>孙德军，李鹏玉</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9000"/>
                        </a:lnSpc>
                      </a:pPr>
                      <a:endParaRPr lang="en-US" altLang="en-US" sz="200" dirty="0"/>
                    </a:p>
                    <a:p>
                      <a:pPr marL="39370" indent="-635" algn="l" rtl="0" eaLnBrk="0">
                        <a:lnSpc>
                          <a:spcPct val="99000"/>
                        </a:lnSpc>
                        <a:spcBef>
                          <a:spcPts val="0"/>
                        </a:spcBef>
                      </a:pPr>
                      <a:r>
                        <a:rPr sz="900" kern="0" spc="-10" dirty="0">
                          <a:solidFill>
                            <a:srgbClr val="000000">
                              <a:alpha val="100000"/>
                            </a:srgbClr>
                          </a:solidFill>
                          <a:cs typeface="微软雅黑" panose="020B0503020204020204" charset="-122"/>
                        </a:rPr>
                        <a:t>济南北外环</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营业部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5000"/>
                        </a:lnSpc>
                      </a:pPr>
                      <a:endParaRPr lang="en-US" altLang="en-US" sz="600" dirty="0"/>
                    </a:p>
                    <a:p>
                      <a:pPr marL="39370" algn="l" rtl="0" eaLnBrk="0">
                        <a:lnSpc>
                          <a:spcPct val="97000"/>
                        </a:lnSpc>
                        <a:spcBef>
                          <a:spcPts val="5"/>
                        </a:spcBef>
                      </a:pPr>
                      <a:r>
                        <a:rPr sz="900" kern="0" spc="-10" dirty="0">
                          <a:solidFill>
                            <a:srgbClr val="000000">
                              <a:alpha val="100000"/>
                            </a:srgbClr>
                          </a:solidFill>
                          <a:cs typeface="微软雅黑" panose="020B0503020204020204" charset="-122"/>
                        </a:rPr>
                        <a:t>安滨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2000"/>
                        </a:lnSpc>
                      </a:pPr>
                      <a:endParaRPr lang="en-US" altLang="en-US" sz="400" dirty="0"/>
                    </a:p>
                    <a:p>
                      <a:pPr marL="39370" algn="l" rtl="0" eaLnBrk="0">
                        <a:lnSpc>
                          <a:spcPct val="94000"/>
                        </a:lnSpc>
                      </a:pPr>
                      <a:r>
                        <a:rPr sz="900" kern="0" spc="-10" dirty="0">
                          <a:solidFill>
                            <a:srgbClr val="000000">
                              <a:alpha val="100000"/>
                            </a:srgbClr>
                          </a:solidFill>
                          <a:cs typeface="微软雅黑" panose="020B0503020204020204" charset="-122"/>
                        </a:rPr>
                        <a:t>人力行政中</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algn="l" rtl="0" eaLnBrk="0">
                        <a:lnSpc>
                          <a:spcPct val="7000"/>
                        </a:lnSpc>
                      </a:pPr>
                      <a:endParaRPr lang="en-US" altLang="en-US" sz="100" dirty="0"/>
                    </a:p>
                    <a:p>
                      <a:pPr marL="39370" algn="l" rtl="0" eaLnBrk="0">
                        <a:lnSpc>
                          <a:spcPct val="97000"/>
                        </a:lnSpc>
                      </a:pPr>
                      <a:r>
                        <a:rPr sz="900" kern="0" spc="-10" dirty="0">
                          <a:solidFill>
                            <a:srgbClr val="000000">
                              <a:alpha val="100000"/>
                            </a:srgbClr>
                          </a:solidFill>
                          <a:cs typeface="微软雅黑" panose="020B0503020204020204" charset="-122"/>
                        </a:rPr>
                        <a:t>负责人：王威</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38454">
                <a:tc>
                  <a:txBody>
                    <a:bodyPr/>
                    <a:lstStyle/>
                    <a:p>
                      <a:pPr algn="l" rtl="0" eaLnBrk="0">
                        <a:lnSpc>
                          <a:spcPct val="107000"/>
                        </a:lnSpc>
                      </a:pPr>
                      <a:endParaRPr lang="en-US" altLang="en-US" sz="800" dirty="0"/>
                    </a:p>
                    <a:p>
                      <a:pPr marL="46355" algn="l" rtl="0" eaLnBrk="0">
                        <a:lnSpc>
                          <a:spcPct val="98000"/>
                        </a:lnSpc>
                      </a:pPr>
                      <a:r>
                        <a:rPr sz="900" kern="0" spc="-10" dirty="0">
                          <a:solidFill>
                            <a:srgbClr val="000000">
                              <a:alpha val="100000"/>
                            </a:srgbClr>
                          </a:solidFill>
                          <a:cs typeface="微软雅黑" panose="020B0503020204020204" charset="-122"/>
                        </a:rPr>
                        <a:t>公司PMO</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8100" algn="l" rtl="0" eaLnBrk="0">
                        <a:lnSpc>
                          <a:spcPct val="97000"/>
                        </a:lnSpc>
                        <a:spcBef>
                          <a:spcPts val="0"/>
                        </a:spcBef>
                      </a:pPr>
                      <a:r>
                        <a:rPr sz="900" kern="0" spc="-10" dirty="0">
                          <a:solidFill>
                            <a:srgbClr val="000000">
                              <a:alpha val="100000"/>
                            </a:srgbClr>
                          </a:solidFill>
                          <a:cs typeface="微软雅黑" panose="020B0503020204020204" charset="-122"/>
                        </a:rPr>
                        <a:t>胡田旺</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400" dirty="0"/>
                    </a:p>
                    <a:p>
                      <a:pPr marL="43180" indent="-6350" algn="l" rtl="0" eaLnBrk="0">
                        <a:lnSpc>
                          <a:spcPct val="98000"/>
                        </a:lnSpc>
                        <a:spcBef>
                          <a:spcPts val="5"/>
                        </a:spcBef>
                      </a:pPr>
                      <a:r>
                        <a:rPr sz="900" kern="0" spc="-10" dirty="0">
                          <a:solidFill>
                            <a:srgbClr val="000000">
                              <a:alpha val="100000"/>
                            </a:srgbClr>
                          </a:solidFill>
                          <a:cs typeface="微软雅黑" panose="020B0503020204020204" charset="-122"/>
                        </a:rPr>
                        <a:t>地域性产</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品</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7465" algn="l" rtl="0" eaLnBrk="0">
                        <a:lnSpc>
                          <a:spcPct val="97000"/>
                        </a:lnSpc>
                        <a:spcBef>
                          <a:spcPts val="5"/>
                        </a:spcBef>
                      </a:pPr>
                      <a:r>
                        <a:rPr sz="900" kern="0" spc="-10" dirty="0">
                          <a:solidFill>
                            <a:srgbClr val="000000">
                              <a:alpha val="100000"/>
                            </a:srgbClr>
                          </a:solidFill>
                          <a:cs typeface="微软雅黑" panose="020B0503020204020204" charset="-122"/>
                        </a:rPr>
                        <a:t>姚树伟</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5000"/>
                        </a:lnSpc>
                      </a:pPr>
                      <a:endParaRPr lang="en-US" altLang="en-US" sz="600" dirty="0"/>
                    </a:p>
                    <a:p>
                      <a:pPr marL="38100" algn="l" rtl="0" eaLnBrk="0">
                        <a:lnSpc>
                          <a:spcPct val="97000"/>
                        </a:lnSpc>
                        <a:spcBef>
                          <a:spcPts val="0"/>
                        </a:spcBef>
                      </a:pPr>
                      <a:r>
                        <a:rPr sz="900" kern="0" spc="-10" dirty="0">
                          <a:solidFill>
                            <a:srgbClr val="000000">
                              <a:alpha val="100000"/>
                            </a:srgbClr>
                          </a:solidFill>
                          <a:cs typeface="微软雅黑" panose="020B0503020204020204" charset="-122"/>
                        </a:rPr>
                        <a:t>番禺分拨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5000"/>
                        </a:lnSpc>
                      </a:pPr>
                      <a:endParaRPr lang="en-US" altLang="en-US" sz="600" dirty="0"/>
                    </a:p>
                    <a:p>
                      <a:pPr marL="38100" algn="l" rtl="0" eaLnBrk="0">
                        <a:lnSpc>
                          <a:spcPct val="97000"/>
                        </a:lnSpc>
                      </a:pPr>
                      <a:r>
                        <a:rPr sz="900" kern="0" spc="-10" dirty="0">
                          <a:solidFill>
                            <a:srgbClr val="000000">
                              <a:alpha val="100000"/>
                            </a:srgbClr>
                          </a:solidFill>
                          <a:cs typeface="微软雅黑" panose="020B0503020204020204" charset="-122"/>
                        </a:rPr>
                        <a:t>负责人：曾建国</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9000"/>
                        </a:lnSpc>
                      </a:pPr>
                      <a:endParaRPr lang="en-US" altLang="en-US" sz="200" dirty="0"/>
                    </a:p>
                    <a:p>
                      <a:pPr marL="38735" indent="-1270" algn="l" rtl="0" eaLnBrk="0">
                        <a:lnSpc>
                          <a:spcPct val="99000"/>
                        </a:lnSpc>
                        <a:spcBef>
                          <a:spcPts val="0"/>
                        </a:spcBef>
                      </a:pPr>
                      <a:r>
                        <a:rPr sz="900" kern="0" spc="-10" dirty="0">
                          <a:solidFill>
                            <a:srgbClr val="000000">
                              <a:alpha val="100000"/>
                            </a:srgbClr>
                          </a:solidFill>
                          <a:cs typeface="微软雅黑" panose="020B0503020204020204" charset="-122"/>
                        </a:rPr>
                        <a:t>顺德陈村营</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业部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4000"/>
                        </a:lnSpc>
                      </a:pPr>
                      <a:endParaRPr lang="en-US" altLang="en-US" sz="600" dirty="0"/>
                    </a:p>
                    <a:p>
                      <a:pPr marL="38735" algn="l" rtl="0" eaLnBrk="0">
                        <a:lnSpc>
                          <a:spcPct val="98000"/>
                        </a:lnSpc>
                        <a:spcBef>
                          <a:spcPts val="0"/>
                        </a:spcBef>
                      </a:pPr>
                      <a:r>
                        <a:rPr sz="900" kern="0" spc="-10" dirty="0">
                          <a:solidFill>
                            <a:srgbClr val="000000">
                              <a:alpha val="100000"/>
                            </a:srgbClr>
                          </a:solidFill>
                          <a:cs typeface="微软雅黑" panose="020B0503020204020204" charset="-122"/>
                        </a:rPr>
                        <a:t>孙祥</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8000"/>
                        </a:lnSpc>
                      </a:pPr>
                      <a:endParaRPr lang="en-US" altLang="en-US" sz="200" dirty="0"/>
                    </a:p>
                    <a:p>
                      <a:pPr marL="38100" indent="635" algn="l" rtl="0" eaLnBrk="0">
                        <a:lnSpc>
                          <a:spcPct val="99000"/>
                        </a:lnSpc>
                        <a:spcBef>
                          <a:spcPts val="0"/>
                        </a:spcBef>
                      </a:pPr>
                      <a:r>
                        <a:rPr sz="900" kern="0" spc="-10" dirty="0">
                          <a:solidFill>
                            <a:srgbClr val="000000">
                              <a:alpha val="100000"/>
                            </a:srgbClr>
                          </a:solidFill>
                          <a:cs typeface="微软雅黑" panose="020B0503020204020204" charset="-122"/>
                        </a:rPr>
                        <a:t>济南之江商</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城营业部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4000"/>
                        </a:lnSpc>
                      </a:pPr>
                      <a:endParaRPr lang="en-US" altLang="en-US" sz="600" dirty="0"/>
                    </a:p>
                    <a:p>
                      <a:pPr marL="41275" algn="l" rtl="0" eaLnBrk="0">
                        <a:lnSpc>
                          <a:spcPct val="98000"/>
                        </a:lnSpc>
                        <a:spcBef>
                          <a:spcPts val="5"/>
                        </a:spcBef>
                      </a:pPr>
                      <a:r>
                        <a:rPr sz="900" kern="0" spc="-20" dirty="0">
                          <a:solidFill>
                            <a:srgbClr val="000000">
                              <a:alpha val="100000"/>
                            </a:srgbClr>
                          </a:solidFill>
                          <a:cs typeface="微软雅黑" panose="020B0503020204020204" charset="-122"/>
                        </a:rPr>
                        <a:t>王斌</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5000"/>
                        </a:lnSpc>
                      </a:pPr>
                      <a:endParaRPr lang="en-US" altLang="en-US" sz="600" dirty="0"/>
                    </a:p>
                    <a:p>
                      <a:pPr marL="40005" algn="l" rtl="0" eaLnBrk="0">
                        <a:lnSpc>
                          <a:spcPct val="97000"/>
                        </a:lnSpc>
                        <a:spcBef>
                          <a:spcPts val="5"/>
                        </a:spcBef>
                      </a:pPr>
                      <a:r>
                        <a:rPr sz="900" kern="0" spc="-10" dirty="0">
                          <a:solidFill>
                            <a:srgbClr val="000000">
                              <a:alpha val="100000"/>
                            </a:srgbClr>
                          </a:solidFill>
                          <a:cs typeface="微软雅黑" panose="020B0503020204020204" charset="-122"/>
                        </a:rPr>
                        <a:t>营销中心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5000"/>
                        </a:lnSpc>
                      </a:pPr>
                      <a:endParaRPr lang="en-US" altLang="en-US" sz="800" dirty="0"/>
                    </a:p>
                    <a:p>
                      <a:pPr marL="39370" algn="l" rtl="0" eaLnBrk="0">
                        <a:lnSpc>
                          <a:spcPct val="97000"/>
                        </a:lnSpc>
                      </a:pPr>
                      <a:r>
                        <a:rPr sz="900" kern="0" spc="-10" dirty="0">
                          <a:solidFill>
                            <a:srgbClr val="000000">
                              <a:alpha val="100000"/>
                            </a:srgbClr>
                          </a:solidFill>
                          <a:cs typeface="微软雅黑" panose="020B0503020204020204" charset="-122"/>
                        </a:rPr>
                        <a:t>负责人：俞松磊</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37820">
                <a:tc>
                  <a:txBody>
                    <a:bodyPr/>
                    <a:lstStyle/>
                    <a:p>
                      <a:pPr algn="l" rtl="0" eaLnBrk="0">
                        <a:lnSpc>
                          <a:spcPct val="106000"/>
                        </a:lnSpc>
                      </a:pPr>
                      <a:endParaRPr lang="en-US" altLang="en-US" sz="800" dirty="0"/>
                    </a:p>
                    <a:p>
                      <a:pPr algn="l" rtl="0" eaLnBrk="0">
                        <a:lnSpc>
                          <a:spcPct val="7000"/>
                        </a:lnSpc>
                      </a:pPr>
                      <a:endParaRPr lang="en-US" altLang="en-US" sz="100" dirty="0"/>
                    </a:p>
                    <a:p>
                      <a:pPr marL="45720" algn="l" rtl="0" eaLnBrk="0">
                        <a:lnSpc>
                          <a:spcPct val="97000"/>
                        </a:lnSpc>
                      </a:pPr>
                      <a:r>
                        <a:rPr sz="900" kern="0" spc="-10" dirty="0">
                          <a:solidFill>
                            <a:srgbClr val="000000">
                              <a:alpha val="100000"/>
                            </a:srgbClr>
                          </a:solidFill>
                          <a:cs typeface="微软雅黑" panose="020B0503020204020204" charset="-122"/>
                        </a:rPr>
                        <a:t>企发数据</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8100" algn="l" rtl="0" eaLnBrk="0">
                        <a:lnSpc>
                          <a:spcPct val="97000"/>
                        </a:lnSpc>
                        <a:spcBef>
                          <a:spcPts val="5"/>
                        </a:spcBef>
                      </a:pPr>
                      <a:r>
                        <a:rPr sz="900" kern="0" spc="-10" dirty="0">
                          <a:solidFill>
                            <a:srgbClr val="000000">
                              <a:alpha val="100000"/>
                            </a:srgbClr>
                          </a:solidFill>
                          <a:cs typeface="微软雅黑" panose="020B0503020204020204" charset="-122"/>
                        </a:rPr>
                        <a:t>冀双玺</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7465" algn="l" rtl="0" eaLnBrk="0">
                        <a:lnSpc>
                          <a:spcPct val="97000"/>
                        </a:lnSpc>
                        <a:spcBef>
                          <a:spcPts val="5"/>
                        </a:spcBef>
                      </a:pPr>
                      <a:r>
                        <a:rPr sz="900" kern="0" spc="-10" dirty="0">
                          <a:solidFill>
                            <a:srgbClr val="000000">
                              <a:alpha val="100000"/>
                            </a:srgbClr>
                          </a:solidFill>
                          <a:cs typeface="微软雅黑" panose="020B0503020204020204" charset="-122"/>
                        </a:rPr>
                        <a:t>全程时效</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800" dirty="0"/>
                    </a:p>
                    <a:p>
                      <a:pPr marL="38735" algn="l" rtl="0" eaLnBrk="0">
                        <a:lnSpc>
                          <a:spcPct val="97000"/>
                        </a:lnSpc>
                        <a:spcBef>
                          <a:spcPts val="5"/>
                        </a:spcBef>
                      </a:pPr>
                      <a:r>
                        <a:rPr sz="900" kern="0" spc="-10" dirty="0">
                          <a:solidFill>
                            <a:srgbClr val="000000">
                              <a:alpha val="100000"/>
                            </a:srgbClr>
                          </a:solidFill>
                          <a:cs typeface="微软雅黑" panose="020B0503020204020204" charset="-122"/>
                        </a:rPr>
                        <a:t>苑庆辉，张珊珊</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rowSpan="2">
                  <a:txBody>
                    <a:bodyPr/>
                    <a:lstStyle/>
                    <a:p>
                      <a:pPr algn="l" rtl="0" eaLnBrk="0">
                        <a:lnSpc>
                          <a:spcPct val="179000"/>
                        </a:lnSpc>
                      </a:pPr>
                      <a:endParaRPr lang="en-US" altLang="en-US" sz="1000" dirty="0"/>
                    </a:p>
                    <a:p>
                      <a:pPr marL="38100" algn="l" rtl="0" eaLnBrk="0">
                        <a:lnSpc>
                          <a:spcPct val="98000"/>
                        </a:lnSpc>
                        <a:spcBef>
                          <a:spcPts val="5"/>
                        </a:spcBef>
                      </a:pPr>
                      <a:r>
                        <a:rPr sz="900" kern="0" spc="-10" dirty="0">
                          <a:solidFill>
                            <a:srgbClr val="000000">
                              <a:alpha val="100000"/>
                            </a:srgbClr>
                          </a:solidFill>
                          <a:cs typeface="微软雅黑" panose="020B0503020204020204" charset="-122"/>
                        </a:rPr>
                        <a:t>广佛枢纽</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4000"/>
                        </a:lnSpc>
                      </a:pPr>
                      <a:endParaRPr lang="en-US" altLang="en-US" sz="600" dirty="0"/>
                    </a:p>
                    <a:p>
                      <a:pPr marL="38100" algn="l" rtl="0" eaLnBrk="0">
                        <a:lnSpc>
                          <a:spcPct val="97000"/>
                        </a:lnSpc>
                        <a:spcBef>
                          <a:spcPts val="5"/>
                        </a:spcBef>
                      </a:pPr>
                      <a:r>
                        <a:rPr sz="900" kern="0" spc="-10" dirty="0">
                          <a:solidFill>
                            <a:srgbClr val="000000">
                              <a:alpha val="100000"/>
                            </a:srgbClr>
                          </a:solidFill>
                          <a:cs typeface="微软雅黑" panose="020B0503020204020204" charset="-122"/>
                        </a:rPr>
                        <a:t>负责人：李文龙</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8000"/>
                        </a:lnSpc>
                      </a:pPr>
                      <a:endParaRPr lang="en-US" altLang="en-US" sz="200" dirty="0"/>
                    </a:p>
                    <a:p>
                      <a:pPr marL="38735" algn="l" rtl="0" eaLnBrk="0">
                        <a:lnSpc>
                          <a:spcPct val="99000"/>
                        </a:lnSpc>
                        <a:spcBef>
                          <a:spcPts val="0"/>
                        </a:spcBef>
                      </a:pPr>
                      <a:r>
                        <a:rPr sz="900" kern="0" spc="-10" dirty="0">
                          <a:solidFill>
                            <a:srgbClr val="000000">
                              <a:alpha val="100000"/>
                            </a:srgbClr>
                          </a:solidFill>
                          <a:cs typeface="微软雅黑" panose="020B0503020204020204" charset="-122"/>
                        </a:rPr>
                        <a:t>深圳龙城营</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业部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4000"/>
                        </a:lnSpc>
                      </a:pPr>
                      <a:endParaRPr lang="en-US" altLang="en-US" sz="600" dirty="0"/>
                    </a:p>
                    <a:p>
                      <a:pPr marL="48260" algn="l" rtl="0" eaLnBrk="0">
                        <a:lnSpc>
                          <a:spcPct val="98000"/>
                        </a:lnSpc>
                        <a:spcBef>
                          <a:spcPts val="0"/>
                        </a:spcBef>
                      </a:pPr>
                      <a:r>
                        <a:rPr sz="900" kern="0" spc="-30" dirty="0">
                          <a:solidFill>
                            <a:srgbClr val="000000">
                              <a:alpha val="100000"/>
                            </a:srgbClr>
                          </a:solidFill>
                          <a:cs typeface="微软雅黑" panose="020B0503020204020204" charset="-122"/>
                        </a:rPr>
                        <a:t>白裕松</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9370" algn="l" rtl="0" eaLnBrk="0">
                        <a:lnSpc>
                          <a:spcPct val="98000"/>
                        </a:lnSpc>
                        <a:spcBef>
                          <a:spcPts val="5"/>
                        </a:spcBef>
                      </a:pPr>
                      <a:r>
                        <a:rPr sz="900" kern="0" spc="-10" dirty="0">
                          <a:solidFill>
                            <a:srgbClr val="000000">
                              <a:alpha val="100000"/>
                            </a:srgbClr>
                          </a:solidFill>
                          <a:cs typeface="微软雅黑" panose="020B0503020204020204" charset="-122"/>
                        </a:rPr>
                        <a:t>总裁办</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6000"/>
                        </a:lnSpc>
                      </a:pPr>
                      <a:endParaRPr lang="en-US" altLang="en-US" sz="800" dirty="0"/>
                    </a:p>
                    <a:p>
                      <a:pPr algn="l" rtl="0" eaLnBrk="0">
                        <a:lnSpc>
                          <a:spcPct val="7000"/>
                        </a:lnSpc>
                      </a:pPr>
                      <a:endParaRPr lang="en-US" altLang="en-US" sz="100" dirty="0"/>
                    </a:p>
                    <a:p>
                      <a:pPr marL="40640" algn="l" rtl="0" eaLnBrk="0">
                        <a:lnSpc>
                          <a:spcPct val="98000"/>
                        </a:lnSpc>
                      </a:pPr>
                      <a:r>
                        <a:rPr sz="900" kern="0" spc="-20" dirty="0">
                          <a:solidFill>
                            <a:srgbClr val="000000">
                              <a:alpha val="100000"/>
                            </a:srgbClr>
                          </a:solidFill>
                          <a:cs typeface="微软雅黑" panose="020B0503020204020204" charset="-122"/>
                        </a:rPr>
                        <a:t>姜伟</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37820">
                <a:tc>
                  <a:txBody>
                    <a:bodyPr/>
                    <a:lstStyle/>
                    <a:p>
                      <a:pPr algn="l" rtl="0" eaLnBrk="0">
                        <a:lnSpc>
                          <a:spcPct val="107000"/>
                        </a:lnSpc>
                      </a:pPr>
                      <a:endParaRPr lang="en-US" altLang="en-US" sz="800" dirty="0"/>
                    </a:p>
                    <a:p>
                      <a:pPr marL="45720" algn="l" rtl="0" eaLnBrk="0">
                        <a:lnSpc>
                          <a:spcPct val="97000"/>
                        </a:lnSpc>
                        <a:spcBef>
                          <a:spcPts val="5"/>
                        </a:spcBef>
                      </a:pPr>
                      <a:r>
                        <a:rPr sz="900" kern="0" spc="-10" dirty="0">
                          <a:solidFill>
                            <a:srgbClr val="000000">
                              <a:alpha val="100000"/>
                            </a:srgbClr>
                          </a:solidFill>
                          <a:cs typeface="微软雅黑" panose="020B0503020204020204" charset="-122"/>
                        </a:rPr>
                        <a:t>企发预算</a:t>
                      </a:r>
                      <a:endParaRPr lang="en-US" altLang="en-US" sz="900" dirty="0"/>
                    </a:p>
                  </a:txBody>
                  <a:tcPr marL="0" marR="0" marT="0" marB="0" vert="horz">
                    <a:lnL w="1905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6000"/>
                        </a:lnSpc>
                      </a:pPr>
                      <a:endParaRPr lang="en-US" altLang="en-US" sz="800" dirty="0"/>
                    </a:p>
                    <a:p>
                      <a:pPr algn="l" rtl="0" eaLnBrk="0">
                        <a:lnSpc>
                          <a:spcPct val="8000"/>
                        </a:lnSpc>
                      </a:pPr>
                      <a:endParaRPr lang="en-US" altLang="en-US" sz="100" dirty="0"/>
                    </a:p>
                    <a:p>
                      <a:pPr marL="38100" algn="l" rtl="0" eaLnBrk="0">
                        <a:lnSpc>
                          <a:spcPct val="98000"/>
                        </a:lnSpc>
                      </a:pPr>
                      <a:r>
                        <a:rPr sz="900" kern="0" spc="-10" dirty="0">
                          <a:solidFill>
                            <a:srgbClr val="000000">
                              <a:alpha val="100000"/>
                            </a:srgbClr>
                          </a:solidFill>
                          <a:cs typeface="微软雅黑" panose="020B0503020204020204" charset="-122"/>
                        </a:rPr>
                        <a:t>单鹏涛</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7000"/>
                        </a:lnSpc>
                      </a:pPr>
                      <a:endParaRPr lang="en-US" altLang="en-US" sz="800" dirty="0"/>
                    </a:p>
                    <a:p>
                      <a:pPr marL="36830" algn="l" rtl="0" eaLnBrk="0">
                        <a:lnSpc>
                          <a:spcPct val="97000"/>
                        </a:lnSpc>
                        <a:spcBef>
                          <a:spcPts val="0"/>
                        </a:spcBef>
                      </a:pPr>
                      <a:r>
                        <a:rPr sz="900" kern="0" spc="-10" dirty="0">
                          <a:solidFill>
                            <a:srgbClr val="000000">
                              <a:alpha val="100000"/>
                            </a:srgbClr>
                          </a:solidFill>
                          <a:cs typeface="微软雅黑" panose="020B0503020204020204" charset="-122"/>
                        </a:rPr>
                        <a:t>数据治理</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3000"/>
                        </a:lnSpc>
                      </a:pPr>
                      <a:endParaRPr lang="en-US" altLang="en-US" sz="800" dirty="0"/>
                    </a:p>
                    <a:p>
                      <a:pPr algn="l" rtl="0" eaLnBrk="0">
                        <a:lnSpc>
                          <a:spcPct val="7000"/>
                        </a:lnSpc>
                      </a:pPr>
                      <a:endParaRPr lang="en-US" altLang="en-US" sz="100" dirty="0"/>
                    </a:p>
                    <a:p>
                      <a:pPr marL="38735" algn="l" rtl="0" eaLnBrk="0">
                        <a:lnSpc>
                          <a:spcPct val="97000"/>
                        </a:lnSpc>
                      </a:pPr>
                      <a:r>
                        <a:rPr sz="900" kern="0" spc="-10" dirty="0">
                          <a:solidFill>
                            <a:srgbClr val="000000">
                              <a:alpha val="100000"/>
                            </a:srgbClr>
                          </a:solidFill>
                          <a:cs typeface="微软雅黑" panose="020B0503020204020204" charset="-122"/>
                        </a:rPr>
                        <a:t>冀双玺</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vMerge="1">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4000"/>
                        </a:lnSpc>
                      </a:pPr>
                      <a:endParaRPr lang="en-US" altLang="en-US" sz="600" dirty="0"/>
                    </a:p>
                    <a:p>
                      <a:pPr marL="37465" algn="l" rtl="0" eaLnBrk="0">
                        <a:lnSpc>
                          <a:spcPct val="97000"/>
                        </a:lnSpc>
                        <a:spcBef>
                          <a:spcPts val="5"/>
                        </a:spcBef>
                      </a:pPr>
                      <a:r>
                        <a:rPr sz="900" kern="0" spc="-10" dirty="0">
                          <a:solidFill>
                            <a:srgbClr val="000000">
                              <a:alpha val="100000"/>
                            </a:srgbClr>
                          </a:solidFill>
                          <a:cs typeface="微软雅黑" panose="020B0503020204020204" charset="-122"/>
                        </a:rPr>
                        <a:t>后勤部：张晓升</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9000"/>
                        </a:lnSpc>
                      </a:pPr>
                      <a:endParaRPr lang="en-US" altLang="en-US" sz="200" dirty="0"/>
                    </a:p>
                    <a:p>
                      <a:pPr marL="38735" indent="-635" algn="l" rtl="0" eaLnBrk="0">
                        <a:lnSpc>
                          <a:spcPct val="99000"/>
                        </a:lnSpc>
                        <a:spcBef>
                          <a:spcPts val="0"/>
                        </a:spcBef>
                      </a:pPr>
                      <a:r>
                        <a:rPr sz="900" kern="0" spc="-10" dirty="0">
                          <a:solidFill>
                            <a:srgbClr val="000000">
                              <a:alpha val="100000"/>
                            </a:srgbClr>
                          </a:solidFill>
                          <a:cs typeface="微软雅黑" panose="020B0503020204020204" charset="-122"/>
                        </a:rPr>
                        <a:t>观澜街道营</a:t>
                      </a:r>
                      <a:r>
                        <a:rPr sz="900" kern="0" spc="0" dirty="0">
                          <a:solidFill>
                            <a:srgbClr val="000000">
                              <a:alpha val="100000"/>
                            </a:srgbClr>
                          </a:solidFill>
                          <a:cs typeface="微软雅黑" panose="020B0503020204020204" charset="-122"/>
                        </a:rPr>
                        <a:t>   </a:t>
                      </a:r>
                      <a:r>
                        <a:rPr sz="900" kern="0" spc="-10" dirty="0">
                          <a:solidFill>
                            <a:srgbClr val="000000">
                              <a:alpha val="100000"/>
                            </a:srgbClr>
                          </a:solidFill>
                          <a:cs typeface="微软雅黑" panose="020B0503020204020204" charset="-122"/>
                        </a:rPr>
                        <a:t>业部</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5000"/>
                        </a:lnSpc>
                      </a:pPr>
                      <a:endParaRPr lang="en-US" altLang="en-US" sz="600" dirty="0"/>
                    </a:p>
                    <a:p>
                      <a:pPr marL="44450" algn="l" rtl="0" eaLnBrk="0">
                        <a:lnSpc>
                          <a:spcPct val="97000"/>
                        </a:lnSpc>
                        <a:spcBef>
                          <a:spcPts val="0"/>
                        </a:spcBef>
                      </a:pPr>
                      <a:r>
                        <a:rPr sz="900" kern="0" spc="-20" dirty="0">
                          <a:solidFill>
                            <a:srgbClr val="000000">
                              <a:alpha val="100000"/>
                            </a:srgbClr>
                          </a:solidFill>
                          <a:cs typeface="微软雅黑" panose="020B0503020204020204" charset="-122"/>
                        </a:rPr>
                        <a:t>陈大舟</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15000"/>
                        </a:lnSpc>
                      </a:pPr>
                      <a:endParaRPr lang="en-US" altLang="en-US" sz="600" dirty="0"/>
                    </a:p>
                    <a:p>
                      <a:pPr marL="39370" algn="l" rtl="0" eaLnBrk="0">
                        <a:lnSpc>
                          <a:spcPct val="97000"/>
                        </a:lnSpc>
                        <a:spcBef>
                          <a:spcPts val="5"/>
                        </a:spcBef>
                      </a:pPr>
                      <a:r>
                        <a:rPr sz="900" kern="0" spc="-10" dirty="0">
                          <a:solidFill>
                            <a:srgbClr val="000000">
                              <a:alpha val="100000"/>
                            </a:srgbClr>
                          </a:solidFill>
                          <a:cs typeface="微软雅黑" panose="020B0503020204020204" charset="-122"/>
                        </a:rPr>
                        <a:t>运营中心</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rtl="0" eaLnBrk="0">
                        <a:lnSpc>
                          <a:spcPct val="104000"/>
                        </a:lnSpc>
                      </a:pPr>
                      <a:endParaRPr lang="en-US" altLang="en-US" sz="800" dirty="0"/>
                    </a:p>
                    <a:p>
                      <a:pPr algn="l" rtl="0" eaLnBrk="0">
                        <a:lnSpc>
                          <a:spcPct val="7000"/>
                        </a:lnSpc>
                      </a:pPr>
                      <a:endParaRPr lang="en-US" altLang="en-US" sz="100" dirty="0"/>
                    </a:p>
                    <a:p>
                      <a:pPr marL="40005" algn="l" rtl="0" eaLnBrk="0">
                        <a:lnSpc>
                          <a:spcPct val="97000"/>
                        </a:lnSpc>
                      </a:pPr>
                      <a:r>
                        <a:rPr sz="900" kern="0" spc="-10" dirty="0">
                          <a:solidFill>
                            <a:srgbClr val="000000">
                              <a:alpha val="100000"/>
                            </a:srgbClr>
                          </a:solidFill>
                          <a:cs typeface="微软雅黑" panose="020B0503020204020204" charset="-122"/>
                        </a:rPr>
                        <a:t>胡晓东</a:t>
                      </a:r>
                      <a:endParaRPr lang="en-US" altLang="en-US" sz="9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347345">
                <a:tc>
                  <a:txBody>
                    <a:bodyPr/>
                    <a:lstStyle/>
                    <a:p>
                      <a:pPr algn="l" rtl="0" eaLnBrk="0">
                        <a:lnSpc>
                          <a:spcPct val="107000"/>
                        </a:lnSpc>
                      </a:pPr>
                      <a:endParaRPr lang="en-US" altLang="en-US" sz="800" dirty="0"/>
                    </a:p>
                    <a:p>
                      <a:pPr marL="46990" algn="l" rtl="0" eaLnBrk="0">
                        <a:lnSpc>
                          <a:spcPct val="97000"/>
                        </a:lnSpc>
                        <a:spcBef>
                          <a:spcPts val="5"/>
                        </a:spcBef>
                      </a:pPr>
                      <a:r>
                        <a:rPr sz="900" kern="0" spc="-10" dirty="0">
                          <a:solidFill>
                            <a:srgbClr val="000000">
                              <a:alpha val="100000"/>
                            </a:srgbClr>
                          </a:solidFill>
                          <a:cs typeface="微软雅黑" panose="020B0503020204020204" charset="-122"/>
                        </a:rPr>
                        <a:t>绩效管理</a:t>
                      </a:r>
                      <a:endParaRPr lang="en-US" altLang="en-US" sz="9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7000"/>
                        </a:lnSpc>
                      </a:pPr>
                      <a:endParaRPr lang="en-US" altLang="en-US" sz="800" dirty="0"/>
                    </a:p>
                    <a:p>
                      <a:pPr algn="l" rtl="0" eaLnBrk="0">
                        <a:lnSpc>
                          <a:spcPct val="7000"/>
                        </a:lnSpc>
                      </a:pPr>
                      <a:endParaRPr lang="en-US" altLang="en-US" sz="100" dirty="0"/>
                    </a:p>
                    <a:p>
                      <a:pPr marL="45720" algn="l" rtl="0" eaLnBrk="0">
                        <a:lnSpc>
                          <a:spcPct val="97000"/>
                        </a:lnSpc>
                      </a:pPr>
                      <a:r>
                        <a:rPr sz="900" kern="0" spc="-30" dirty="0">
                          <a:solidFill>
                            <a:srgbClr val="000000">
                              <a:alpha val="100000"/>
                            </a:srgbClr>
                          </a:solidFill>
                          <a:cs typeface="微软雅黑" panose="020B0503020204020204" charset="-122"/>
                        </a:rPr>
                        <a:t>曲波</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600" dirty="0"/>
                    </a:p>
                    <a:p>
                      <a:pPr marL="38100" algn="l" rtl="0" eaLnBrk="0">
                        <a:lnSpc>
                          <a:spcPct val="98000"/>
                        </a:lnSpc>
                        <a:spcBef>
                          <a:spcPts val="5"/>
                        </a:spcBef>
                      </a:pPr>
                      <a:r>
                        <a:rPr sz="900" kern="0" spc="-10" dirty="0">
                          <a:solidFill>
                            <a:srgbClr val="000000">
                              <a:alpha val="100000"/>
                            </a:srgbClr>
                          </a:solidFill>
                          <a:cs typeface="微软雅黑" panose="020B0503020204020204" charset="-122"/>
                        </a:rPr>
                        <a:t>济南枢纽</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14000"/>
                        </a:lnSpc>
                      </a:pPr>
                      <a:endParaRPr lang="en-US" altLang="en-US" sz="600" dirty="0"/>
                    </a:p>
                    <a:p>
                      <a:pPr marL="38100" algn="l" rtl="0" eaLnBrk="0">
                        <a:lnSpc>
                          <a:spcPct val="98000"/>
                        </a:lnSpc>
                        <a:spcBef>
                          <a:spcPts val="5"/>
                        </a:spcBef>
                      </a:pPr>
                      <a:r>
                        <a:rPr sz="900" kern="0" spc="-10" dirty="0">
                          <a:solidFill>
                            <a:srgbClr val="000000">
                              <a:alpha val="100000"/>
                            </a:srgbClr>
                          </a:solidFill>
                          <a:cs typeface="微软雅黑" panose="020B0503020204020204" charset="-122"/>
                        </a:rPr>
                        <a:t>任显静</a:t>
                      </a:r>
                      <a:endParaRPr lang="en-US" altLang="en-US" sz="9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BFBFBF"/>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BFBFBF"/>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
        <p:nvSpPr>
          <p:cNvPr id="210" name="textbox 210"/>
          <p:cNvSpPr/>
          <p:nvPr>
            <p:custDataLst>
              <p:tags r:id="rId2"/>
            </p:custDataLst>
          </p:nvPr>
        </p:nvSpPr>
        <p:spPr>
          <a:xfrm>
            <a:off x="814912" y="424021"/>
            <a:ext cx="11028044" cy="83311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7780" algn="l" rtl="0" eaLnBrk="0">
              <a:lnSpc>
                <a:spcPct val="97000"/>
              </a:lnSpc>
            </a:pPr>
            <a:r>
              <a:rPr sz="2000" b="1" kern="0" spc="0" dirty="0">
                <a:solidFill>
                  <a:schemeClr val="dk1"/>
                </a:solidFill>
                <a:cs typeface="微软雅黑" panose="020B0503020204020204" charset="-122"/>
              </a:rPr>
              <a:t>现状访谈及调研情况</a:t>
            </a:r>
            <a:endParaRPr lang="en-US" altLang="en-US" sz="2000" dirty="0">
              <a:solidFill>
                <a:schemeClr val="dk1"/>
              </a:solidFill>
            </a:endParaRPr>
          </a:p>
          <a:p>
            <a:pPr algn="l" rtl="0" eaLnBrk="0">
              <a:lnSpc>
                <a:spcPct val="117000"/>
              </a:lnSpc>
            </a:pPr>
            <a:endParaRPr lang="en-US" altLang="en-US" sz="500" dirty="0">
              <a:solidFill>
                <a:schemeClr val="dk1"/>
              </a:solidFill>
            </a:endParaRPr>
          </a:p>
          <a:p>
            <a:pPr marL="12700" algn="l" rtl="0" eaLnBrk="0">
              <a:lnSpc>
                <a:spcPct val="99000"/>
              </a:lnSpc>
              <a:spcBef>
                <a:spcPts val="5"/>
              </a:spcBef>
            </a:pPr>
            <a:r>
              <a:rPr sz="1400" kern="0" spc="0" dirty="0">
                <a:solidFill>
                  <a:schemeClr val="dk1"/>
                </a:solidFill>
                <a:cs typeface="微软雅黑" panose="020B0503020204020204" charset="-122"/>
              </a:rPr>
              <a:t>从20</a:t>
            </a:r>
            <a:r>
              <a:rPr lang="en-US" sz="1400" kern="0" spc="0" dirty="0">
                <a:solidFill>
                  <a:schemeClr val="dk1"/>
                </a:solidFill>
                <a:cs typeface="微软雅黑" panose="020B0503020204020204" charset="-122"/>
              </a:rPr>
              <a:t>XX</a:t>
            </a:r>
            <a:r>
              <a:rPr sz="1400" kern="0" spc="0" dirty="0">
                <a:solidFill>
                  <a:schemeClr val="dk1"/>
                </a:solidFill>
                <a:cs typeface="微软雅黑" panose="020B0503020204020204" charset="-122"/>
              </a:rPr>
              <a:t>-4-16到20</a:t>
            </a:r>
            <a:r>
              <a:rPr lang="en-US" sz="1400" kern="0" spc="0" dirty="0">
                <a:solidFill>
                  <a:schemeClr val="dk1"/>
                </a:solidFill>
                <a:cs typeface="微软雅黑" panose="020B0503020204020204" charset="-122"/>
              </a:rPr>
              <a:t>XX</a:t>
            </a:r>
            <a:r>
              <a:rPr sz="1400" kern="0" spc="0" dirty="0">
                <a:solidFill>
                  <a:schemeClr val="dk1"/>
                </a:solidFill>
                <a:cs typeface="微软雅黑" panose="020B0503020204020204" charset="-122"/>
              </a:rPr>
              <a:t>-5-11 访谈了</a:t>
            </a:r>
            <a:r>
              <a:rPr sz="1400" kern="0" spc="-10" dirty="0">
                <a:solidFill>
                  <a:schemeClr val="dk1"/>
                </a:solidFill>
                <a:cs typeface="微软雅黑" panose="020B0503020204020204" charset="-122"/>
              </a:rPr>
              <a:t>IT、企发、省区、总部职能及公司领导，走访了华南和山东省区，包括分拨中心与网点，共访谈了80+人。</a:t>
            </a:r>
            <a:r>
              <a:rPr sz="1400" kern="0" spc="0" dirty="0">
                <a:solidFill>
                  <a:schemeClr val="dk1"/>
                </a:solidFill>
                <a:cs typeface="微软雅黑" panose="020B0503020204020204" charset="-122"/>
              </a:rPr>
              <a:t>  针对访谈纪要从不同维度，对公司管理和IT现状形成关键发现</a:t>
            </a:r>
            <a:endParaRPr lang="en-US" altLang="en-US" sz="1400" kern="0" spc="0" dirty="0">
              <a:solidFill>
                <a:schemeClr val="dk1"/>
              </a:solidFill>
              <a:cs typeface="微软雅黑" panose="020B0503020204020204" charset="-122"/>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95960" y="-107315"/>
            <a:ext cx="10800080" cy="334645"/>
          </a:xfrm>
        </p:spPr>
        <p:txBody>
          <a:bodyPr vert="horz" lIns="0" tIns="0" rIns="0" bIns="0" rtlCol="0" anchor="ctr">
            <a:normAutofit fontScale="90000"/>
          </a:bodyPr>
          <a:lstStyle>
            <a:lvl1pPr>
              <a:defRPr sz="4400"/>
            </a:lvl1pPr>
          </a:lstStyle>
          <a:p>
            <a:pPr lvl="0" algn="l">
              <a:buClrTx/>
              <a:buSzTx/>
              <a:buFontTx/>
            </a:pPr>
            <a:endParaRPr lang="zh-CN" altLang="en-US" dirty="0">
              <a:sym typeface="+mn-ea"/>
            </a:endParaRPr>
          </a:p>
          <a:p>
            <a:pPr lvl="0" algn="l">
              <a:buClrTx/>
              <a:buSzTx/>
              <a:buFontTx/>
            </a:pPr>
            <a:r>
              <a:rPr sz="2000" kern="0" spc="-10" dirty="0">
                <a:solidFill>
                  <a:schemeClr val="dk1"/>
                </a:solidFill>
                <a:latin typeface="+mn-lt"/>
                <a:ea typeface="+mn-ea"/>
                <a:cs typeface="微软雅黑" panose="020B0503020204020204" charset="-122"/>
                <a:sym typeface="+mn-ea"/>
              </a:rPr>
              <a:t>项目资料清单</a:t>
            </a:r>
            <a:endParaRPr lang="zh-CN" altLang="en-US" dirty="0">
              <a:sym typeface="+mn-ea"/>
            </a:endParaRPr>
          </a:p>
        </p:txBody>
      </p:sp>
      <p:graphicFrame>
        <p:nvGraphicFramePr>
          <p:cNvPr id="3" name="表格 2"/>
          <p:cNvGraphicFramePr/>
          <p:nvPr>
            <p:custDataLst>
              <p:tags r:id="rId2"/>
            </p:custDataLst>
          </p:nvPr>
        </p:nvGraphicFramePr>
        <p:xfrm>
          <a:off x="499745" y="575945"/>
          <a:ext cx="11539220" cy="6212205"/>
        </p:xfrm>
        <a:graphic>
          <a:graphicData uri="http://schemas.openxmlformats.org/drawingml/2006/table">
            <a:tbl>
              <a:tblPr firstRow="1" bandRow="1">
                <a:tableStyleId>{5C22544A-7EE6-4342-B048-85BDC9FD1C3A}</a:tableStyleId>
              </a:tblPr>
              <a:tblGrid>
                <a:gridCol w="544830"/>
                <a:gridCol w="871220"/>
                <a:gridCol w="534035"/>
                <a:gridCol w="4505960"/>
                <a:gridCol w="1356360"/>
                <a:gridCol w="949325"/>
                <a:gridCol w="1539240"/>
                <a:gridCol w="1238250"/>
              </a:tblGrid>
              <a:tr h="274320">
                <a:tc>
                  <a:txBody>
                    <a:bodyPr/>
                    <a:p>
                      <a:pPr algn="ctr">
                        <a:buNone/>
                      </a:pPr>
                      <a:r>
                        <a:rPr lang="zh-CN" altLang="en-US" sz="1200">
                          <a:solidFill>
                            <a:schemeClr val="tx1"/>
                          </a:solidFill>
                        </a:rPr>
                        <a:t>序号</a:t>
                      </a:r>
                      <a:endParaRPr lang="zh-CN" altLang="en-US" sz="120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BF00"/>
                    </a:solidFill>
                  </a:tcPr>
                </a:tc>
                <a:tc>
                  <a:txBody>
                    <a:bodyPr/>
                    <a:p>
                      <a:pPr algn="ctr">
                        <a:buNone/>
                      </a:pPr>
                      <a:r>
                        <a:rPr lang="zh-CN" altLang="en-US" sz="1200">
                          <a:solidFill>
                            <a:schemeClr val="tx1"/>
                          </a:solidFill>
                        </a:rPr>
                        <a:t>资料类别</a:t>
                      </a:r>
                      <a:endParaRPr lang="zh-CN" altLang="en-US" sz="120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BF00"/>
                    </a:solidFill>
                  </a:tcPr>
                </a:tc>
                <a:tc>
                  <a:txBody>
                    <a:bodyPr/>
                    <a:p>
                      <a:pPr algn="ctr">
                        <a:buNone/>
                      </a:pPr>
                      <a:r>
                        <a:rPr lang="zh-CN" altLang="en-US" sz="1200">
                          <a:solidFill>
                            <a:schemeClr val="tx1"/>
                          </a:solidFill>
                        </a:rPr>
                        <a:t>编号</a:t>
                      </a:r>
                      <a:endParaRPr lang="zh-CN" altLang="en-US" sz="120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BF00"/>
                    </a:solidFill>
                  </a:tcPr>
                </a:tc>
                <a:tc>
                  <a:txBody>
                    <a:bodyPr/>
                    <a:p>
                      <a:pPr algn="ctr">
                        <a:buNone/>
                      </a:pPr>
                      <a:r>
                        <a:rPr lang="zh-CN" altLang="en-US" sz="1200">
                          <a:solidFill>
                            <a:schemeClr val="tx1"/>
                          </a:solidFill>
                        </a:rPr>
                        <a:t>资料名称</a:t>
                      </a:r>
                      <a:endParaRPr lang="zh-CN" altLang="en-US" sz="120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BF00"/>
                    </a:solidFill>
                  </a:tcPr>
                </a:tc>
                <a:tc>
                  <a:txBody>
                    <a:bodyPr/>
                    <a:p>
                      <a:pPr algn="ctr">
                        <a:buNone/>
                      </a:pPr>
                      <a:r>
                        <a:rPr lang="zh-CN" altLang="en-US" sz="1200">
                          <a:solidFill>
                            <a:schemeClr val="tx1"/>
                          </a:solidFill>
                        </a:rPr>
                        <a:t>资料需求时间</a:t>
                      </a:r>
                      <a:endParaRPr lang="zh-CN" altLang="en-US" sz="120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BF00"/>
                    </a:solidFill>
                  </a:tcPr>
                </a:tc>
                <a:tc>
                  <a:txBody>
                    <a:bodyPr/>
                    <a:p>
                      <a:pPr algn="ctr">
                        <a:buNone/>
                      </a:pPr>
                      <a:r>
                        <a:rPr lang="zh-CN" altLang="en-US" sz="1200">
                          <a:solidFill>
                            <a:schemeClr val="tx1"/>
                          </a:solidFill>
                        </a:rPr>
                        <a:t>目前状态</a:t>
                      </a:r>
                      <a:endParaRPr lang="zh-CN" altLang="en-US" sz="120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BF00"/>
                    </a:solidFill>
                  </a:tcPr>
                </a:tc>
                <a:tc>
                  <a:txBody>
                    <a:bodyPr/>
                    <a:p>
                      <a:pPr algn="ctr">
                        <a:buNone/>
                      </a:pPr>
                      <a:r>
                        <a:rPr lang="zh-CN" altLang="en-US" sz="1200">
                          <a:solidFill>
                            <a:schemeClr val="tx1"/>
                          </a:solidFill>
                        </a:rPr>
                        <a:t>资料来源</a:t>
                      </a:r>
                      <a:endParaRPr lang="zh-CN" altLang="en-US" sz="120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BF00"/>
                    </a:solidFill>
                  </a:tcPr>
                </a:tc>
                <a:tc>
                  <a:txBody>
                    <a:bodyPr/>
                    <a:p>
                      <a:pPr algn="ctr">
                        <a:buNone/>
                      </a:pPr>
                      <a:r>
                        <a:rPr lang="zh-CN" altLang="en-US" sz="1200">
                          <a:solidFill>
                            <a:schemeClr val="tx1"/>
                          </a:solidFill>
                        </a:rPr>
                        <a:t>备注</a:t>
                      </a:r>
                      <a:endParaRPr lang="zh-CN" altLang="en-US" sz="1200">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BF00"/>
                    </a:solidFill>
                  </a:tcPr>
                </a:tc>
              </a:tr>
              <a:tr h="243840">
                <a:tc rowSpan="5">
                  <a:txBody>
                    <a:bodyPr/>
                    <a:p>
                      <a:pPr algn="ctr">
                        <a:buNone/>
                      </a:pPr>
                      <a:r>
                        <a:rPr lang="en-US" altLang="zh-CN" sz="1000">
                          <a:solidFill>
                            <a:schemeClr val="tx1"/>
                          </a:solidFill>
                          <a:latin typeface="微软雅黑" panose="020B0503020204020204" charset="-122"/>
                          <a:ea typeface="微软雅黑" panose="020B0503020204020204" charset="-122"/>
                        </a:rPr>
                        <a:t>1</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5">
                  <a:txBody>
                    <a:bodyPr/>
                    <a:p>
                      <a:pPr algn="ctr">
                        <a:buNone/>
                      </a:pPr>
                      <a:r>
                        <a:rPr lang="zh-CN" altLang="en-US" sz="1000">
                          <a:solidFill>
                            <a:schemeClr val="tx1"/>
                          </a:solidFill>
                          <a:latin typeface="微软雅黑" panose="020B0503020204020204" charset="-122"/>
                          <a:ea typeface="微软雅黑" panose="020B0503020204020204" charset="-122"/>
                        </a:rPr>
                        <a:t>企业战略与行业</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1.1</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公司愿景和战略方向</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项目启动初期</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企发办（战略）</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1.2</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公司战略举措说明（年度）</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企发办（战略）</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1.3</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年度工作计划</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企发办（战略）</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季度重点工作</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1.4</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业务相关行业市场趋势和数据，本公司定位</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企发办（战略）</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1.5</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现有先关行业分析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企发办（战略）</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77825">
                <a:tc rowSpan="4">
                  <a:txBody>
                    <a:bodyPr/>
                    <a:p>
                      <a:pPr algn="ctr">
                        <a:buNone/>
                      </a:pPr>
                      <a:r>
                        <a:rPr lang="en-US" altLang="zh-CN" sz="1000">
                          <a:solidFill>
                            <a:schemeClr val="tx1"/>
                          </a:solidFill>
                          <a:latin typeface="微软雅黑" panose="020B0503020204020204" charset="-122"/>
                          <a:ea typeface="微软雅黑" panose="020B0503020204020204" charset="-122"/>
                        </a:rPr>
                        <a:t>2</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4">
                  <a:txBody>
                    <a:bodyPr/>
                    <a:p>
                      <a:pPr algn="ctr">
                        <a:buNone/>
                      </a:pPr>
                      <a:r>
                        <a:rPr lang="zh-CN" altLang="en-US" sz="1000">
                          <a:solidFill>
                            <a:schemeClr val="tx1"/>
                          </a:solidFill>
                          <a:latin typeface="微软雅黑" panose="020B0503020204020204" charset="-122"/>
                          <a:ea typeface="微软雅黑" panose="020B0503020204020204" charset="-122"/>
                        </a:rPr>
                        <a:t>组织和绩效</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2.1</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组织架构（总部职能、分子公司、区域操作中心等），职责，各岗位人数</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项目启动初期</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人资行政中心</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2.2</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现有管理层（从上到下）绩效考核与监控管理指标</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项目访谈期间</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企发办（战略）</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到一级中心</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2.3</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现有相关区域绩效考核与监控管理指标</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项目访谈期间</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企发办（战略）</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7846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2.4</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人力资源管理的现有制度（如岗位、薪酬、绩效、人员晋升、干部管理制度）</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项目启动初期</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人资行政中心</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rowSpan="4">
                  <a:txBody>
                    <a:bodyPr/>
                    <a:p>
                      <a:pPr algn="ctr">
                        <a:buNone/>
                      </a:pPr>
                      <a:r>
                        <a:rPr lang="en-US" altLang="zh-CN" sz="1000">
                          <a:solidFill>
                            <a:schemeClr val="tx1"/>
                          </a:solidFill>
                          <a:latin typeface="微软雅黑" panose="020B0503020204020204" charset="-122"/>
                          <a:ea typeface="微软雅黑" panose="020B0503020204020204" charset="-122"/>
                        </a:rPr>
                        <a:t>3</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4">
                  <a:txBody>
                    <a:bodyPr/>
                    <a:p>
                      <a:pPr algn="ctr">
                        <a:buNone/>
                      </a:pPr>
                      <a:r>
                        <a:rPr lang="zh-CN" altLang="en-US" sz="1000">
                          <a:solidFill>
                            <a:schemeClr val="tx1"/>
                          </a:solidFill>
                          <a:latin typeface="微软雅黑" panose="020B0503020204020204" charset="-122"/>
                          <a:ea typeface="微软雅黑" panose="020B0503020204020204" charset="-122"/>
                        </a:rPr>
                        <a:t>业务管理制度</a:t>
                      </a:r>
                      <a:r>
                        <a:rPr lang="en-US" altLang="zh-CN" sz="1000">
                          <a:solidFill>
                            <a:schemeClr val="tx1"/>
                          </a:solidFill>
                          <a:latin typeface="微软雅黑" panose="020B0503020204020204" charset="-122"/>
                          <a:ea typeface="微软雅黑" panose="020B0503020204020204" charset="-122"/>
                        </a:rPr>
                        <a:t>/</a:t>
                      </a:r>
                      <a:r>
                        <a:rPr lang="zh-CN" altLang="en-US" sz="1000">
                          <a:solidFill>
                            <a:schemeClr val="tx1"/>
                          </a:solidFill>
                          <a:latin typeface="微软雅黑" panose="020B0503020204020204" charset="-122"/>
                          <a:ea typeface="微软雅黑" panose="020B0503020204020204" charset="-122"/>
                        </a:rPr>
                        <a:t>流程</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3.1</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现有相关管理制度、业务流程、操作规范、操作手册</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企发办</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3.2</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各个业务板块的业务分析报告（最近周期）</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营运办公室</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3.3</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客户管理策略，客户制度，开发流程等相关流程、制度</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无</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营运办公室</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3.4</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安全和质量管理制度</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项目访谈期间</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企发办</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rowSpan="5">
                  <a:txBody>
                    <a:bodyPr/>
                    <a:p>
                      <a:pPr algn="ctr">
                        <a:buNone/>
                      </a:pPr>
                      <a:r>
                        <a:rPr lang="en-US" altLang="zh-CN" sz="1000">
                          <a:solidFill>
                            <a:schemeClr val="tx1"/>
                          </a:solidFill>
                          <a:latin typeface="微软雅黑" panose="020B0503020204020204" charset="-122"/>
                          <a:ea typeface="微软雅黑" panose="020B0503020204020204" charset="-122"/>
                        </a:rPr>
                        <a:t>4</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5">
                  <a:txBody>
                    <a:bodyPr/>
                    <a:p>
                      <a:pPr algn="ctr">
                        <a:buNone/>
                      </a:pPr>
                      <a:r>
                        <a:rPr lang="zh-CN" altLang="en-US" sz="1000">
                          <a:solidFill>
                            <a:schemeClr val="tx1"/>
                          </a:solidFill>
                          <a:latin typeface="微软雅黑" panose="020B0503020204020204" charset="-122"/>
                          <a:ea typeface="微软雅黑" panose="020B0503020204020204" charset="-122"/>
                        </a:rPr>
                        <a:t>运营控制点和关键数据</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4.1</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相关日常经营管理体系和会议资料（样本）</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经营中心、总裁办</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4.2</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已有业务分析和监控的</a:t>
                      </a:r>
                      <a:r>
                        <a:rPr lang="en-US" altLang="zh-CN" sz="1000">
                          <a:solidFill>
                            <a:schemeClr val="tx1"/>
                          </a:solidFill>
                          <a:latin typeface="微软雅黑" panose="020B0503020204020204" charset="-122"/>
                          <a:ea typeface="微软雅黑" panose="020B0503020204020204" charset="-122"/>
                        </a:rPr>
                        <a:t>KPI</a:t>
                      </a:r>
                      <a:r>
                        <a:rPr lang="zh-CN" altLang="en-US" sz="1000">
                          <a:solidFill>
                            <a:schemeClr val="tx1"/>
                          </a:solidFill>
                          <a:latin typeface="微软雅黑" panose="020B0503020204020204" charset="-122"/>
                          <a:ea typeface="微软雅黑" panose="020B0503020204020204" charset="-122"/>
                        </a:rPr>
                        <a:t>指标</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4.3</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相关总体运营数据分析样例资料</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项目启动初期</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62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4.4</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相关现有的业务流程中，各个环节的关键控制点，业务指标、数据、定义（包括时效、成本、质量、管理相关指标）</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项目访谈期间</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营运办公室</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4.5</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相关现有的业务流程中，各个环节的业务分析报告及监控报表</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项目访谈期间</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sym typeface="+mn-ea"/>
                        </a:rPr>
                        <a:t>完成</a:t>
                      </a:r>
                      <a:endParaRPr lang="zh-CN" altLang="en-US" sz="1000">
                        <a:solidFill>
                          <a:schemeClr val="tx1"/>
                        </a:solidFill>
                        <a:latin typeface="微软雅黑" panose="020B0503020204020204" charset="-122"/>
                        <a:ea typeface="微软雅黑" panose="020B0503020204020204" charset="-122"/>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营运办公室</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rowSpan="4">
                  <a:txBody>
                    <a:bodyPr/>
                    <a:p>
                      <a:pPr algn="ctr">
                        <a:buNone/>
                      </a:pPr>
                      <a:r>
                        <a:rPr lang="en-US" altLang="zh-CN" sz="1000">
                          <a:solidFill>
                            <a:schemeClr val="tx1"/>
                          </a:solidFill>
                          <a:latin typeface="微软雅黑" panose="020B0503020204020204" charset="-122"/>
                          <a:ea typeface="微软雅黑" panose="020B0503020204020204" charset="-122"/>
                        </a:rPr>
                        <a:t>5</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rowSpan="4">
                  <a:txBody>
                    <a:bodyPr/>
                    <a:p>
                      <a:pPr algn="ctr">
                        <a:buNone/>
                      </a:pPr>
                      <a:r>
                        <a:rPr lang="en-US" altLang="zh-CN" sz="1000">
                          <a:solidFill>
                            <a:schemeClr val="tx1"/>
                          </a:solidFill>
                          <a:latin typeface="微软雅黑" panose="020B0503020204020204" charset="-122"/>
                          <a:ea typeface="微软雅黑" panose="020B0503020204020204" charset="-122"/>
                        </a:rPr>
                        <a:t>IT</a:t>
                      </a:r>
                      <a:r>
                        <a:rPr lang="zh-CN" altLang="en-US" sz="1000">
                          <a:solidFill>
                            <a:schemeClr val="tx1"/>
                          </a:solidFill>
                          <a:latin typeface="微软雅黑" panose="020B0503020204020204" charset="-122"/>
                          <a:ea typeface="微软雅黑" panose="020B0503020204020204" charset="-122"/>
                        </a:rPr>
                        <a:t>现状</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5.1</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en-US" altLang="zh-CN" sz="1000">
                          <a:solidFill>
                            <a:schemeClr val="tx1"/>
                          </a:solidFill>
                          <a:latin typeface="微软雅黑" panose="020B0503020204020204" charset="-122"/>
                          <a:ea typeface="微软雅黑" panose="020B0503020204020204" charset="-122"/>
                        </a:rPr>
                        <a:t>IT</a:t>
                      </a:r>
                      <a:r>
                        <a:rPr lang="zh-CN" altLang="en-US" sz="1000">
                          <a:solidFill>
                            <a:schemeClr val="tx1"/>
                          </a:solidFill>
                          <a:latin typeface="微软雅黑" panose="020B0503020204020204" charset="-122"/>
                          <a:ea typeface="微软雅黑" panose="020B0503020204020204" charset="-122"/>
                        </a:rPr>
                        <a:t>战略规划（</a:t>
                      </a:r>
                      <a:r>
                        <a:rPr lang="en-US" altLang="zh-CN" sz="1000">
                          <a:solidFill>
                            <a:schemeClr val="tx1"/>
                          </a:solidFill>
                          <a:latin typeface="微软雅黑" panose="020B0503020204020204" charset="-122"/>
                          <a:ea typeface="微软雅黑" panose="020B0503020204020204" charset="-122"/>
                        </a:rPr>
                        <a:t>ITSP</a:t>
                      </a:r>
                      <a:r>
                        <a:rPr lang="zh-CN" altLang="en-US" sz="1000">
                          <a:solidFill>
                            <a:schemeClr val="tx1"/>
                          </a:solidFill>
                          <a:latin typeface="微软雅黑" panose="020B0503020204020204" charset="-122"/>
                          <a:ea typeface="微软雅黑" panose="020B0503020204020204" charset="-122"/>
                        </a:rPr>
                        <a:t>）</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项目访谈期间</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信息中心</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5.2</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现有</a:t>
                      </a:r>
                      <a:r>
                        <a:rPr lang="en-US" altLang="zh-CN" sz="1000">
                          <a:solidFill>
                            <a:schemeClr val="tx1"/>
                          </a:solidFill>
                          <a:latin typeface="微软雅黑" panose="020B0503020204020204" charset="-122"/>
                          <a:ea typeface="微软雅黑" panose="020B0503020204020204" charset="-122"/>
                        </a:rPr>
                        <a:t>IT</a:t>
                      </a:r>
                      <a:r>
                        <a:rPr lang="zh-CN" altLang="en-US" sz="1000">
                          <a:solidFill>
                            <a:schemeClr val="tx1"/>
                          </a:solidFill>
                          <a:latin typeface="微软雅黑" panose="020B0503020204020204" charset="-122"/>
                          <a:ea typeface="微软雅黑" panose="020B0503020204020204" charset="-122"/>
                        </a:rPr>
                        <a:t>系统说明（清单、技术、功能范围、集成关系）</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项目访谈期间</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信息中心</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2438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5.3</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zh-CN" altLang="en-US" sz="1000">
                          <a:solidFill>
                            <a:schemeClr val="tx1"/>
                          </a:solidFill>
                          <a:latin typeface="微软雅黑" panose="020B0503020204020204" charset="-122"/>
                          <a:ea typeface="微软雅黑" panose="020B0503020204020204" charset="-122"/>
                        </a:rPr>
                        <a:t>现有</a:t>
                      </a:r>
                      <a:r>
                        <a:rPr lang="en-US" altLang="zh-CN" sz="1000">
                          <a:solidFill>
                            <a:schemeClr val="tx1"/>
                          </a:solidFill>
                          <a:latin typeface="微软雅黑" panose="020B0503020204020204" charset="-122"/>
                          <a:ea typeface="微软雅黑" panose="020B0503020204020204" charset="-122"/>
                        </a:rPr>
                        <a:t>IT</a:t>
                      </a:r>
                      <a:r>
                        <a:rPr lang="zh-CN" altLang="en-US" sz="1000">
                          <a:solidFill>
                            <a:schemeClr val="tx1"/>
                          </a:solidFill>
                          <a:latin typeface="微软雅黑" panose="020B0503020204020204" charset="-122"/>
                          <a:ea typeface="微软雅黑" panose="020B0503020204020204" charset="-122"/>
                        </a:rPr>
                        <a:t>合作供应商状况</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项目访谈期间</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无</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信息中心</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96240">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v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5.4</a:t>
                      </a:r>
                      <a:endParaRPr lang="en-US" altLang="zh-CN"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l">
                        <a:buNone/>
                      </a:pPr>
                      <a:r>
                        <a:rPr lang="en-US" altLang="zh-CN" sz="1000">
                          <a:solidFill>
                            <a:schemeClr val="tx1"/>
                          </a:solidFill>
                          <a:latin typeface="微软雅黑" panose="020B0503020204020204" charset="-122"/>
                          <a:ea typeface="微软雅黑" panose="020B0503020204020204" charset="-122"/>
                        </a:rPr>
                        <a:t>IT</a:t>
                      </a:r>
                      <a:r>
                        <a:rPr lang="zh-CN" altLang="en-US" sz="1000">
                          <a:solidFill>
                            <a:schemeClr val="tx1"/>
                          </a:solidFill>
                          <a:latin typeface="微软雅黑" panose="020B0503020204020204" charset="-122"/>
                          <a:ea typeface="微软雅黑" panose="020B0503020204020204" charset="-122"/>
                        </a:rPr>
                        <a:t>管理服务流程</a:t>
                      </a:r>
                      <a:r>
                        <a:rPr lang="en-US" altLang="zh-CN" sz="1000">
                          <a:solidFill>
                            <a:schemeClr val="tx1"/>
                          </a:solidFill>
                          <a:latin typeface="微软雅黑" panose="020B0503020204020204" charset="-122"/>
                          <a:ea typeface="微软雅黑" panose="020B0503020204020204" charset="-122"/>
                        </a:rPr>
                        <a:t>/</a:t>
                      </a:r>
                      <a:r>
                        <a:rPr lang="zh-CN" altLang="en-US" sz="1000">
                          <a:solidFill>
                            <a:schemeClr val="tx1"/>
                          </a:solidFill>
                          <a:latin typeface="微软雅黑" panose="020B0503020204020204" charset="-122"/>
                          <a:ea typeface="微软雅黑" panose="020B0503020204020204" charset="-122"/>
                        </a:rPr>
                        <a:t>系统</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项目启动初期</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000">
                          <a:solidFill>
                            <a:schemeClr val="tx1"/>
                          </a:solidFill>
                          <a:latin typeface="微软雅黑" panose="020B0503020204020204" charset="-122"/>
                          <a:ea typeface="微软雅黑" panose="020B0503020204020204" charset="-122"/>
                        </a:rPr>
                        <a:t>完成</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93D14E"/>
                    </a:solidFill>
                  </a:tcPr>
                </a:tc>
                <a:tc>
                  <a:txBody>
                    <a:bodyPr/>
                    <a:p>
                      <a:pPr algn="ctr">
                        <a:buNone/>
                      </a:pPr>
                      <a:r>
                        <a:rPr lang="zh-CN" altLang="en-US" sz="1000">
                          <a:solidFill>
                            <a:schemeClr val="tx1"/>
                          </a:solidFill>
                          <a:latin typeface="微软雅黑" panose="020B0503020204020204" charset="-122"/>
                          <a:ea typeface="微软雅黑" panose="020B0503020204020204" charset="-122"/>
                        </a:rPr>
                        <a:t>信息中心</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000">
                          <a:solidFill>
                            <a:schemeClr val="tx1"/>
                          </a:solidFill>
                          <a:latin typeface="微软雅黑" panose="020B0503020204020204" charset="-122"/>
                          <a:ea typeface="微软雅黑" panose="020B0503020204020204" charset="-122"/>
                        </a:rPr>
                        <a:t>JIRA</a:t>
                      </a:r>
                      <a:r>
                        <a:rPr lang="zh-CN" altLang="en-US" sz="1000">
                          <a:solidFill>
                            <a:schemeClr val="tx1"/>
                          </a:solidFill>
                          <a:latin typeface="微软雅黑" panose="020B0503020204020204" charset="-122"/>
                          <a:ea typeface="微软雅黑" panose="020B0503020204020204" charset="-122"/>
                        </a:rPr>
                        <a:t>有需求和问题流程</a:t>
                      </a:r>
                      <a:endParaRPr lang="zh-CN" altLang="en-US" sz="1000">
                        <a:solidFill>
                          <a:schemeClr val="tx1"/>
                        </a:solidFill>
                        <a:latin typeface="微软雅黑" panose="020B0503020204020204" charset="-122"/>
                        <a:ea typeface="微软雅黑" panose="020B050302020402020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4" name="table 224"/>
          <p:cNvGraphicFramePr>
            <a:graphicFrameLocks noGrp="1"/>
          </p:cNvGraphicFramePr>
          <p:nvPr>
            <p:custDataLst>
              <p:tags r:id="rId1"/>
            </p:custDataLst>
          </p:nvPr>
        </p:nvGraphicFramePr>
        <p:xfrm>
          <a:off x="1220533" y="1525333"/>
          <a:ext cx="10052050" cy="4492625"/>
        </p:xfrm>
        <a:graphic>
          <a:graphicData uri="http://schemas.openxmlformats.org/drawingml/2006/table">
            <a:tbl>
              <a:tblPr/>
              <a:tblGrid>
                <a:gridCol w="1969135"/>
                <a:gridCol w="382270"/>
                <a:gridCol w="5325109"/>
                <a:gridCol w="427990"/>
                <a:gridCol w="1947545"/>
              </a:tblGrid>
              <a:tr h="759459">
                <a:tc rowSpan="2">
                  <a:txBody>
                    <a:bodyPr/>
                    <a:lstStyle/>
                    <a:p>
                      <a:pPr algn="l" rtl="0" eaLnBrk="0">
                        <a:lnSpc>
                          <a:spcPct val="193000"/>
                        </a:lnSpc>
                      </a:pPr>
                      <a:endParaRPr lang="en-US" altLang="en-US" sz="1000" dirty="0"/>
                    </a:p>
                    <a:p>
                      <a:pPr marL="499745" algn="l" rtl="0" eaLnBrk="0">
                        <a:lnSpc>
                          <a:spcPts val="1850"/>
                        </a:lnSpc>
                        <a:spcBef>
                          <a:spcPts val="5"/>
                        </a:spcBef>
                      </a:pPr>
                      <a:r>
                        <a:rPr sz="1500" b="1" kern="0" spc="70" dirty="0">
                          <a:solidFill>
                            <a:srgbClr val="000000">
                              <a:alpha val="100000"/>
                            </a:srgbClr>
                          </a:solidFill>
                          <a:cs typeface="微软雅黑" panose="020B0503020204020204" charset="-122"/>
                        </a:rPr>
                        <a:t>战略解读</a:t>
                      </a:r>
                      <a:endParaRPr lang="en-US" altLang="en-US" sz="1500" dirty="0"/>
                    </a:p>
                  </a:txBody>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2F2F2"/>
                    </a:solidFill>
                  </a:tcPr>
                </a:tc>
                <a:tc rowSpan="2">
                  <a:txBody>
                    <a:bodyPr/>
                    <a:lstStyle/>
                    <a:p>
                      <a:pPr algn="l" rtl="0" eaLnBrk="0">
                        <a:lnSpc>
                          <a:spcPct val="100000"/>
                        </a:lnSpc>
                      </a:pPr>
                      <a:endParaRPr lang="en-US" altLang="en-US" sz="1000" dirty="0"/>
                    </a:p>
                  </a:txBody>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a:noFill/>
                    </a:lnT>
                    <a:lnB>
                      <a:noFill/>
                    </a:lnB>
                  </a:tcPr>
                </a:tc>
                <a:tc>
                  <a:txBody>
                    <a:bodyPr/>
                    <a:lstStyle/>
                    <a:p>
                      <a:pPr algn="l" rtl="0" eaLnBrk="0">
                        <a:lnSpc>
                          <a:spcPct val="185000"/>
                        </a:lnSpc>
                      </a:pPr>
                      <a:endParaRPr lang="en-US" altLang="en-US" sz="1000" dirty="0"/>
                    </a:p>
                    <a:p>
                      <a:pPr marL="2338705" algn="l" rtl="0" eaLnBrk="0">
                        <a:lnSpc>
                          <a:spcPts val="1855"/>
                        </a:lnSpc>
                        <a:spcBef>
                          <a:spcPts val="0"/>
                        </a:spcBef>
                      </a:pPr>
                      <a:r>
                        <a:rPr sz="1500" b="1" kern="0" spc="80" dirty="0">
                          <a:solidFill>
                            <a:srgbClr val="000000">
                              <a:alpha val="100000"/>
                            </a:srgbClr>
                          </a:solidFill>
                          <a:cs typeface="微软雅黑" panose="020B0503020204020204" charset="-122"/>
                        </a:rPr>
                        <a:t>现状分析</a:t>
                      </a:r>
                      <a:endParaRPr lang="en-US" altLang="en-US" sz="1500" dirty="0"/>
                    </a:p>
                  </a:txBody>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000000"/>
                      </a:solidFill>
                      <a:prstDash val="dash"/>
                      <a:round/>
                      <a:headEnd type="none" w="med" len="med"/>
                      <a:tailEnd type="none" w="med" len="med"/>
                    </a:lnT>
                    <a:lnB>
                      <a:noFill/>
                    </a:lnB>
                    <a:solidFill>
                      <a:srgbClr val="F2F2F2"/>
                    </a:solidFill>
                  </a:tcPr>
                </a:tc>
                <a:tc rowSpan="2">
                  <a:txBody>
                    <a:bodyPr/>
                    <a:lstStyle/>
                    <a:p>
                      <a:pPr algn="l" rtl="0" eaLnBrk="0">
                        <a:lnSpc>
                          <a:spcPct val="100000"/>
                        </a:lnSpc>
                      </a:pPr>
                      <a:endParaRPr lang="en-US" altLang="en-US" sz="1000" dirty="0"/>
                    </a:p>
                  </a:txBody>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a:noFill/>
                    </a:lnT>
                    <a:lnB>
                      <a:noFill/>
                    </a:lnB>
                  </a:tcPr>
                </a:tc>
                <a:tc rowSpan="2">
                  <a:txBody>
                    <a:bodyPr/>
                    <a:lstStyle/>
                    <a:p>
                      <a:pPr algn="l" rtl="0" eaLnBrk="0">
                        <a:lnSpc>
                          <a:spcPct val="177000"/>
                        </a:lnSpc>
                      </a:pPr>
                      <a:endParaRPr lang="en-US" altLang="en-US" sz="1000" dirty="0"/>
                    </a:p>
                    <a:p>
                      <a:pPr marL="572770" algn="l" rtl="0" eaLnBrk="0">
                        <a:lnSpc>
                          <a:spcPts val="1860"/>
                        </a:lnSpc>
                        <a:spcBef>
                          <a:spcPts val="5"/>
                        </a:spcBef>
                      </a:pPr>
                      <a:r>
                        <a:rPr sz="1500" b="1" kern="0" spc="80" dirty="0">
                          <a:solidFill>
                            <a:srgbClr val="000000">
                              <a:alpha val="100000"/>
                            </a:srgbClr>
                          </a:solidFill>
                          <a:cs typeface="微软雅黑" panose="020B0503020204020204" charset="-122"/>
                        </a:rPr>
                        <a:t>框架设计</a:t>
                      </a:r>
                      <a:endParaRPr lang="en-US" altLang="en-US" sz="1500" dirty="0"/>
                    </a:p>
                  </a:txBody>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solidFill>
                      <a:srgbClr val="F2F2F2"/>
                    </a:solidFill>
                  </a:tcPr>
                </a:tc>
              </a:tr>
              <a:tr h="3733165">
                <a:tc vMerge="1">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c vMerge="1">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a:noFill/>
                    </a:lnT>
                    <a:lnB>
                      <a:noFill/>
                    </a:lnB>
                  </a:tcPr>
                </a:tc>
                <a:tc>
                  <a:txBody>
                    <a:bodyPr/>
                    <a:lstStyle/>
                    <a:p>
                      <a:pPr algn="l" rtl="0" eaLnBrk="0">
                        <a:lnSpc>
                          <a:spcPct val="100000"/>
                        </a:lnSpc>
                      </a:pPr>
                      <a:endParaRPr lang="en-US" altLang="en-US" sz="1000" dirty="0"/>
                    </a:p>
                  </a:txBody>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a:noFill/>
                    </a:lnT>
                    <a:lnB w="9525" cap="flat" cmpd="sng" algn="ctr">
                      <a:solidFill>
                        <a:srgbClr val="000000"/>
                      </a:solidFill>
                      <a:prstDash val="dash"/>
                      <a:round/>
                      <a:headEnd type="none" w="med" len="med"/>
                      <a:tailEnd type="none" w="med" len="med"/>
                    </a:lnB>
                    <a:solidFill>
                      <a:srgbClr val="F2F2F2"/>
                    </a:solidFill>
                  </a:tcPr>
                </a:tc>
                <a:tc vMerge="1">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a:noFill/>
                    </a:lnT>
                    <a:lnB>
                      <a:noFill/>
                    </a:lnB>
                  </a:tcPr>
                </a:tc>
                <a:tc vMerge="1">
                  <a:tcPr marL="0" marR="0" marT="0" marB="0" vert="horz">
                    <a:lnL w="9525" cap="flat" cmpd="sng" algn="ctr">
                      <a:solidFill>
                        <a:srgbClr val="000000"/>
                      </a:solidFill>
                      <a:prstDash val="dash"/>
                      <a:round/>
                      <a:headEnd type="none" w="med" len="med"/>
                      <a:tailEnd type="none" w="med" len="med"/>
                    </a:lnL>
                    <a:lnR w="9525" cap="flat" cmpd="sng" algn="ctr">
                      <a:solidFill>
                        <a:srgbClr val="000000"/>
                      </a:solidFill>
                      <a:prstDash val="dash"/>
                      <a:round/>
                      <a:headEnd type="none" w="med" len="med"/>
                      <a:tailEnd type="none" w="med" len="med"/>
                    </a:lnR>
                    <a:lnT w="9525" cap="flat" cmpd="sng" algn="ctr">
                      <a:solidFill>
                        <a:srgbClr val="000000"/>
                      </a:solidFill>
                      <a:prstDash val="dash"/>
                      <a:round/>
                      <a:headEnd type="none" w="med" len="med"/>
                      <a:tailEnd type="none" w="med" len="med"/>
                    </a:lnT>
                    <a:lnB w="9525" cap="flat" cmpd="sng" algn="ctr">
                      <a:solidFill>
                        <a:srgbClr val="000000"/>
                      </a:solidFill>
                      <a:prstDash val="dash"/>
                      <a:round/>
                      <a:headEnd type="none" w="med" len="med"/>
                      <a:tailEnd type="none" w="med" len="med"/>
                    </a:lnB>
                  </a:tcPr>
                </a:tc>
              </a:tr>
            </a:tbl>
          </a:graphicData>
        </a:graphic>
      </p:graphicFrame>
      <p:sp>
        <p:nvSpPr>
          <p:cNvPr id="226" name="textbox 226"/>
          <p:cNvSpPr/>
          <p:nvPr>
            <p:custDataLst>
              <p:tags r:id="rId2"/>
            </p:custDataLst>
          </p:nvPr>
        </p:nvSpPr>
        <p:spPr>
          <a:xfrm>
            <a:off x="818789" y="424021"/>
            <a:ext cx="10379709" cy="960755"/>
          </a:xfrm>
          <a:prstGeom prst="rect">
            <a:avLst/>
          </a:prstGeom>
        </p:spPr>
        <p:txBody>
          <a:bodyPr vert="horz" wrap="square" lIns="0" tIns="0" rIns="0" bIns="0"/>
          <a:lstStyle/>
          <a:p>
            <a:pPr algn="l" rtl="0" eaLnBrk="0">
              <a:lnSpc>
                <a:spcPct val="88000"/>
              </a:lnSpc>
            </a:pPr>
            <a:endParaRPr lang="en-US" altLang="en-US" sz="100" dirty="0">
              <a:solidFill>
                <a:schemeClr val="dk1"/>
              </a:solidFill>
            </a:endParaRPr>
          </a:p>
          <a:p>
            <a:pPr marL="13335" algn="l" rtl="0" eaLnBrk="0">
              <a:lnSpc>
                <a:spcPct val="97000"/>
              </a:lnSpc>
            </a:pPr>
            <a:r>
              <a:rPr sz="2000" b="1" kern="0" spc="-10" dirty="0">
                <a:solidFill>
                  <a:schemeClr val="dk1"/>
                </a:solidFill>
                <a:cs typeface="微软雅黑" panose="020B0503020204020204" charset="-122"/>
              </a:rPr>
              <a:t>现状分析工作方法</a:t>
            </a:r>
            <a:endParaRPr lang="en-US" altLang="en-US" sz="2000" dirty="0">
              <a:solidFill>
                <a:schemeClr val="dk1"/>
              </a:solidFill>
            </a:endParaRPr>
          </a:p>
          <a:p>
            <a:pPr algn="l" rtl="0" eaLnBrk="0">
              <a:lnSpc>
                <a:spcPct val="104000"/>
              </a:lnSpc>
            </a:pPr>
            <a:endParaRPr lang="en-US" altLang="en-US" sz="1000" dirty="0">
              <a:solidFill>
                <a:schemeClr val="dk1"/>
              </a:solidFill>
            </a:endParaRPr>
          </a:p>
          <a:p>
            <a:pPr marL="17145" indent="-5080" algn="l" rtl="0" eaLnBrk="0">
              <a:lnSpc>
                <a:spcPct val="105000"/>
              </a:lnSpc>
              <a:spcBef>
                <a:spcPts val="5"/>
              </a:spcBef>
            </a:pPr>
            <a:r>
              <a:rPr sz="1500" kern="0" spc="80" dirty="0">
                <a:solidFill>
                  <a:schemeClr val="dk1"/>
                </a:solidFill>
                <a:cs typeface="微软雅黑" panose="020B0503020204020204" charset="-122"/>
              </a:rPr>
              <a:t>从战略承接和行业发展趋势的视角出发，分析XX目前管理与信息化建设的问题与差距，并结合最佳实践，</a:t>
            </a:r>
            <a:r>
              <a:rPr sz="1500" kern="0" spc="480" dirty="0">
                <a:solidFill>
                  <a:schemeClr val="dk1"/>
                </a:solidFill>
                <a:cs typeface="微软雅黑" panose="020B0503020204020204" charset="-122"/>
              </a:rPr>
              <a:t> </a:t>
            </a:r>
            <a:r>
              <a:rPr sz="1500" kern="0" spc="80" dirty="0">
                <a:solidFill>
                  <a:schemeClr val="dk1"/>
                </a:solidFill>
                <a:cs typeface="微软雅黑" panose="020B0503020204020204" charset="-122"/>
              </a:rPr>
              <a:t>探讨</a:t>
            </a:r>
            <a:r>
              <a:rPr sz="1500" kern="0" spc="0" dirty="0">
                <a:solidFill>
                  <a:schemeClr val="dk1"/>
                </a:solidFill>
                <a:cs typeface="微软雅黑" panose="020B0503020204020204" charset="-122"/>
              </a:rPr>
              <a:t> </a:t>
            </a:r>
            <a:r>
              <a:rPr sz="1500" kern="0" spc="90" dirty="0">
                <a:solidFill>
                  <a:schemeClr val="dk1"/>
                </a:solidFill>
                <a:cs typeface="微软雅黑" panose="020B0503020204020204" charset="-122"/>
              </a:rPr>
              <a:t>改进方向，以指导未来框架设计</a:t>
            </a:r>
            <a:endParaRPr lang="en-US" altLang="en-US" sz="1500" kern="0" spc="90" dirty="0">
              <a:solidFill>
                <a:schemeClr val="dk1"/>
              </a:solidFill>
              <a:cs typeface="微软雅黑" panose="020B0503020204020204" charset="-122"/>
            </a:endParaRPr>
          </a:p>
        </p:txBody>
      </p:sp>
      <p:graphicFrame>
        <p:nvGraphicFramePr>
          <p:cNvPr id="230" name="table 230"/>
          <p:cNvGraphicFramePr>
            <a:graphicFrameLocks noGrp="1"/>
          </p:cNvGraphicFramePr>
          <p:nvPr>
            <p:custDataLst>
              <p:tags r:id="rId3"/>
            </p:custDataLst>
          </p:nvPr>
        </p:nvGraphicFramePr>
        <p:xfrm>
          <a:off x="9782364" y="3677221"/>
          <a:ext cx="852169" cy="822960"/>
        </p:xfrm>
        <a:graphic>
          <a:graphicData uri="http://schemas.openxmlformats.org/drawingml/2006/table">
            <a:tbl>
              <a:tblPr>
                <a:solidFill>
                  <a:srgbClr val="FFFFFF"/>
                </a:solidFill>
              </a:tblPr>
              <a:tblGrid>
                <a:gridCol w="852169"/>
              </a:tblGrid>
              <a:tr h="813435">
                <a:tc>
                  <a:txBody>
                    <a:bodyPr/>
                    <a:lstStyle/>
                    <a:p>
                      <a:pPr algn="l" rtl="0" eaLnBrk="0">
                        <a:lnSpc>
                          <a:spcPct val="147000"/>
                        </a:lnSpc>
                      </a:pPr>
                      <a:endParaRPr lang="en-US" altLang="en-US" sz="1000" dirty="0"/>
                    </a:p>
                    <a:p>
                      <a:pPr marL="251460" algn="l" rtl="0" eaLnBrk="0">
                        <a:lnSpc>
                          <a:spcPct val="89000"/>
                        </a:lnSpc>
                        <a:spcBef>
                          <a:spcPts val="5"/>
                        </a:spcBef>
                      </a:pPr>
                      <a:r>
                        <a:rPr sz="1400" b="1" kern="0" spc="-10" dirty="0">
                          <a:solidFill>
                            <a:srgbClr val="000000">
                              <a:alpha val="100000"/>
                            </a:srgbClr>
                          </a:solidFill>
                          <a:cs typeface="微软雅黑" panose="020B0503020204020204" charset="-122"/>
                        </a:rPr>
                        <a:t>行业</a:t>
                      </a:r>
                      <a:endParaRPr lang="en-US" altLang="en-US" sz="1400" dirty="0"/>
                    </a:p>
                    <a:p>
                      <a:pPr marL="251460" algn="l" rtl="0" eaLnBrk="0">
                        <a:lnSpc>
                          <a:spcPts val="1835"/>
                        </a:lnSpc>
                      </a:pPr>
                      <a:r>
                        <a:rPr sz="1400" b="1" kern="0" spc="-10" dirty="0">
                          <a:solidFill>
                            <a:srgbClr val="000000">
                              <a:alpha val="100000"/>
                            </a:srgbClr>
                          </a:solidFill>
                          <a:cs typeface="微软雅黑" panose="020B0503020204020204" charset="-122"/>
                        </a:rPr>
                        <a:t>借鉴</a:t>
                      </a:r>
                      <a:endParaRPr lang="en-US" altLang="en-US" sz="1400" dirty="0"/>
                    </a:p>
                  </a:txBody>
                  <a:tcPr marL="0" marR="0" marT="0" marB="0" vert="horz">
                    <a:lnL w="9525" cap="flat" cmpd="sng" algn="ctr">
                      <a:solidFill>
                        <a:srgbClr val="030303"/>
                      </a:solidFill>
                      <a:prstDash val="solid"/>
                      <a:round/>
                      <a:headEnd type="none" w="med" len="med"/>
                      <a:tailEnd type="none" w="med" len="med"/>
                    </a:lnL>
                    <a:lnR w="9525" cap="flat" cmpd="sng" algn="ctr">
                      <a:solidFill>
                        <a:srgbClr val="030303"/>
                      </a:solidFill>
                      <a:prstDash val="solid"/>
                      <a:round/>
                      <a:headEnd type="none" w="med" len="med"/>
                      <a:tailEnd type="none" w="med" len="med"/>
                    </a:lnR>
                    <a:lnT w="9525" cap="flat" cmpd="sng" algn="ctr">
                      <a:solidFill>
                        <a:srgbClr val="030303"/>
                      </a:solidFill>
                      <a:prstDash val="solid"/>
                      <a:round/>
                      <a:headEnd type="none" w="med" len="med"/>
                      <a:tailEnd type="none" w="med" len="med"/>
                    </a:lnT>
                    <a:lnB w="9525" cap="flat" cmpd="sng" algn="ctr">
                      <a:solidFill>
                        <a:srgbClr val="030303"/>
                      </a:solidFill>
                      <a:prstDash val="solid"/>
                      <a:round/>
                      <a:headEnd type="none" w="med" len="med"/>
                      <a:tailEnd type="none" w="med" len="med"/>
                    </a:lnB>
                    <a:solidFill>
                      <a:srgbClr val="FFFFFF"/>
                    </a:solidFill>
                  </a:tcPr>
                </a:tc>
              </a:tr>
            </a:tbl>
          </a:graphicData>
        </a:graphic>
      </p:graphicFrame>
      <p:pic>
        <p:nvPicPr>
          <p:cNvPr id="232" name="picture 232"/>
          <p:cNvPicPr>
            <a:picLocks noChangeAspect="1"/>
          </p:cNvPicPr>
          <p:nvPr>
            <p:custDataLst>
              <p:tags r:id="rId4"/>
            </p:custDataLst>
          </p:nvPr>
        </p:nvPicPr>
        <p:blipFill>
          <a:blip r:embed="rId5"/>
          <a:stretch>
            <a:fillRect/>
          </a:stretch>
        </p:blipFill>
        <p:spPr>
          <a:xfrm rot="21600000">
            <a:off x="7725156" y="2991611"/>
            <a:ext cx="854964" cy="2543555"/>
          </a:xfrm>
          <a:prstGeom prst="rect">
            <a:avLst/>
          </a:prstGeom>
        </p:spPr>
      </p:pic>
      <p:graphicFrame>
        <p:nvGraphicFramePr>
          <p:cNvPr id="234" name="table 234"/>
          <p:cNvGraphicFramePr>
            <a:graphicFrameLocks noGrp="1"/>
          </p:cNvGraphicFramePr>
          <p:nvPr>
            <p:custDataLst>
              <p:tags r:id="rId6"/>
            </p:custDataLst>
          </p:nvPr>
        </p:nvGraphicFramePr>
        <p:xfrm>
          <a:off x="7726489" y="2986849"/>
          <a:ext cx="857884" cy="1144904"/>
        </p:xfrm>
        <a:graphic>
          <a:graphicData uri="http://schemas.openxmlformats.org/drawingml/2006/table">
            <a:tbl>
              <a:tblPr/>
              <a:tblGrid>
                <a:gridCol w="857884"/>
              </a:tblGrid>
              <a:tr h="1135379">
                <a:tc>
                  <a:txBody>
                    <a:bodyPr/>
                    <a:lstStyle/>
                    <a:p>
                      <a:pPr algn="l" rtl="0" eaLnBrk="0">
                        <a:lnSpc>
                          <a:spcPct val="126000"/>
                        </a:lnSpc>
                      </a:pPr>
                      <a:endParaRPr lang="en-US" altLang="en-US" sz="1000" dirty="0"/>
                    </a:p>
                    <a:p>
                      <a:pPr algn="l" rtl="0" eaLnBrk="0">
                        <a:lnSpc>
                          <a:spcPct val="126000"/>
                        </a:lnSpc>
                      </a:pPr>
                      <a:endParaRPr lang="en-US" altLang="en-US" sz="1000" dirty="0"/>
                    </a:p>
                    <a:p>
                      <a:pPr algn="l" rtl="0" eaLnBrk="0">
                        <a:lnSpc>
                          <a:spcPct val="8000"/>
                        </a:lnSpc>
                      </a:pPr>
                      <a:endParaRPr lang="en-US" altLang="en-US" sz="100" dirty="0"/>
                    </a:p>
                    <a:p>
                      <a:pPr marL="252095" indent="-177800" algn="l" rtl="0" eaLnBrk="0">
                        <a:lnSpc>
                          <a:spcPct val="99000"/>
                        </a:lnSpc>
                      </a:pPr>
                      <a:r>
                        <a:rPr sz="1400" b="1" kern="0" spc="-10" dirty="0">
                          <a:solidFill>
                            <a:srgbClr val="000000">
                              <a:alpha val="100000"/>
                            </a:srgbClr>
                          </a:solidFill>
                          <a:cs typeface="微软雅黑" panose="020B0503020204020204" charset="-122"/>
                        </a:rPr>
                        <a:t>现状问题</a:t>
                      </a:r>
                      <a:r>
                        <a:rPr sz="1400" b="1" kern="0" spc="10" dirty="0">
                          <a:solidFill>
                            <a:srgbClr val="000000">
                              <a:alpha val="100000"/>
                            </a:srgbClr>
                          </a:solidFill>
                          <a:cs typeface="微软雅黑" panose="020B0503020204020204" charset="-122"/>
                        </a:rPr>
                        <a:t>  </a:t>
                      </a:r>
                      <a:r>
                        <a:rPr sz="1400" b="1" kern="0" spc="-10" dirty="0">
                          <a:solidFill>
                            <a:srgbClr val="000000">
                              <a:alpha val="100000"/>
                            </a:srgbClr>
                          </a:solidFill>
                          <a:cs typeface="微软雅黑" panose="020B0503020204020204" charset="-122"/>
                        </a:rPr>
                        <a:t>分析</a:t>
                      </a:r>
                      <a:endParaRPr lang="en-US" altLang="en-US" sz="1400" dirty="0"/>
                    </a:p>
                  </a:txBody>
                  <a:tcPr marL="0" marR="0" marT="0" marB="0" vert="horz">
                    <a:lnL w="9525" cap="flat" cmpd="sng" algn="ctr">
                      <a:solidFill>
                        <a:srgbClr val="030303"/>
                      </a:solidFill>
                      <a:prstDash val="solid"/>
                      <a:round/>
                      <a:headEnd type="none" w="med" len="med"/>
                      <a:tailEnd type="none" w="med" len="med"/>
                    </a:lnL>
                    <a:lnR w="9525" cap="flat" cmpd="sng" algn="ctr">
                      <a:solidFill>
                        <a:srgbClr val="030303"/>
                      </a:solidFill>
                      <a:prstDash val="solid"/>
                      <a:round/>
                      <a:headEnd type="none" w="med" len="med"/>
                      <a:tailEnd type="none" w="med" len="med"/>
                    </a:lnR>
                    <a:lnT w="9525" cap="flat" cmpd="sng" algn="ctr">
                      <a:solidFill>
                        <a:srgbClr val="030303"/>
                      </a:solidFill>
                      <a:prstDash val="solid"/>
                      <a:round/>
                      <a:headEnd type="none" w="med" len="med"/>
                      <a:tailEnd type="none" w="med" len="med"/>
                    </a:lnT>
                    <a:lnB w="9525" cap="flat" cmpd="sng" algn="ctr">
                      <a:solidFill>
                        <a:srgbClr val="030303"/>
                      </a:solidFill>
                      <a:prstDash val="solid"/>
                      <a:round/>
                      <a:headEnd type="none" w="med" len="med"/>
                      <a:tailEnd type="none" w="med" len="med"/>
                    </a:lnB>
                  </a:tcPr>
                </a:tc>
              </a:tr>
            </a:tbl>
          </a:graphicData>
        </a:graphic>
      </p:graphicFrame>
      <p:pic>
        <p:nvPicPr>
          <p:cNvPr id="236" name="picture 236"/>
          <p:cNvPicPr>
            <a:picLocks noChangeAspect="1"/>
          </p:cNvPicPr>
          <p:nvPr>
            <p:custDataLst>
              <p:tags r:id="rId7"/>
            </p:custDataLst>
          </p:nvPr>
        </p:nvPicPr>
        <p:blipFill>
          <a:blip r:embed="rId8"/>
          <a:stretch>
            <a:fillRect/>
          </a:stretch>
        </p:blipFill>
        <p:spPr>
          <a:xfrm rot="21600000">
            <a:off x="8563356" y="2773807"/>
            <a:ext cx="1228090" cy="2199386"/>
          </a:xfrm>
          <a:prstGeom prst="rect">
            <a:avLst/>
          </a:prstGeom>
        </p:spPr>
      </p:pic>
      <p:graphicFrame>
        <p:nvGraphicFramePr>
          <p:cNvPr id="238" name="table 238"/>
          <p:cNvGraphicFramePr>
            <a:graphicFrameLocks noGrp="1"/>
          </p:cNvGraphicFramePr>
          <p:nvPr>
            <p:custDataLst>
              <p:tags r:id="rId9"/>
            </p:custDataLst>
          </p:nvPr>
        </p:nvGraphicFramePr>
        <p:xfrm>
          <a:off x="3822001" y="3017329"/>
          <a:ext cx="3502024" cy="390525"/>
        </p:xfrm>
        <a:graphic>
          <a:graphicData uri="http://schemas.openxmlformats.org/drawingml/2006/table">
            <a:tbl>
              <a:tblPr>
                <a:solidFill>
                  <a:srgbClr val="FFC000"/>
                </a:solidFill>
              </a:tblPr>
              <a:tblGrid>
                <a:gridCol w="3502024"/>
              </a:tblGrid>
              <a:tr h="381000">
                <a:tc>
                  <a:txBody>
                    <a:bodyPr/>
                    <a:lstStyle/>
                    <a:p>
                      <a:pPr algn="l" rtl="0" eaLnBrk="0">
                        <a:lnSpc>
                          <a:spcPct val="108000"/>
                        </a:lnSpc>
                      </a:pPr>
                      <a:endParaRPr lang="en-US" altLang="en-US" sz="700" dirty="0"/>
                    </a:p>
                    <a:p>
                      <a:pPr algn="l" rtl="0" eaLnBrk="0">
                        <a:lnSpc>
                          <a:spcPct val="6000"/>
                        </a:lnSpc>
                      </a:pPr>
                      <a:endParaRPr lang="en-US" altLang="en-US" sz="100" dirty="0"/>
                    </a:p>
                    <a:p>
                      <a:pPr marL="60325" algn="l" rtl="0" eaLnBrk="0">
                        <a:lnSpc>
                          <a:spcPct val="97000"/>
                        </a:lnSpc>
                      </a:pPr>
                      <a:r>
                        <a:rPr sz="1400" b="1" kern="0" spc="-10" dirty="0">
                          <a:solidFill>
                            <a:srgbClr val="000000">
                              <a:alpha val="100000"/>
                            </a:srgbClr>
                          </a:solidFill>
                          <a:cs typeface="微软雅黑" panose="020B0503020204020204" charset="-122"/>
                        </a:rPr>
                        <a:t>项目管理</a:t>
                      </a:r>
                      <a:endParaRPr lang="en-US" altLang="en-US" sz="14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solidFill>
                      <a:srgbClr val="FFC000"/>
                    </a:solidFill>
                  </a:tcPr>
                </a:tc>
              </a:tr>
            </a:tbl>
          </a:graphicData>
        </a:graphic>
      </p:graphicFrame>
      <p:graphicFrame>
        <p:nvGraphicFramePr>
          <p:cNvPr id="240" name="table 240"/>
          <p:cNvGraphicFramePr>
            <a:graphicFrameLocks noGrp="1"/>
          </p:cNvGraphicFramePr>
          <p:nvPr>
            <p:custDataLst>
              <p:tags r:id="rId10"/>
            </p:custDataLst>
          </p:nvPr>
        </p:nvGraphicFramePr>
        <p:xfrm>
          <a:off x="3822001" y="3890581"/>
          <a:ext cx="3502024" cy="390525"/>
        </p:xfrm>
        <a:graphic>
          <a:graphicData uri="http://schemas.openxmlformats.org/drawingml/2006/table">
            <a:tbl>
              <a:tblPr>
                <a:solidFill>
                  <a:srgbClr val="FFC000"/>
                </a:solidFill>
              </a:tblPr>
              <a:tblGrid>
                <a:gridCol w="3502024"/>
              </a:tblGrid>
              <a:tr h="381000">
                <a:tc>
                  <a:txBody>
                    <a:bodyPr/>
                    <a:lstStyle/>
                    <a:p>
                      <a:pPr algn="l" rtl="0" eaLnBrk="0">
                        <a:lnSpc>
                          <a:spcPct val="107000"/>
                        </a:lnSpc>
                      </a:pPr>
                      <a:endParaRPr lang="en-US" altLang="en-US" sz="700" dirty="0"/>
                    </a:p>
                    <a:p>
                      <a:pPr marL="73025" algn="l" rtl="0" eaLnBrk="0">
                        <a:lnSpc>
                          <a:spcPct val="98000"/>
                        </a:lnSpc>
                        <a:spcBef>
                          <a:spcPts val="5"/>
                        </a:spcBef>
                      </a:pPr>
                      <a:r>
                        <a:rPr sz="1400" b="1" kern="0" spc="-40" dirty="0">
                          <a:solidFill>
                            <a:srgbClr val="000000">
                              <a:alpha val="100000"/>
                            </a:srgbClr>
                          </a:solidFill>
                          <a:cs typeface="微软雅黑" panose="020B0503020204020204" charset="-122"/>
                        </a:rPr>
                        <a:t>IT支持</a:t>
                      </a:r>
                      <a:endParaRPr lang="en-US" altLang="en-US" sz="14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solidFill>
                      <a:srgbClr val="FFC000"/>
                    </a:solidFill>
                  </a:tcPr>
                </a:tc>
              </a:tr>
            </a:tbl>
          </a:graphicData>
        </a:graphic>
      </p:graphicFrame>
      <p:graphicFrame>
        <p:nvGraphicFramePr>
          <p:cNvPr id="242" name="table 242"/>
          <p:cNvGraphicFramePr>
            <a:graphicFrameLocks noGrp="1"/>
          </p:cNvGraphicFramePr>
          <p:nvPr>
            <p:custDataLst>
              <p:tags r:id="rId11"/>
            </p:custDataLst>
          </p:nvPr>
        </p:nvGraphicFramePr>
        <p:xfrm>
          <a:off x="3822001" y="4830889"/>
          <a:ext cx="3502024" cy="390525"/>
        </p:xfrm>
        <a:graphic>
          <a:graphicData uri="http://schemas.openxmlformats.org/drawingml/2006/table">
            <a:tbl>
              <a:tblPr>
                <a:solidFill>
                  <a:srgbClr val="FFC000"/>
                </a:solidFill>
              </a:tblPr>
              <a:tblGrid>
                <a:gridCol w="3502024"/>
              </a:tblGrid>
              <a:tr h="381000">
                <a:tc>
                  <a:txBody>
                    <a:bodyPr/>
                    <a:lstStyle/>
                    <a:p>
                      <a:pPr algn="l" rtl="0" eaLnBrk="0">
                        <a:lnSpc>
                          <a:spcPct val="107000"/>
                        </a:lnSpc>
                      </a:pPr>
                      <a:endParaRPr lang="en-US" altLang="en-US" sz="700" dirty="0"/>
                    </a:p>
                    <a:p>
                      <a:pPr marL="59055" algn="l" rtl="0" eaLnBrk="0">
                        <a:lnSpc>
                          <a:spcPct val="98000"/>
                        </a:lnSpc>
                        <a:spcBef>
                          <a:spcPts val="5"/>
                        </a:spcBef>
                      </a:pPr>
                      <a:r>
                        <a:rPr sz="1400" b="1" kern="0" spc="-10" dirty="0">
                          <a:solidFill>
                            <a:srgbClr val="000000">
                              <a:alpha val="100000"/>
                            </a:srgbClr>
                          </a:solidFill>
                          <a:cs typeface="微软雅黑" panose="020B0503020204020204" charset="-122"/>
                        </a:rPr>
                        <a:t>数据治理</a:t>
                      </a:r>
                      <a:endParaRPr lang="en-US" altLang="en-US" sz="14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solidFill>
                      <a:srgbClr val="FFC000"/>
                    </a:solidFill>
                  </a:tcPr>
                </a:tc>
              </a:tr>
            </a:tbl>
          </a:graphicData>
        </a:graphic>
      </p:graphicFrame>
      <p:pic>
        <p:nvPicPr>
          <p:cNvPr id="244" name="picture 244"/>
          <p:cNvPicPr>
            <a:picLocks noChangeAspect="1"/>
          </p:cNvPicPr>
          <p:nvPr>
            <p:custDataLst>
              <p:tags r:id="rId12"/>
            </p:custDataLst>
          </p:nvPr>
        </p:nvPicPr>
        <p:blipFill>
          <a:blip r:embed="rId13"/>
          <a:stretch>
            <a:fillRect/>
          </a:stretch>
        </p:blipFill>
        <p:spPr>
          <a:xfrm rot="21600000">
            <a:off x="4847844" y="2550854"/>
            <a:ext cx="510719" cy="2995302"/>
          </a:xfrm>
          <a:prstGeom prst="rect">
            <a:avLst/>
          </a:prstGeom>
        </p:spPr>
      </p:pic>
      <p:pic>
        <p:nvPicPr>
          <p:cNvPr id="246" name="picture 246"/>
          <p:cNvPicPr>
            <a:picLocks noChangeAspect="1"/>
          </p:cNvPicPr>
          <p:nvPr>
            <p:custDataLst>
              <p:tags r:id="rId14"/>
            </p:custDataLst>
          </p:nvPr>
        </p:nvPicPr>
        <p:blipFill>
          <a:blip r:embed="rId15"/>
          <a:stretch>
            <a:fillRect/>
          </a:stretch>
        </p:blipFill>
        <p:spPr>
          <a:xfrm rot="21600000">
            <a:off x="6073140" y="2550855"/>
            <a:ext cx="509196" cy="2995300"/>
          </a:xfrm>
          <a:prstGeom prst="rect">
            <a:avLst/>
          </a:prstGeom>
        </p:spPr>
      </p:pic>
      <p:pic>
        <p:nvPicPr>
          <p:cNvPr id="248" name="picture 248"/>
          <p:cNvPicPr>
            <a:picLocks noChangeAspect="1"/>
          </p:cNvPicPr>
          <p:nvPr>
            <p:custDataLst>
              <p:tags r:id="rId16"/>
            </p:custDataLst>
          </p:nvPr>
        </p:nvPicPr>
        <p:blipFill>
          <a:blip r:embed="rId17"/>
          <a:stretch>
            <a:fillRect/>
          </a:stretch>
        </p:blipFill>
        <p:spPr>
          <a:xfrm rot="21600000">
            <a:off x="5451348" y="2550855"/>
            <a:ext cx="509195" cy="2995300"/>
          </a:xfrm>
          <a:prstGeom prst="rect">
            <a:avLst/>
          </a:prstGeom>
        </p:spPr>
      </p:pic>
      <p:pic>
        <p:nvPicPr>
          <p:cNvPr id="250" name="picture 250"/>
          <p:cNvPicPr>
            <a:picLocks noChangeAspect="1"/>
          </p:cNvPicPr>
          <p:nvPr>
            <p:custDataLst>
              <p:tags r:id="rId18"/>
            </p:custDataLst>
          </p:nvPr>
        </p:nvPicPr>
        <p:blipFill>
          <a:blip r:embed="rId19"/>
          <a:stretch>
            <a:fillRect/>
          </a:stretch>
        </p:blipFill>
        <p:spPr>
          <a:xfrm rot="21600000">
            <a:off x="6691884" y="2550856"/>
            <a:ext cx="507671" cy="2995298"/>
          </a:xfrm>
          <a:prstGeom prst="rect">
            <a:avLst/>
          </a:prstGeom>
        </p:spPr>
      </p:pic>
      <p:graphicFrame>
        <p:nvGraphicFramePr>
          <p:cNvPr id="252" name="table 252"/>
          <p:cNvGraphicFramePr>
            <a:graphicFrameLocks noGrp="1"/>
          </p:cNvGraphicFramePr>
          <p:nvPr>
            <p:custDataLst>
              <p:tags r:id="rId20"/>
            </p:custDataLst>
          </p:nvPr>
        </p:nvGraphicFramePr>
        <p:xfrm>
          <a:off x="4843081" y="2546413"/>
          <a:ext cx="408940" cy="3003550"/>
        </p:xfrm>
        <a:graphic>
          <a:graphicData uri="http://schemas.openxmlformats.org/drawingml/2006/table">
            <a:tbl>
              <a:tblPr/>
              <a:tblGrid>
                <a:gridCol w="408940"/>
              </a:tblGrid>
              <a:tr h="2994025">
                <a:tc>
                  <a:txBody>
                    <a:bodyPr/>
                    <a:lstStyle/>
                    <a:p>
                      <a:pPr algn="l" rtl="0" eaLnBrk="0">
                        <a:lnSpc>
                          <a:spcPct val="103000"/>
                        </a:lnSpc>
                      </a:pPr>
                      <a:endParaRPr lang="en-US" altLang="en-US" sz="700" dirty="0"/>
                    </a:p>
                    <a:p>
                      <a:pPr algn="l" rtl="0" eaLnBrk="0">
                        <a:lnSpc>
                          <a:spcPct val="6000"/>
                        </a:lnSpc>
                      </a:pPr>
                      <a:endParaRPr lang="en-US" altLang="en-US" sz="100" dirty="0"/>
                    </a:p>
                    <a:p>
                      <a:pPr marL="1101725" algn="l" rtl="0" eaLnBrk="0">
                        <a:lnSpc>
                          <a:spcPct val="90000"/>
                        </a:lnSpc>
                      </a:pPr>
                      <a:r>
                        <a:rPr sz="1400" b="1" kern="0" spc="230" dirty="0">
                          <a:solidFill>
                            <a:srgbClr val="000000">
                              <a:alpha val="100000"/>
                            </a:srgbClr>
                          </a:solidFill>
                          <a:cs typeface="微软雅黑" panose="020B0503020204020204" charset="-122"/>
                        </a:rPr>
                        <a:t>现状描述</a:t>
                      </a:r>
                      <a:endParaRPr lang="en-US" altLang="en-US" sz="1400" dirty="0"/>
                    </a:p>
                  </a:txBody>
                  <a:tcPr marL="0" marR="0" marT="0" marB="0" vert="eaVert">
                    <a:lnL w="9525" cap="flat" cmpd="sng" algn="ctr">
                      <a:solidFill>
                        <a:srgbClr val="FFC000"/>
                      </a:solidFill>
                      <a:prstDash val="solid"/>
                      <a:round/>
                      <a:headEnd type="none" w="med" len="med"/>
                      <a:tailEnd type="none" w="med" len="med"/>
                    </a:lnL>
                    <a:lnR>
                      <a:noFill/>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254" name="table 254"/>
          <p:cNvGraphicFramePr>
            <a:graphicFrameLocks noGrp="1"/>
          </p:cNvGraphicFramePr>
          <p:nvPr>
            <p:custDataLst>
              <p:tags r:id="rId21"/>
            </p:custDataLst>
          </p:nvPr>
        </p:nvGraphicFramePr>
        <p:xfrm>
          <a:off x="5446585" y="2546413"/>
          <a:ext cx="408304" cy="3003550"/>
        </p:xfrm>
        <a:graphic>
          <a:graphicData uri="http://schemas.openxmlformats.org/drawingml/2006/table">
            <a:tbl>
              <a:tblPr/>
              <a:tblGrid>
                <a:gridCol w="408304"/>
              </a:tblGrid>
              <a:tr h="2994025">
                <a:tc>
                  <a:txBody>
                    <a:bodyPr/>
                    <a:lstStyle/>
                    <a:p>
                      <a:pPr algn="l" rtl="0" eaLnBrk="0">
                        <a:lnSpc>
                          <a:spcPct val="102000"/>
                        </a:lnSpc>
                      </a:pPr>
                      <a:endParaRPr lang="en-US" altLang="en-US" sz="700" dirty="0"/>
                    </a:p>
                    <a:p>
                      <a:pPr marL="1101725" algn="l" rtl="0" eaLnBrk="0">
                        <a:lnSpc>
                          <a:spcPct val="90000"/>
                        </a:lnSpc>
                        <a:spcBef>
                          <a:spcPts val="5"/>
                        </a:spcBef>
                      </a:pPr>
                      <a:r>
                        <a:rPr sz="1400" b="1" kern="0" spc="230" dirty="0">
                          <a:solidFill>
                            <a:srgbClr val="000000">
                              <a:alpha val="100000"/>
                            </a:srgbClr>
                          </a:solidFill>
                          <a:cs typeface="微软雅黑" panose="020B0503020204020204" charset="-122"/>
                        </a:rPr>
                        <a:t>问题发现</a:t>
                      </a:r>
                      <a:endParaRPr lang="en-US" altLang="en-US" sz="1400" dirty="0"/>
                    </a:p>
                  </a:txBody>
                  <a:tcPr marL="0" marR="0" marT="0" marB="0" vert="eaVert">
                    <a:lnL w="9525" cap="flat" cmpd="sng" algn="ctr">
                      <a:solidFill>
                        <a:srgbClr val="FFC000"/>
                      </a:solidFill>
                      <a:prstDash val="solid"/>
                      <a:round/>
                      <a:headEnd type="none" w="med" len="med"/>
                      <a:tailEnd type="none" w="med" len="med"/>
                    </a:lnL>
                    <a:lnR>
                      <a:noFill/>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256" name="table 256"/>
          <p:cNvGraphicFramePr>
            <a:graphicFrameLocks noGrp="1"/>
          </p:cNvGraphicFramePr>
          <p:nvPr>
            <p:custDataLst>
              <p:tags r:id="rId22"/>
            </p:custDataLst>
          </p:nvPr>
        </p:nvGraphicFramePr>
        <p:xfrm>
          <a:off x="6068377" y="2546413"/>
          <a:ext cx="408304" cy="3003550"/>
        </p:xfrm>
        <a:graphic>
          <a:graphicData uri="http://schemas.openxmlformats.org/drawingml/2006/table">
            <a:tbl>
              <a:tblPr/>
              <a:tblGrid>
                <a:gridCol w="408304"/>
              </a:tblGrid>
              <a:tr h="2994025">
                <a:tc>
                  <a:txBody>
                    <a:bodyPr/>
                    <a:lstStyle/>
                    <a:p>
                      <a:pPr algn="l" rtl="0" eaLnBrk="0">
                        <a:lnSpc>
                          <a:spcPct val="103000"/>
                        </a:lnSpc>
                      </a:pPr>
                      <a:endParaRPr lang="en-US" altLang="en-US" sz="700" dirty="0"/>
                    </a:p>
                    <a:p>
                      <a:pPr marL="1101725" algn="l" rtl="0" eaLnBrk="0">
                        <a:lnSpc>
                          <a:spcPct val="90000"/>
                        </a:lnSpc>
                        <a:spcBef>
                          <a:spcPts val="5"/>
                        </a:spcBef>
                      </a:pPr>
                      <a:r>
                        <a:rPr sz="1400" b="1" kern="0" spc="230" dirty="0">
                          <a:solidFill>
                            <a:srgbClr val="000000">
                              <a:alpha val="100000"/>
                            </a:srgbClr>
                          </a:solidFill>
                          <a:cs typeface="微软雅黑" panose="020B0503020204020204" charset="-122"/>
                        </a:rPr>
                        <a:t>根因分析</a:t>
                      </a:r>
                      <a:endParaRPr lang="en-US" altLang="en-US" sz="1400" dirty="0"/>
                    </a:p>
                  </a:txBody>
                  <a:tcPr marL="0" marR="0" marT="0" marB="0" vert="eaVert">
                    <a:lnL w="9525" cap="flat" cmpd="sng" algn="ctr">
                      <a:solidFill>
                        <a:srgbClr val="FFC000"/>
                      </a:solidFill>
                      <a:prstDash val="solid"/>
                      <a:round/>
                      <a:headEnd type="none" w="med" len="med"/>
                      <a:tailEnd type="none" w="med" len="med"/>
                    </a:lnL>
                    <a:lnR>
                      <a:noFill/>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258" name="table 258"/>
          <p:cNvGraphicFramePr>
            <a:graphicFrameLocks noGrp="1"/>
          </p:cNvGraphicFramePr>
          <p:nvPr>
            <p:custDataLst>
              <p:tags r:id="rId23"/>
            </p:custDataLst>
          </p:nvPr>
        </p:nvGraphicFramePr>
        <p:xfrm>
          <a:off x="6687122" y="2546413"/>
          <a:ext cx="407034" cy="3003550"/>
        </p:xfrm>
        <a:graphic>
          <a:graphicData uri="http://schemas.openxmlformats.org/drawingml/2006/table">
            <a:tbl>
              <a:tblPr/>
              <a:tblGrid>
                <a:gridCol w="407034"/>
              </a:tblGrid>
              <a:tr h="2994025">
                <a:tc>
                  <a:txBody>
                    <a:bodyPr/>
                    <a:lstStyle/>
                    <a:p>
                      <a:pPr algn="l" rtl="0" eaLnBrk="0">
                        <a:lnSpc>
                          <a:spcPct val="102000"/>
                        </a:lnSpc>
                      </a:pPr>
                      <a:endParaRPr lang="en-US" altLang="en-US" sz="700" dirty="0"/>
                    </a:p>
                    <a:p>
                      <a:pPr marL="1101725" algn="l" rtl="0" eaLnBrk="0">
                        <a:lnSpc>
                          <a:spcPct val="90000"/>
                        </a:lnSpc>
                        <a:spcBef>
                          <a:spcPts val="5"/>
                        </a:spcBef>
                      </a:pPr>
                      <a:r>
                        <a:rPr sz="1400" b="1" kern="0" spc="230" dirty="0">
                          <a:solidFill>
                            <a:srgbClr val="000000">
                              <a:alpha val="100000"/>
                            </a:srgbClr>
                          </a:solidFill>
                          <a:cs typeface="微软雅黑" panose="020B0503020204020204" charset="-122"/>
                        </a:rPr>
                        <a:t>改善方向</a:t>
                      </a:r>
                      <a:endParaRPr lang="en-US" altLang="en-US" sz="1400" dirty="0"/>
                    </a:p>
                  </a:txBody>
                  <a:tcPr marL="0" marR="0" marT="0" marB="0" vert="eaVert">
                    <a:lnL w="9525" cap="flat" cmpd="sng" algn="ctr">
                      <a:solidFill>
                        <a:srgbClr val="FFC000"/>
                      </a:solidFill>
                      <a:prstDash val="solid"/>
                      <a:round/>
                      <a:headEnd type="none" w="med" len="med"/>
                      <a:tailEnd type="none" w="med" len="med"/>
                    </a:lnL>
                    <a:lnR>
                      <a:noFill/>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pic>
        <p:nvPicPr>
          <p:cNvPr id="260" name="picture 260"/>
          <p:cNvPicPr>
            <a:picLocks noChangeAspect="1"/>
          </p:cNvPicPr>
          <p:nvPr>
            <p:custDataLst>
              <p:tags r:id="rId24"/>
            </p:custDataLst>
          </p:nvPr>
        </p:nvPicPr>
        <p:blipFill>
          <a:blip r:embed="rId25"/>
          <a:stretch>
            <a:fillRect/>
          </a:stretch>
        </p:blipFill>
        <p:spPr>
          <a:xfrm rot="21600000">
            <a:off x="2258567" y="3268726"/>
            <a:ext cx="1313561" cy="554989"/>
          </a:xfrm>
          <a:prstGeom prst="rect">
            <a:avLst/>
          </a:prstGeom>
        </p:spPr>
      </p:pic>
      <p:pic>
        <p:nvPicPr>
          <p:cNvPr id="262" name="picture 262"/>
          <p:cNvPicPr>
            <a:picLocks noChangeAspect="1"/>
          </p:cNvPicPr>
          <p:nvPr>
            <p:custDataLst>
              <p:tags r:id="rId26"/>
            </p:custDataLst>
          </p:nvPr>
        </p:nvPicPr>
        <p:blipFill>
          <a:blip r:embed="rId27"/>
          <a:stretch>
            <a:fillRect/>
          </a:stretch>
        </p:blipFill>
        <p:spPr>
          <a:xfrm rot="21600000">
            <a:off x="2258567" y="3720210"/>
            <a:ext cx="1313561" cy="904494"/>
          </a:xfrm>
          <a:prstGeom prst="rect">
            <a:avLst/>
          </a:prstGeom>
        </p:spPr>
      </p:pic>
      <p:graphicFrame>
        <p:nvGraphicFramePr>
          <p:cNvPr id="264" name="table 264"/>
          <p:cNvGraphicFramePr>
            <a:graphicFrameLocks noGrp="1"/>
          </p:cNvGraphicFramePr>
          <p:nvPr>
            <p:custDataLst>
              <p:tags r:id="rId28"/>
            </p:custDataLst>
          </p:nvPr>
        </p:nvGraphicFramePr>
        <p:xfrm>
          <a:off x="7720393" y="4395025"/>
          <a:ext cx="847725" cy="1144905"/>
        </p:xfrm>
        <a:graphic>
          <a:graphicData uri="http://schemas.openxmlformats.org/drawingml/2006/table">
            <a:tbl>
              <a:tblPr/>
              <a:tblGrid>
                <a:gridCol w="847725"/>
              </a:tblGrid>
              <a:tr h="1135380">
                <a:tc>
                  <a:txBody>
                    <a:bodyPr/>
                    <a:lstStyle/>
                    <a:p>
                      <a:pPr algn="l" rtl="0" eaLnBrk="0">
                        <a:lnSpc>
                          <a:spcPct val="126000"/>
                        </a:lnSpc>
                      </a:pPr>
                      <a:endParaRPr lang="en-US" altLang="en-US" sz="1000" dirty="0"/>
                    </a:p>
                    <a:p>
                      <a:pPr algn="l" rtl="0" eaLnBrk="0">
                        <a:lnSpc>
                          <a:spcPct val="126000"/>
                        </a:lnSpc>
                      </a:pPr>
                      <a:endParaRPr lang="en-US" altLang="en-US" sz="1000" dirty="0"/>
                    </a:p>
                    <a:p>
                      <a:pPr algn="l" rtl="0" eaLnBrk="0">
                        <a:lnSpc>
                          <a:spcPct val="10000"/>
                        </a:lnSpc>
                      </a:pPr>
                      <a:endParaRPr lang="en-US" altLang="en-US" sz="100" dirty="0"/>
                    </a:p>
                    <a:p>
                      <a:pPr marL="248920" indent="-177800" algn="l" rtl="0" eaLnBrk="0">
                        <a:lnSpc>
                          <a:spcPct val="99000"/>
                        </a:lnSpc>
                      </a:pPr>
                      <a:r>
                        <a:rPr sz="1400" b="1" kern="0" spc="-10" dirty="0">
                          <a:solidFill>
                            <a:srgbClr val="000000">
                              <a:alpha val="100000"/>
                            </a:srgbClr>
                          </a:solidFill>
                          <a:cs typeface="微软雅黑" panose="020B0503020204020204" charset="-122"/>
                        </a:rPr>
                        <a:t>初步改进</a:t>
                      </a:r>
                      <a:r>
                        <a:rPr sz="1400" b="1" kern="0" spc="10" dirty="0">
                          <a:solidFill>
                            <a:srgbClr val="000000">
                              <a:alpha val="100000"/>
                            </a:srgbClr>
                          </a:solidFill>
                          <a:cs typeface="微软雅黑" panose="020B0503020204020204" charset="-122"/>
                        </a:rPr>
                        <a:t>  </a:t>
                      </a:r>
                      <a:r>
                        <a:rPr sz="1400" b="1" kern="0" spc="-10" dirty="0">
                          <a:solidFill>
                            <a:srgbClr val="000000">
                              <a:alpha val="100000"/>
                            </a:srgbClr>
                          </a:solidFill>
                          <a:cs typeface="微软雅黑" panose="020B0503020204020204" charset="-122"/>
                        </a:rPr>
                        <a:t>建议</a:t>
                      </a:r>
                      <a:endParaRPr lang="en-US" altLang="en-US" sz="1400" dirty="0"/>
                    </a:p>
                  </a:txBody>
                  <a:tcPr marL="0" marR="0" marT="0" marB="0" vert="horz">
                    <a:lnL w="9525" cap="flat" cmpd="sng" algn="ctr">
                      <a:solidFill>
                        <a:srgbClr val="030303"/>
                      </a:solidFill>
                      <a:prstDash val="solid"/>
                      <a:round/>
                      <a:headEnd type="none" w="med" len="med"/>
                      <a:tailEnd type="none" w="med" len="med"/>
                    </a:lnL>
                    <a:lnR w="9525" cap="flat" cmpd="sng" algn="ctr">
                      <a:solidFill>
                        <a:srgbClr val="030303"/>
                      </a:solidFill>
                      <a:prstDash val="solid"/>
                      <a:round/>
                      <a:headEnd type="none" w="med" len="med"/>
                      <a:tailEnd type="none" w="med" len="med"/>
                    </a:lnR>
                    <a:lnT w="9525" cap="flat" cmpd="sng" algn="ctr">
                      <a:solidFill>
                        <a:srgbClr val="030303"/>
                      </a:solidFill>
                      <a:prstDash val="solid"/>
                      <a:round/>
                      <a:headEnd type="none" w="med" len="med"/>
                      <a:tailEnd type="none" w="med" len="med"/>
                    </a:lnT>
                    <a:lnB w="9525" cap="flat" cmpd="sng" algn="ctr">
                      <a:solidFill>
                        <a:srgbClr val="030303"/>
                      </a:solidFill>
                      <a:prstDash val="solid"/>
                      <a:round/>
                      <a:headEnd type="none" w="med" len="med"/>
                      <a:tailEnd type="none" w="med" len="med"/>
                    </a:lnB>
                  </a:tcPr>
                </a:tc>
              </a:tr>
            </a:tbl>
          </a:graphicData>
        </a:graphic>
      </p:graphicFrame>
      <p:graphicFrame>
        <p:nvGraphicFramePr>
          <p:cNvPr id="266" name="table 266"/>
          <p:cNvGraphicFramePr>
            <a:graphicFrameLocks noGrp="1"/>
          </p:cNvGraphicFramePr>
          <p:nvPr>
            <p:custDataLst>
              <p:tags r:id="rId29"/>
            </p:custDataLst>
          </p:nvPr>
        </p:nvGraphicFramePr>
        <p:xfrm>
          <a:off x="1423225" y="4125277"/>
          <a:ext cx="839470" cy="986154"/>
        </p:xfrm>
        <a:graphic>
          <a:graphicData uri="http://schemas.openxmlformats.org/drawingml/2006/table">
            <a:tbl>
              <a:tblPr>
                <a:solidFill>
                  <a:srgbClr val="FFFFFF"/>
                </a:solidFill>
              </a:tblPr>
              <a:tblGrid>
                <a:gridCol w="839470"/>
              </a:tblGrid>
              <a:tr h="976629">
                <a:tc>
                  <a:txBody>
                    <a:bodyPr/>
                    <a:lstStyle/>
                    <a:p>
                      <a:pPr algn="l" rtl="0" eaLnBrk="0">
                        <a:lnSpc>
                          <a:spcPct val="100000"/>
                        </a:lnSpc>
                      </a:pPr>
                      <a:endParaRPr lang="en-US" altLang="en-US" sz="1000" dirty="0"/>
                    </a:p>
                    <a:p>
                      <a:pPr algn="l" rtl="0" eaLnBrk="0">
                        <a:lnSpc>
                          <a:spcPct val="101000"/>
                        </a:lnSpc>
                      </a:pPr>
                      <a:endParaRPr lang="en-US" altLang="en-US" sz="1000" dirty="0"/>
                    </a:p>
                    <a:p>
                      <a:pPr marL="251460" algn="l" rtl="0" eaLnBrk="0">
                        <a:lnSpc>
                          <a:spcPct val="89000"/>
                        </a:lnSpc>
                        <a:spcBef>
                          <a:spcPts val="0"/>
                        </a:spcBef>
                      </a:pPr>
                      <a:r>
                        <a:rPr sz="1400" b="1" kern="0" spc="-30" dirty="0">
                          <a:solidFill>
                            <a:srgbClr val="000000">
                              <a:alpha val="100000"/>
                            </a:srgbClr>
                          </a:solidFill>
                          <a:cs typeface="微软雅黑" panose="020B0503020204020204" charset="-122"/>
                        </a:rPr>
                        <a:t>战略</a:t>
                      </a:r>
                      <a:endParaRPr lang="en-US" altLang="en-US" sz="1400" dirty="0"/>
                    </a:p>
                    <a:p>
                      <a:pPr marL="243840" algn="l" rtl="0" eaLnBrk="0">
                        <a:lnSpc>
                          <a:spcPts val="1820"/>
                        </a:lnSpc>
                      </a:pPr>
                      <a:r>
                        <a:rPr sz="1400" b="1" kern="0" spc="-10" dirty="0">
                          <a:solidFill>
                            <a:srgbClr val="000000">
                              <a:alpha val="100000"/>
                            </a:srgbClr>
                          </a:solidFill>
                          <a:cs typeface="微软雅黑" panose="020B0503020204020204" charset="-122"/>
                        </a:rPr>
                        <a:t>解读</a:t>
                      </a:r>
                      <a:endParaRPr lang="en-US" altLang="en-US" sz="1400" dirty="0"/>
                    </a:p>
                  </a:txBody>
                  <a:tcPr marL="0" marR="0" marT="0" marB="0" vert="horz">
                    <a:lnL w="9525" cap="flat" cmpd="sng" algn="ctr">
                      <a:solidFill>
                        <a:srgbClr val="030303"/>
                      </a:solidFill>
                      <a:prstDash val="solid"/>
                      <a:round/>
                      <a:headEnd type="none" w="med" len="med"/>
                      <a:tailEnd type="none" w="med" len="med"/>
                    </a:lnL>
                    <a:lnR w="9525" cap="flat" cmpd="sng" algn="ctr">
                      <a:solidFill>
                        <a:srgbClr val="030303"/>
                      </a:solidFill>
                      <a:prstDash val="solid"/>
                      <a:round/>
                      <a:headEnd type="none" w="med" len="med"/>
                      <a:tailEnd type="none" w="med" len="med"/>
                    </a:lnR>
                    <a:lnT w="9525" cap="flat" cmpd="sng" algn="ctr">
                      <a:solidFill>
                        <a:srgbClr val="030303"/>
                      </a:solidFill>
                      <a:prstDash val="solid"/>
                      <a:round/>
                      <a:headEnd type="none" w="med" len="med"/>
                      <a:tailEnd type="none" w="med" len="med"/>
                    </a:lnT>
                    <a:lnB w="9525" cap="flat" cmpd="sng" algn="ctr">
                      <a:solidFill>
                        <a:srgbClr val="030303"/>
                      </a:solidFill>
                      <a:prstDash val="solid"/>
                      <a:round/>
                      <a:headEnd type="none" w="med" len="med"/>
                      <a:tailEnd type="none" w="med" len="med"/>
                    </a:lnB>
                    <a:solidFill>
                      <a:srgbClr val="FFFFFF"/>
                    </a:solidFill>
                  </a:tcPr>
                </a:tc>
              </a:tr>
            </a:tbl>
          </a:graphicData>
        </a:graphic>
      </p:graphicFrame>
      <p:graphicFrame>
        <p:nvGraphicFramePr>
          <p:cNvPr id="270" name="table 270"/>
          <p:cNvGraphicFramePr>
            <a:graphicFrameLocks noGrp="1"/>
          </p:cNvGraphicFramePr>
          <p:nvPr>
            <p:custDataLst>
              <p:tags r:id="rId30"/>
            </p:custDataLst>
          </p:nvPr>
        </p:nvGraphicFramePr>
        <p:xfrm>
          <a:off x="1423225" y="2816161"/>
          <a:ext cx="839470" cy="916304"/>
        </p:xfrm>
        <a:graphic>
          <a:graphicData uri="http://schemas.openxmlformats.org/drawingml/2006/table">
            <a:tbl>
              <a:tblPr>
                <a:solidFill>
                  <a:srgbClr val="FFFFFF"/>
                </a:solidFill>
              </a:tblPr>
              <a:tblGrid>
                <a:gridCol w="839470"/>
              </a:tblGrid>
              <a:tr h="906779">
                <a:tc>
                  <a:txBody>
                    <a:bodyPr/>
                    <a:lstStyle/>
                    <a:p>
                      <a:pPr algn="l" rtl="0" eaLnBrk="0">
                        <a:lnSpc>
                          <a:spcPct val="178000"/>
                        </a:lnSpc>
                      </a:pPr>
                      <a:endParaRPr lang="en-US" altLang="en-US" sz="1000" dirty="0"/>
                    </a:p>
                    <a:p>
                      <a:pPr marL="244475" algn="l" rtl="0" eaLnBrk="0">
                        <a:lnSpc>
                          <a:spcPct val="89000"/>
                        </a:lnSpc>
                        <a:spcBef>
                          <a:spcPts val="5"/>
                        </a:spcBef>
                      </a:pPr>
                      <a:r>
                        <a:rPr sz="1400" b="1" kern="0" spc="-10" dirty="0">
                          <a:solidFill>
                            <a:srgbClr val="000000">
                              <a:alpha val="100000"/>
                            </a:srgbClr>
                          </a:solidFill>
                          <a:cs typeface="微软雅黑" panose="020B0503020204020204" charset="-122"/>
                        </a:rPr>
                        <a:t>行业</a:t>
                      </a:r>
                      <a:endParaRPr lang="en-US" altLang="en-US" sz="1400" dirty="0"/>
                    </a:p>
                    <a:p>
                      <a:pPr marL="244475" algn="l" rtl="0" eaLnBrk="0">
                        <a:lnSpc>
                          <a:spcPts val="1815"/>
                        </a:lnSpc>
                      </a:pPr>
                      <a:r>
                        <a:rPr sz="1400" b="1" kern="0" spc="-10" dirty="0">
                          <a:solidFill>
                            <a:srgbClr val="000000">
                              <a:alpha val="100000"/>
                            </a:srgbClr>
                          </a:solidFill>
                          <a:cs typeface="微软雅黑" panose="020B0503020204020204" charset="-122"/>
                        </a:rPr>
                        <a:t>发展</a:t>
                      </a:r>
                      <a:endParaRPr lang="en-US" altLang="en-US" sz="1400" dirty="0"/>
                    </a:p>
                  </a:txBody>
                  <a:tcPr marL="0" marR="0" marT="0" marB="0" vert="horz">
                    <a:lnL w="9525" cap="flat" cmpd="sng" algn="ctr">
                      <a:solidFill>
                        <a:srgbClr val="030303"/>
                      </a:solidFill>
                      <a:prstDash val="solid"/>
                      <a:round/>
                      <a:headEnd type="none" w="med" len="med"/>
                      <a:tailEnd type="none" w="med" len="med"/>
                    </a:lnL>
                    <a:lnR w="9525" cap="flat" cmpd="sng" algn="ctr">
                      <a:solidFill>
                        <a:srgbClr val="030303"/>
                      </a:solidFill>
                      <a:prstDash val="solid"/>
                      <a:round/>
                      <a:headEnd type="none" w="med" len="med"/>
                      <a:tailEnd type="none" w="med" len="med"/>
                    </a:lnR>
                    <a:lnT w="9525" cap="flat" cmpd="sng" algn="ctr">
                      <a:solidFill>
                        <a:srgbClr val="030303"/>
                      </a:solidFill>
                      <a:prstDash val="solid"/>
                      <a:round/>
                      <a:headEnd type="none" w="med" len="med"/>
                      <a:tailEnd type="none" w="med" len="med"/>
                    </a:lnT>
                    <a:lnB w="9525" cap="flat" cmpd="sng" algn="ctr">
                      <a:solidFill>
                        <a:srgbClr val="030303"/>
                      </a:solidFill>
                      <a:prstDash val="solid"/>
                      <a:round/>
                      <a:headEnd type="none" w="med" len="med"/>
                      <a:tailEnd type="none" w="med" len="med"/>
                    </a:lnB>
                    <a:solidFill>
                      <a:srgbClr val="FFFFFF"/>
                    </a:solidFill>
                  </a:tcPr>
                </a:tc>
              </a:tr>
            </a:tbl>
          </a:graphicData>
        </a:graphic>
      </p:graphicFrame>
      <p:pic>
        <p:nvPicPr>
          <p:cNvPr id="272" name="picture 272"/>
          <p:cNvPicPr>
            <a:picLocks noChangeAspect="1"/>
          </p:cNvPicPr>
          <p:nvPr>
            <p:custDataLst>
              <p:tags r:id="rId31"/>
            </p:custDataLst>
          </p:nvPr>
        </p:nvPicPr>
        <p:blipFill>
          <a:blip r:embed="rId32"/>
          <a:stretch>
            <a:fillRect/>
          </a:stretch>
        </p:blipFill>
        <p:spPr>
          <a:xfrm rot="21600000">
            <a:off x="7319771" y="3206241"/>
            <a:ext cx="410845" cy="1826768"/>
          </a:xfrm>
          <a:prstGeom prst="rect">
            <a:avLst/>
          </a:prstGeom>
        </p:spPr>
      </p:pic>
      <p:graphicFrame>
        <p:nvGraphicFramePr>
          <p:cNvPr id="274" name="table 274"/>
          <p:cNvGraphicFramePr>
            <a:graphicFrameLocks noGrp="1"/>
          </p:cNvGraphicFramePr>
          <p:nvPr>
            <p:custDataLst>
              <p:tags r:id="rId33"/>
            </p:custDataLst>
          </p:nvPr>
        </p:nvGraphicFramePr>
        <p:xfrm>
          <a:off x="9786937" y="2413825"/>
          <a:ext cx="850265" cy="824865"/>
        </p:xfrm>
        <a:graphic>
          <a:graphicData uri="http://schemas.openxmlformats.org/drawingml/2006/table">
            <a:tbl>
              <a:tblPr>
                <a:solidFill>
                  <a:srgbClr val="FFFFFF"/>
                </a:solidFill>
              </a:tblPr>
              <a:tblGrid>
                <a:gridCol w="850265"/>
              </a:tblGrid>
              <a:tr h="815340">
                <a:tc>
                  <a:txBody>
                    <a:bodyPr/>
                    <a:lstStyle/>
                    <a:p>
                      <a:pPr algn="l" rtl="0" eaLnBrk="0">
                        <a:lnSpc>
                          <a:spcPct val="147000"/>
                        </a:lnSpc>
                      </a:pPr>
                      <a:endParaRPr lang="en-US" altLang="en-US" sz="1000" dirty="0"/>
                    </a:p>
                    <a:p>
                      <a:pPr marL="162560" indent="-90170" algn="l" rtl="0" eaLnBrk="0">
                        <a:lnSpc>
                          <a:spcPct val="99000"/>
                        </a:lnSpc>
                        <a:spcBef>
                          <a:spcPts val="5"/>
                        </a:spcBef>
                      </a:pPr>
                      <a:r>
                        <a:rPr sz="1400" b="1" kern="0" spc="-10" dirty="0">
                          <a:solidFill>
                            <a:srgbClr val="000000">
                              <a:alpha val="100000"/>
                            </a:srgbClr>
                          </a:solidFill>
                          <a:cs typeface="微软雅黑" panose="020B0503020204020204" charset="-122"/>
                        </a:rPr>
                        <a:t>设计方法</a:t>
                      </a:r>
                      <a:r>
                        <a:rPr sz="1400" b="1" kern="0" spc="10" dirty="0">
                          <a:solidFill>
                            <a:srgbClr val="000000">
                              <a:alpha val="100000"/>
                            </a:srgbClr>
                          </a:solidFill>
                          <a:cs typeface="微软雅黑" panose="020B0503020204020204" charset="-122"/>
                        </a:rPr>
                        <a:t>  </a:t>
                      </a:r>
                      <a:r>
                        <a:rPr sz="1400" b="1" kern="0" spc="-10" dirty="0">
                          <a:solidFill>
                            <a:srgbClr val="000000">
                              <a:alpha val="100000"/>
                            </a:srgbClr>
                          </a:solidFill>
                          <a:cs typeface="微软雅黑" panose="020B0503020204020204" charset="-122"/>
                        </a:rPr>
                        <a:t>与原则</a:t>
                      </a:r>
                      <a:endParaRPr lang="en-US" altLang="en-US" sz="1400" dirty="0"/>
                    </a:p>
                  </a:txBody>
                  <a:tcPr marL="0" marR="0" marT="0" marB="0" vert="horz">
                    <a:lnL w="9525" cap="flat" cmpd="sng" algn="ctr">
                      <a:solidFill>
                        <a:srgbClr val="030303"/>
                      </a:solidFill>
                      <a:prstDash val="solid"/>
                      <a:round/>
                      <a:headEnd type="none" w="med" len="med"/>
                      <a:tailEnd type="none" w="med" len="med"/>
                    </a:lnL>
                    <a:lnR w="9525" cap="flat" cmpd="sng" algn="ctr">
                      <a:solidFill>
                        <a:srgbClr val="030303"/>
                      </a:solidFill>
                      <a:prstDash val="solid"/>
                      <a:round/>
                      <a:headEnd type="none" w="med" len="med"/>
                      <a:tailEnd type="none" w="med" len="med"/>
                    </a:lnR>
                    <a:lnT w="9525" cap="flat" cmpd="sng" algn="ctr">
                      <a:solidFill>
                        <a:srgbClr val="030303"/>
                      </a:solidFill>
                      <a:prstDash val="solid"/>
                      <a:round/>
                      <a:headEnd type="none" w="med" len="med"/>
                      <a:tailEnd type="none" w="med" len="med"/>
                    </a:lnT>
                    <a:lnB w="9525" cap="flat" cmpd="sng" algn="ctr">
                      <a:solidFill>
                        <a:srgbClr val="030303"/>
                      </a:solidFill>
                      <a:prstDash val="solid"/>
                      <a:round/>
                      <a:headEnd type="none" w="med" len="med"/>
                      <a:tailEnd type="none" w="med" len="med"/>
                    </a:lnB>
                    <a:solidFill>
                      <a:srgbClr val="FFFFFF"/>
                    </a:solidFill>
                  </a:tcPr>
                </a:tc>
              </a:tr>
            </a:tbl>
          </a:graphicData>
        </a:graphic>
      </p:graphicFrame>
      <p:graphicFrame>
        <p:nvGraphicFramePr>
          <p:cNvPr id="276" name="table 276"/>
          <p:cNvGraphicFramePr>
            <a:graphicFrameLocks noGrp="1"/>
          </p:cNvGraphicFramePr>
          <p:nvPr>
            <p:custDataLst>
              <p:tags r:id="rId34"/>
            </p:custDataLst>
          </p:nvPr>
        </p:nvGraphicFramePr>
        <p:xfrm>
          <a:off x="9782364" y="5051869"/>
          <a:ext cx="852169" cy="822960"/>
        </p:xfrm>
        <a:graphic>
          <a:graphicData uri="http://schemas.openxmlformats.org/drawingml/2006/table">
            <a:tbl>
              <a:tblPr>
                <a:solidFill>
                  <a:srgbClr val="FFFFFF"/>
                </a:solidFill>
              </a:tblPr>
              <a:tblGrid>
                <a:gridCol w="852169"/>
              </a:tblGrid>
              <a:tr h="813435">
                <a:tc>
                  <a:txBody>
                    <a:bodyPr/>
                    <a:lstStyle/>
                    <a:p>
                      <a:pPr algn="l" rtl="0" eaLnBrk="0">
                        <a:lnSpc>
                          <a:spcPct val="108000"/>
                        </a:lnSpc>
                      </a:pPr>
                      <a:endParaRPr lang="en-US" altLang="en-US" sz="1000" dirty="0"/>
                    </a:p>
                    <a:p>
                      <a:pPr algn="l" rtl="0" eaLnBrk="0">
                        <a:lnSpc>
                          <a:spcPct val="109000"/>
                        </a:lnSpc>
                      </a:pPr>
                      <a:endParaRPr lang="en-US" altLang="en-US" sz="1000" dirty="0"/>
                    </a:p>
                    <a:p>
                      <a:pPr algn="l" rtl="0" eaLnBrk="0">
                        <a:lnSpc>
                          <a:spcPct val="7000"/>
                        </a:lnSpc>
                      </a:pPr>
                      <a:endParaRPr lang="en-US" altLang="en-US" sz="100" dirty="0"/>
                    </a:p>
                    <a:p>
                      <a:pPr marL="73025" algn="l" rtl="0" eaLnBrk="0">
                        <a:lnSpc>
                          <a:spcPct val="98000"/>
                        </a:lnSpc>
                      </a:pPr>
                      <a:r>
                        <a:rPr sz="1400" b="1" kern="0" spc="-10" dirty="0">
                          <a:solidFill>
                            <a:srgbClr val="000000">
                              <a:alpha val="100000"/>
                            </a:srgbClr>
                          </a:solidFill>
                          <a:cs typeface="微软雅黑" panose="020B0503020204020204" charset="-122"/>
                        </a:rPr>
                        <a:t>框架设计</a:t>
                      </a:r>
                      <a:endParaRPr lang="en-US" altLang="en-US" sz="1400" dirty="0"/>
                    </a:p>
                  </a:txBody>
                  <a:tcPr marL="0" marR="0" marT="0" marB="0" vert="horz">
                    <a:lnL w="9525" cap="flat" cmpd="sng" algn="ctr">
                      <a:solidFill>
                        <a:srgbClr val="030303"/>
                      </a:solidFill>
                      <a:prstDash val="solid"/>
                      <a:round/>
                      <a:headEnd type="none" w="med" len="med"/>
                      <a:tailEnd type="none" w="med" len="med"/>
                    </a:lnL>
                    <a:lnR w="9525" cap="flat" cmpd="sng" algn="ctr">
                      <a:solidFill>
                        <a:srgbClr val="030303"/>
                      </a:solidFill>
                      <a:prstDash val="solid"/>
                      <a:round/>
                      <a:headEnd type="none" w="med" len="med"/>
                      <a:tailEnd type="none" w="med" len="med"/>
                    </a:lnR>
                    <a:lnT w="9525" cap="flat" cmpd="sng" algn="ctr">
                      <a:solidFill>
                        <a:srgbClr val="030303"/>
                      </a:solidFill>
                      <a:prstDash val="solid"/>
                      <a:round/>
                      <a:headEnd type="none" w="med" len="med"/>
                      <a:tailEnd type="none" w="med" len="med"/>
                    </a:lnT>
                    <a:lnB w="9525" cap="flat" cmpd="sng" algn="ctr">
                      <a:solidFill>
                        <a:srgbClr val="030303"/>
                      </a:solidFill>
                      <a:prstDash val="solid"/>
                      <a:round/>
                      <a:headEnd type="none" w="med" len="med"/>
                      <a:tailEnd type="none" w="med" len="med"/>
                    </a:lnB>
                    <a:solidFill>
                      <a:srgbClr val="FFFFFF"/>
                    </a:solidFill>
                  </a:tcPr>
                </a:tc>
              </a:tr>
            </a:tbl>
          </a:graphicData>
        </a:graphic>
      </p:graphicFrame>
      <p:pic>
        <p:nvPicPr>
          <p:cNvPr id="278" name="picture 278"/>
          <p:cNvPicPr>
            <a:picLocks noChangeAspect="1"/>
          </p:cNvPicPr>
          <p:nvPr>
            <p:custDataLst>
              <p:tags r:id="rId35"/>
            </p:custDataLst>
          </p:nvPr>
        </p:nvPicPr>
        <p:blipFill>
          <a:blip r:embed="rId36"/>
          <a:stretch>
            <a:fillRect/>
          </a:stretch>
        </p:blipFill>
        <p:spPr>
          <a:xfrm rot="21600000">
            <a:off x="10157586" y="4495800"/>
            <a:ext cx="103378" cy="560832"/>
          </a:xfrm>
          <a:prstGeom prst="rect">
            <a:avLst/>
          </a:prstGeom>
        </p:spPr>
      </p:pic>
      <p:sp>
        <p:nvSpPr>
          <p:cNvPr id="280" name="rect"/>
          <p:cNvSpPr/>
          <p:nvPr/>
        </p:nvSpPr>
        <p:spPr>
          <a:xfrm>
            <a:off x="10637519" y="2817749"/>
            <a:ext cx="204851" cy="6350"/>
          </a:xfrm>
          <a:prstGeom prst="rect">
            <a:avLst/>
          </a:prstGeom>
          <a:solidFill>
            <a:srgbClr val="030303">
              <a:alpha val="100000"/>
            </a:srgbClr>
          </a:solidFill>
          <a:ln cap="flat">
            <a:noFill/>
            <a:prstDash val="solid"/>
            <a:miter lim="0"/>
          </a:ln>
        </p:spPr>
        <p:txBody>
          <a:bodyPr rtlCol="0"/>
          <a:lstStyle/>
          <a:p>
            <a:pPr algn="ctr"/>
            <a:endParaRPr lang="zh-CN" altLang="en-US"/>
          </a:p>
        </p:txBody>
      </p:sp>
      <p:sp>
        <p:nvSpPr>
          <p:cNvPr id="282" name="rect"/>
          <p:cNvSpPr/>
          <p:nvPr/>
        </p:nvSpPr>
        <p:spPr>
          <a:xfrm>
            <a:off x="10838560" y="2820924"/>
            <a:ext cx="6350" cy="2642361"/>
          </a:xfrm>
          <a:prstGeom prst="rect">
            <a:avLst/>
          </a:prstGeom>
          <a:solidFill>
            <a:srgbClr val="030303">
              <a:alpha val="100000"/>
            </a:srgbClr>
          </a:solidFill>
          <a:ln cap="flat">
            <a:noFill/>
            <a:prstDash val="solid"/>
            <a:miter lim="0"/>
          </a:ln>
        </p:spPr>
        <p:txBody>
          <a:bodyPr rtlCol="0"/>
          <a:lstStyle/>
          <a:p>
            <a:pPr algn="ctr"/>
            <a:endParaRPr lang="zh-CN" altLang="en-US"/>
          </a:p>
        </p:txBody>
      </p:sp>
      <p:pic>
        <p:nvPicPr>
          <p:cNvPr id="284" name="picture 284"/>
          <p:cNvPicPr>
            <a:picLocks noChangeAspect="1"/>
          </p:cNvPicPr>
          <p:nvPr>
            <p:custDataLst>
              <p:tags r:id="rId37"/>
            </p:custDataLst>
          </p:nvPr>
        </p:nvPicPr>
        <p:blipFill>
          <a:blip r:embed="rId38"/>
          <a:stretch>
            <a:fillRect/>
          </a:stretch>
        </p:blipFill>
        <p:spPr>
          <a:xfrm rot="21600000">
            <a:off x="10629900" y="5425440"/>
            <a:ext cx="212344" cy="76200"/>
          </a:xfrm>
          <a:prstGeom prst="rect">
            <a:avLst/>
          </a:prstGeom>
        </p:spPr>
      </p:pic>
    </p:spTree>
    <p:custDataLst>
      <p:tags r:id="rId39"/>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rot="21600000">
            <a:off x="5730240" y="1822704"/>
            <a:ext cx="4518659" cy="390143"/>
            <a:chOff x="0" y="0"/>
            <a:chExt cx="4518659" cy="390143"/>
          </a:xfrm>
        </p:grpSpPr>
        <p:sp>
          <p:nvSpPr>
            <p:cNvPr id="286" name="rect"/>
            <p:cNvSpPr/>
            <p:nvPr/>
          </p:nvSpPr>
          <p:spPr>
            <a:xfrm>
              <a:off x="4571" y="0"/>
              <a:ext cx="4514088"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288" name="textbox 288"/>
            <p:cNvSpPr/>
            <p:nvPr>
              <p:custDataLst>
                <p:tags r:id="rId1"/>
              </p:custDataLst>
            </p:nvPr>
          </p:nvSpPr>
          <p:spPr>
            <a:xfrm>
              <a:off x="1313183" y="58642"/>
              <a:ext cx="2314575"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kern="0" spc="0" dirty="0">
                  <a:solidFill>
                    <a:schemeClr val="dk1"/>
                  </a:solidFill>
                  <a:cs typeface="微软雅黑" panose="020B0503020204020204" charset="-122"/>
                </a:rPr>
                <a:t>项目进展与工作方法</a:t>
              </a:r>
              <a:endParaRPr lang="en-US" altLang="en-US" sz="2000" kern="0" spc="0" dirty="0">
                <a:solidFill>
                  <a:schemeClr val="dk1"/>
                </a:solidFill>
                <a:cs typeface="微软雅黑" panose="020B0503020204020204" charset="-122"/>
              </a:endParaRPr>
            </a:p>
          </p:txBody>
        </p:sp>
        <p:pic>
          <p:nvPicPr>
            <p:cNvPr id="290" name="picture 290"/>
            <p:cNvPicPr>
              <a:picLocks noChangeAspect="1"/>
            </p:cNvPicPr>
            <p:nvPr>
              <p:custDataLst>
                <p:tags r:id="rId2"/>
              </p:custDataLst>
            </p:nvPr>
          </p:nvPicPr>
          <p:blipFill>
            <a:blip r:embed="rId3"/>
            <a:stretch>
              <a:fillRect/>
            </a:stretch>
          </p:blipFill>
          <p:spPr>
            <a:xfrm rot="21600000">
              <a:off x="0" y="0"/>
              <a:ext cx="798576" cy="390143"/>
            </a:xfrm>
            <a:prstGeom prst="rect">
              <a:avLst/>
            </a:prstGeom>
          </p:spPr>
        </p:pic>
      </p:grpSp>
      <p:grpSp>
        <p:nvGrpSpPr>
          <p:cNvPr id="16" name="group 16"/>
          <p:cNvGrpSpPr/>
          <p:nvPr/>
        </p:nvGrpSpPr>
        <p:grpSpPr>
          <a:xfrm rot="21600000">
            <a:off x="5737859" y="5084064"/>
            <a:ext cx="4511040" cy="390144"/>
            <a:chOff x="0" y="0"/>
            <a:chExt cx="4511040" cy="390144"/>
          </a:xfrm>
        </p:grpSpPr>
        <p:sp>
          <p:nvSpPr>
            <p:cNvPr id="292" name="rect"/>
            <p:cNvSpPr/>
            <p:nvPr/>
          </p:nvSpPr>
          <p:spPr>
            <a:xfrm>
              <a:off x="4572" y="0"/>
              <a:ext cx="4506467"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294" name="textbox 294"/>
            <p:cNvSpPr/>
            <p:nvPr>
              <p:custDataLst>
                <p:tags r:id="rId4"/>
              </p:custDataLst>
            </p:nvPr>
          </p:nvSpPr>
          <p:spPr>
            <a:xfrm>
              <a:off x="1185429" y="60166"/>
              <a:ext cx="2564129"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下一步工作方法和计划</a:t>
              </a:r>
              <a:endParaRPr lang="en-US" altLang="en-US" sz="2000" kern="0" spc="-10" dirty="0">
                <a:solidFill>
                  <a:schemeClr val="dk1"/>
                </a:solidFill>
                <a:cs typeface="微软雅黑" panose="020B0503020204020204" charset="-122"/>
              </a:endParaRPr>
            </a:p>
          </p:txBody>
        </p:sp>
        <p:pic>
          <p:nvPicPr>
            <p:cNvPr id="296" name="picture 296"/>
            <p:cNvPicPr>
              <a:picLocks noChangeAspect="1"/>
            </p:cNvPicPr>
            <p:nvPr>
              <p:custDataLst>
                <p:tags r:id="rId5"/>
              </p:custDataLst>
            </p:nvPr>
          </p:nvPicPr>
          <p:blipFill>
            <a:blip r:embed="rId6"/>
            <a:stretch>
              <a:fillRect/>
            </a:stretch>
          </p:blipFill>
          <p:spPr>
            <a:xfrm rot="21600000">
              <a:off x="0" y="0"/>
              <a:ext cx="797052" cy="390144"/>
            </a:xfrm>
            <a:prstGeom prst="rect">
              <a:avLst/>
            </a:prstGeom>
          </p:spPr>
        </p:pic>
      </p:grpSp>
      <p:grpSp>
        <p:nvGrpSpPr>
          <p:cNvPr id="18" name="group 18"/>
          <p:cNvGrpSpPr/>
          <p:nvPr/>
        </p:nvGrpSpPr>
        <p:grpSpPr>
          <a:xfrm rot="21600000">
            <a:off x="5730240" y="4416552"/>
            <a:ext cx="4512564" cy="388620"/>
            <a:chOff x="0" y="0"/>
            <a:chExt cx="4512564" cy="388620"/>
          </a:xfrm>
        </p:grpSpPr>
        <p:sp>
          <p:nvSpPr>
            <p:cNvPr id="298" name="rect"/>
            <p:cNvSpPr/>
            <p:nvPr/>
          </p:nvSpPr>
          <p:spPr>
            <a:xfrm>
              <a:off x="4571" y="0"/>
              <a:ext cx="4507992" cy="385572"/>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00" name="textbox 300"/>
            <p:cNvSpPr/>
            <p:nvPr>
              <p:custDataLst>
                <p:tags r:id="rId7"/>
              </p:custDataLst>
            </p:nvPr>
          </p:nvSpPr>
          <p:spPr>
            <a:xfrm>
              <a:off x="1691900" y="58896"/>
              <a:ext cx="1549400" cy="323215"/>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12700" algn="l" rtl="0" eaLnBrk="0">
                <a:lnSpc>
                  <a:spcPct val="98000"/>
                </a:lnSpc>
              </a:pPr>
              <a:r>
                <a:rPr sz="2000" kern="0" spc="-10" dirty="0">
                  <a:solidFill>
                    <a:schemeClr val="dk1"/>
                  </a:solidFill>
                  <a:cs typeface="微软雅黑" panose="020B0503020204020204" charset="-122"/>
                </a:rPr>
                <a:t>框架体系设计</a:t>
              </a:r>
              <a:endParaRPr lang="en-US" altLang="en-US" sz="2000" kern="0" spc="-10" dirty="0">
                <a:solidFill>
                  <a:schemeClr val="dk1"/>
                </a:solidFill>
                <a:cs typeface="微软雅黑" panose="020B0503020204020204" charset="-122"/>
              </a:endParaRPr>
            </a:p>
          </p:txBody>
        </p:sp>
        <p:pic>
          <p:nvPicPr>
            <p:cNvPr id="302" name="picture 302"/>
            <p:cNvPicPr>
              <a:picLocks noChangeAspect="1"/>
            </p:cNvPicPr>
            <p:nvPr>
              <p:custDataLst>
                <p:tags r:id="rId8"/>
              </p:custDataLst>
            </p:nvPr>
          </p:nvPicPr>
          <p:blipFill>
            <a:blip r:embed="rId9"/>
            <a:stretch>
              <a:fillRect/>
            </a:stretch>
          </p:blipFill>
          <p:spPr>
            <a:xfrm rot="21600000">
              <a:off x="0" y="0"/>
              <a:ext cx="797052" cy="388619"/>
            </a:xfrm>
            <a:prstGeom prst="rect">
              <a:avLst/>
            </a:prstGeom>
          </p:spPr>
        </p:pic>
      </p:grpSp>
      <p:grpSp>
        <p:nvGrpSpPr>
          <p:cNvPr id="20" name="group 20"/>
          <p:cNvGrpSpPr/>
          <p:nvPr/>
        </p:nvGrpSpPr>
        <p:grpSpPr>
          <a:xfrm rot="21600000">
            <a:off x="5730240" y="2471928"/>
            <a:ext cx="4512564" cy="388619"/>
            <a:chOff x="0" y="0"/>
            <a:chExt cx="4512564" cy="388619"/>
          </a:xfrm>
        </p:grpSpPr>
        <p:sp>
          <p:nvSpPr>
            <p:cNvPr id="304" name="rect"/>
            <p:cNvSpPr/>
            <p:nvPr/>
          </p:nvSpPr>
          <p:spPr>
            <a:xfrm>
              <a:off x="4571" y="0"/>
              <a:ext cx="4507992" cy="385571"/>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306" name="textbox 306"/>
            <p:cNvSpPr/>
            <p:nvPr>
              <p:custDataLst>
                <p:tags r:id="rId10"/>
              </p:custDataLst>
            </p:nvPr>
          </p:nvSpPr>
          <p:spPr>
            <a:xfrm>
              <a:off x="1309122" y="58261"/>
              <a:ext cx="2312670"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现状分析及初步建议</a:t>
              </a:r>
              <a:endParaRPr lang="en-US" altLang="en-US" sz="2000" kern="0" spc="-10" dirty="0">
                <a:solidFill>
                  <a:schemeClr val="dk1"/>
                </a:solidFill>
                <a:cs typeface="微软雅黑" panose="020B0503020204020204" charset="-122"/>
              </a:endParaRPr>
            </a:p>
          </p:txBody>
        </p:sp>
        <p:pic>
          <p:nvPicPr>
            <p:cNvPr id="308" name="picture 308"/>
            <p:cNvPicPr>
              <a:picLocks noChangeAspect="1"/>
            </p:cNvPicPr>
            <p:nvPr>
              <p:custDataLst>
                <p:tags r:id="rId11"/>
              </p:custDataLst>
            </p:nvPr>
          </p:nvPicPr>
          <p:blipFill>
            <a:blip r:embed="rId12"/>
            <a:stretch>
              <a:fillRect/>
            </a:stretch>
          </p:blipFill>
          <p:spPr>
            <a:xfrm rot="21600000">
              <a:off x="0" y="0"/>
              <a:ext cx="797052" cy="388619"/>
            </a:xfrm>
            <a:prstGeom prst="rect">
              <a:avLst/>
            </a:prstGeom>
          </p:spPr>
        </p:pic>
      </p:grpSp>
      <p:grpSp>
        <p:nvGrpSpPr>
          <p:cNvPr id="22" name="group 22"/>
          <p:cNvGrpSpPr/>
          <p:nvPr/>
        </p:nvGrpSpPr>
        <p:grpSpPr>
          <a:xfrm rot="21600000">
            <a:off x="6527292" y="3764279"/>
            <a:ext cx="3721607" cy="387095"/>
            <a:chOff x="0" y="0"/>
            <a:chExt cx="3721607" cy="387095"/>
          </a:xfrm>
        </p:grpSpPr>
        <p:sp>
          <p:nvSpPr>
            <p:cNvPr id="310" name="rect"/>
            <p:cNvSpPr/>
            <p:nvPr/>
          </p:nvSpPr>
          <p:spPr>
            <a:xfrm>
              <a:off x="47243" y="0"/>
              <a:ext cx="3674364" cy="387095"/>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312" name="picture 312"/>
            <p:cNvPicPr>
              <a:picLocks noChangeAspect="1"/>
            </p:cNvPicPr>
            <p:nvPr>
              <p:custDataLst>
                <p:tags r:id="rId13"/>
              </p:custDataLst>
            </p:nvPr>
          </p:nvPicPr>
          <p:blipFill>
            <a:blip r:embed="rId14"/>
            <a:stretch>
              <a:fillRect/>
            </a:stretch>
          </p:blipFill>
          <p:spPr>
            <a:xfrm rot="21600000">
              <a:off x="0" y="4572"/>
              <a:ext cx="612647" cy="367283"/>
            </a:xfrm>
            <a:prstGeom prst="rect">
              <a:avLst/>
            </a:prstGeom>
          </p:spPr>
        </p:pic>
        <p:sp>
          <p:nvSpPr>
            <p:cNvPr id="314" name="textbox 314"/>
            <p:cNvSpPr/>
            <p:nvPr>
              <p:custDataLst>
                <p:tags r:id="rId15"/>
              </p:custDataLst>
            </p:nvPr>
          </p:nvSpPr>
          <p:spPr>
            <a:xfrm>
              <a:off x="1672255" y="48266"/>
              <a:ext cx="834389" cy="259715"/>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ts val="1840"/>
                </a:lnSpc>
              </a:pPr>
              <a:r>
                <a:rPr sz="1500" kern="0" spc="80" dirty="0">
                  <a:solidFill>
                    <a:schemeClr val="dk1"/>
                  </a:solidFill>
                  <a:cs typeface="微软雅黑" panose="020B0503020204020204" charset="-122"/>
                </a:rPr>
                <a:t>数据治理</a:t>
              </a:r>
              <a:endParaRPr lang="en-US" altLang="en-US" sz="1500" kern="0" spc="80" dirty="0">
                <a:solidFill>
                  <a:schemeClr val="dk1"/>
                </a:solidFill>
                <a:cs typeface="微软雅黑" panose="020B0503020204020204" charset="-122"/>
              </a:endParaRPr>
            </a:p>
          </p:txBody>
        </p:sp>
      </p:grpSp>
      <p:grpSp>
        <p:nvGrpSpPr>
          <p:cNvPr id="24" name="group 24"/>
          <p:cNvGrpSpPr/>
          <p:nvPr/>
        </p:nvGrpSpPr>
        <p:grpSpPr>
          <a:xfrm rot="21600000">
            <a:off x="6534911" y="2923032"/>
            <a:ext cx="3713988" cy="373379"/>
            <a:chOff x="0" y="0"/>
            <a:chExt cx="3713988" cy="373379"/>
          </a:xfrm>
        </p:grpSpPr>
        <p:sp>
          <p:nvSpPr>
            <p:cNvPr id="316" name="rect"/>
            <p:cNvSpPr/>
            <p:nvPr/>
          </p:nvSpPr>
          <p:spPr>
            <a:xfrm>
              <a:off x="3047" y="0"/>
              <a:ext cx="3710940" cy="373379"/>
            </a:xfrm>
            <a:prstGeom prst="rect">
              <a:avLst/>
            </a:prstGeom>
            <a:solidFill>
              <a:schemeClr val="accent2">
                <a:alpha val="100000"/>
              </a:schemeClr>
            </a:solidFill>
            <a:ln cap="flat">
              <a:noFill/>
              <a:prstDash val="solid"/>
              <a:miter lim="0"/>
            </a:ln>
          </p:spPr>
          <p:txBody>
            <a:bodyPr rtlCol="0"/>
            <a:lstStyle/>
            <a:p>
              <a:pPr algn="ctr"/>
              <a:endParaRPr lang="zh-CN" altLang="en-US"/>
            </a:p>
          </p:txBody>
        </p:sp>
        <p:pic>
          <p:nvPicPr>
            <p:cNvPr id="318" name="picture 318"/>
            <p:cNvPicPr>
              <a:picLocks noChangeAspect="1"/>
            </p:cNvPicPr>
            <p:nvPr>
              <p:custDataLst>
                <p:tags r:id="rId16"/>
              </p:custDataLst>
            </p:nvPr>
          </p:nvPicPr>
          <p:blipFill>
            <a:blip r:embed="rId17"/>
            <a:stretch>
              <a:fillRect/>
            </a:stretch>
          </p:blipFill>
          <p:spPr>
            <a:xfrm rot="21600000">
              <a:off x="0" y="3047"/>
              <a:ext cx="612647" cy="368808"/>
            </a:xfrm>
            <a:prstGeom prst="rect">
              <a:avLst/>
            </a:prstGeom>
          </p:spPr>
        </p:pic>
        <p:sp>
          <p:nvSpPr>
            <p:cNvPr id="320" name="textbox 320"/>
            <p:cNvSpPr/>
            <p:nvPr>
              <p:custDataLst>
                <p:tags r:id="rId18"/>
              </p:custDataLst>
            </p:nvPr>
          </p:nvSpPr>
          <p:spPr>
            <a:xfrm>
              <a:off x="1829613" y="80730"/>
              <a:ext cx="493394" cy="227329"/>
            </a:xfrm>
            <a:prstGeom prst="rect">
              <a:avLst/>
            </a:prstGeom>
          </p:spPr>
          <p:txBody>
            <a:bodyPr vert="horz" wrap="square" lIns="0" tIns="0" rIns="0" bIns="0"/>
            <a:lstStyle/>
            <a:p>
              <a:pPr algn="l" rtl="0" eaLnBrk="0">
                <a:lnSpc>
                  <a:spcPct val="86000"/>
                </a:lnSpc>
              </a:pPr>
              <a:endParaRPr lang="en-US" altLang="en-US" sz="100" dirty="0">
                <a:solidFill>
                  <a:schemeClr val="dk1"/>
                </a:solidFill>
              </a:endParaRPr>
            </a:p>
            <a:p>
              <a:pPr marL="12700" algn="l" rtl="0" eaLnBrk="0">
                <a:lnSpc>
                  <a:spcPct val="88000"/>
                </a:lnSpc>
              </a:pPr>
              <a:r>
                <a:rPr sz="1500" kern="0" spc="20" dirty="0">
                  <a:solidFill>
                    <a:schemeClr val="dk1"/>
                  </a:solidFill>
                  <a:cs typeface="微软雅黑" panose="020B0503020204020204" charset="-122"/>
                </a:rPr>
                <a:t>PMO</a:t>
              </a:r>
              <a:endParaRPr lang="en-US" altLang="en-US" sz="1500" kern="0" spc="20" dirty="0">
                <a:solidFill>
                  <a:schemeClr val="dk1"/>
                </a:solidFill>
                <a:cs typeface="微软雅黑" panose="020B0503020204020204" charset="-122"/>
              </a:endParaRPr>
            </a:p>
          </p:txBody>
        </p:sp>
      </p:grpSp>
      <p:sp>
        <p:nvSpPr>
          <p:cNvPr id="324" name="textbox 324"/>
          <p:cNvSpPr/>
          <p:nvPr>
            <p:custDataLst>
              <p:tags r:id="rId19"/>
            </p:custDataLst>
          </p:nvPr>
        </p:nvSpPr>
        <p:spPr>
          <a:xfrm>
            <a:off x="2369741" y="3210832"/>
            <a:ext cx="1443355" cy="894714"/>
          </a:xfrm>
          <a:prstGeom prst="rect">
            <a:avLst/>
          </a:prstGeom>
        </p:spPr>
        <p:txBody>
          <a:bodyPr vert="horz" wrap="square" lIns="0" tIns="0" rIns="0" bIns="0"/>
          <a:lstStyle/>
          <a:p>
            <a:pPr algn="l" rtl="0" eaLnBrk="0">
              <a:lnSpc>
                <a:spcPct val="77000"/>
              </a:lnSpc>
            </a:pPr>
            <a:endParaRPr lang="en-US" altLang="en-US" sz="100" dirty="0">
              <a:solidFill>
                <a:schemeClr val="dk1"/>
              </a:solidFill>
            </a:endParaRPr>
          </a:p>
          <a:p>
            <a:pPr algn="r" rtl="0" eaLnBrk="0">
              <a:lnSpc>
                <a:spcPct val="93000"/>
              </a:lnSpc>
            </a:pPr>
            <a:r>
              <a:rPr sz="2200" b="1" kern="0" spc="-130" dirty="0">
                <a:solidFill>
                  <a:schemeClr val="dk1"/>
                </a:solidFill>
                <a:cs typeface="Arial" panose="020B0604020202020204"/>
              </a:rPr>
              <a:t>C</a:t>
            </a:r>
            <a:r>
              <a:rPr sz="2200" b="1" kern="0" spc="-120" dirty="0">
                <a:solidFill>
                  <a:schemeClr val="dk1"/>
                </a:solidFill>
                <a:cs typeface="Arial" panose="020B0604020202020204"/>
              </a:rPr>
              <a:t>ONTENT</a:t>
            </a:r>
            <a:r>
              <a:rPr sz="2200" b="1" kern="0" spc="-110" dirty="0">
                <a:solidFill>
                  <a:schemeClr val="dk1"/>
                </a:solidFill>
                <a:cs typeface="Arial" panose="020B0604020202020204"/>
              </a:rPr>
              <a:t>S</a:t>
            </a:r>
            <a:endParaRPr lang="en-US" altLang="en-US" sz="2200" dirty="0">
              <a:solidFill>
                <a:schemeClr val="dk1"/>
              </a:solidFill>
            </a:endParaRPr>
          </a:p>
          <a:p>
            <a:pPr marL="376555" algn="l" rtl="0" eaLnBrk="0">
              <a:lnSpc>
                <a:spcPts val="4395"/>
              </a:lnSpc>
            </a:pPr>
            <a:r>
              <a:rPr sz="3200" kern="0" spc="-150" dirty="0">
                <a:ln w="11625" cap="flat" cmpd="sng">
                  <a:solidFill>
                    <a:srgbClr val="000000">
                      <a:alpha val="100000"/>
                    </a:srgbClr>
                  </a:solidFill>
                  <a:prstDash val="solid"/>
                  <a:miter lim="10"/>
                </a:ln>
                <a:solidFill>
                  <a:schemeClr val="dk1"/>
                </a:solidFill>
                <a:cs typeface="微软雅黑" panose="020B0503020204020204" charset="-122"/>
              </a:rPr>
              <a:t>目录</a:t>
            </a:r>
            <a:endParaRPr lang="en-US" altLang="en-US" sz="3200" kern="0" spc="-150" dirty="0">
              <a:ln w="11625" cap="flat" cmpd="sng">
                <a:solidFill>
                  <a:srgbClr val="000000">
                    <a:alpha val="100000"/>
                  </a:srgbClr>
                </a:solidFill>
                <a:prstDash val="solid"/>
                <a:miter lim="10"/>
              </a:ln>
              <a:solidFill>
                <a:schemeClr val="dk1"/>
              </a:solidFill>
              <a:cs typeface="微软雅黑" panose="020B0503020204020204" charset="-122"/>
            </a:endParaRPr>
          </a:p>
        </p:txBody>
      </p:sp>
      <p:grpSp>
        <p:nvGrpSpPr>
          <p:cNvPr id="26" name="group 26"/>
          <p:cNvGrpSpPr/>
          <p:nvPr/>
        </p:nvGrpSpPr>
        <p:grpSpPr>
          <a:xfrm rot="21600000">
            <a:off x="6537959" y="3348228"/>
            <a:ext cx="612647" cy="367283"/>
            <a:chOff x="0" y="0"/>
            <a:chExt cx="612647" cy="367283"/>
          </a:xfrm>
        </p:grpSpPr>
        <p:pic>
          <p:nvPicPr>
            <p:cNvPr id="332" name="picture 332"/>
            <p:cNvPicPr>
              <a:picLocks noChangeAspect="1"/>
            </p:cNvPicPr>
            <p:nvPr>
              <p:custDataLst>
                <p:tags r:id="rId20"/>
              </p:custDataLst>
            </p:nvPr>
          </p:nvPicPr>
          <p:blipFill>
            <a:blip r:embed="rId21"/>
            <a:stretch>
              <a:fillRect/>
            </a:stretch>
          </p:blipFill>
          <p:spPr>
            <a:xfrm rot="21600000">
              <a:off x="0" y="0"/>
              <a:ext cx="612647" cy="367283"/>
            </a:xfrm>
            <a:prstGeom prst="rect">
              <a:avLst/>
            </a:prstGeom>
          </p:spPr>
        </p:pic>
        <p:sp>
          <p:nvSpPr>
            <p:cNvPr id="334" name="textbox 334"/>
            <p:cNvSpPr/>
            <p:nvPr>
              <p:custDataLst>
                <p:tags r:id="rId22"/>
              </p:custDataLst>
            </p:nvPr>
          </p:nvSpPr>
          <p:spPr>
            <a:xfrm>
              <a:off x="-12700" y="-12700"/>
              <a:ext cx="638175" cy="436244"/>
            </a:xfrm>
            <a:prstGeom prst="rect">
              <a:avLst/>
            </a:prstGeom>
          </p:spPr>
          <p:txBody>
            <a:bodyPr vert="horz" wrap="square" lIns="0" tIns="0" rIns="0" bIns="0"/>
            <a:lstStyle/>
            <a:p>
              <a:pPr algn="l" rtl="0" eaLnBrk="0">
                <a:lnSpc>
                  <a:spcPct val="100000"/>
                </a:lnSpc>
              </a:pPr>
              <a:endParaRPr lang="en-US" altLang="en-US" sz="700" dirty="0">
                <a:solidFill>
                  <a:schemeClr val="lt1"/>
                </a:solidFill>
              </a:endParaRPr>
            </a:p>
            <a:p>
              <a:pPr marL="154940" algn="l" rtl="0" eaLnBrk="0">
                <a:lnSpc>
                  <a:spcPct val="88000"/>
                </a:lnSpc>
                <a:spcBef>
                  <a:spcPts val="0"/>
                </a:spcBef>
              </a:pPr>
              <a:r>
                <a:rPr sz="1500" kern="0" spc="10" dirty="0">
                  <a:solidFill>
                    <a:schemeClr val="lt1"/>
                  </a:solidFill>
                  <a:cs typeface="微软雅黑" panose="020B0503020204020204" charset="-122"/>
                </a:rPr>
                <a:t>2.2</a:t>
              </a:r>
              <a:endParaRPr lang="en-US" altLang="en-US" sz="1500" kern="0" spc="10" dirty="0">
                <a:solidFill>
                  <a:schemeClr val="lt1"/>
                </a:solidFill>
                <a:cs typeface="微软雅黑" panose="020B0503020204020204" charset="-122"/>
              </a:endParaRPr>
            </a:p>
          </p:txBody>
        </p:sp>
      </p:grpSp>
      <p:sp>
        <p:nvSpPr>
          <p:cNvPr id="338" name="textbox 338"/>
          <p:cNvSpPr/>
          <p:nvPr>
            <p:custDataLst>
              <p:tags r:id="rId23"/>
            </p:custDataLst>
          </p:nvPr>
        </p:nvSpPr>
        <p:spPr>
          <a:xfrm>
            <a:off x="8402245" y="3436546"/>
            <a:ext cx="415290" cy="224790"/>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87000"/>
              </a:lnSpc>
            </a:pPr>
            <a:r>
              <a:rPr sz="1500" kern="0" spc="-20" dirty="0">
                <a:solidFill>
                  <a:schemeClr val="dk1"/>
                </a:solidFill>
                <a:cs typeface="微软雅黑" panose="020B0503020204020204" charset="-122"/>
              </a:rPr>
              <a:t>BTIT</a:t>
            </a:r>
            <a:endParaRPr lang="en-US" altLang="en-US" sz="1500" kern="0" spc="-20" dirty="0">
              <a:solidFill>
                <a:schemeClr val="dk1"/>
              </a:solidFill>
              <a:cs typeface="微软雅黑" panose="020B0503020204020204" charset="-122"/>
            </a:endParaRPr>
          </a:p>
        </p:txBody>
      </p:sp>
      <p:sp>
        <p:nvSpPr>
          <p:cNvPr id="340" name="textbox 340"/>
          <p:cNvSpPr/>
          <p:nvPr>
            <p:custDataLst>
              <p:tags r:id="rId24"/>
            </p:custDataLst>
          </p:nvPr>
        </p:nvSpPr>
        <p:spPr>
          <a:xfrm>
            <a:off x="5965867" y="5129047"/>
            <a:ext cx="221615" cy="360679"/>
          </a:xfrm>
          <a:prstGeom prst="rect">
            <a:avLst/>
          </a:prstGeom>
        </p:spPr>
        <p:txBody>
          <a:bodyPr vert="horz" wrap="square" lIns="0" tIns="0" rIns="0" bIns="0"/>
          <a:lstStyle/>
          <a:p>
            <a:pPr algn="l" rtl="0" eaLnBrk="0">
              <a:lnSpc>
                <a:spcPct val="73000"/>
              </a:lnSpc>
            </a:pPr>
            <a:endParaRPr lang="en-US" altLang="en-US" sz="100" dirty="0">
              <a:solidFill>
                <a:schemeClr val="lt1"/>
              </a:solidFill>
            </a:endParaRPr>
          </a:p>
          <a:p>
            <a:pPr marL="12700" algn="l" rtl="0" eaLnBrk="0">
              <a:lnSpc>
                <a:spcPct val="85000"/>
              </a:lnSpc>
            </a:pPr>
            <a:r>
              <a:rPr sz="2600" kern="0" spc="0" dirty="0">
                <a:solidFill>
                  <a:schemeClr val="lt1"/>
                </a:solidFill>
                <a:cs typeface="微软雅黑" panose="020B0503020204020204" charset="-122"/>
              </a:rPr>
              <a:t>4</a:t>
            </a:r>
            <a:endParaRPr lang="en-US" altLang="en-US" sz="2600" kern="0" spc="0" dirty="0">
              <a:solidFill>
                <a:schemeClr val="lt1"/>
              </a:solidFill>
              <a:cs typeface="微软雅黑" panose="020B0503020204020204" charset="-122"/>
            </a:endParaRPr>
          </a:p>
        </p:txBody>
      </p:sp>
      <p:sp>
        <p:nvSpPr>
          <p:cNvPr id="342" name="textbox 342"/>
          <p:cNvSpPr/>
          <p:nvPr>
            <p:custDataLst>
              <p:tags r:id="rId25"/>
            </p:custDataLst>
          </p:nvPr>
        </p:nvSpPr>
        <p:spPr>
          <a:xfrm>
            <a:off x="5975541" y="2510838"/>
            <a:ext cx="204470" cy="365125"/>
          </a:xfrm>
          <a:prstGeom prst="rect">
            <a:avLst/>
          </a:prstGeom>
        </p:spPr>
        <p:txBody>
          <a:bodyPr vert="horz" wrap="square" lIns="0" tIns="0" rIns="0" bIns="0"/>
          <a:lstStyle/>
          <a:p>
            <a:pPr algn="l" rtl="0" eaLnBrk="0">
              <a:lnSpc>
                <a:spcPct val="75000"/>
              </a:lnSpc>
            </a:pPr>
            <a:endParaRPr lang="en-US" altLang="en-US" sz="100" dirty="0">
              <a:solidFill>
                <a:schemeClr val="lt1"/>
              </a:solidFill>
            </a:endParaRPr>
          </a:p>
          <a:p>
            <a:pPr algn="r" rtl="0" eaLnBrk="0">
              <a:lnSpc>
                <a:spcPct val="86000"/>
              </a:lnSpc>
            </a:pPr>
            <a:r>
              <a:rPr sz="2600" kern="0" spc="-130" dirty="0">
                <a:solidFill>
                  <a:schemeClr val="lt1"/>
                </a:solidFill>
                <a:cs typeface="微软雅黑" panose="020B0503020204020204" charset="-122"/>
              </a:rPr>
              <a:t>2</a:t>
            </a:r>
            <a:endParaRPr lang="en-US" altLang="en-US" sz="2600" kern="0" spc="-130" dirty="0">
              <a:solidFill>
                <a:schemeClr val="lt1"/>
              </a:solidFill>
              <a:cs typeface="微软雅黑" panose="020B0503020204020204" charset="-122"/>
            </a:endParaRPr>
          </a:p>
        </p:txBody>
      </p:sp>
      <p:sp>
        <p:nvSpPr>
          <p:cNvPr id="344" name="textbox 344"/>
          <p:cNvSpPr/>
          <p:nvPr>
            <p:custDataLst>
              <p:tags r:id="rId26"/>
            </p:custDataLst>
          </p:nvPr>
        </p:nvSpPr>
        <p:spPr>
          <a:xfrm>
            <a:off x="5979623" y="4455863"/>
            <a:ext cx="200660" cy="362584"/>
          </a:xfrm>
          <a:prstGeom prst="rect">
            <a:avLst/>
          </a:prstGeom>
        </p:spPr>
        <p:txBody>
          <a:bodyPr vert="horz" wrap="square" lIns="0" tIns="0" rIns="0" bIns="0"/>
          <a:lstStyle/>
          <a:p>
            <a:pPr algn="l" rtl="0" eaLnBrk="0">
              <a:lnSpc>
                <a:spcPct val="92000"/>
              </a:lnSpc>
            </a:pPr>
            <a:endParaRPr lang="en-US" altLang="en-US" sz="100" dirty="0">
              <a:solidFill>
                <a:schemeClr val="lt1"/>
              </a:solidFill>
            </a:endParaRPr>
          </a:p>
          <a:p>
            <a:pPr algn="r" rtl="0" eaLnBrk="0">
              <a:lnSpc>
                <a:spcPct val="88000"/>
              </a:lnSpc>
            </a:pPr>
            <a:r>
              <a:rPr sz="2500" kern="0" spc="-100" dirty="0">
                <a:solidFill>
                  <a:schemeClr val="lt1"/>
                </a:solidFill>
                <a:cs typeface="微软雅黑" panose="020B0503020204020204" charset="-122"/>
              </a:rPr>
              <a:t>3</a:t>
            </a:r>
            <a:endParaRPr lang="en-US" altLang="en-US" sz="2500" kern="0" spc="-100" dirty="0">
              <a:solidFill>
                <a:schemeClr val="lt1"/>
              </a:solidFill>
              <a:cs typeface="微软雅黑" panose="020B0503020204020204" charset="-122"/>
            </a:endParaRPr>
          </a:p>
        </p:txBody>
      </p:sp>
      <p:sp>
        <p:nvSpPr>
          <p:cNvPr id="346" name="textbox 346"/>
          <p:cNvSpPr/>
          <p:nvPr>
            <p:custDataLst>
              <p:tags r:id="rId27"/>
            </p:custDataLst>
          </p:nvPr>
        </p:nvSpPr>
        <p:spPr>
          <a:xfrm>
            <a:off x="6667825" y="3007524"/>
            <a:ext cx="300354" cy="227965"/>
          </a:xfrm>
          <a:prstGeom prst="rect">
            <a:avLst/>
          </a:prstGeom>
        </p:spPr>
        <p:txBody>
          <a:bodyPr vert="horz" wrap="square" lIns="0" tIns="0" rIns="0" bIns="0"/>
          <a:lstStyle/>
          <a:p>
            <a:pPr algn="l" rtl="0" eaLnBrk="0">
              <a:lnSpc>
                <a:spcPct val="77000"/>
              </a:lnSpc>
            </a:pPr>
            <a:endParaRPr lang="en-US" altLang="en-US" sz="100" dirty="0">
              <a:solidFill>
                <a:schemeClr val="lt1"/>
              </a:solidFill>
            </a:endParaRPr>
          </a:p>
          <a:p>
            <a:pPr marL="12700" algn="l" rtl="0" eaLnBrk="0">
              <a:lnSpc>
                <a:spcPct val="89000"/>
              </a:lnSpc>
            </a:pPr>
            <a:r>
              <a:rPr sz="1500" kern="0" spc="10" dirty="0">
                <a:solidFill>
                  <a:schemeClr val="lt1"/>
                </a:solidFill>
                <a:cs typeface="微软雅黑" panose="020B0503020204020204" charset="-122"/>
              </a:rPr>
              <a:t>2.1</a:t>
            </a:r>
            <a:endParaRPr lang="en-US" altLang="en-US" sz="1500" kern="0" spc="10" dirty="0">
              <a:solidFill>
                <a:schemeClr val="lt1"/>
              </a:solidFill>
              <a:cs typeface="微软雅黑" panose="020B0503020204020204" charset="-122"/>
            </a:endParaRPr>
          </a:p>
        </p:txBody>
      </p:sp>
      <p:sp>
        <p:nvSpPr>
          <p:cNvPr id="348" name="textbox 348"/>
          <p:cNvSpPr/>
          <p:nvPr>
            <p:custDataLst>
              <p:tags r:id="rId28"/>
            </p:custDataLst>
          </p:nvPr>
        </p:nvSpPr>
        <p:spPr>
          <a:xfrm>
            <a:off x="5991740" y="1860642"/>
            <a:ext cx="188595" cy="360679"/>
          </a:xfrm>
          <a:prstGeom prst="rect">
            <a:avLst/>
          </a:prstGeom>
        </p:spPr>
        <p:txBody>
          <a:bodyPr vert="horz" wrap="square" lIns="0" tIns="0" rIns="0" bIns="0"/>
          <a:lstStyle/>
          <a:p>
            <a:pPr algn="l" rtl="0" eaLnBrk="0">
              <a:lnSpc>
                <a:spcPct val="72000"/>
              </a:lnSpc>
            </a:pPr>
            <a:endParaRPr lang="en-US" altLang="en-US" sz="100" dirty="0">
              <a:solidFill>
                <a:schemeClr val="lt1"/>
              </a:solidFill>
            </a:endParaRPr>
          </a:p>
          <a:p>
            <a:pPr algn="r" rtl="0" eaLnBrk="0">
              <a:lnSpc>
                <a:spcPct val="92000"/>
              </a:lnSpc>
            </a:pPr>
            <a:r>
              <a:rPr sz="2400" kern="0" spc="-140" dirty="0">
                <a:solidFill>
                  <a:schemeClr val="lt1"/>
                </a:solidFill>
                <a:cs typeface="微软雅黑" panose="020B0503020204020204" charset="-122"/>
              </a:rPr>
              <a:t>1</a:t>
            </a:r>
            <a:endParaRPr lang="en-US" altLang="en-US" sz="2400" kern="0" spc="-140" dirty="0">
              <a:solidFill>
                <a:schemeClr val="lt1"/>
              </a:solidFill>
              <a:cs typeface="微软雅黑" panose="020B0503020204020204" charset="-122"/>
            </a:endParaRPr>
          </a:p>
        </p:txBody>
      </p:sp>
      <p:sp>
        <p:nvSpPr>
          <p:cNvPr id="350" name="textbox 350"/>
          <p:cNvSpPr/>
          <p:nvPr>
            <p:custDataLst>
              <p:tags r:id="rId29"/>
            </p:custDataLst>
          </p:nvPr>
        </p:nvSpPr>
        <p:spPr>
          <a:xfrm>
            <a:off x="6701463" y="3844331"/>
            <a:ext cx="267970" cy="205104"/>
          </a:xfrm>
          <a:prstGeom prst="rect">
            <a:avLst/>
          </a:prstGeom>
        </p:spPr>
        <p:txBody>
          <a:bodyPr vert="horz" wrap="square" lIns="0" tIns="0" rIns="0" bIns="0"/>
          <a:lstStyle/>
          <a:p>
            <a:pPr algn="l" rtl="0" eaLnBrk="0">
              <a:lnSpc>
                <a:spcPct val="86000"/>
              </a:lnSpc>
            </a:pPr>
            <a:endParaRPr lang="en-US" altLang="en-US" sz="100" dirty="0">
              <a:solidFill>
                <a:schemeClr val="lt1"/>
              </a:solidFill>
            </a:endParaRPr>
          </a:p>
          <a:p>
            <a:pPr marL="12700" algn="l" rtl="0" eaLnBrk="0">
              <a:lnSpc>
                <a:spcPct val="84000"/>
              </a:lnSpc>
            </a:pPr>
            <a:r>
              <a:rPr sz="1400" kern="0" spc="-40" dirty="0">
                <a:solidFill>
                  <a:schemeClr val="lt1"/>
                </a:solidFill>
                <a:cs typeface="微软雅黑" panose="020B0503020204020204" charset="-122"/>
              </a:rPr>
              <a:t>2.3</a:t>
            </a:r>
            <a:endParaRPr lang="en-US" altLang="en-US" sz="1400" kern="0" spc="-40" dirty="0">
              <a:solidFill>
                <a:schemeClr val="lt1"/>
              </a:solidFill>
              <a:cs typeface="微软雅黑" panose="020B0503020204020204" charset="-122"/>
            </a:endParaRPr>
          </a:p>
        </p:txBody>
      </p:sp>
    </p:spTree>
    <p:custDataLst>
      <p:tags r:id="rId30"/>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2" name="table 352"/>
          <p:cNvGraphicFramePr>
            <a:graphicFrameLocks noGrp="1"/>
          </p:cNvGraphicFramePr>
          <p:nvPr>
            <p:custDataLst>
              <p:tags r:id="rId1"/>
            </p:custDataLst>
          </p:nvPr>
        </p:nvGraphicFramePr>
        <p:xfrm>
          <a:off x="1800097" y="4233926"/>
          <a:ext cx="9636759" cy="2088514"/>
        </p:xfrm>
        <a:graphic>
          <a:graphicData uri="http://schemas.openxmlformats.org/drawingml/2006/table">
            <a:tbl>
              <a:tblPr/>
              <a:tblGrid>
                <a:gridCol w="9636759"/>
              </a:tblGrid>
              <a:tr h="2063114">
                <a:tc>
                  <a:txBody>
                    <a:bodyPr/>
                    <a:lstStyle/>
                    <a:p>
                      <a:pPr algn="l" rtl="0" eaLnBrk="0">
                        <a:lnSpc>
                          <a:spcPct val="100000"/>
                        </a:lnSpc>
                      </a:pPr>
                      <a:endParaRPr lang="en-US" altLang="en-US" sz="1000" dirty="0"/>
                    </a:p>
                    <a:p>
                      <a:pPr marL="211455" algn="l" rtl="0" eaLnBrk="0">
                        <a:lnSpc>
                          <a:spcPct val="97000"/>
                        </a:lnSpc>
                        <a:spcBef>
                          <a:spcPts val="5"/>
                        </a:spcBef>
                      </a:pPr>
                      <a:r>
                        <a:rPr sz="1200" kern="0" spc="30" dirty="0">
                          <a:solidFill>
                            <a:srgbClr val="000000">
                              <a:alpha val="100000"/>
                            </a:srgbClr>
                          </a:solidFill>
                          <a:cs typeface="Arial" panose="020B0604020202020204"/>
                        </a:rPr>
                        <a:t>•</a:t>
                      </a:r>
                      <a:r>
                        <a:rPr sz="1200" kern="0" spc="160" dirty="0">
                          <a:solidFill>
                            <a:srgbClr val="000000">
                              <a:alpha val="100000"/>
                            </a:srgbClr>
                          </a:solidFill>
                          <a:cs typeface="Arial" panose="020B0604020202020204"/>
                        </a:rPr>
                        <a:t>  </a:t>
                      </a:r>
                      <a:r>
                        <a:rPr sz="1200" kern="0" spc="30" dirty="0">
                          <a:solidFill>
                            <a:srgbClr val="000000">
                              <a:alpha val="100000"/>
                            </a:srgbClr>
                          </a:solidFill>
                          <a:cs typeface="微软雅黑" panose="020B0503020204020204" charset="-122"/>
                        </a:rPr>
                        <a:t>当前的</a:t>
                      </a:r>
                      <a:r>
                        <a:rPr sz="1200" kern="0" spc="0" dirty="0">
                          <a:solidFill>
                            <a:srgbClr val="000000">
                              <a:alpha val="100000"/>
                            </a:srgbClr>
                          </a:solidFill>
                          <a:cs typeface="微软雅黑" panose="020B0503020204020204" charset="-122"/>
                        </a:rPr>
                        <a:t>PMO</a:t>
                      </a:r>
                      <a:r>
                        <a:rPr sz="1200" kern="0" spc="30" dirty="0">
                          <a:solidFill>
                            <a:srgbClr val="000000">
                              <a:alpha val="100000"/>
                            </a:srgbClr>
                          </a:solidFill>
                          <a:cs typeface="微软雅黑" panose="020B0503020204020204" charset="-122"/>
                        </a:rPr>
                        <a:t>对项目和准入没有</a:t>
                      </a:r>
                      <a:r>
                        <a:rPr sz="1200" kern="0" spc="20" dirty="0">
                          <a:solidFill>
                            <a:srgbClr val="000000">
                              <a:alpha val="100000"/>
                            </a:srgbClr>
                          </a:solidFill>
                          <a:cs typeface="微软雅黑" panose="020B0503020204020204" charset="-122"/>
                        </a:rPr>
                        <a:t>清晰的标准和考量指标</a:t>
                      </a:r>
                      <a:endParaRPr lang="en-US" altLang="en-US" sz="1200" dirty="0"/>
                    </a:p>
                    <a:p>
                      <a:pPr marL="379095" indent="-167640" algn="l" rtl="0" eaLnBrk="0">
                        <a:lnSpc>
                          <a:spcPct val="99000"/>
                        </a:lnSpc>
                        <a:spcBef>
                          <a:spcPts val="35"/>
                        </a:spcBef>
                      </a:pPr>
                      <a:r>
                        <a:rPr sz="1200" kern="0" spc="2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立项的标准出现偏差。前期的需求梳理都完成后因为</a:t>
                      </a:r>
                      <a:r>
                        <a:rPr sz="1200" kern="0" spc="0" dirty="0">
                          <a:solidFill>
                            <a:srgbClr val="000000">
                              <a:alpha val="100000"/>
                            </a:srgbClr>
                          </a:solidFill>
                          <a:cs typeface="微软雅黑" panose="020B0503020204020204" charset="-122"/>
                        </a:rPr>
                        <a:t>IT</a:t>
                      </a:r>
                      <a:r>
                        <a:rPr sz="1200" kern="0" spc="20" dirty="0">
                          <a:solidFill>
                            <a:srgbClr val="000000">
                              <a:alpha val="100000"/>
                            </a:srgbClr>
                          </a:solidFill>
                          <a:cs typeface="微软雅黑" panose="020B0503020204020204" charset="-122"/>
                        </a:rPr>
                        <a:t>的工作量大才要求立项。当有新需求是需要开会讨论在</a:t>
                      </a:r>
                      <a:r>
                        <a:rPr sz="1200" kern="0" spc="0" dirty="0">
                          <a:solidFill>
                            <a:srgbClr val="000000">
                              <a:alpha val="100000"/>
                            </a:srgbClr>
                          </a:solidFill>
                          <a:cs typeface="微软雅黑" panose="020B0503020204020204" charset="-122"/>
                        </a:rPr>
                        <a:t>IT</a:t>
                      </a:r>
                      <a:r>
                        <a:rPr sz="1200" kern="0" spc="20" dirty="0">
                          <a:solidFill>
                            <a:srgbClr val="000000">
                              <a:alpha val="100000"/>
                            </a:srgbClr>
                          </a:solidFill>
                          <a:cs typeface="微软雅黑" panose="020B0503020204020204" charset="-122"/>
                        </a:rPr>
                        <a:t>上的可行性时</a:t>
                      </a:r>
                      <a:r>
                        <a:rPr sz="1200" kern="0" spc="10" dirty="0">
                          <a:solidFill>
                            <a:srgbClr val="000000">
                              <a:alpha val="100000"/>
                            </a:srgbClr>
                          </a:solidFill>
                          <a:cs typeface="微软雅黑" panose="020B0503020204020204" charset="-122"/>
                        </a:rPr>
                        <a:t>，没有       </a:t>
                      </a:r>
                      <a:r>
                        <a:rPr sz="1200" kern="0" spc="0" dirty="0">
                          <a:solidFill>
                            <a:srgbClr val="000000">
                              <a:alpha val="100000"/>
                            </a:srgbClr>
                          </a:solidFill>
                          <a:cs typeface="微软雅黑" panose="020B0503020204020204" charset="-122"/>
                        </a:rPr>
                        <a:t>专业流程来组织、分</a:t>
                      </a:r>
                      <a:r>
                        <a:rPr sz="1200" kern="0" spc="-10" dirty="0">
                          <a:solidFill>
                            <a:srgbClr val="000000">
                              <a:alpha val="100000"/>
                            </a:srgbClr>
                          </a:solidFill>
                          <a:cs typeface="微软雅黑" panose="020B0503020204020204" charset="-122"/>
                        </a:rPr>
                        <a:t>析、实施</a:t>
                      </a:r>
                      <a:endParaRPr lang="en-US" altLang="en-US" sz="1200" dirty="0"/>
                    </a:p>
                    <a:p>
                      <a:pPr marL="211455" algn="l" rtl="0" eaLnBrk="0">
                        <a:lnSpc>
                          <a:spcPct val="97000"/>
                        </a:lnSpc>
                        <a:spcBef>
                          <a:spcPts val="3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项目缺少规划，需求杂乱</a:t>
                      </a:r>
                      <a:r>
                        <a:rPr sz="1200" kern="0" spc="-10" dirty="0">
                          <a:solidFill>
                            <a:srgbClr val="000000">
                              <a:alpha val="100000"/>
                            </a:srgbClr>
                          </a:solidFill>
                          <a:cs typeface="微软雅黑" panose="020B0503020204020204" charset="-122"/>
                        </a:rPr>
                        <a:t>无序，过于对标德邦</a:t>
                      </a:r>
                      <a:endParaRPr lang="en-US" altLang="en-US" sz="1200" dirty="0"/>
                    </a:p>
                    <a:p>
                      <a:pPr marL="377190" indent="-165735" algn="l" rtl="0" eaLnBrk="0">
                        <a:lnSpc>
                          <a:spcPct val="99000"/>
                        </a:lnSpc>
                        <a:spcBef>
                          <a:spcPts val="35"/>
                        </a:spcBef>
                      </a:pPr>
                      <a:r>
                        <a:rPr sz="1200" kern="0" spc="1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10" dirty="0">
                          <a:solidFill>
                            <a:srgbClr val="000000">
                              <a:alpha val="100000"/>
                            </a:srgbClr>
                          </a:solidFill>
                          <a:cs typeface="微软雅黑" panose="020B0503020204020204" charset="-122"/>
                        </a:rPr>
                        <a:t>没有有效地项目激励机制 – </a:t>
                      </a:r>
                      <a:r>
                        <a:rPr sz="1200" kern="0" spc="0" dirty="0">
                          <a:solidFill>
                            <a:srgbClr val="000000">
                              <a:alpha val="100000"/>
                            </a:srgbClr>
                          </a:solidFill>
                          <a:cs typeface="微软雅黑" panose="020B0503020204020204" charset="-122"/>
                        </a:rPr>
                        <a:t>IT</a:t>
                      </a:r>
                      <a:r>
                        <a:rPr sz="1200" kern="0" spc="10" dirty="0">
                          <a:solidFill>
                            <a:srgbClr val="000000">
                              <a:alpha val="100000"/>
                            </a:srgbClr>
                          </a:solidFill>
                          <a:cs typeface="微软雅黑" panose="020B0503020204020204" charset="-122"/>
                        </a:rPr>
                        <a:t>产品没有明确的</a:t>
                      </a:r>
                      <a:r>
                        <a:rPr sz="1200" kern="0" spc="0" dirty="0">
                          <a:solidFill>
                            <a:srgbClr val="000000">
                              <a:alpha val="100000"/>
                            </a:srgbClr>
                          </a:solidFill>
                          <a:cs typeface="微软雅黑" panose="020B0503020204020204" charset="-122"/>
                        </a:rPr>
                        <a:t>KPI</a:t>
                      </a:r>
                      <a:r>
                        <a:rPr sz="1200" kern="0" spc="10" dirty="0">
                          <a:solidFill>
                            <a:srgbClr val="000000">
                              <a:alpha val="100000"/>
                            </a:srgbClr>
                          </a:solidFill>
                          <a:cs typeface="微软雅黑" panose="020B0503020204020204" charset="-122"/>
                        </a:rPr>
                        <a:t>指标，之前的</a:t>
                      </a:r>
                      <a:r>
                        <a:rPr sz="1200" kern="0" spc="0" dirty="0">
                          <a:solidFill>
                            <a:srgbClr val="000000">
                              <a:alpha val="100000"/>
                            </a:srgbClr>
                          </a:solidFill>
                          <a:cs typeface="微软雅黑" panose="020B0503020204020204" charset="-122"/>
                        </a:rPr>
                        <a:t>KPI</a:t>
                      </a:r>
                      <a:r>
                        <a:rPr sz="1200" kern="0" spc="10" dirty="0">
                          <a:solidFill>
                            <a:srgbClr val="000000">
                              <a:alpha val="100000"/>
                            </a:srgbClr>
                          </a:solidFill>
                          <a:cs typeface="微软雅黑" panose="020B0503020204020204" charset="-122"/>
                        </a:rPr>
                        <a:t>只是银河项目设守过</a:t>
                      </a:r>
                      <a:r>
                        <a:rPr sz="1200" kern="0" spc="0" dirty="0">
                          <a:solidFill>
                            <a:srgbClr val="000000">
                              <a:alpha val="100000"/>
                            </a:srgbClr>
                          </a:solidFill>
                          <a:cs typeface="微软雅黑" panose="020B0503020204020204" charset="-122"/>
                        </a:rPr>
                        <a:t>KPI</a:t>
                      </a:r>
                      <a:r>
                        <a:rPr sz="1200" kern="0" spc="10" dirty="0">
                          <a:solidFill>
                            <a:srgbClr val="000000">
                              <a:alpha val="100000"/>
                            </a:srgbClr>
                          </a:solidFill>
                          <a:cs typeface="微软雅黑" panose="020B0503020204020204" charset="-122"/>
                        </a:rPr>
                        <a:t>。公司也没有激励机制，项目没有立项也         </a:t>
                      </a:r>
                      <a:r>
                        <a:rPr sz="1200" kern="0" spc="-30" dirty="0">
                          <a:solidFill>
                            <a:srgbClr val="000000">
                              <a:alpha val="100000"/>
                            </a:srgbClr>
                          </a:solidFill>
                          <a:cs typeface="微软雅黑" panose="020B0503020204020204" charset="-122"/>
                        </a:rPr>
                        <a:t>没有奖励的预算。</a:t>
                      </a:r>
                      <a:endParaRPr lang="en-US" altLang="en-US" sz="1200" dirty="0"/>
                    </a:p>
                    <a:p>
                      <a:pPr marL="377190" indent="-165735" algn="l" rtl="0" eaLnBrk="0">
                        <a:lnSpc>
                          <a:spcPct val="99000"/>
                        </a:lnSpc>
                        <a:spcBef>
                          <a:spcPts val="30"/>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所有都按一个一个项目在走，没有项目群集的概念；项目实施阶段相对清楚。</a:t>
                      </a:r>
                      <a:r>
                        <a:rPr sz="1200" kern="0" spc="-10" dirty="0">
                          <a:solidFill>
                            <a:srgbClr val="000000">
                              <a:alpha val="100000"/>
                            </a:srgbClr>
                          </a:solidFill>
                          <a:cs typeface="微软雅黑" panose="020B0503020204020204" charset="-122"/>
                        </a:rPr>
                        <a:t>但立项比较模糊，没有进行可行性分析，谁做、谁拍板不       </a:t>
                      </a:r>
                      <a:r>
                        <a:rPr sz="1200" kern="0" spc="-20" dirty="0">
                          <a:solidFill>
                            <a:srgbClr val="000000">
                              <a:alpha val="100000"/>
                            </a:srgbClr>
                          </a:solidFill>
                          <a:cs typeface="微软雅黑" panose="020B0503020204020204" charset="-122"/>
                        </a:rPr>
                        <a:t>清楚、没有确定优先</a:t>
                      </a:r>
                      <a:r>
                        <a:rPr sz="1200" kern="0" spc="-30" dirty="0">
                          <a:solidFill>
                            <a:srgbClr val="000000">
                              <a:alpha val="100000"/>
                            </a:srgbClr>
                          </a:solidFill>
                          <a:cs typeface="微软雅黑" panose="020B0503020204020204" charset="-122"/>
                        </a:rPr>
                        <a:t>级。</a:t>
                      </a:r>
                      <a:endParaRPr lang="en-US" altLang="en-US" sz="1200" dirty="0"/>
                    </a:p>
                    <a:p>
                      <a:pPr marL="211455" algn="l" rtl="0" eaLnBrk="0">
                        <a:lnSpc>
                          <a:spcPct val="97000"/>
                        </a:lnSpc>
                        <a:spcBef>
                          <a:spcPts val="40"/>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项目没有正规的立项流程，项目的目标不清晰，没有办法进</a:t>
                      </a:r>
                      <a:r>
                        <a:rPr sz="1200" kern="0" spc="-10" dirty="0">
                          <a:solidFill>
                            <a:srgbClr val="000000">
                              <a:alpha val="100000"/>
                            </a:srgbClr>
                          </a:solidFill>
                          <a:cs typeface="微软雅黑" panose="020B0503020204020204" charset="-122"/>
                        </a:rPr>
                        <a:t>行项目上线后的评估</a:t>
                      </a:r>
                      <a:endParaRPr lang="en-US" altLang="en-US" sz="1200" dirty="0"/>
                    </a:p>
                    <a:p>
                      <a:pPr marL="211455" algn="l" rtl="0" eaLnBrk="0">
                        <a:lnSpc>
                          <a:spcPct val="97000"/>
                        </a:lnSpc>
                        <a:spcBef>
                          <a:spcPts val="45"/>
                        </a:spcBef>
                      </a:pPr>
                      <a:r>
                        <a:rPr sz="1200" kern="0" spc="7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70" dirty="0">
                          <a:solidFill>
                            <a:srgbClr val="000000">
                              <a:alpha val="100000"/>
                            </a:srgbClr>
                          </a:solidFill>
                          <a:cs typeface="微软雅黑" panose="020B0503020204020204" charset="-122"/>
                        </a:rPr>
                        <a:t>项目预算管理缺失；目前所有需要</a:t>
                      </a:r>
                      <a:r>
                        <a:rPr sz="1200" kern="0" spc="0" dirty="0">
                          <a:solidFill>
                            <a:srgbClr val="000000">
                              <a:alpha val="100000"/>
                            </a:srgbClr>
                          </a:solidFill>
                          <a:cs typeface="微软雅黑" panose="020B0503020204020204" charset="-122"/>
                        </a:rPr>
                        <a:t>IT</a:t>
                      </a:r>
                      <a:r>
                        <a:rPr sz="1200" kern="0" spc="60" dirty="0">
                          <a:solidFill>
                            <a:srgbClr val="000000">
                              <a:alpha val="100000"/>
                            </a:srgbClr>
                          </a:solidFill>
                          <a:cs typeface="微软雅黑" panose="020B0503020204020204" charset="-122"/>
                        </a:rPr>
                        <a:t>开发的项目都是由</a:t>
                      </a:r>
                      <a:r>
                        <a:rPr sz="1200" kern="0" spc="0" dirty="0">
                          <a:solidFill>
                            <a:srgbClr val="000000">
                              <a:alpha val="100000"/>
                            </a:srgbClr>
                          </a:solidFill>
                          <a:cs typeface="微软雅黑" panose="020B0503020204020204" charset="-122"/>
                        </a:rPr>
                        <a:t>IT</a:t>
                      </a:r>
                      <a:r>
                        <a:rPr sz="1200" kern="0" spc="60" dirty="0">
                          <a:solidFill>
                            <a:srgbClr val="000000">
                              <a:alpha val="100000"/>
                            </a:srgbClr>
                          </a:solidFill>
                          <a:cs typeface="微软雅黑" panose="020B0503020204020204" charset="-122"/>
                        </a:rPr>
                        <a:t>去申请预算，缺失整体项目预算的概念</a:t>
                      </a:r>
                      <a:endParaRPr lang="en-US" altLang="en-US" sz="1200" dirty="0"/>
                    </a:p>
                  </a:txBody>
                  <a:tcPr marL="0" marR="0" marT="0" marB="0" vert="horz">
                    <a:lnL w="25400" cap="flat" cmpd="sng" algn="ctr">
                      <a:solidFill>
                        <a:srgbClr val="DCDCDC"/>
                      </a:solidFill>
                      <a:prstDash val="solid"/>
                      <a:round/>
                      <a:headEnd type="none" w="med" len="med"/>
                      <a:tailEnd type="none" w="med" len="med"/>
                    </a:lnL>
                    <a:lnR w="25400" cap="flat" cmpd="sng" algn="ctr">
                      <a:solidFill>
                        <a:srgbClr val="DCDCDC"/>
                      </a:solidFill>
                      <a:prstDash val="solid"/>
                      <a:round/>
                      <a:headEnd type="none" w="med" len="med"/>
                      <a:tailEnd type="none" w="med" len="med"/>
                    </a:lnR>
                    <a:lnT w="25400" cap="flat" cmpd="sng" algn="ctr">
                      <a:solidFill>
                        <a:srgbClr val="DCDCDC"/>
                      </a:solidFill>
                      <a:prstDash val="solid"/>
                      <a:round/>
                      <a:headEnd type="none" w="med" len="med"/>
                      <a:tailEnd type="none" w="med" len="med"/>
                    </a:lnT>
                    <a:lnB w="25400" cap="flat" cmpd="sng" algn="ctr">
                      <a:solidFill>
                        <a:srgbClr val="DCDCDC"/>
                      </a:solidFill>
                      <a:prstDash val="solid"/>
                      <a:round/>
                      <a:headEnd type="none" w="med" len="med"/>
                      <a:tailEnd type="none" w="med" len="med"/>
                    </a:lnB>
                    <a:solidFill>
                      <a:srgbClr val="EDEDED"/>
                    </a:solidFill>
                  </a:tcPr>
                </a:tc>
              </a:tr>
            </a:tbl>
          </a:graphicData>
        </a:graphic>
      </p:graphicFrame>
      <p:grpSp>
        <p:nvGrpSpPr>
          <p:cNvPr id="28" name="group 28"/>
          <p:cNvGrpSpPr/>
          <p:nvPr/>
        </p:nvGrpSpPr>
        <p:grpSpPr>
          <a:xfrm rot="21600000">
            <a:off x="628215" y="1201867"/>
            <a:ext cx="2918860" cy="2733644"/>
            <a:chOff x="0" y="0"/>
            <a:chExt cx="2918860" cy="2733644"/>
          </a:xfrm>
        </p:grpSpPr>
        <p:pic>
          <p:nvPicPr>
            <p:cNvPr id="354" name="picture 354"/>
            <p:cNvPicPr>
              <a:picLocks noChangeAspect="1"/>
            </p:cNvPicPr>
            <p:nvPr>
              <p:custDataLst>
                <p:tags r:id="rId2"/>
              </p:custDataLst>
            </p:nvPr>
          </p:nvPicPr>
          <p:blipFill>
            <a:blip r:embed="rId3"/>
            <a:stretch>
              <a:fillRect/>
            </a:stretch>
          </p:blipFill>
          <p:spPr>
            <a:xfrm rot="21600000">
              <a:off x="0" y="0"/>
              <a:ext cx="2918860" cy="2733644"/>
            </a:xfrm>
            <a:prstGeom prst="rect">
              <a:avLst/>
            </a:prstGeom>
          </p:spPr>
        </p:pic>
        <p:sp>
          <p:nvSpPr>
            <p:cNvPr id="356" name="textbox 356"/>
            <p:cNvSpPr/>
            <p:nvPr>
              <p:custDataLst>
                <p:tags r:id="rId4"/>
              </p:custDataLst>
            </p:nvPr>
          </p:nvSpPr>
          <p:spPr>
            <a:xfrm>
              <a:off x="1173508" y="461248"/>
              <a:ext cx="1561464" cy="1798320"/>
            </a:xfrm>
            <a:prstGeom prst="rect">
              <a:avLst/>
            </a:prstGeom>
          </p:spPr>
          <p:txBody>
            <a:bodyPr vert="horz" wrap="square" lIns="0" tIns="0" rIns="0" bIns="0"/>
            <a:lstStyle/>
            <a:p>
              <a:pPr algn="l" rtl="0" eaLnBrk="0">
                <a:lnSpc>
                  <a:spcPct val="76000"/>
                </a:lnSpc>
              </a:pPr>
              <a:endParaRPr lang="en-US" altLang="en-US" sz="100" dirty="0">
                <a:solidFill>
                  <a:schemeClr val="dk1"/>
                </a:solidFill>
              </a:endParaRPr>
            </a:p>
            <a:p>
              <a:pPr marL="35560" algn="l" rtl="0" eaLnBrk="0">
                <a:lnSpc>
                  <a:spcPct val="98000"/>
                </a:lnSpc>
              </a:pPr>
              <a:r>
                <a:rPr sz="1800" b="1" kern="0" spc="-20" dirty="0">
                  <a:solidFill>
                    <a:schemeClr val="dk1"/>
                  </a:solidFill>
                  <a:cs typeface="微软雅黑" panose="020B0503020204020204" charset="-122"/>
                </a:rPr>
                <a:t>文化</a:t>
              </a:r>
              <a:endParaRPr lang="en-US" altLang="en-US" sz="1800" dirty="0">
                <a:solidFill>
                  <a:schemeClr val="dk1"/>
                </a:solidFill>
              </a:endParaRPr>
            </a:p>
            <a:p>
              <a:pPr algn="r" rtl="0" eaLnBrk="0">
                <a:lnSpc>
                  <a:spcPct val="83000"/>
                </a:lnSpc>
                <a:spcBef>
                  <a:spcPts val="1215"/>
                </a:spcBef>
              </a:pPr>
              <a:r>
                <a:rPr sz="1800" b="1" kern="0" spc="-10" dirty="0">
                  <a:solidFill>
                    <a:schemeClr val="dk1"/>
                  </a:solidFill>
                  <a:cs typeface="微软雅黑" panose="020B0503020204020204" charset="-122"/>
                </a:rPr>
                <a:t>方法论</a:t>
              </a:r>
              <a:endParaRPr lang="en-US" altLang="en-US" sz="1800" dirty="0">
                <a:solidFill>
                  <a:schemeClr val="dk1"/>
                </a:solidFill>
              </a:endParaRPr>
            </a:p>
            <a:p>
              <a:pPr marL="59690" algn="l" rtl="0" eaLnBrk="0">
                <a:lnSpc>
                  <a:spcPct val="91000"/>
                </a:lnSpc>
                <a:spcBef>
                  <a:spcPts val="15"/>
                </a:spcBef>
              </a:pPr>
              <a:r>
                <a:rPr sz="1500" b="1" kern="0" spc="80" dirty="0">
                  <a:solidFill>
                    <a:schemeClr val="dk1"/>
                  </a:solidFill>
                  <a:cs typeface="微软雅黑" panose="020B0503020204020204" charset="-122"/>
                </a:rPr>
                <a:t>项目</a:t>
              </a:r>
              <a:endParaRPr lang="en-US" altLang="en-US" sz="1500" dirty="0">
                <a:solidFill>
                  <a:schemeClr val="dk1"/>
                </a:solidFill>
              </a:endParaRPr>
            </a:p>
            <a:p>
              <a:pPr marL="60325" algn="l" rtl="0" eaLnBrk="0">
                <a:lnSpc>
                  <a:spcPts val="2140"/>
                </a:lnSpc>
              </a:pPr>
              <a:r>
                <a:rPr sz="1500" b="1" kern="0" spc="70" dirty="0">
                  <a:solidFill>
                    <a:schemeClr val="dk1"/>
                  </a:solidFill>
                  <a:cs typeface="微软雅黑" panose="020B0503020204020204" charset="-122"/>
                </a:rPr>
                <a:t>管理</a:t>
              </a:r>
              <a:endParaRPr lang="en-US" altLang="en-US" sz="1500" dirty="0">
                <a:solidFill>
                  <a:schemeClr val="dk1"/>
                </a:solidFill>
              </a:endParaRPr>
            </a:p>
            <a:p>
              <a:pPr algn="l" rtl="0" eaLnBrk="0">
                <a:lnSpc>
                  <a:spcPct val="199000"/>
                </a:lnSpc>
              </a:pPr>
              <a:endParaRPr lang="en-US" altLang="en-US" sz="1000" dirty="0">
                <a:solidFill>
                  <a:schemeClr val="dk1"/>
                </a:solidFill>
              </a:endParaRPr>
            </a:p>
            <a:p>
              <a:pPr algn="l" rtl="0" eaLnBrk="0">
                <a:lnSpc>
                  <a:spcPct val="114000"/>
                </a:lnSpc>
              </a:pPr>
              <a:endParaRPr lang="en-US" altLang="en-US" sz="400" dirty="0">
                <a:solidFill>
                  <a:schemeClr val="dk1"/>
                </a:solidFill>
              </a:endParaRPr>
            </a:p>
            <a:p>
              <a:pPr marL="12700" algn="l" rtl="0" eaLnBrk="0">
                <a:lnSpc>
                  <a:spcPct val="98000"/>
                </a:lnSpc>
              </a:pPr>
              <a:r>
                <a:rPr sz="1800" kern="0" spc="-20" dirty="0">
                  <a:solidFill>
                    <a:schemeClr val="dk1"/>
                  </a:solidFill>
                  <a:cs typeface="微软雅黑" panose="020B0503020204020204" charset="-122"/>
                </a:rPr>
                <a:t>组织</a:t>
              </a:r>
              <a:endParaRPr lang="en-US" altLang="en-US" sz="1800" kern="0" spc="-20" dirty="0">
                <a:solidFill>
                  <a:schemeClr val="dk1"/>
                </a:solidFill>
                <a:cs typeface="微软雅黑" panose="020B0503020204020204" charset="-122"/>
              </a:endParaRPr>
            </a:p>
          </p:txBody>
        </p:sp>
        <p:pic>
          <p:nvPicPr>
            <p:cNvPr id="358" name="picture 358"/>
            <p:cNvPicPr>
              <a:picLocks noChangeAspect="1"/>
            </p:cNvPicPr>
            <p:nvPr>
              <p:custDataLst>
                <p:tags r:id="rId5"/>
              </p:custDataLst>
            </p:nvPr>
          </p:nvPicPr>
          <p:blipFill>
            <a:blip r:embed="rId6"/>
            <a:stretch>
              <a:fillRect/>
            </a:stretch>
          </p:blipFill>
          <p:spPr>
            <a:xfrm rot="21600000">
              <a:off x="1926187" y="1444587"/>
              <a:ext cx="971555" cy="869578"/>
            </a:xfrm>
            <a:prstGeom prst="rect">
              <a:avLst/>
            </a:prstGeom>
          </p:spPr>
        </p:pic>
      </p:grpSp>
      <p:graphicFrame>
        <p:nvGraphicFramePr>
          <p:cNvPr id="360" name="table 360"/>
          <p:cNvGraphicFramePr>
            <a:graphicFrameLocks noGrp="1"/>
          </p:cNvGraphicFramePr>
          <p:nvPr>
            <p:custDataLst>
              <p:tags r:id="rId7"/>
            </p:custDataLst>
          </p:nvPr>
        </p:nvGraphicFramePr>
        <p:xfrm>
          <a:off x="4071937" y="1119949"/>
          <a:ext cx="2459990" cy="2987040"/>
        </p:xfrm>
        <a:graphic>
          <a:graphicData uri="http://schemas.openxmlformats.org/drawingml/2006/table">
            <a:tbl>
              <a:tblPr/>
              <a:tblGrid>
                <a:gridCol w="2459989"/>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721610">
                <a:tc>
                  <a:txBody>
                    <a:bodyPr/>
                    <a:lstStyle/>
                    <a:p>
                      <a:pPr algn="l" rtl="0" eaLnBrk="0">
                        <a:lnSpc>
                          <a:spcPct val="110000"/>
                        </a:lnSpc>
                      </a:pPr>
                      <a:endParaRPr lang="en-US" altLang="en-US" sz="1000" dirty="0"/>
                    </a:p>
                    <a:p>
                      <a:pPr algn="l" rtl="0" eaLnBrk="0">
                        <a:lnSpc>
                          <a:spcPct val="110000"/>
                        </a:lnSpc>
                      </a:pPr>
                      <a:endParaRPr lang="en-US" altLang="en-US" sz="1000" dirty="0"/>
                    </a:p>
                    <a:p>
                      <a:pPr marL="143510" indent="-106680" algn="l" rtl="0" eaLnBrk="0">
                        <a:lnSpc>
                          <a:spcPct val="99000"/>
                        </a:lnSpc>
                        <a:spcBef>
                          <a:spcPts val="0"/>
                        </a:spcBef>
                      </a:pPr>
                      <a:r>
                        <a:rPr sz="1200" kern="0" spc="-60" dirty="0">
                          <a:solidFill>
                            <a:srgbClr val="7F7F7F">
                              <a:alpha val="100000"/>
                            </a:srgbClr>
                          </a:solidFill>
                          <a:cs typeface="Wingdings" panose="05000000000000000000"/>
                        </a:rPr>
                        <a:t>.</a:t>
                      </a:r>
                      <a:r>
                        <a:rPr sz="1200" b="1" kern="0" spc="-60" dirty="0">
                          <a:solidFill>
                            <a:srgbClr val="000000">
                              <a:alpha val="100000"/>
                            </a:srgbClr>
                          </a:solidFill>
                          <a:cs typeface="微软雅黑" panose="020B0503020204020204" charset="-122"/>
                        </a:rPr>
                        <a:t>项目管理流程体系不完善有</a:t>
                      </a:r>
                      <a:r>
                        <a:rPr sz="1200" b="1" kern="0" spc="-70" dirty="0">
                          <a:solidFill>
                            <a:srgbClr val="000000">
                              <a:alpha val="100000"/>
                            </a:srgbClr>
                          </a:solidFill>
                          <a:cs typeface="微软雅黑" panose="020B0503020204020204" charset="-122"/>
                        </a:rPr>
                        <a:t>些重</a:t>
                      </a:r>
                      <a:r>
                        <a:rPr sz="1200" b="1" kern="0" spc="-10" dirty="0">
                          <a:solidFill>
                            <a:srgbClr val="000000">
                              <a:alpha val="100000"/>
                            </a:srgbClr>
                          </a:solidFill>
                          <a:cs typeface="微软雅黑" panose="020B0503020204020204" charset="-122"/>
                        </a:rPr>
                        <a:t>     </a:t>
                      </a:r>
                      <a:r>
                        <a:rPr sz="1200" b="1" kern="0" spc="-40" dirty="0">
                          <a:solidFill>
                            <a:srgbClr val="000000">
                              <a:alpha val="100000"/>
                            </a:srgbClr>
                          </a:solidFill>
                          <a:cs typeface="微软雅黑" panose="020B0503020204020204" charset="-122"/>
                        </a:rPr>
                        <a:t>要节点缺失：</a:t>
                      </a:r>
                      <a:endParaRPr lang="en-US" altLang="en-US" sz="1200" dirty="0"/>
                    </a:p>
                    <a:p>
                      <a:pPr marL="473075" indent="-166370" algn="l" rtl="0" eaLnBrk="0">
                        <a:lnSpc>
                          <a:spcPct val="97000"/>
                        </a:lnSpc>
                        <a:spcBef>
                          <a:spcPts val="650"/>
                        </a:spcBef>
                      </a:pPr>
                      <a:r>
                        <a:rPr sz="1200" kern="0" spc="-10" dirty="0">
                          <a:solidFill>
                            <a:srgbClr val="0070C0">
                              <a:alpha val="100000"/>
                            </a:srgbClr>
                          </a:solidFill>
                          <a:cs typeface="Arial" panose="020B0604020202020204"/>
                        </a:rPr>
                        <a:t>•</a:t>
                      </a:r>
                      <a:r>
                        <a:rPr sz="1200" kern="0" spc="150" dirty="0">
                          <a:solidFill>
                            <a:srgbClr val="0070C0">
                              <a:alpha val="100000"/>
                            </a:srgbClr>
                          </a:solidFill>
                          <a:cs typeface="Arial" panose="020B0604020202020204"/>
                        </a:rPr>
                        <a:t>  </a:t>
                      </a:r>
                      <a:r>
                        <a:rPr sz="1200" kern="0" spc="-10" dirty="0">
                          <a:solidFill>
                            <a:srgbClr val="000000">
                              <a:alpha val="100000"/>
                            </a:srgbClr>
                          </a:solidFill>
                          <a:cs typeface="微软雅黑" panose="020B0503020204020204" charset="-122"/>
                        </a:rPr>
                        <a:t>没有清晰的项目立项前的可    </a:t>
                      </a:r>
                      <a:r>
                        <a:rPr sz="1200" kern="0" spc="-30" dirty="0">
                          <a:solidFill>
                            <a:srgbClr val="000000">
                              <a:alpha val="100000"/>
                            </a:srgbClr>
                          </a:solidFill>
                          <a:cs typeface="微软雅黑" panose="020B0503020204020204" charset="-122"/>
                        </a:rPr>
                        <a:t>行性分析（准入）</a:t>
                      </a:r>
                      <a:endParaRPr lang="en-US" altLang="en-US" sz="1200" dirty="0"/>
                    </a:p>
                    <a:p>
                      <a:pPr marL="306705" algn="l" rtl="0" eaLnBrk="0">
                        <a:lnSpc>
                          <a:spcPct val="97000"/>
                        </a:lnSpc>
                        <a:spcBef>
                          <a:spcPts val="680"/>
                        </a:spcBef>
                      </a:pPr>
                      <a:r>
                        <a:rPr sz="1200" kern="0" spc="-10" dirty="0">
                          <a:solidFill>
                            <a:srgbClr val="0070C0">
                              <a:alpha val="100000"/>
                            </a:srgbClr>
                          </a:solidFill>
                          <a:cs typeface="Arial" panose="020B0604020202020204"/>
                        </a:rPr>
                        <a:t>•</a:t>
                      </a:r>
                      <a:r>
                        <a:rPr sz="1200" kern="0" spc="150" dirty="0">
                          <a:solidFill>
                            <a:srgbClr val="0070C0">
                              <a:alpha val="100000"/>
                            </a:srgbClr>
                          </a:solidFill>
                          <a:cs typeface="Arial" panose="020B0604020202020204"/>
                        </a:rPr>
                        <a:t>  </a:t>
                      </a:r>
                      <a:r>
                        <a:rPr sz="1200" kern="0" spc="-10" dirty="0">
                          <a:solidFill>
                            <a:srgbClr val="000000">
                              <a:alpha val="100000"/>
                            </a:srgbClr>
                          </a:solidFill>
                          <a:cs typeface="微软雅黑" panose="020B0503020204020204" charset="-122"/>
                        </a:rPr>
                        <a:t>项目分级流程制度需要完善</a:t>
                      </a:r>
                      <a:endParaRPr lang="en-US" altLang="en-US" sz="1200" dirty="0"/>
                    </a:p>
                    <a:p>
                      <a:pPr marL="473710" indent="-167005" algn="l" rtl="0" eaLnBrk="0">
                        <a:lnSpc>
                          <a:spcPct val="99000"/>
                        </a:lnSpc>
                        <a:spcBef>
                          <a:spcPts val="645"/>
                        </a:spcBef>
                      </a:pPr>
                      <a:r>
                        <a:rPr sz="1200" kern="0" spc="-10" dirty="0">
                          <a:solidFill>
                            <a:srgbClr val="0070C0">
                              <a:alpha val="100000"/>
                            </a:srgbClr>
                          </a:solidFill>
                          <a:cs typeface="Arial" panose="020B0604020202020204"/>
                        </a:rPr>
                        <a:t>•</a:t>
                      </a:r>
                      <a:r>
                        <a:rPr sz="1200" kern="0" spc="150" dirty="0">
                          <a:solidFill>
                            <a:srgbClr val="0070C0">
                              <a:alpha val="100000"/>
                            </a:srgbClr>
                          </a:solidFill>
                          <a:cs typeface="Arial" panose="020B0604020202020204"/>
                        </a:rPr>
                        <a:t>  </a:t>
                      </a:r>
                      <a:r>
                        <a:rPr sz="1200" kern="0" spc="-10" dirty="0">
                          <a:solidFill>
                            <a:srgbClr val="000000">
                              <a:alpha val="100000"/>
                            </a:srgbClr>
                          </a:solidFill>
                          <a:cs typeface="微软雅黑" panose="020B0503020204020204" charset="-122"/>
                        </a:rPr>
                        <a:t>项目的绩效评估流程需要完    善</a:t>
                      </a:r>
                      <a:endParaRPr lang="en-US" altLang="en-US" sz="1200" dirty="0"/>
                    </a:p>
                    <a:p>
                      <a:pPr marL="306705" algn="l" rtl="0" eaLnBrk="0">
                        <a:lnSpc>
                          <a:spcPct val="97000"/>
                        </a:lnSpc>
                        <a:spcBef>
                          <a:spcPts val="625"/>
                        </a:spcBef>
                      </a:pPr>
                      <a:r>
                        <a:rPr sz="1200" kern="0" spc="-10" dirty="0">
                          <a:solidFill>
                            <a:srgbClr val="0070C0">
                              <a:alpha val="100000"/>
                            </a:srgbClr>
                          </a:solidFill>
                          <a:cs typeface="Arial" panose="020B0604020202020204"/>
                        </a:rPr>
                        <a:t>•</a:t>
                      </a:r>
                      <a:r>
                        <a:rPr sz="1200" kern="0" spc="140" dirty="0">
                          <a:solidFill>
                            <a:srgbClr val="0070C0">
                              <a:alpha val="100000"/>
                            </a:srgbClr>
                          </a:solidFill>
                          <a:cs typeface="Arial" panose="020B0604020202020204"/>
                        </a:rPr>
                        <a:t>  </a:t>
                      </a:r>
                      <a:r>
                        <a:rPr sz="1200" kern="0" spc="-10" dirty="0">
                          <a:solidFill>
                            <a:srgbClr val="000000">
                              <a:alpha val="100000"/>
                            </a:srgbClr>
                          </a:solidFill>
                          <a:cs typeface="微软雅黑" panose="020B0503020204020204" charset="-122"/>
                        </a:rPr>
                        <a:t>项目预算管理流程缺失</a:t>
                      </a:r>
                      <a:endParaRPr lang="en-US" altLang="en-US" sz="1200" dirty="0"/>
                    </a:p>
                    <a:p>
                      <a:pPr marL="306705" algn="l" rtl="0" eaLnBrk="0">
                        <a:lnSpc>
                          <a:spcPct val="97000"/>
                        </a:lnSpc>
                        <a:spcBef>
                          <a:spcPts val="645"/>
                        </a:spcBef>
                      </a:pPr>
                      <a:r>
                        <a:rPr sz="1200" kern="0" spc="-10" dirty="0">
                          <a:solidFill>
                            <a:srgbClr val="0070C0">
                              <a:alpha val="100000"/>
                            </a:srgbClr>
                          </a:solidFill>
                          <a:cs typeface="Arial" panose="020B0604020202020204"/>
                        </a:rPr>
                        <a:t>•</a:t>
                      </a:r>
                      <a:r>
                        <a:rPr sz="1200" kern="0" spc="150" dirty="0">
                          <a:solidFill>
                            <a:srgbClr val="0070C0">
                              <a:alpha val="100000"/>
                            </a:srgbClr>
                          </a:solidFill>
                          <a:cs typeface="Arial" panose="020B0604020202020204"/>
                        </a:rPr>
                        <a:t>  </a:t>
                      </a:r>
                      <a:r>
                        <a:rPr sz="1200" kern="0" spc="-10" dirty="0">
                          <a:solidFill>
                            <a:srgbClr val="000000">
                              <a:alpha val="100000"/>
                            </a:srgbClr>
                          </a:solidFill>
                          <a:cs typeface="微软雅黑" panose="020B0503020204020204" charset="-122"/>
                        </a:rPr>
                        <a:t>项目过程评审流程需要完善</a:t>
                      </a:r>
                      <a:endParaRPr lang="en-US" altLang="en-US" sz="1200" dirty="0"/>
                    </a:p>
                    <a:p>
                      <a:pPr algn="l" rtl="0" eaLnBrk="0">
                        <a:lnSpc>
                          <a:spcPct val="107000"/>
                        </a:lnSpc>
                      </a:pPr>
                      <a:endParaRPr lang="en-US" altLang="en-US" sz="500" dirty="0"/>
                    </a:p>
                    <a:p>
                      <a:pPr marL="306705" algn="l" rtl="0" eaLnBrk="0">
                        <a:lnSpc>
                          <a:spcPct val="97000"/>
                        </a:lnSpc>
                        <a:spcBef>
                          <a:spcPts val="5"/>
                        </a:spcBef>
                      </a:pPr>
                      <a:r>
                        <a:rPr sz="1200" kern="0" spc="-10" dirty="0">
                          <a:solidFill>
                            <a:srgbClr val="0070C0">
                              <a:alpha val="100000"/>
                            </a:srgbClr>
                          </a:solidFill>
                          <a:cs typeface="Arial" panose="020B0604020202020204"/>
                        </a:rPr>
                        <a:t>•</a:t>
                      </a:r>
                      <a:r>
                        <a:rPr sz="1200" kern="0" spc="140" dirty="0">
                          <a:solidFill>
                            <a:srgbClr val="0070C0">
                              <a:alpha val="100000"/>
                            </a:srgbClr>
                          </a:solidFill>
                          <a:cs typeface="Arial" panose="020B0604020202020204"/>
                        </a:rPr>
                        <a:t>  </a:t>
                      </a:r>
                      <a:r>
                        <a:rPr sz="1200" kern="0" spc="-10" dirty="0">
                          <a:solidFill>
                            <a:srgbClr val="000000">
                              <a:alpha val="100000"/>
                            </a:srgbClr>
                          </a:solidFill>
                          <a:cs typeface="微软雅黑" panose="020B0503020204020204" charset="-122"/>
                        </a:rPr>
                        <a:t>项目的复盘流程不够精细</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362" name="table 362"/>
          <p:cNvGraphicFramePr>
            <a:graphicFrameLocks noGrp="1"/>
          </p:cNvGraphicFramePr>
          <p:nvPr>
            <p:custDataLst>
              <p:tags r:id="rId8"/>
            </p:custDataLst>
          </p:nvPr>
        </p:nvGraphicFramePr>
        <p:xfrm>
          <a:off x="9000553" y="1119949"/>
          <a:ext cx="2427604" cy="2987040"/>
        </p:xfrm>
        <a:graphic>
          <a:graphicData uri="http://schemas.openxmlformats.org/drawingml/2006/table">
            <a:tbl>
              <a:tblPr/>
              <a:tblGrid>
                <a:gridCol w="242760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721610">
                <a:tc>
                  <a:txBody>
                    <a:bodyPr/>
                    <a:lstStyle/>
                    <a:p>
                      <a:pPr algn="l" rtl="0" eaLnBrk="0">
                        <a:lnSpc>
                          <a:spcPct val="102000"/>
                        </a:lnSpc>
                      </a:pPr>
                      <a:endParaRPr lang="en-US" altLang="en-US" sz="1000" dirty="0"/>
                    </a:p>
                    <a:p>
                      <a:pPr algn="l" rtl="0" eaLnBrk="0">
                        <a:lnSpc>
                          <a:spcPct val="102000"/>
                        </a:lnSpc>
                      </a:pPr>
                      <a:endParaRPr lang="en-US" altLang="en-US" sz="1000" dirty="0"/>
                    </a:p>
                    <a:p>
                      <a:pPr marL="93345" algn="l" rtl="0" eaLnBrk="0">
                        <a:lnSpc>
                          <a:spcPct val="97000"/>
                        </a:lnSpc>
                        <a:spcBef>
                          <a:spcPts val="5"/>
                        </a:spcBef>
                      </a:pPr>
                      <a:r>
                        <a:rPr sz="1200" kern="0" spc="-60" dirty="0">
                          <a:solidFill>
                            <a:srgbClr val="7F7F7F">
                              <a:alpha val="100000"/>
                            </a:srgbClr>
                          </a:solidFill>
                          <a:cs typeface="Wingdings" panose="05000000000000000000"/>
                        </a:rPr>
                        <a:t>.</a:t>
                      </a:r>
                      <a:r>
                        <a:rPr sz="1200" kern="0" spc="-60" dirty="0">
                          <a:solidFill>
                            <a:srgbClr val="FF0000">
                              <a:alpha val="100000"/>
                            </a:srgbClr>
                          </a:solidFill>
                          <a:cs typeface="微软雅黑" panose="020B0503020204020204" charset="-122"/>
                        </a:rPr>
                        <a:t>建立标准的项目准入流程及</a:t>
                      </a:r>
                      <a:r>
                        <a:rPr sz="1200" kern="0" spc="-70" dirty="0">
                          <a:solidFill>
                            <a:srgbClr val="FF0000">
                              <a:alpha val="100000"/>
                            </a:srgbClr>
                          </a:solidFill>
                          <a:cs typeface="微软雅黑" panose="020B0503020204020204" charset="-122"/>
                        </a:rPr>
                        <a:t>模板</a:t>
                      </a:r>
                      <a:endParaRPr lang="en-US" altLang="en-US" sz="1200" dirty="0"/>
                    </a:p>
                    <a:p>
                      <a:pPr marL="200660" indent="-107315" algn="l" rtl="0" eaLnBrk="0">
                        <a:lnSpc>
                          <a:spcPct val="99000"/>
                        </a:lnSpc>
                        <a:spcBef>
                          <a:spcPts val="635"/>
                        </a:spcBef>
                      </a:pPr>
                      <a:r>
                        <a:rPr sz="1200" kern="0" spc="-60" dirty="0">
                          <a:solidFill>
                            <a:srgbClr val="7F7F7F">
                              <a:alpha val="100000"/>
                            </a:srgbClr>
                          </a:solidFill>
                          <a:cs typeface="Wingdings" panose="05000000000000000000"/>
                        </a:rPr>
                        <a:t>.</a:t>
                      </a:r>
                      <a:r>
                        <a:rPr sz="1200" kern="0" spc="-60" dirty="0">
                          <a:solidFill>
                            <a:srgbClr val="FF0000">
                              <a:alpha val="100000"/>
                            </a:srgbClr>
                          </a:solidFill>
                          <a:cs typeface="微软雅黑" panose="020B0503020204020204" charset="-122"/>
                        </a:rPr>
                        <a:t>项目分级以及项目交付物的</a:t>
                      </a:r>
                      <a:r>
                        <a:rPr sz="1200" kern="0" spc="-70" dirty="0">
                          <a:solidFill>
                            <a:srgbClr val="FF0000">
                              <a:alpha val="100000"/>
                            </a:srgbClr>
                          </a:solidFill>
                          <a:cs typeface="微软雅黑" panose="020B0503020204020204" charset="-122"/>
                        </a:rPr>
                        <a:t>最终</a:t>
                      </a:r>
                      <a:r>
                        <a:rPr sz="1200" kern="0" spc="0" dirty="0">
                          <a:solidFill>
                            <a:srgbClr val="FF0000">
                              <a:alpha val="100000"/>
                            </a:srgbClr>
                          </a:solidFill>
                          <a:cs typeface="微软雅黑" panose="020B0503020204020204" charset="-122"/>
                        </a:rPr>
                        <a:t>   </a:t>
                      </a:r>
                      <a:r>
                        <a:rPr sz="1200" kern="0" spc="-10" dirty="0">
                          <a:solidFill>
                            <a:srgbClr val="FF0000">
                              <a:alpha val="100000"/>
                            </a:srgbClr>
                          </a:solidFill>
                          <a:cs typeface="微软雅黑" panose="020B0503020204020204" charset="-122"/>
                        </a:rPr>
                        <a:t>业务价值为导向的流程</a:t>
                      </a:r>
                      <a:endParaRPr lang="en-US" altLang="en-US" sz="1200" dirty="0"/>
                    </a:p>
                    <a:p>
                      <a:pPr marL="206375" indent="-113030" algn="l" rtl="0" eaLnBrk="0">
                        <a:lnSpc>
                          <a:spcPct val="99000"/>
                        </a:lnSpc>
                        <a:spcBef>
                          <a:spcPts val="64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项目的绩效考核要符合业务</a:t>
                      </a:r>
                      <a:r>
                        <a:rPr sz="1200" kern="0" spc="-70" dirty="0">
                          <a:solidFill>
                            <a:srgbClr val="000000">
                              <a:alpha val="100000"/>
                            </a:srgbClr>
                          </a:solidFill>
                          <a:cs typeface="微软雅黑" panose="020B0503020204020204" charset="-122"/>
                        </a:rPr>
                        <a:t>助力</a:t>
                      </a:r>
                      <a:r>
                        <a:rPr sz="1200" kern="0" spc="-10" dirty="0">
                          <a:solidFill>
                            <a:srgbClr val="000000">
                              <a:alpha val="100000"/>
                            </a:srgbClr>
                          </a:solidFill>
                          <a:cs typeface="微软雅黑" panose="020B0503020204020204" charset="-122"/>
                        </a:rPr>
                        <a:t>   </a:t>
                      </a:r>
                      <a:r>
                        <a:rPr sz="1200" kern="0" spc="-20" dirty="0">
                          <a:solidFill>
                            <a:srgbClr val="000000">
                              <a:alpha val="100000"/>
                            </a:srgbClr>
                          </a:solidFill>
                          <a:cs typeface="微软雅黑" panose="020B0503020204020204" charset="-122"/>
                        </a:rPr>
                        <a:t>的标准</a:t>
                      </a:r>
                      <a:endParaRPr lang="en-US" altLang="en-US" sz="1200" dirty="0"/>
                    </a:p>
                    <a:p>
                      <a:pPr marL="200025" indent="-106680" algn="l" rtl="0" eaLnBrk="0">
                        <a:lnSpc>
                          <a:spcPct val="99000"/>
                        </a:lnSpc>
                        <a:spcBef>
                          <a:spcPts val="62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项目重要节点的里程评审流</a:t>
                      </a:r>
                      <a:r>
                        <a:rPr sz="1200" kern="0" spc="-70" dirty="0">
                          <a:solidFill>
                            <a:srgbClr val="000000">
                              <a:alpha val="100000"/>
                            </a:srgbClr>
                          </a:solidFill>
                          <a:cs typeface="微软雅黑" panose="020B0503020204020204" charset="-122"/>
                        </a:rPr>
                        <a:t>程的</a:t>
                      </a:r>
                      <a:r>
                        <a:rPr sz="1200" kern="0" spc="-10" dirty="0">
                          <a:solidFill>
                            <a:srgbClr val="000000">
                              <a:alpha val="100000"/>
                            </a:srgbClr>
                          </a:solidFill>
                          <a:cs typeface="微软雅黑" panose="020B0503020204020204" charset="-122"/>
                        </a:rPr>
                        <a:t>   规范化</a:t>
                      </a:r>
                      <a:endParaRPr lang="en-US" altLang="en-US" sz="1200" dirty="0"/>
                    </a:p>
                    <a:p>
                      <a:pPr marL="198120" indent="-104775" algn="l" rtl="0" eaLnBrk="0">
                        <a:lnSpc>
                          <a:spcPct val="100000"/>
                        </a:lnSpc>
                        <a:spcBef>
                          <a:spcPts val="63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项目复盘精细化是不断改进</a:t>
                      </a:r>
                      <a:r>
                        <a:rPr sz="1200" kern="0" spc="-70" dirty="0">
                          <a:solidFill>
                            <a:srgbClr val="000000">
                              <a:alpha val="100000"/>
                            </a:srgbClr>
                          </a:solidFill>
                          <a:cs typeface="微软雅黑" panose="020B0503020204020204" charset="-122"/>
                        </a:rPr>
                        <a:t>的基</a:t>
                      </a:r>
                      <a:r>
                        <a:rPr sz="1200" kern="0" spc="-10" dirty="0">
                          <a:solidFill>
                            <a:srgbClr val="000000">
                              <a:alpha val="100000"/>
                            </a:srgbClr>
                          </a:solidFill>
                          <a:cs typeface="微软雅黑" panose="020B0503020204020204" charset="-122"/>
                        </a:rPr>
                        <a:t>   础</a:t>
                      </a:r>
                      <a:endParaRPr lang="en-US" altLang="en-US" sz="1200" dirty="0"/>
                    </a:p>
                    <a:p>
                      <a:pPr algn="l" rtl="0" eaLnBrk="0">
                        <a:lnSpc>
                          <a:spcPct val="103000"/>
                        </a:lnSpc>
                      </a:pPr>
                      <a:endParaRPr lang="en-US" altLang="en-US" sz="500" dirty="0"/>
                    </a:p>
                    <a:p>
                      <a:pPr marL="200025" indent="-106680" algn="l" rtl="0" eaLnBrk="0">
                        <a:lnSpc>
                          <a:spcPct val="98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项目预算的有效管理和监控</a:t>
                      </a:r>
                      <a:r>
                        <a:rPr sz="1200" kern="0" spc="-70" dirty="0">
                          <a:solidFill>
                            <a:srgbClr val="000000">
                              <a:alpha val="100000"/>
                            </a:srgbClr>
                          </a:solidFill>
                          <a:cs typeface="微软雅黑" panose="020B0503020204020204" charset="-122"/>
                        </a:rPr>
                        <a:t>是控</a:t>
                      </a:r>
                      <a:r>
                        <a:rPr sz="1200" kern="0" spc="-10" dirty="0">
                          <a:solidFill>
                            <a:srgbClr val="000000">
                              <a:alpha val="100000"/>
                            </a:srgbClr>
                          </a:solidFill>
                          <a:cs typeface="微软雅黑" panose="020B0503020204020204" charset="-122"/>
                        </a:rPr>
                        <a:t>   制项目成本的有效手段</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364" name="table 364"/>
          <p:cNvGraphicFramePr>
            <a:graphicFrameLocks noGrp="1"/>
          </p:cNvGraphicFramePr>
          <p:nvPr>
            <p:custDataLst>
              <p:tags r:id="rId9"/>
            </p:custDataLst>
          </p:nvPr>
        </p:nvGraphicFramePr>
        <p:xfrm>
          <a:off x="6595681" y="1119949"/>
          <a:ext cx="2336165" cy="2987040"/>
        </p:xfrm>
        <a:graphic>
          <a:graphicData uri="http://schemas.openxmlformats.org/drawingml/2006/table">
            <a:tbl>
              <a:tblPr/>
              <a:tblGrid>
                <a:gridCol w="233616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721610">
                <a:tc>
                  <a:txBody>
                    <a:bodyPr/>
                    <a:lstStyle/>
                    <a:p>
                      <a:pPr algn="l" rtl="0" eaLnBrk="0">
                        <a:lnSpc>
                          <a:spcPct val="102000"/>
                        </a:lnSpc>
                      </a:pPr>
                      <a:endParaRPr lang="en-US" altLang="en-US" sz="1000" dirty="0"/>
                    </a:p>
                    <a:p>
                      <a:pPr algn="l" rtl="0" eaLnBrk="0">
                        <a:lnSpc>
                          <a:spcPct val="102000"/>
                        </a:lnSpc>
                      </a:pPr>
                      <a:endParaRPr lang="en-US" altLang="en-US" sz="1000" dirty="0"/>
                    </a:p>
                    <a:p>
                      <a:pPr algn="l" rtl="0" eaLnBrk="0">
                        <a:lnSpc>
                          <a:spcPct val="9000"/>
                        </a:lnSpc>
                      </a:pPr>
                      <a:endParaRPr lang="en-US" altLang="en-US" sz="100" dirty="0"/>
                    </a:p>
                    <a:p>
                      <a:pPr marL="245745" indent="-106045" algn="l" rtl="0" eaLnBrk="0">
                        <a:lnSpc>
                          <a:spcPct val="99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有初步文档化的项目规范要</a:t>
                      </a:r>
                      <a:r>
                        <a:rPr sz="1200" kern="0" spc="-70" dirty="0">
                          <a:solidFill>
                            <a:srgbClr val="000000">
                              <a:alpha val="100000"/>
                            </a:srgbClr>
                          </a:solidFill>
                          <a:cs typeface="微软雅黑" panose="020B0503020204020204" charset="-122"/>
                        </a:rPr>
                        <a:t>求,</a:t>
                      </a:r>
                      <a:r>
                        <a:rPr sz="1200" kern="0" spc="-10" dirty="0">
                          <a:solidFill>
                            <a:srgbClr val="000000">
                              <a:alpha val="100000"/>
                            </a:srgbClr>
                          </a:solidFill>
                          <a:cs typeface="微软雅黑" panose="020B0503020204020204" charset="-122"/>
                        </a:rPr>
                        <a:t>  但对项目头首的管控有缺失或   力度不够</a:t>
                      </a:r>
                      <a:endParaRPr lang="en-US" altLang="en-US" sz="1200" dirty="0"/>
                    </a:p>
                    <a:p>
                      <a:pPr marL="245110" indent="-105410" algn="l" rtl="0" eaLnBrk="0">
                        <a:lnSpc>
                          <a:spcPct val="99000"/>
                        </a:lnSpc>
                        <a:spcBef>
                          <a:spcPts val="63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没有形成由项目的价值驱动优   </a:t>
                      </a:r>
                      <a:r>
                        <a:rPr sz="1200" kern="0" spc="-10" dirty="0">
                          <a:solidFill>
                            <a:srgbClr val="000000">
                              <a:alpha val="100000"/>
                            </a:srgbClr>
                          </a:solidFill>
                          <a:cs typeface="微软雅黑" panose="020B0503020204020204" charset="-122"/>
                        </a:rPr>
                        <a:t>先级的工作氛围</a:t>
                      </a:r>
                      <a:endParaRPr lang="en-US" altLang="en-US" sz="1200" dirty="0"/>
                    </a:p>
                    <a:p>
                      <a:pPr marL="266065" indent="-126365" algn="l" rtl="0" eaLnBrk="0">
                        <a:lnSpc>
                          <a:spcPct val="99000"/>
                        </a:lnSpc>
                        <a:spcBef>
                          <a:spcPts val="63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有效准入的缺失导致没法对项   </a:t>
                      </a:r>
                      <a:r>
                        <a:rPr sz="1200" kern="0" spc="-20" dirty="0">
                          <a:solidFill>
                            <a:srgbClr val="000000">
                              <a:alpha val="100000"/>
                            </a:srgbClr>
                          </a:solidFill>
                          <a:cs typeface="微软雅黑" panose="020B0503020204020204" charset="-122"/>
                        </a:rPr>
                        <a:t>目最终业务价值做合理的评估</a:t>
                      </a:r>
                      <a:endParaRPr lang="en-US" altLang="en-US" sz="1200" dirty="0"/>
                    </a:p>
                    <a:p>
                      <a:pPr marL="245110" indent="-105410" algn="l" rtl="0" eaLnBrk="0">
                        <a:lnSpc>
                          <a:spcPct val="99000"/>
                        </a:lnSpc>
                        <a:spcBef>
                          <a:spcPts val="63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过程评审的重要性没能得到充   </a:t>
                      </a:r>
                      <a:r>
                        <a:rPr sz="1200" kern="0" spc="-10" dirty="0">
                          <a:solidFill>
                            <a:srgbClr val="000000">
                              <a:alpha val="100000"/>
                            </a:srgbClr>
                          </a:solidFill>
                          <a:cs typeface="微软雅黑" panose="020B0503020204020204" charset="-122"/>
                        </a:rPr>
                        <a:t>分重视</a:t>
                      </a:r>
                      <a:endParaRPr lang="en-US" altLang="en-US" sz="1200" dirty="0"/>
                    </a:p>
                    <a:p>
                      <a:pPr algn="l" rtl="0" eaLnBrk="0">
                        <a:lnSpc>
                          <a:spcPct val="109000"/>
                        </a:lnSpc>
                      </a:pPr>
                      <a:endParaRPr lang="en-US" altLang="en-US" sz="500" dirty="0"/>
                    </a:p>
                    <a:p>
                      <a:pPr marL="247015" indent="-107315" algn="l" rtl="0" eaLnBrk="0">
                        <a:lnSpc>
                          <a:spcPct val="99000"/>
                        </a:lnSpc>
                        <a:spcBef>
                          <a:spcPts val="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没有项目的预算规划，执行和   </a:t>
                      </a:r>
                      <a:r>
                        <a:rPr sz="1200" kern="0" spc="-20" dirty="0">
                          <a:solidFill>
                            <a:srgbClr val="000000">
                              <a:alpha val="100000"/>
                            </a:srgbClr>
                          </a:solidFill>
                          <a:cs typeface="微软雅黑" panose="020B0503020204020204" charset="-122"/>
                        </a:rPr>
                        <a:t>监控</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368" name="textbox 368"/>
          <p:cNvSpPr/>
          <p:nvPr>
            <p:custDataLst>
              <p:tags r:id="rId10"/>
            </p:custDataLst>
          </p:nvPr>
        </p:nvSpPr>
        <p:spPr>
          <a:xfrm>
            <a:off x="879000" y="426180"/>
            <a:ext cx="10187305" cy="321945"/>
          </a:xfrm>
          <a:prstGeom prst="rect">
            <a:avLst/>
          </a:prstGeom>
        </p:spPr>
        <p:txBody>
          <a:bodyPr vert="horz" wrap="square" lIns="0" tIns="0" rIns="0" bIns="0"/>
          <a:lstStyle/>
          <a:p>
            <a:pPr algn="l" rtl="0" eaLnBrk="0">
              <a:lnSpc>
                <a:spcPct val="88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关键发现1：项目管理体系需要规范：</a:t>
            </a:r>
            <a:r>
              <a:rPr sz="2000" b="1" kern="0" spc="300" dirty="0">
                <a:solidFill>
                  <a:schemeClr val="dk1"/>
                </a:solidFill>
                <a:cs typeface="微软雅黑" panose="020B0503020204020204" charset="-122"/>
              </a:rPr>
              <a:t> </a:t>
            </a:r>
            <a:r>
              <a:rPr sz="2000" b="1" kern="0" spc="0" dirty="0">
                <a:solidFill>
                  <a:schemeClr val="dk1"/>
                </a:solidFill>
                <a:cs typeface="微软雅黑" panose="020B0503020204020204" charset="-122"/>
              </a:rPr>
              <a:t>流程模板不完整；执</a:t>
            </a:r>
            <a:r>
              <a:rPr sz="2000" b="1" kern="0" spc="-10" dirty="0">
                <a:solidFill>
                  <a:schemeClr val="dk1"/>
                </a:solidFill>
                <a:cs typeface="微软雅黑" panose="020B0503020204020204" charset="-122"/>
              </a:rPr>
              <a:t>行效果不如意；流程宣贯不充分</a:t>
            </a:r>
            <a:endParaRPr lang="en-US" altLang="en-US" sz="2000" b="1" kern="0" spc="-10" dirty="0">
              <a:solidFill>
                <a:schemeClr val="dk1"/>
              </a:solidFill>
              <a:cs typeface="微软雅黑" panose="020B0503020204020204" charset="-122"/>
            </a:endParaRPr>
          </a:p>
        </p:txBody>
      </p:sp>
      <p:pic>
        <p:nvPicPr>
          <p:cNvPr id="370" name="picture 370"/>
          <p:cNvPicPr>
            <a:picLocks noChangeAspect="1"/>
          </p:cNvPicPr>
          <p:nvPr>
            <p:custDataLst>
              <p:tags r:id="rId11"/>
            </p:custDataLst>
          </p:nvPr>
        </p:nvPicPr>
        <p:blipFill>
          <a:blip r:embed="rId12"/>
          <a:stretch>
            <a:fillRect/>
          </a:stretch>
        </p:blipFill>
        <p:spPr>
          <a:xfrm rot="21600000">
            <a:off x="4076700" y="1124711"/>
            <a:ext cx="2450592" cy="525779"/>
          </a:xfrm>
          <a:prstGeom prst="rect">
            <a:avLst/>
          </a:prstGeom>
        </p:spPr>
      </p:pic>
      <p:pic>
        <p:nvPicPr>
          <p:cNvPr id="372" name="picture 372"/>
          <p:cNvPicPr>
            <a:picLocks noChangeAspect="1"/>
          </p:cNvPicPr>
          <p:nvPr>
            <p:custDataLst>
              <p:tags r:id="rId13"/>
            </p:custDataLst>
          </p:nvPr>
        </p:nvPicPr>
        <p:blipFill>
          <a:blip r:embed="rId14"/>
          <a:stretch>
            <a:fillRect/>
          </a:stretch>
        </p:blipFill>
        <p:spPr>
          <a:xfrm rot="21600000">
            <a:off x="6600444" y="1124711"/>
            <a:ext cx="2327147" cy="548639"/>
          </a:xfrm>
          <a:prstGeom prst="rect">
            <a:avLst/>
          </a:prstGeom>
        </p:spPr>
      </p:pic>
      <p:pic>
        <p:nvPicPr>
          <p:cNvPr id="374" name="picture 374"/>
          <p:cNvPicPr>
            <a:picLocks noChangeAspect="1"/>
          </p:cNvPicPr>
          <p:nvPr>
            <p:custDataLst>
              <p:tags r:id="rId15"/>
            </p:custDataLst>
          </p:nvPr>
        </p:nvPicPr>
        <p:blipFill>
          <a:blip r:embed="rId16"/>
          <a:stretch>
            <a:fillRect/>
          </a:stretch>
        </p:blipFill>
        <p:spPr>
          <a:xfrm rot="21600000">
            <a:off x="9005316" y="1124711"/>
            <a:ext cx="2400300" cy="525779"/>
          </a:xfrm>
          <a:prstGeom prst="rect">
            <a:avLst/>
          </a:prstGeom>
        </p:spPr>
      </p:pic>
      <p:graphicFrame>
        <p:nvGraphicFramePr>
          <p:cNvPr id="376" name="table 376"/>
          <p:cNvGraphicFramePr>
            <a:graphicFrameLocks noGrp="1"/>
          </p:cNvGraphicFramePr>
          <p:nvPr>
            <p:custDataLst>
              <p:tags r:id="rId17"/>
            </p:custDataLst>
          </p:nvPr>
        </p:nvGraphicFramePr>
        <p:xfrm>
          <a:off x="1132586" y="4398517"/>
          <a:ext cx="526415" cy="1759585"/>
        </p:xfrm>
        <a:graphic>
          <a:graphicData uri="http://schemas.openxmlformats.org/drawingml/2006/table">
            <a:tbl>
              <a:tblPr>
                <a:solidFill>
                  <a:srgbClr val="FFC000"/>
                </a:solidFill>
              </a:tblPr>
              <a:tblGrid>
                <a:gridCol w="526415"/>
              </a:tblGrid>
              <a:tr h="1734185">
                <a:tc>
                  <a:txBody>
                    <a:bodyPr/>
                    <a:lstStyle/>
                    <a:p>
                      <a:pPr algn="l" rtl="0" eaLnBrk="0">
                        <a:lnSpc>
                          <a:spcPct val="111000"/>
                        </a:lnSpc>
                      </a:pPr>
                      <a:endParaRPr lang="en-US" altLang="en-US" sz="1000" dirty="0"/>
                    </a:p>
                    <a:p>
                      <a:pPr algn="l" rtl="0" eaLnBrk="0">
                        <a:lnSpc>
                          <a:spcPct val="9000"/>
                        </a:lnSpc>
                      </a:pPr>
                      <a:endParaRPr lang="en-US" altLang="en-US" sz="100" dirty="0"/>
                    </a:p>
                    <a:p>
                      <a:pPr marL="479425" algn="l" rtl="0" eaLnBrk="0">
                        <a:lnSpc>
                          <a:spcPct val="90000"/>
                        </a:lnSpc>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BF9000"/>
                      </a:solidFill>
                      <a:prstDash val="solid"/>
                      <a:round/>
                      <a:headEnd type="none" w="med" len="med"/>
                      <a:tailEnd type="none" w="med" len="med"/>
                    </a:lnL>
                    <a:lnR w="25400" cap="flat" cmpd="sng" algn="ctr">
                      <a:solidFill>
                        <a:srgbClr val="BF9000"/>
                      </a:solidFill>
                      <a:prstDash val="solid"/>
                      <a:round/>
                      <a:headEnd type="none" w="med" len="med"/>
                      <a:tailEnd type="none" w="med" len="med"/>
                    </a:lnR>
                    <a:lnT w="25400" cap="flat" cmpd="sng" algn="ctr">
                      <a:solidFill>
                        <a:srgbClr val="BF9000"/>
                      </a:solidFill>
                      <a:prstDash val="solid"/>
                      <a:round/>
                      <a:headEnd type="none" w="med" len="med"/>
                      <a:tailEnd type="none" w="med" len="med"/>
                    </a:lnT>
                    <a:lnB w="25400" cap="flat" cmpd="sng" algn="ctr">
                      <a:solidFill>
                        <a:srgbClr val="BF9000"/>
                      </a:solidFill>
                      <a:prstDash val="solid"/>
                      <a:round/>
                      <a:headEnd type="none" w="med" len="med"/>
                      <a:tailEnd type="none" w="med" len="med"/>
                    </a:lnB>
                    <a:solidFill>
                      <a:srgbClr val="FFC000"/>
                    </a:solidFill>
                  </a:tcPr>
                </a:tc>
              </a:tr>
            </a:tbl>
          </a:graphicData>
        </a:graphic>
      </p:graphicFrame>
      <p:pic>
        <p:nvPicPr>
          <p:cNvPr id="380" name="picture 380"/>
          <p:cNvPicPr>
            <a:picLocks noChangeAspect="1"/>
          </p:cNvPicPr>
          <p:nvPr>
            <p:custDataLst>
              <p:tags r:id="rId18"/>
            </p:custDataLst>
          </p:nvPr>
        </p:nvPicPr>
        <p:blipFill>
          <a:blip r:embed="rId19"/>
          <a:stretch>
            <a:fillRect/>
          </a:stretch>
        </p:blipFill>
        <p:spPr>
          <a:xfrm rot="21600000">
            <a:off x="4075700" y="1382945"/>
            <a:ext cx="2452590" cy="272203"/>
          </a:xfrm>
          <a:prstGeom prst="rect">
            <a:avLst/>
          </a:prstGeom>
        </p:spPr>
      </p:pic>
      <p:pic>
        <p:nvPicPr>
          <p:cNvPr id="382" name="picture 382"/>
          <p:cNvPicPr>
            <a:picLocks noChangeAspect="1"/>
          </p:cNvPicPr>
          <p:nvPr>
            <p:custDataLst>
              <p:tags r:id="rId20"/>
            </p:custDataLst>
          </p:nvPr>
        </p:nvPicPr>
        <p:blipFill>
          <a:blip r:embed="rId21"/>
          <a:stretch>
            <a:fillRect/>
          </a:stretch>
        </p:blipFill>
        <p:spPr>
          <a:xfrm rot="21600000">
            <a:off x="6599351" y="1394396"/>
            <a:ext cx="2329333" cy="283590"/>
          </a:xfrm>
          <a:prstGeom prst="rect">
            <a:avLst/>
          </a:prstGeom>
        </p:spPr>
      </p:pic>
      <p:pic>
        <p:nvPicPr>
          <p:cNvPr id="384" name="picture 384"/>
          <p:cNvPicPr>
            <a:picLocks noChangeAspect="1"/>
          </p:cNvPicPr>
          <p:nvPr>
            <p:custDataLst>
              <p:tags r:id="rId22"/>
            </p:custDataLst>
          </p:nvPr>
        </p:nvPicPr>
        <p:blipFill>
          <a:blip r:embed="rId23"/>
          <a:stretch>
            <a:fillRect/>
          </a:stretch>
        </p:blipFill>
        <p:spPr>
          <a:xfrm rot="21600000">
            <a:off x="9004296" y="1382949"/>
            <a:ext cx="2402338" cy="272194"/>
          </a:xfrm>
          <a:prstGeom prst="rect">
            <a:avLst/>
          </a:prstGeom>
        </p:spPr>
      </p:pic>
      <p:sp>
        <p:nvSpPr>
          <p:cNvPr id="386" name="textbox 386"/>
          <p:cNvSpPr/>
          <p:nvPr>
            <p:custDataLst>
              <p:tags r:id="rId24"/>
            </p:custDataLst>
          </p:nvPr>
        </p:nvSpPr>
        <p:spPr>
          <a:xfrm>
            <a:off x="2734513" y="2754299"/>
            <a:ext cx="708659" cy="568959"/>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30175" indent="-117475" algn="l" rtl="0" eaLnBrk="0">
              <a:lnSpc>
                <a:spcPct val="99000"/>
              </a:lnSpc>
            </a:pPr>
            <a:r>
              <a:rPr sz="1800" kern="0" spc="-20" dirty="0">
                <a:solidFill>
                  <a:schemeClr val="dk1"/>
                </a:solidFill>
                <a:cs typeface="微软雅黑" panose="020B0503020204020204" charset="-122"/>
              </a:rPr>
              <a:t>技术和</a:t>
            </a:r>
            <a:r>
              <a:rPr sz="1800" kern="0" spc="20" dirty="0">
                <a:solidFill>
                  <a:schemeClr val="dk1"/>
                </a:solidFill>
                <a:cs typeface="微软雅黑" panose="020B0503020204020204" charset="-122"/>
              </a:rPr>
              <a:t> </a:t>
            </a:r>
            <a:r>
              <a:rPr sz="1800" kern="0" spc="-20" dirty="0">
                <a:solidFill>
                  <a:schemeClr val="dk1"/>
                </a:solidFill>
                <a:cs typeface="微软雅黑" panose="020B0503020204020204" charset="-122"/>
              </a:rPr>
              <a:t>工具</a:t>
            </a:r>
            <a:endParaRPr lang="en-US" altLang="en-US" sz="1800" kern="0" spc="-20" dirty="0">
              <a:solidFill>
                <a:schemeClr val="dk1"/>
              </a:solidFill>
              <a:cs typeface="微软雅黑" panose="020B0503020204020204" charset="-122"/>
            </a:endParaRPr>
          </a:p>
        </p:txBody>
      </p:sp>
      <p:sp>
        <p:nvSpPr>
          <p:cNvPr id="388" name="textbox 388"/>
          <p:cNvSpPr/>
          <p:nvPr>
            <p:custDataLst>
              <p:tags r:id="rId25"/>
            </p:custDataLst>
          </p:nvPr>
        </p:nvSpPr>
        <p:spPr>
          <a:xfrm>
            <a:off x="7431135" y="1255648"/>
            <a:ext cx="737234" cy="233045"/>
          </a:xfrm>
          <a:prstGeom prst="rect">
            <a:avLst/>
          </a:prstGeom>
        </p:spPr>
        <p:txBody>
          <a:bodyPr vert="horz" wrap="square" lIns="0" tIns="0" rIns="0" bIns="0">
            <a:normAutofit/>
          </a:bodyPr>
          <a:lstStyle/>
          <a:p>
            <a:pPr algn="l" rtl="0" eaLnBrk="0">
              <a:lnSpc>
                <a:spcPct val="87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sp>
        <p:nvSpPr>
          <p:cNvPr id="390" name="textbox 390"/>
          <p:cNvSpPr/>
          <p:nvPr>
            <p:custDataLst>
              <p:tags r:id="rId26"/>
            </p:custDataLst>
          </p:nvPr>
        </p:nvSpPr>
        <p:spPr>
          <a:xfrm>
            <a:off x="4998092" y="1262627"/>
            <a:ext cx="73596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关键发现</a:t>
            </a:r>
            <a:endParaRPr lang="en-US" altLang="en-US" sz="1400" b="1" kern="0" spc="-10" dirty="0">
              <a:solidFill>
                <a:schemeClr val="tx1"/>
              </a:solidFill>
              <a:cs typeface="微软雅黑" panose="020B0503020204020204" charset="-122"/>
            </a:endParaRPr>
          </a:p>
        </p:txBody>
      </p:sp>
      <p:sp>
        <p:nvSpPr>
          <p:cNvPr id="392" name="textbox 392"/>
          <p:cNvSpPr/>
          <p:nvPr>
            <p:custDataLst>
              <p:tags r:id="rId27"/>
            </p:custDataLst>
          </p:nvPr>
        </p:nvSpPr>
        <p:spPr>
          <a:xfrm>
            <a:off x="9838301" y="1262627"/>
            <a:ext cx="73215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改进建议</a:t>
            </a:r>
            <a:endParaRPr lang="en-US" altLang="en-US" sz="1400" b="1" kern="0" spc="-10" dirty="0">
              <a:solidFill>
                <a:schemeClr val="tx1"/>
              </a:solidFill>
              <a:cs typeface="微软雅黑" panose="020B0503020204020204" charset="-122"/>
            </a:endParaRPr>
          </a:p>
        </p:txBody>
      </p:sp>
      <p:sp>
        <p:nvSpPr>
          <p:cNvPr id="394" name="textbox 394"/>
          <p:cNvSpPr/>
          <p:nvPr>
            <p:custDataLst>
              <p:tags r:id="rId28"/>
            </p:custDataLst>
          </p:nvPr>
        </p:nvSpPr>
        <p:spPr>
          <a:xfrm>
            <a:off x="896518" y="2995726"/>
            <a:ext cx="480059" cy="292100"/>
          </a:xfrm>
          <a:prstGeom prst="rect">
            <a:avLst/>
          </a:prstGeom>
        </p:spPr>
        <p:txBody>
          <a:bodyPr vert="horz" wrap="square" lIns="0" tIns="0" rIns="0" bIns="0">
            <a:normAutofit/>
          </a:bodyPr>
          <a:lstStyle/>
          <a:p>
            <a:pPr algn="l" rtl="0" eaLnBrk="0">
              <a:lnSpc>
                <a:spcPct val="86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技能</a:t>
            </a:r>
            <a:endParaRPr lang="en-US" altLang="en-US" sz="1800" kern="0" spc="-20" dirty="0">
              <a:solidFill>
                <a:schemeClr val="dk1"/>
              </a:solidFill>
              <a:cs typeface="微软雅黑" panose="020B0503020204020204" charset="-122"/>
            </a:endParaRPr>
          </a:p>
        </p:txBody>
      </p:sp>
      <p:sp>
        <p:nvSpPr>
          <p:cNvPr id="396" name="textbox 396"/>
          <p:cNvSpPr/>
          <p:nvPr>
            <p:custDataLst>
              <p:tags r:id="rId29"/>
            </p:custDataLst>
          </p:nvPr>
        </p:nvSpPr>
        <p:spPr>
          <a:xfrm>
            <a:off x="887831" y="1964486"/>
            <a:ext cx="479425" cy="292100"/>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绩效</a:t>
            </a:r>
            <a:endParaRPr lang="en-US" altLang="en-US" sz="1800" kern="0" spc="-20" dirty="0">
              <a:solidFill>
                <a:schemeClr val="dk1"/>
              </a:solidFill>
              <a:cs typeface="微软雅黑" panose="020B0503020204020204" charset="-122"/>
            </a:endParaRPr>
          </a:p>
        </p:txBody>
      </p:sp>
    </p:spTree>
    <p:custDataLst>
      <p:tags r:id="rId30"/>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直接连接符 20"/>
          <p:cNvCxnSpPr>
            <a:stCxn id="10" idx="6"/>
            <a:endCxn id="11" idx="2"/>
          </p:cNvCxnSpPr>
          <p:nvPr/>
        </p:nvCxnSpPr>
        <p:spPr>
          <a:xfrm>
            <a:off x="4517390" y="3363595"/>
            <a:ext cx="2979420" cy="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4834890" y="2469515"/>
            <a:ext cx="2338705" cy="1941195"/>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834890" y="2458085"/>
            <a:ext cx="2372995" cy="1952625"/>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527675" y="1970405"/>
            <a:ext cx="1021715" cy="292862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5527675" y="1981200"/>
            <a:ext cx="1021715" cy="2915920"/>
          </a:xfrm>
          <a:prstGeom prst="line">
            <a:avLst/>
          </a:prstGeom>
          <a:ln w="222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12" name="textbox 412"/>
          <p:cNvSpPr/>
          <p:nvPr>
            <p:custDataLst>
              <p:tags r:id="rId1"/>
            </p:custDataLst>
          </p:nvPr>
        </p:nvSpPr>
        <p:spPr>
          <a:xfrm>
            <a:off x="898848" y="331057"/>
            <a:ext cx="2299970" cy="321309"/>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20" dirty="0">
                <a:solidFill>
                  <a:schemeClr val="dk1"/>
                </a:solidFill>
                <a:cs typeface="微软雅黑" panose="020B0503020204020204" charset="-122"/>
              </a:rPr>
              <a:t>PMI方法论最佳实践</a:t>
            </a:r>
            <a:endParaRPr lang="en-US" altLang="en-US" sz="2000" b="1" kern="0" spc="-20" dirty="0">
              <a:solidFill>
                <a:schemeClr val="dk1"/>
              </a:solidFill>
              <a:cs typeface="微软雅黑" panose="020B0503020204020204" charset="-122"/>
            </a:endParaRPr>
          </a:p>
        </p:txBody>
      </p:sp>
      <p:sp>
        <p:nvSpPr>
          <p:cNvPr id="4" name="椭圆 3"/>
          <p:cNvSpPr/>
          <p:nvPr/>
        </p:nvSpPr>
        <p:spPr>
          <a:xfrm>
            <a:off x="5287010" y="2643505"/>
            <a:ext cx="1440000" cy="1440000"/>
          </a:xfrm>
          <a:prstGeom prst="ellipse">
            <a:avLst/>
          </a:prstGeom>
          <a:solidFill>
            <a:schemeClr val="bg1"/>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r>
              <a:rPr lang="en-US" altLang="zh-CN" sz="2800" b="1">
                <a:solidFill>
                  <a:srgbClr val="C00000"/>
                </a:solidFill>
                <a:latin typeface="微软雅黑" panose="020B0503020204020204" charset="-122"/>
                <a:ea typeface="微软雅黑" panose="020B0503020204020204" charset="-122"/>
                <a:cs typeface="微软雅黑" panose="020B0503020204020204" charset="-122"/>
              </a:rPr>
              <a:t>10</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大</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知识领域</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 name="椭圆 4"/>
          <p:cNvSpPr/>
          <p:nvPr/>
        </p:nvSpPr>
        <p:spPr>
          <a:xfrm>
            <a:off x="4206875" y="1564005"/>
            <a:ext cx="3600000" cy="3600000"/>
          </a:xfrm>
          <a:prstGeom prst="ellipse">
            <a:avLst/>
          </a:prstGeom>
          <a:noFill/>
          <a:ln w="12700" cmpd="sng">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6" name="椭圆 5"/>
          <p:cNvSpPr/>
          <p:nvPr/>
        </p:nvSpPr>
        <p:spPr>
          <a:xfrm>
            <a:off x="5077460" y="1366520"/>
            <a:ext cx="648000" cy="648000"/>
          </a:xfrm>
          <a:prstGeom prst="ellipse">
            <a:avLst/>
          </a:prstGeom>
          <a:solidFill>
            <a:srgbClr val="006AB4"/>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7" name="椭圆 6"/>
          <p:cNvSpPr/>
          <p:nvPr/>
        </p:nvSpPr>
        <p:spPr>
          <a:xfrm>
            <a:off x="6336665" y="1366520"/>
            <a:ext cx="648000" cy="648000"/>
          </a:xfrm>
          <a:prstGeom prst="ellipse">
            <a:avLst/>
          </a:prstGeom>
          <a:solidFill>
            <a:srgbClr val="2AA639"/>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8" name="椭圆 7"/>
          <p:cNvSpPr/>
          <p:nvPr/>
        </p:nvSpPr>
        <p:spPr>
          <a:xfrm>
            <a:off x="4206875" y="1995805"/>
            <a:ext cx="648000" cy="648000"/>
          </a:xfrm>
          <a:prstGeom prst="ellipse">
            <a:avLst/>
          </a:prstGeom>
          <a:solidFill>
            <a:srgbClr val="2AA639"/>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9" name="椭圆 8"/>
          <p:cNvSpPr/>
          <p:nvPr/>
        </p:nvSpPr>
        <p:spPr>
          <a:xfrm>
            <a:off x="7159625" y="2014220"/>
            <a:ext cx="647700" cy="647700"/>
          </a:xfrm>
          <a:prstGeom prst="ellipse">
            <a:avLst/>
          </a:prstGeom>
          <a:solidFill>
            <a:srgbClr val="006AB4"/>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10" name="椭圆 9"/>
          <p:cNvSpPr/>
          <p:nvPr/>
        </p:nvSpPr>
        <p:spPr>
          <a:xfrm>
            <a:off x="3869690" y="3039745"/>
            <a:ext cx="648000" cy="648000"/>
          </a:xfrm>
          <a:prstGeom prst="ellipse">
            <a:avLst/>
          </a:prstGeom>
          <a:solidFill>
            <a:srgbClr val="006AB4"/>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11" name="椭圆 10"/>
          <p:cNvSpPr/>
          <p:nvPr/>
        </p:nvSpPr>
        <p:spPr>
          <a:xfrm>
            <a:off x="7496810" y="3039745"/>
            <a:ext cx="648000" cy="648000"/>
          </a:xfrm>
          <a:prstGeom prst="ellipse">
            <a:avLst/>
          </a:prstGeom>
          <a:solidFill>
            <a:srgbClr val="2AA639"/>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12" name="椭圆 11"/>
          <p:cNvSpPr/>
          <p:nvPr/>
        </p:nvSpPr>
        <p:spPr>
          <a:xfrm>
            <a:off x="4206875" y="4211320"/>
            <a:ext cx="648000" cy="648000"/>
          </a:xfrm>
          <a:prstGeom prst="ellipse">
            <a:avLst/>
          </a:prstGeom>
          <a:solidFill>
            <a:srgbClr val="2AA639"/>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13" name="椭圆 12"/>
          <p:cNvSpPr/>
          <p:nvPr/>
        </p:nvSpPr>
        <p:spPr>
          <a:xfrm>
            <a:off x="7159625" y="4211320"/>
            <a:ext cx="648000" cy="648000"/>
          </a:xfrm>
          <a:prstGeom prst="ellipse">
            <a:avLst/>
          </a:prstGeom>
          <a:solidFill>
            <a:srgbClr val="006AB4"/>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14" name="椭圆 13"/>
          <p:cNvSpPr/>
          <p:nvPr/>
        </p:nvSpPr>
        <p:spPr>
          <a:xfrm>
            <a:off x="5077460" y="4859020"/>
            <a:ext cx="648000" cy="648000"/>
          </a:xfrm>
          <a:prstGeom prst="ellipse">
            <a:avLst/>
          </a:prstGeom>
          <a:solidFill>
            <a:srgbClr val="006AB4"/>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15" name="椭圆 14"/>
          <p:cNvSpPr/>
          <p:nvPr/>
        </p:nvSpPr>
        <p:spPr>
          <a:xfrm>
            <a:off x="6336665" y="4859020"/>
            <a:ext cx="648000" cy="648000"/>
          </a:xfrm>
          <a:prstGeom prst="ellipse">
            <a:avLst/>
          </a:prstGeom>
          <a:solidFill>
            <a:srgbClr val="2AA639"/>
          </a:solidFill>
          <a:ln>
            <a:no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ea typeface="微软雅黑" panose="020B0503020204020204" charset="-122"/>
              <a:cs typeface="微软雅黑" panose="020B0503020204020204" charset="-122"/>
            </a:endParaRPr>
          </a:p>
        </p:txBody>
      </p:sp>
      <p:sp>
        <p:nvSpPr>
          <p:cNvPr id="22" name="文本框 21"/>
          <p:cNvSpPr txBox="1"/>
          <p:nvPr/>
        </p:nvSpPr>
        <p:spPr>
          <a:xfrm>
            <a:off x="3222625" y="762635"/>
            <a:ext cx="2305050" cy="922020"/>
          </a:xfrm>
          <a:prstGeom prst="rect">
            <a:avLst/>
          </a:prstGeom>
          <a:noFill/>
        </p:spPr>
        <p:txBody>
          <a:bodyPr wrap="square" rtlCol="0">
            <a:spAutoFit/>
          </a:bodyPr>
          <a:p>
            <a:pPr algn="ctr"/>
            <a:r>
              <a:rPr lang="zh-CN" altLang="en-US" b="1" dirty="0" err="1" smtClean="0">
                <a:solidFill>
                  <a:srgbClr val="006AB4"/>
                </a:solidFill>
              </a:rPr>
              <a:t>质量管理</a:t>
            </a:r>
            <a:endParaRPr lang="zh-CN" altLang="en-US" b="1" dirty="0" err="1" smtClean="0">
              <a:solidFill>
                <a:srgbClr val="006AB4"/>
              </a:solidFill>
            </a:endParaRPr>
          </a:p>
          <a:p>
            <a:pPr algn="ctr"/>
            <a:r>
              <a:rPr lang="zh-CN" altLang="en-US" sz="1200" b="1" dirty="0" err="1" smtClean="0">
                <a:solidFill>
                  <a:schemeClr val="tx1"/>
                </a:solidFill>
              </a:rPr>
              <a:t>规划质量</a:t>
            </a:r>
            <a:endParaRPr lang="zh-CN" altLang="en-US" sz="1200" b="1" dirty="0" err="1" smtClean="0">
              <a:solidFill>
                <a:schemeClr val="tx1"/>
              </a:solidFill>
            </a:endParaRPr>
          </a:p>
          <a:p>
            <a:pPr algn="ctr"/>
            <a:r>
              <a:rPr lang="zh-CN" altLang="en-US" sz="1200" b="1" dirty="0" err="1" smtClean="0">
                <a:solidFill>
                  <a:schemeClr val="tx1"/>
                </a:solidFill>
              </a:rPr>
              <a:t>实时质量保证</a:t>
            </a:r>
            <a:endParaRPr lang="zh-CN" altLang="en-US" sz="1200" b="1" dirty="0" err="1" smtClean="0">
              <a:solidFill>
                <a:schemeClr val="tx1"/>
              </a:solidFill>
            </a:endParaRPr>
          </a:p>
          <a:p>
            <a:pPr algn="ctr"/>
            <a:r>
              <a:rPr lang="zh-CN" altLang="en-US" sz="1200" b="1" dirty="0" err="1" smtClean="0">
                <a:solidFill>
                  <a:schemeClr val="tx1"/>
                </a:solidFill>
              </a:rPr>
              <a:t>实时质量控制</a:t>
            </a:r>
            <a:endParaRPr lang="zh-CN" altLang="en-US" sz="1200" b="1" dirty="0" err="1" smtClean="0">
              <a:solidFill>
                <a:schemeClr val="tx1"/>
              </a:solidFill>
            </a:endParaRPr>
          </a:p>
        </p:txBody>
      </p:sp>
      <p:sp>
        <p:nvSpPr>
          <p:cNvPr id="23" name="path"/>
          <p:cNvSpPr/>
          <p:nvPr/>
        </p:nvSpPr>
        <p:spPr>
          <a:xfrm>
            <a:off x="3730243" y="651128"/>
            <a:ext cx="1333500" cy="1190244"/>
          </a:xfrm>
          <a:custGeom>
            <a:avLst/>
            <a:gdLst/>
            <a:ahLst/>
            <a:cxnLst/>
            <a:rect l="0" t="0" r="0" b="0"/>
            <a:pathLst>
              <a:path w="2100" h="1874">
                <a:moveTo>
                  <a:pt x="30" y="332"/>
                </a:moveTo>
                <a:cubicBezTo>
                  <a:pt x="30" y="165"/>
                  <a:pt x="165" y="30"/>
                  <a:pt x="332" y="30"/>
                </a:cubicBezTo>
                <a:lnTo>
                  <a:pt x="1767" y="30"/>
                </a:lnTo>
                <a:cubicBezTo>
                  <a:pt x="1934" y="30"/>
                  <a:pt x="2070" y="165"/>
                  <a:pt x="2070" y="332"/>
                </a:cubicBezTo>
                <a:lnTo>
                  <a:pt x="2070" y="1542"/>
                </a:lnTo>
                <a:cubicBezTo>
                  <a:pt x="2070" y="1709"/>
                  <a:pt x="1934" y="1844"/>
                  <a:pt x="1767" y="1844"/>
                </a:cubicBezTo>
                <a:lnTo>
                  <a:pt x="332" y="1844"/>
                </a:lnTo>
                <a:cubicBezTo>
                  <a:pt x="165" y="1844"/>
                  <a:pt x="30" y="1709"/>
                  <a:pt x="30" y="1542"/>
                </a:cubicBezTo>
                <a:lnTo>
                  <a:pt x="30" y="332"/>
                </a:lnTo>
                <a:close/>
              </a:path>
            </a:pathLst>
          </a:custGeom>
          <a:noFill/>
          <a:ln w="38100" cap="flat">
            <a:solidFill>
              <a:srgbClr val="BABABA">
                <a:alpha val="100000"/>
              </a:srgbClr>
            </a:solidFill>
            <a:prstDash val="solid"/>
            <a:miter lim="1000000"/>
          </a:ln>
        </p:spPr>
        <p:txBody>
          <a:bodyPr rtlCol="0"/>
          <a:p>
            <a:pPr algn="ctr"/>
            <a:endParaRPr lang="zh-CN" altLang="en-US"/>
          </a:p>
        </p:txBody>
      </p:sp>
      <p:sp>
        <p:nvSpPr>
          <p:cNvPr id="24" name="文本框 23"/>
          <p:cNvSpPr txBox="1"/>
          <p:nvPr/>
        </p:nvSpPr>
        <p:spPr>
          <a:xfrm>
            <a:off x="6984365" y="560705"/>
            <a:ext cx="2305050" cy="1106805"/>
          </a:xfrm>
          <a:prstGeom prst="rect">
            <a:avLst/>
          </a:prstGeom>
          <a:noFill/>
        </p:spPr>
        <p:txBody>
          <a:bodyPr wrap="square" rtlCol="0">
            <a:spAutoFit/>
          </a:bodyPr>
          <a:p>
            <a:pPr algn="ctr"/>
            <a:r>
              <a:rPr lang="zh-CN" altLang="en-US" b="1" dirty="0" err="1" smtClean="0">
                <a:solidFill>
                  <a:srgbClr val="2AA639"/>
                </a:solidFill>
              </a:rPr>
              <a:t>利益相关者管理</a:t>
            </a:r>
            <a:endParaRPr lang="zh-CN" altLang="en-US" b="1" dirty="0" err="1" smtClean="0">
              <a:solidFill>
                <a:srgbClr val="2AA639"/>
              </a:solidFill>
            </a:endParaRPr>
          </a:p>
          <a:p>
            <a:pPr algn="ctr"/>
            <a:r>
              <a:rPr lang="zh-CN" altLang="en-US" sz="1200" b="1" dirty="0" err="1" smtClean="0">
                <a:solidFill>
                  <a:schemeClr val="tx1"/>
                </a:solidFill>
              </a:rPr>
              <a:t>识别利益相关者</a:t>
            </a:r>
            <a:endParaRPr lang="zh-CN" altLang="en-US" sz="1200" b="1" dirty="0" err="1" smtClean="0">
              <a:solidFill>
                <a:schemeClr val="tx1"/>
              </a:solidFill>
            </a:endParaRPr>
          </a:p>
          <a:p>
            <a:pPr algn="ctr"/>
            <a:r>
              <a:rPr lang="zh-CN" altLang="en-US" sz="1200" b="1" dirty="0" err="1" smtClean="0">
                <a:solidFill>
                  <a:schemeClr val="tx1"/>
                </a:solidFill>
              </a:rPr>
              <a:t>规划利益相关者管理</a:t>
            </a:r>
            <a:endParaRPr lang="zh-CN" altLang="en-US" sz="1200" b="1" dirty="0" err="1" smtClean="0">
              <a:solidFill>
                <a:schemeClr val="tx1"/>
              </a:solidFill>
            </a:endParaRPr>
          </a:p>
          <a:p>
            <a:pPr algn="ctr"/>
            <a:r>
              <a:rPr lang="zh-CN" altLang="en-US" sz="1200" b="1" dirty="0" err="1" smtClean="0">
                <a:solidFill>
                  <a:schemeClr val="tx1"/>
                </a:solidFill>
              </a:rPr>
              <a:t>管理利益相关者参与</a:t>
            </a:r>
            <a:endParaRPr lang="zh-CN" altLang="en-US" sz="1200" b="1" dirty="0" err="1" smtClean="0">
              <a:solidFill>
                <a:schemeClr val="tx1"/>
              </a:solidFill>
            </a:endParaRPr>
          </a:p>
          <a:p>
            <a:pPr algn="ctr"/>
            <a:r>
              <a:rPr lang="zh-CN" altLang="en-US" sz="1200" b="1" dirty="0" err="1" smtClean="0">
                <a:solidFill>
                  <a:schemeClr val="tx1"/>
                </a:solidFill>
              </a:rPr>
              <a:t>控制利益相关者参与</a:t>
            </a:r>
            <a:endParaRPr lang="zh-CN" altLang="en-US" sz="1200" b="1" dirty="0" err="1" smtClean="0">
              <a:solidFill>
                <a:schemeClr val="tx1"/>
              </a:solidFill>
            </a:endParaRPr>
          </a:p>
        </p:txBody>
      </p:sp>
      <p:sp>
        <p:nvSpPr>
          <p:cNvPr id="25" name="path"/>
          <p:cNvSpPr/>
          <p:nvPr/>
        </p:nvSpPr>
        <p:spPr>
          <a:xfrm>
            <a:off x="7006082" y="506095"/>
            <a:ext cx="2157983" cy="1184147"/>
          </a:xfrm>
          <a:custGeom>
            <a:avLst/>
            <a:gdLst/>
            <a:ahLst/>
            <a:cxnLst/>
            <a:rect l="0" t="0" r="0" b="0"/>
            <a:pathLst>
              <a:path w="3398" h="1864">
                <a:moveTo>
                  <a:pt x="30" y="330"/>
                </a:moveTo>
                <a:cubicBezTo>
                  <a:pt x="30" y="164"/>
                  <a:pt x="164" y="30"/>
                  <a:pt x="330" y="30"/>
                </a:cubicBezTo>
                <a:lnTo>
                  <a:pt x="3067" y="30"/>
                </a:lnTo>
                <a:cubicBezTo>
                  <a:pt x="3233" y="30"/>
                  <a:pt x="3368" y="164"/>
                  <a:pt x="3368" y="330"/>
                </a:cubicBezTo>
                <a:lnTo>
                  <a:pt x="3368" y="1533"/>
                </a:lnTo>
                <a:cubicBezTo>
                  <a:pt x="3368" y="1700"/>
                  <a:pt x="3233" y="1834"/>
                  <a:pt x="3067" y="1834"/>
                </a:cubicBezTo>
                <a:lnTo>
                  <a:pt x="330" y="1834"/>
                </a:lnTo>
                <a:cubicBezTo>
                  <a:pt x="164" y="1834"/>
                  <a:pt x="30" y="1700"/>
                  <a:pt x="30" y="1533"/>
                </a:cubicBezTo>
                <a:lnTo>
                  <a:pt x="30" y="330"/>
                </a:lnTo>
                <a:close/>
              </a:path>
            </a:pathLst>
          </a:custGeom>
          <a:noFill/>
          <a:ln w="38100" cap="flat">
            <a:solidFill>
              <a:srgbClr val="BABABA">
                <a:alpha val="100000"/>
              </a:srgbClr>
            </a:solidFill>
            <a:prstDash val="solid"/>
            <a:miter lim="1000000"/>
          </a:ln>
        </p:spPr>
        <p:txBody>
          <a:bodyPr rtlCol="0"/>
          <a:p>
            <a:pPr algn="ctr"/>
            <a:endParaRPr lang="zh-CN" altLang="en-US"/>
          </a:p>
        </p:txBody>
      </p:sp>
      <p:sp>
        <p:nvSpPr>
          <p:cNvPr id="26" name="path"/>
          <p:cNvSpPr/>
          <p:nvPr/>
        </p:nvSpPr>
        <p:spPr>
          <a:xfrm>
            <a:off x="8060308" y="1841753"/>
            <a:ext cx="1333500" cy="1190244"/>
          </a:xfrm>
          <a:custGeom>
            <a:avLst/>
            <a:gdLst/>
            <a:ahLst/>
            <a:cxnLst/>
            <a:rect l="0" t="0" r="0" b="0"/>
            <a:pathLst>
              <a:path w="2100" h="1874">
                <a:moveTo>
                  <a:pt x="30" y="332"/>
                </a:moveTo>
                <a:cubicBezTo>
                  <a:pt x="30" y="165"/>
                  <a:pt x="165" y="30"/>
                  <a:pt x="332" y="30"/>
                </a:cubicBezTo>
                <a:lnTo>
                  <a:pt x="1767" y="30"/>
                </a:lnTo>
                <a:cubicBezTo>
                  <a:pt x="1934" y="30"/>
                  <a:pt x="2070" y="165"/>
                  <a:pt x="2070" y="332"/>
                </a:cubicBezTo>
                <a:lnTo>
                  <a:pt x="2070" y="1542"/>
                </a:lnTo>
                <a:cubicBezTo>
                  <a:pt x="2070" y="1709"/>
                  <a:pt x="1934" y="1844"/>
                  <a:pt x="1767" y="1844"/>
                </a:cubicBezTo>
                <a:lnTo>
                  <a:pt x="332" y="1844"/>
                </a:lnTo>
                <a:cubicBezTo>
                  <a:pt x="165" y="1844"/>
                  <a:pt x="30" y="1709"/>
                  <a:pt x="30" y="1542"/>
                </a:cubicBezTo>
                <a:lnTo>
                  <a:pt x="30" y="332"/>
                </a:lnTo>
                <a:close/>
              </a:path>
            </a:pathLst>
          </a:custGeom>
          <a:noFill/>
          <a:ln w="38100" cap="flat">
            <a:solidFill>
              <a:srgbClr val="BABABA">
                <a:alpha val="100000"/>
              </a:srgbClr>
            </a:solidFill>
            <a:prstDash val="solid"/>
            <a:miter lim="1000000"/>
          </a:ln>
        </p:spPr>
        <p:txBody>
          <a:bodyPr rtlCol="0"/>
          <a:p>
            <a:pPr algn="ctr"/>
            <a:endParaRPr lang="zh-CN" altLang="en-US"/>
          </a:p>
        </p:txBody>
      </p:sp>
      <p:sp>
        <p:nvSpPr>
          <p:cNvPr id="27" name="文本框 26"/>
          <p:cNvSpPr txBox="1"/>
          <p:nvPr/>
        </p:nvSpPr>
        <p:spPr>
          <a:xfrm>
            <a:off x="7559675" y="1880235"/>
            <a:ext cx="2305050" cy="1106805"/>
          </a:xfrm>
          <a:prstGeom prst="rect">
            <a:avLst/>
          </a:prstGeom>
          <a:noFill/>
        </p:spPr>
        <p:txBody>
          <a:bodyPr wrap="square" rtlCol="0">
            <a:spAutoFit/>
          </a:bodyPr>
          <a:p>
            <a:pPr algn="ctr"/>
            <a:r>
              <a:rPr lang="zh-CN" altLang="en-US" b="1" dirty="0" err="1" smtClean="0">
                <a:solidFill>
                  <a:srgbClr val="006AB4"/>
                </a:solidFill>
              </a:rPr>
              <a:t>成本管理</a:t>
            </a:r>
            <a:endParaRPr lang="zh-CN" altLang="en-US" b="1" dirty="0" err="1" smtClean="0">
              <a:solidFill>
                <a:srgbClr val="006AB4"/>
              </a:solidFill>
            </a:endParaRPr>
          </a:p>
          <a:p>
            <a:pPr algn="ctr"/>
            <a:r>
              <a:rPr lang="zh-CN" altLang="en-US" sz="1200" b="1" dirty="0" err="1" smtClean="0">
                <a:solidFill>
                  <a:schemeClr val="tx1"/>
                </a:solidFill>
              </a:rPr>
              <a:t>规划成本管理</a:t>
            </a:r>
            <a:endParaRPr lang="zh-CN" altLang="en-US" sz="1200" b="1" dirty="0" err="1" smtClean="0">
              <a:solidFill>
                <a:schemeClr val="tx1"/>
              </a:solidFill>
            </a:endParaRPr>
          </a:p>
          <a:p>
            <a:pPr algn="ctr"/>
            <a:r>
              <a:rPr lang="zh-CN" altLang="en-US" sz="1200" b="1" dirty="0" err="1" smtClean="0">
                <a:solidFill>
                  <a:schemeClr val="tx1"/>
                </a:solidFill>
              </a:rPr>
              <a:t>估算成本</a:t>
            </a:r>
            <a:endParaRPr lang="zh-CN" altLang="en-US" sz="1200" b="1" dirty="0" err="1" smtClean="0">
              <a:solidFill>
                <a:schemeClr val="tx1"/>
              </a:solidFill>
            </a:endParaRPr>
          </a:p>
          <a:p>
            <a:pPr algn="ctr"/>
            <a:r>
              <a:rPr lang="zh-CN" altLang="en-US" sz="1200" b="1" dirty="0" err="1" smtClean="0">
                <a:solidFill>
                  <a:schemeClr val="tx1"/>
                </a:solidFill>
              </a:rPr>
              <a:t>制定预算</a:t>
            </a:r>
            <a:endParaRPr lang="zh-CN" altLang="en-US" sz="1200" b="1" dirty="0" err="1" smtClean="0">
              <a:solidFill>
                <a:schemeClr val="tx1"/>
              </a:solidFill>
            </a:endParaRPr>
          </a:p>
          <a:p>
            <a:pPr algn="ctr"/>
            <a:r>
              <a:rPr lang="zh-CN" altLang="en-US" sz="1200" b="1" dirty="0" err="1" smtClean="0">
                <a:solidFill>
                  <a:schemeClr val="tx1"/>
                </a:solidFill>
              </a:rPr>
              <a:t>控制成本</a:t>
            </a:r>
            <a:endParaRPr lang="zh-CN" altLang="en-US" sz="1200" b="1" dirty="0" err="1" smtClean="0">
              <a:solidFill>
                <a:schemeClr val="tx1"/>
              </a:solidFill>
            </a:endParaRPr>
          </a:p>
        </p:txBody>
      </p:sp>
      <p:sp>
        <p:nvSpPr>
          <p:cNvPr id="28" name="文本框 27"/>
          <p:cNvSpPr txBox="1"/>
          <p:nvPr/>
        </p:nvSpPr>
        <p:spPr>
          <a:xfrm>
            <a:off x="1491615" y="1841500"/>
            <a:ext cx="2305050" cy="1106805"/>
          </a:xfrm>
          <a:prstGeom prst="rect">
            <a:avLst/>
          </a:prstGeom>
          <a:noFill/>
        </p:spPr>
        <p:txBody>
          <a:bodyPr wrap="square" rtlCol="0">
            <a:spAutoFit/>
          </a:bodyPr>
          <a:p>
            <a:pPr algn="ctr"/>
            <a:r>
              <a:rPr lang="zh-CN" altLang="en-US" b="1" dirty="0" err="1" smtClean="0">
                <a:solidFill>
                  <a:srgbClr val="2AA639"/>
                </a:solidFill>
              </a:rPr>
              <a:t>人力资源管理</a:t>
            </a:r>
            <a:endParaRPr lang="zh-CN" altLang="en-US" b="1" dirty="0" err="1" smtClean="0">
              <a:solidFill>
                <a:srgbClr val="2AA639"/>
              </a:solidFill>
            </a:endParaRPr>
          </a:p>
          <a:p>
            <a:pPr algn="ctr"/>
            <a:r>
              <a:rPr lang="zh-CN" altLang="en-US" sz="1200" b="1" dirty="0" err="1" smtClean="0">
                <a:solidFill>
                  <a:schemeClr val="tx1"/>
                </a:solidFill>
              </a:rPr>
              <a:t>规划人力资源管理</a:t>
            </a:r>
            <a:endParaRPr lang="zh-CN" altLang="en-US" sz="1200" b="1" dirty="0" err="1" smtClean="0">
              <a:solidFill>
                <a:schemeClr val="tx1"/>
              </a:solidFill>
            </a:endParaRPr>
          </a:p>
          <a:p>
            <a:pPr algn="ctr"/>
            <a:r>
              <a:rPr lang="zh-CN" altLang="en-US" sz="1200" b="1" dirty="0" err="1" smtClean="0">
                <a:solidFill>
                  <a:schemeClr val="tx1"/>
                </a:solidFill>
              </a:rPr>
              <a:t>组建项目团队</a:t>
            </a:r>
            <a:endParaRPr lang="zh-CN" altLang="en-US" sz="1200" b="1" dirty="0" err="1" smtClean="0">
              <a:solidFill>
                <a:schemeClr val="tx1"/>
              </a:solidFill>
            </a:endParaRPr>
          </a:p>
          <a:p>
            <a:pPr algn="ctr"/>
            <a:r>
              <a:rPr lang="zh-CN" altLang="en-US" sz="1200" b="1" dirty="0" err="1" smtClean="0">
                <a:solidFill>
                  <a:schemeClr val="tx1"/>
                </a:solidFill>
              </a:rPr>
              <a:t>建设项目团队</a:t>
            </a:r>
            <a:endParaRPr lang="zh-CN" altLang="en-US" sz="1200" b="1" dirty="0" err="1" smtClean="0">
              <a:solidFill>
                <a:schemeClr val="tx1"/>
              </a:solidFill>
            </a:endParaRPr>
          </a:p>
          <a:p>
            <a:pPr algn="ctr"/>
            <a:r>
              <a:rPr lang="zh-CN" altLang="en-US" sz="1200" b="1" dirty="0" err="1" smtClean="0">
                <a:solidFill>
                  <a:schemeClr val="tx1"/>
                </a:solidFill>
              </a:rPr>
              <a:t>管理项目团队</a:t>
            </a:r>
            <a:endParaRPr lang="zh-CN" altLang="en-US" sz="1200" b="1" dirty="0" err="1" smtClean="0">
              <a:solidFill>
                <a:schemeClr val="tx1"/>
              </a:solidFill>
            </a:endParaRPr>
          </a:p>
        </p:txBody>
      </p:sp>
      <p:sp>
        <p:nvSpPr>
          <p:cNvPr id="29" name="文本框 28"/>
          <p:cNvSpPr txBox="1"/>
          <p:nvPr/>
        </p:nvSpPr>
        <p:spPr>
          <a:xfrm>
            <a:off x="8773160" y="2844800"/>
            <a:ext cx="2305050" cy="1845310"/>
          </a:xfrm>
          <a:prstGeom prst="rect">
            <a:avLst/>
          </a:prstGeom>
          <a:noFill/>
        </p:spPr>
        <p:txBody>
          <a:bodyPr wrap="square" rtlCol="0">
            <a:spAutoFit/>
          </a:bodyPr>
          <a:p>
            <a:pPr algn="ctr"/>
            <a:r>
              <a:rPr lang="zh-CN" altLang="en-US" b="1" dirty="0" err="1" smtClean="0">
                <a:solidFill>
                  <a:srgbClr val="2AA639"/>
                </a:solidFill>
              </a:rPr>
              <a:t>时间管理</a:t>
            </a:r>
            <a:endParaRPr lang="zh-CN" altLang="en-US" b="1" dirty="0" err="1" smtClean="0">
              <a:solidFill>
                <a:srgbClr val="2AA639"/>
              </a:solidFill>
            </a:endParaRPr>
          </a:p>
          <a:p>
            <a:pPr algn="ctr"/>
            <a:r>
              <a:rPr lang="zh-CN" altLang="en-US" sz="1200" b="1" dirty="0" err="1" smtClean="0">
                <a:solidFill>
                  <a:schemeClr val="tx1"/>
                </a:solidFill>
              </a:rPr>
              <a:t>规划进度管理</a:t>
            </a:r>
            <a:endParaRPr lang="zh-CN" altLang="en-US" sz="1200" b="1" dirty="0" err="1" smtClean="0">
              <a:solidFill>
                <a:schemeClr val="tx1"/>
              </a:solidFill>
            </a:endParaRPr>
          </a:p>
          <a:p>
            <a:pPr algn="ctr"/>
            <a:r>
              <a:rPr lang="zh-CN" altLang="en-US" sz="1200" b="1" dirty="0" err="1" smtClean="0">
                <a:solidFill>
                  <a:schemeClr val="tx1"/>
                </a:solidFill>
              </a:rPr>
              <a:t>定义活动</a:t>
            </a:r>
            <a:endParaRPr lang="zh-CN" altLang="en-US" sz="1200" b="1" dirty="0" err="1" smtClean="0">
              <a:solidFill>
                <a:schemeClr val="tx1"/>
              </a:solidFill>
            </a:endParaRPr>
          </a:p>
          <a:p>
            <a:pPr algn="ctr"/>
            <a:r>
              <a:rPr lang="zh-CN" altLang="en-US" sz="1200" b="1" dirty="0" err="1" smtClean="0">
                <a:solidFill>
                  <a:schemeClr val="tx1"/>
                </a:solidFill>
              </a:rPr>
              <a:t>排列活动顺序</a:t>
            </a:r>
            <a:endParaRPr lang="zh-CN" altLang="en-US" sz="1200" b="1" dirty="0" err="1" smtClean="0">
              <a:solidFill>
                <a:schemeClr val="tx1"/>
              </a:solidFill>
            </a:endParaRPr>
          </a:p>
          <a:p>
            <a:pPr algn="ctr"/>
            <a:r>
              <a:rPr lang="zh-CN" altLang="en-US" sz="1200" b="1" dirty="0" err="1" smtClean="0">
                <a:solidFill>
                  <a:schemeClr val="tx1"/>
                </a:solidFill>
              </a:rPr>
              <a:t>估算活动资源</a:t>
            </a:r>
            <a:endParaRPr lang="zh-CN" altLang="en-US" sz="1200" b="1" dirty="0" err="1" smtClean="0">
              <a:solidFill>
                <a:schemeClr val="tx1"/>
              </a:solidFill>
            </a:endParaRPr>
          </a:p>
          <a:p>
            <a:pPr algn="ctr"/>
            <a:r>
              <a:rPr lang="zh-CN" altLang="en-US" sz="1200" b="1" dirty="0" err="1" smtClean="0">
                <a:solidFill>
                  <a:schemeClr val="tx1"/>
                </a:solidFill>
              </a:rPr>
              <a:t>排列活动持续时间</a:t>
            </a:r>
            <a:endParaRPr lang="zh-CN" altLang="en-US" sz="1200" b="1" dirty="0" err="1" smtClean="0">
              <a:solidFill>
                <a:schemeClr val="tx1"/>
              </a:solidFill>
            </a:endParaRPr>
          </a:p>
          <a:p>
            <a:pPr algn="ctr"/>
            <a:r>
              <a:rPr lang="zh-CN" altLang="en-US" sz="1200" b="1" dirty="0" err="1" smtClean="0">
                <a:solidFill>
                  <a:schemeClr val="tx1"/>
                </a:solidFill>
              </a:rPr>
              <a:t>估计互动持续时间</a:t>
            </a:r>
            <a:endParaRPr lang="zh-CN" altLang="en-US" sz="1200" b="1" dirty="0" err="1" smtClean="0">
              <a:solidFill>
                <a:schemeClr val="tx1"/>
              </a:solidFill>
            </a:endParaRPr>
          </a:p>
          <a:p>
            <a:pPr algn="ctr"/>
            <a:r>
              <a:rPr lang="zh-CN" altLang="en-US" sz="1200" b="1" dirty="0" err="1" smtClean="0">
                <a:solidFill>
                  <a:schemeClr val="tx1"/>
                </a:solidFill>
              </a:rPr>
              <a:t>制定进度计划</a:t>
            </a:r>
            <a:endParaRPr lang="zh-CN" altLang="en-US" sz="1200" b="1" dirty="0" err="1" smtClean="0">
              <a:solidFill>
                <a:schemeClr val="tx1"/>
              </a:solidFill>
            </a:endParaRPr>
          </a:p>
          <a:p>
            <a:pPr algn="ctr"/>
            <a:r>
              <a:rPr lang="zh-CN" altLang="en-US" sz="1200" b="1" dirty="0" err="1" smtClean="0">
                <a:solidFill>
                  <a:schemeClr val="tx1"/>
                </a:solidFill>
              </a:rPr>
              <a:t>控制进度</a:t>
            </a:r>
            <a:endParaRPr lang="zh-CN" altLang="en-US" sz="1200" b="1" dirty="0" err="1" smtClean="0">
              <a:solidFill>
                <a:schemeClr val="tx1"/>
              </a:solidFill>
            </a:endParaRPr>
          </a:p>
        </p:txBody>
      </p:sp>
      <p:sp>
        <p:nvSpPr>
          <p:cNvPr id="30" name="文本框 29"/>
          <p:cNvSpPr txBox="1"/>
          <p:nvPr/>
        </p:nvSpPr>
        <p:spPr>
          <a:xfrm>
            <a:off x="964565" y="3050540"/>
            <a:ext cx="2305050" cy="1476375"/>
          </a:xfrm>
          <a:prstGeom prst="rect">
            <a:avLst/>
          </a:prstGeom>
          <a:noFill/>
        </p:spPr>
        <p:txBody>
          <a:bodyPr wrap="square" rtlCol="0">
            <a:spAutoFit/>
          </a:bodyPr>
          <a:p>
            <a:pPr algn="ctr"/>
            <a:r>
              <a:rPr lang="zh-CN" altLang="en-US" b="1" dirty="0" err="1" smtClean="0">
                <a:solidFill>
                  <a:srgbClr val="006AB4"/>
                </a:solidFill>
              </a:rPr>
              <a:t>范围管理</a:t>
            </a:r>
            <a:endParaRPr lang="zh-CN" altLang="en-US" b="1" dirty="0" err="1" smtClean="0">
              <a:solidFill>
                <a:srgbClr val="006AB4"/>
              </a:solidFill>
            </a:endParaRPr>
          </a:p>
          <a:p>
            <a:pPr algn="ctr"/>
            <a:r>
              <a:rPr lang="zh-CN" altLang="en-US" sz="1200" b="1" dirty="0" err="1" smtClean="0">
                <a:solidFill>
                  <a:schemeClr val="tx1"/>
                </a:solidFill>
              </a:rPr>
              <a:t>规划范围管理</a:t>
            </a:r>
            <a:endParaRPr lang="zh-CN" altLang="en-US" sz="1200" b="1" dirty="0" err="1" smtClean="0">
              <a:solidFill>
                <a:schemeClr val="tx1"/>
              </a:solidFill>
            </a:endParaRPr>
          </a:p>
          <a:p>
            <a:pPr algn="ctr"/>
            <a:r>
              <a:rPr lang="zh-CN" altLang="en-US" sz="1200" b="1" dirty="0" err="1" smtClean="0">
                <a:solidFill>
                  <a:schemeClr val="tx1"/>
                </a:solidFill>
              </a:rPr>
              <a:t>收集需要</a:t>
            </a:r>
            <a:endParaRPr lang="zh-CN" altLang="en-US" sz="1200" b="1" dirty="0" err="1" smtClean="0">
              <a:solidFill>
                <a:schemeClr val="tx1"/>
              </a:solidFill>
            </a:endParaRPr>
          </a:p>
          <a:p>
            <a:pPr algn="ctr"/>
            <a:r>
              <a:rPr lang="zh-CN" altLang="en-US" sz="1200" b="1" dirty="0" err="1" smtClean="0">
                <a:solidFill>
                  <a:schemeClr val="tx1"/>
                </a:solidFill>
              </a:rPr>
              <a:t>定义范围</a:t>
            </a:r>
            <a:endParaRPr lang="zh-CN" altLang="en-US" sz="1200" b="1" dirty="0" err="1" smtClean="0">
              <a:solidFill>
                <a:schemeClr val="tx1"/>
              </a:solidFill>
            </a:endParaRPr>
          </a:p>
          <a:p>
            <a:pPr algn="ctr"/>
            <a:r>
              <a:rPr lang="zh-CN" altLang="en-US" sz="1200" b="1" dirty="0" err="1" smtClean="0">
                <a:solidFill>
                  <a:schemeClr val="tx1"/>
                </a:solidFill>
              </a:rPr>
              <a:t>创建工作分解结构</a:t>
            </a:r>
            <a:endParaRPr lang="zh-CN" altLang="en-US" sz="1200" b="1" dirty="0" err="1" smtClean="0">
              <a:solidFill>
                <a:schemeClr val="tx1"/>
              </a:solidFill>
            </a:endParaRPr>
          </a:p>
          <a:p>
            <a:pPr algn="ctr"/>
            <a:r>
              <a:rPr lang="zh-CN" altLang="en-US" sz="1200" b="1" dirty="0" err="1" smtClean="0">
                <a:solidFill>
                  <a:schemeClr val="tx1"/>
                </a:solidFill>
              </a:rPr>
              <a:t>核实范围</a:t>
            </a:r>
            <a:endParaRPr lang="zh-CN" altLang="en-US" sz="1200" b="1" dirty="0" err="1" smtClean="0">
              <a:solidFill>
                <a:schemeClr val="tx1"/>
              </a:solidFill>
            </a:endParaRPr>
          </a:p>
          <a:p>
            <a:pPr algn="ctr"/>
            <a:r>
              <a:rPr lang="zh-CN" altLang="en-US" sz="1200" b="1" dirty="0" err="1" smtClean="0">
                <a:solidFill>
                  <a:schemeClr val="tx1"/>
                </a:solidFill>
              </a:rPr>
              <a:t>控制范围</a:t>
            </a:r>
            <a:endParaRPr lang="zh-CN" altLang="en-US" sz="1200" b="1" dirty="0" err="1" smtClean="0">
              <a:solidFill>
                <a:schemeClr val="tx1"/>
              </a:solidFill>
            </a:endParaRPr>
          </a:p>
        </p:txBody>
      </p:sp>
      <p:sp>
        <p:nvSpPr>
          <p:cNvPr id="31" name="文本框 30"/>
          <p:cNvSpPr txBox="1"/>
          <p:nvPr/>
        </p:nvSpPr>
        <p:spPr>
          <a:xfrm>
            <a:off x="2026920" y="4526915"/>
            <a:ext cx="2305050" cy="1476375"/>
          </a:xfrm>
          <a:prstGeom prst="rect">
            <a:avLst/>
          </a:prstGeom>
          <a:noFill/>
        </p:spPr>
        <p:txBody>
          <a:bodyPr wrap="square" rtlCol="0">
            <a:spAutoFit/>
          </a:bodyPr>
          <a:p>
            <a:pPr algn="ctr"/>
            <a:r>
              <a:rPr lang="zh-CN" altLang="en-US" b="1" dirty="0" err="1" smtClean="0">
                <a:solidFill>
                  <a:srgbClr val="2AA639"/>
                </a:solidFill>
              </a:rPr>
              <a:t>综合管理</a:t>
            </a:r>
            <a:endParaRPr lang="zh-CN" altLang="en-US" b="1" dirty="0" err="1" smtClean="0">
              <a:solidFill>
                <a:srgbClr val="2AA639"/>
              </a:solidFill>
            </a:endParaRPr>
          </a:p>
          <a:p>
            <a:pPr algn="ctr"/>
            <a:r>
              <a:rPr lang="zh-CN" altLang="en-US" sz="1200" b="1" dirty="0" err="1" smtClean="0">
                <a:solidFill>
                  <a:schemeClr val="tx1"/>
                </a:solidFill>
              </a:rPr>
              <a:t>制定项目章程</a:t>
            </a:r>
            <a:endParaRPr lang="zh-CN" altLang="en-US" sz="1200" b="1" dirty="0" err="1" smtClean="0">
              <a:solidFill>
                <a:schemeClr val="tx1"/>
              </a:solidFill>
            </a:endParaRPr>
          </a:p>
          <a:p>
            <a:pPr algn="ctr"/>
            <a:r>
              <a:rPr lang="zh-CN" altLang="en-US" sz="1200" b="1" dirty="0" err="1" smtClean="0">
                <a:solidFill>
                  <a:schemeClr val="tx1"/>
                </a:solidFill>
              </a:rPr>
              <a:t>制定项目计划编制</a:t>
            </a:r>
            <a:endParaRPr lang="zh-CN" altLang="en-US" sz="1200" b="1" dirty="0" err="1" smtClean="0">
              <a:solidFill>
                <a:schemeClr val="tx1"/>
              </a:solidFill>
            </a:endParaRPr>
          </a:p>
          <a:p>
            <a:pPr algn="ctr"/>
            <a:r>
              <a:rPr lang="zh-CN" altLang="en-US" sz="1200" b="1" dirty="0" err="1" smtClean="0">
                <a:solidFill>
                  <a:schemeClr val="tx1"/>
                </a:solidFill>
              </a:rPr>
              <a:t>指导与管理项目执行</a:t>
            </a:r>
            <a:endParaRPr lang="zh-CN" altLang="en-US" sz="1200" b="1" dirty="0" err="1" smtClean="0">
              <a:solidFill>
                <a:schemeClr val="tx1"/>
              </a:solidFill>
            </a:endParaRPr>
          </a:p>
          <a:p>
            <a:pPr algn="ctr"/>
            <a:r>
              <a:rPr lang="zh-CN" altLang="en-US" sz="1200" b="1" dirty="0" err="1" smtClean="0">
                <a:solidFill>
                  <a:schemeClr val="tx1"/>
                </a:solidFill>
              </a:rPr>
              <a:t>监控项目工作实施</a:t>
            </a:r>
            <a:endParaRPr lang="zh-CN" altLang="en-US" sz="1200" b="1" dirty="0" err="1" smtClean="0">
              <a:solidFill>
                <a:schemeClr val="tx1"/>
              </a:solidFill>
            </a:endParaRPr>
          </a:p>
          <a:p>
            <a:pPr algn="ctr"/>
            <a:r>
              <a:rPr lang="zh-CN" altLang="en-US" sz="1200" b="1" dirty="0" err="1" smtClean="0">
                <a:solidFill>
                  <a:schemeClr val="tx1"/>
                </a:solidFill>
              </a:rPr>
              <a:t>整体变更控制</a:t>
            </a:r>
            <a:endParaRPr lang="zh-CN" altLang="en-US" sz="1200" b="1" dirty="0" err="1" smtClean="0">
              <a:solidFill>
                <a:schemeClr val="tx1"/>
              </a:solidFill>
            </a:endParaRPr>
          </a:p>
          <a:p>
            <a:pPr algn="ctr"/>
            <a:r>
              <a:rPr lang="zh-CN" altLang="en-US" sz="1200" b="1" dirty="0" err="1" smtClean="0">
                <a:solidFill>
                  <a:schemeClr val="tx1"/>
                </a:solidFill>
              </a:rPr>
              <a:t>结束项目或阶段</a:t>
            </a:r>
            <a:endParaRPr lang="zh-CN" altLang="en-US" sz="1200" b="1" dirty="0" err="1" smtClean="0">
              <a:solidFill>
                <a:schemeClr val="tx1"/>
              </a:solidFill>
            </a:endParaRPr>
          </a:p>
        </p:txBody>
      </p:sp>
      <p:sp>
        <p:nvSpPr>
          <p:cNvPr id="32" name="文本框 31"/>
          <p:cNvSpPr txBox="1"/>
          <p:nvPr/>
        </p:nvSpPr>
        <p:spPr>
          <a:xfrm>
            <a:off x="3802380" y="5583555"/>
            <a:ext cx="2305050" cy="922020"/>
          </a:xfrm>
          <a:prstGeom prst="rect">
            <a:avLst/>
          </a:prstGeom>
          <a:noFill/>
        </p:spPr>
        <p:txBody>
          <a:bodyPr wrap="square" rtlCol="0">
            <a:spAutoFit/>
          </a:bodyPr>
          <a:p>
            <a:pPr algn="ctr"/>
            <a:r>
              <a:rPr lang="zh-CN" altLang="en-US" b="1" dirty="0" err="1" smtClean="0">
                <a:solidFill>
                  <a:srgbClr val="006AB4"/>
                </a:solidFill>
              </a:rPr>
              <a:t>沟通管理</a:t>
            </a:r>
            <a:endParaRPr lang="zh-CN" altLang="en-US" b="1" dirty="0" err="1" smtClean="0">
              <a:solidFill>
                <a:srgbClr val="006AB4"/>
              </a:solidFill>
            </a:endParaRPr>
          </a:p>
          <a:p>
            <a:pPr algn="ctr"/>
            <a:r>
              <a:rPr lang="zh-CN" altLang="en-US" sz="1200" b="1" dirty="0" err="1" smtClean="0">
                <a:solidFill>
                  <a:schemeClr val="tx1"/>
                </a:solidFill>
              </a:rPr>
              <a:t>规划沟通</a:t>
            </a:r>
            <a:endParaRPr lang="zh-CN" altLang="en-US" sz="1200" b="1" dirty="0" err="1" smtClean="0">
              <a:solidFill>
                <a:schemeClr val="tx1"/>
              </a:solidFill>
            </a:endParaRPr>
          </a:p>
          <a:p>
            <a:pPr algn="ctr"/>
            <a:r>
              <a:rPr lang="zh-CN" altLang="en-US" sz="1200" b="1" dirty="0" err="1" smtClean="0">
                <a:solidFill>
                  <a:schemeClr val="tx1"/>
                </a:solidFill>
              </a:rPr>
              <a:t>管理沟通</a:t>
            </a:r>
            <a:endParaRPr lang="zh-CN" altLang="en-US" sz="1200" b="1" dirty="0" err="1" smtClean="0">
              <a:solidFill>
                <a:schemeClr val="tx1"/>
              </a:solidFill>
            </a:endParaRPr>
          </a:p>
          <a:p>
            <a:pPr algn="ctr"/>
            <a:r>
              <a:rPr lang="zh-CN" altLang="en-US" sz="1200" b="1" dirty="0" err="1" smtClean="0">
                <a:solidFill>
                  <a:schemeClr val="tx1"/>
                </a:solidFill>
              </a:rPr>
              <a:t>控制沟通</a:t>
            </a:r>
            <a:endParaRPr lang="zh-CN" altLang="en-US" sz="1200" b="1" dirty="0" err="1" smtClean="0">
              <a:solidFill>
                <a:schemeClr val="tx1"/>
              </a:solidFill>
            </a:endParaRPr>
          </a:p>
        </p:txBody>
      </p:sp>
      <p:sp>
        <p:nvSpPr>
          <p:cNvPr id="33" name="文本框 32"/>
          <p:cNvSpPr txBox="1"/>
          <p:nvPr/>
        </p:nvSpPr>
        <p:spPr>
          <a:xfrm>
            <a:off x="7453630" y="4000500"/>
            <a:ext cx="2305050" cy="1476375"/>
          </a:xfrm>
          <a:prstGeom prst="rect">
            <a:avLst/>
          </a:prstGeom>
          <a:noFill/>
        </p:spPr>
        <p:txBody>
          <a:bodyPr wrap="square" rtlCol="0">
            <a:spAutoFit/>
          </a:bodyPr>
          <a:p>
            <a:pPr algn="ctr"/>
            <a:r>
              <a:rPr lang="zh-CN" altLang="en-US" b="1" dirty="0" err="1" smtClean="0">
                <a:solidFill>
                  <a:srgbClr val="006AB4"/>
                </a:solidFill>
              </a:rPr>
              <a:t>风险管理</a:t>
            </a:r>
            <a:endParaRPr lang="zh-CN" altLang="en-US" b="1" dirty="0" err="1" smtClean="0">
              <a:solidFill>
                <a:srgbClr val="006AB4"/>
              </a:solidFill>
            </a:endParaRPr>
          </a:p>
          <a:p>
            <a:pPr algn="ctr"/>
            <a:r>
              <a:rPr lang="zh-CN" altLang="en-US" sz="1200" b="1" dirty="0" err="1" smtClean="0">
                <a:solidFill>
                  <a:schemeClr val="tx1"/>
                </a:solidFill>
              </a:rPr>
              <a:t>规划风险管理</a:t>
            </a:r>
            <a:endParaRPr lang="zh-CN" altLang="en-US" sz="1200" b="1" dirty="0" err="1" smtClean="0">
              <a:solidFill>
                <a:schemeClr val="tx1"/>
              </a:solidFill>
            </a:endParaRPr>
          </a:p>
          <a:p>
            <a:pPr algn="ctr"/>
            <a:r>
              <a:rPr lang="zh-CN" altLang="en-US" sz="1200" b="1" dirty="0" err="1" smtClean="0">
                <a:solidFill>
                  <a:schemeClr val="tx1"/>
                </a:solidFill>
              </a:rPr>
              <a:t>识别风险</a:t>
            </a:r>
            <a:endParaRPr lang="zh-CN" altLang="en-US" sz="1200" b="1" dirty="0" err="1" smtClean="0">
              <a:solidFill>
                <a:schemeClr val="tx1"/>
              </a:solidFill>
            </a:endParaRPr>
          </a:p>
          <a:p>
            <a:pPr algn="ctr"/>
            <a:r>
              <a:rPr lang="zh-CN" altLang="en-US" sz="1200" b="1" dirty="0" err="1" smtClean="0">
                <a:solidFill>
                  <a:schemeClr val="tx1"/>
                </a:solidFill>
              </a:rPr>
              <a:t>实施定性风险分析</a:t>
            </a:r>
            <a:endParaRPr lang="zh-CN" altLang="en-US" sz="1200" b="1" dirty="0" err="1" smtClean="0">
              <a:solidFill>
                <a:schemeClr val="tx1"/>
              </a:solidFill>
            </a:endParaRPr>
          </a:p>
          <a:p>
            <a:pPr algn="ctr"/>
            <a:r>
              <a:rPr lang="zh-CN" altLang="en-US" sz="1200" b="1" dirty="0" err="1" smtClean="0">
                <a:solidFill>
                  <a:schemeClr val="tx1"/>
                </a:solidFill>
              </a:rPr>
              <a:t>实施定量风险分析</a:t>
            </a:r>
            <a:endParaRPr lang="zh-CN" altLang="en-US" sz="1200" b="1" dirty="0" err="1" smtClean="0">
              <a:solidFill>
                <a:schemeClr val="tx1"/>
              </a:solidFill>
            </a:endParaRPr>
          </a:p>
          <a:p>
            <a:pPr algn="ctr"/>
            <a:r>
              <a:rPr lang="zh-CN" altLang="en-US" sz="1200" b="1" dirty="0" err="1" smtClean="0">
                <a:solidFill>
                  <a:schemeClr val="tx1"/>
                </a:solidFill>
              </a:rPr>
              <a:t>规划风险应对</a:t>
            </a:r>
            <a:endParaRPr lang="zh-CN" altLang="en-US" sz="1200" b="1" dirty="0" err="1" smtClean="0">
              <a:solidFill>
                <a:schemeClr val="tx1"/>
              </a:solidFill>
            </a:endParaRPr>
          </a:p>
          <a:p>
            <a:pPr algn="ctr"/>
            <a:r>
              <a:rPr lang="zh-CN" altLang="en-US" sz="1200" b="1" dirty="0" err="1" smtClean="0">
                <a:solidFill>
                  <a:schemeClr val="tx1"/>
                </a:solidFill>
              </a:rPr>
              <a:t>监控风险</a:t>
            </a:r>
            <a:endParaRPr lang="zh-CN" altLang="en-US" sz="1200" b="1" dirty="0" err="1" smtClean="0">
              <a:solidFill>
                <a:schemeClr val="tx1"/>
              </a:solidFill>
            </a:endParaRPr>
          </a:p>
        </p:txBody>
      </p:sp>
      <p:sp>
        <p:nvSpPr>
          <p:cNvPr id="34" name="文本框 33"/>
          <p:cNvSpPr txBox="1"/>
          <p:nvPr/>
        </p:nvSpPr>
        <p:spPr>
          <a:xfrm>
            <a:off x="6336665" y="5470525"/>
            <a:ext cx="2305050" cy="1106805"/>
          </a:xfrm>
          <a:prstGeom prst="rect">
            <a:avLst/>
          </a:prstGeom>
          <a:noFill/>
        </p:spPr>
        <p:txBody>
          <a:bodyPr wrap="square" rtlCol="0">
            <a:spAutoFit/>
          </a:bodyPr>
          <a:p>
            <a:pPr algn="ctr"/>
            <a:r>
              <a:rPr lang="zh-CN" altLang="en-US" b="1" dirty="0" err="1" smtClean="0">
                <a:solidFill>
                  <a:srgbClr val="2AA639"/>
                </a:solidFill>
              </a:rPr>
              <a:t>采购管理</a:t>
            </a:r>
            <a:endParaRPr lang="zh-CN" altLang="en-US" b="1" dirty="0" err="1" smtClean="0">
              <a:solidFill>
                <a:srgbClr val="2AA639"/>
              </a:solidFill>
            </a:endParaRPr>
          </a:p>
          <a:p>
            <a:pPr algn="ctr"/>
            <a:r>
              <a:rPr lang="zh-CN" altLang="en-US" sz="1200" b="1" dirty="0" err="1" smtClean="0">
                <a:solidFill>
                  <a:schemeClr val="tx1"/>
                </a:solidFill>
              </a:rPr>
              <a:t>规划采购</a:t>
            </a:r>
            <a:endParaRPr lang="zh-CN" altLang="en-US" sz="1200" b="1" dirty="0" err="1" smtClean="0">
              <a:solidFill>
                <a:schemeClr val="tx1"/>
              </a:solidFill>
            </a:endParaRPr>
          </a:p>
          <a:p>
            <a:pPr algn="ctr"/>
            <a:r>
              <a:rPr lang="zh-CN" altLang="en-US" sz="1200" b="1" dirty="0" err="1" smtClean="0">
                <a:solidFill>
                  <a:schemeClr val="tx1"/>
                </a:solidFill>
              </a:rPr>
              <a:t>实施采购</a:t>
            </a:r>
            <a:endParaRPr lang="zh-CN" altLang="en-US" sz="1200" b="1" dirty="0" err="1" smtClean="0">
              <a:solidFill>
                <a:schemeClr val="tx1"/>
              </a:solidFill>
            </a:endParaRPr>
          </a:p>
          <a:p>
            <a:pPr algn="ctr"/>
            <a:r>
              <a:rPr lang="zh-CN" altLang="en-US" sz="1200" b="1" dirty="0" err="1" smtClean="0">
                <a:solidFill>
                  <a:schemeClr val="tx1"/>
                </a:solidFill>
              </a:rPr>
              <a:t>管理采购</a:t>
            </a:r>
            <a:endParaRPr lang="zh-CN" altLang="en-US" sz="1200" b="1" dirty="0" err="1" smtClean="0">
              <a:solidFill>
                <a:schemeClr val="tx1"/>
              </a:solidFill>
            </a:endParaRPr>
          </a:p>
          <a:p>
            <a:pPr algn="ctr"/>
            <a:r>
              <a:rPr lang="zh-CN" altLang="en-US" sz="1200" b="1" dirty="0" err="1" smtClean="0">
                <a:solidFill>
                  <a:schemeClr val="tx1"/>
                </a:solidFill>
              </a:rPr>
              <a:t>结束采购</a:t>
            </a:r>
            <a:endParaRPr lang="zh-CN" altLang="en-US" sz="1200" b="1" dirty="0" err="1" smtClean="0">
              <a:solidFill>
                <a:schemeClr val="tx1"/>
              </a:solidFill>
            </a:endParaRPr>
          </a:p>
        </p:txBody>
      </p:sp>
      <p:sp>
        <p:nvSpPr>
          <p:cNvPr id="36" name="path"/>
          <p:cNvSpPr/>
          <p:nvPr/>
        </p:nvSpPr>
        <p:spPr>
          <a:xfrm>
            <a:off x="6811263" y="5426328"/>
            <a:ext cx="1333500" cy="1190244"/>
          </a:xfrm>
          <a:custGeom>
            <a:avLst/>
            <a:gdLst/>
            <a:ahLst/>
            <a:cxnLst/>
            <a:rect l="0" t="0" r="0" b="0"/>
            <a:pathLst>
              <a:path w="2100" h="1874">
                <a:moveTo>
                  <a:pt x="30" y="332"/>
                </a:moveTo>
                <a:cubicBezTo>
                  <a:pt x="30" y="165"/>
                  <a:pt x="165" y="30"/>
                  <a:pt x="332" y="30"/>
                </a:cubicBezTo>
                <a:lnTo>
                  <a:pt x="1767" y="30"/>
                </a:lnTo>
                <a:cubicBezTo>
                  <a:pt x="1934" y="30"/>
                  <a:pt x="2070" y="165"/>
                  <a:pt x="2070" y="332"/>
                </a:cubicBezTo>
                <a:lnTo>
                  <a:pt x="2070" y="1542"/>
                </a:lnTo>
                <a:cubicBezTo>
                  <a:pt x="2070" y="1709"/>
                  <a:pt x="1934" y="1844"/>
                  <a:pt x="1767" y="1844"/>
                </a:cubicBezTo>
                <a:lnTo>
                  <a:pt x="332" y="1844"/>
                </a:lnTo>
                <a:cubicBezTo>
                  <a:pt x="165" y="1844"/>
                  <a:pt x="30" y="1709"/>
                  <a:pt x="30" y="1542"/>
                </a:cubicBezTo>
                <a:lnTo>
                  <a:pt x="30" y="332"/>
                </a:lnTo>
                <a:close/>
              </a:path>
            </a:pathLst>
          </a:custGeom>
          <a:noFill/>
          <a:ln w="38100" cap="flat">
            <a:solidFill>
              <a:srgbClr val="BABABA">
                <a:alpha val="100000"/>
              </a:srgbClr>
            </a:solidFill>
            <a:prstDash val="solid"/>
            <a:miter lim="1000000"/>
          </a:ln>
        </p:spPr>
        <p:txBody>
          <a:bodyPr rtlCol="0"/>
          <a:p>
            <a:pPr algn="ctr"/>
            <a:endParaRPr lang="zh-CN" altLang="en-US"/>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6" name="table 416"/>
          <p:cNvGraphicFramePr>
            <a:graphicFrameLocks noGrp="1"/>
          </p:cNvGraphicFramePr>
          <p:nvPr>
            <p:custDataLst>
              <p:tags r:id="rId1"/>
            </p:custDataLst>
          </p:nvPr>
        </p:nvGraphicFramePr>
        <p:xfrm>
          <a:off x="2664205" y="4352797"/>
          <a:ext cx="8484869" cy="1871979"/>
        </p:xfrm>
        <a:graphic>
          <a:graphicData uri="http://schemas.openxmlformats.org/drawingml/2006/table">
            <a:tbl>
              <a:tblPr>
                <a:solidFill>
                  <a:srgbClr val="EDEDED"/>
                </a:solidFill>
              </a:tblPr>
              <a:tblGrid>
                <a:gridCol w="8484869"/>
              </a:tblGrid>
              <a:tr h="1846579">
                <a:tc>
                  <a:txBody>
                    <a:bodyPr/>
                    <a:lstStyle/>
                    <a:p>
                      <a:pPr algn="l" rtl="0" eaLnBrk="0">
                        <a:lnSpc>
                          <a:spcPct val="149000"/>
                        </a:lnSpc>
                      </a:pPr>
                      <a:endParaRPr lang="en-US" altLang="en-US" sz="1000" dirty="0"/>
                    </a:p>
                    <a:p>
                      <a:pPr marL="201295" algn="l" rtl="0" eaLnBrk="0">
                        <a:lnSpc>
                          <a:spcPct val="97000"/>
                        </a:lnSpc>
                        <a:spcBef>
                          <a:spcPts val="5"/>
                        </a:spcBef>
                      </a:pPr>
                      <a:r>
                        <a:rPr sz="1200" kern="0" spc="-10" dirty="0">
                          <a:solidFill>
                            <a:srgbClr val="000000">
                              <a:alpha val="100000"/>
                            </a:srgbClr>
                          </a:solidFill>
                          <a:cs typeface="Arial" panose="020B0604020202020204"/>
                        </a:rPr>
                        <a:t>•   </a:t>
                      </a:r>
                      <a:r>
                        <a:rPr sz="1200" kern="0" spc="-10" dirty="0">
                          <a:solidFill>
                            <a:srgbClr val="000000">
                              <a:alpha val="100000"/>
                            </a:srgbClr>
                          </a:solidFill>
                          <a:cs typeface="微软雅黑" panose="020B0503020204020204" charset="-122"/>
                        </a:rPr>
                        <a:t>PMO 就知道让我们</a:t>
                      </a:r>
                      <a:r>
                        <a:rPr sz="1200" kern="0" spc="-20" dirty="0">
                          <a:solidFill>
                            <a:srgbClr val="000000">
                              <a:alpha val="100000"/>
                            </a:srgbClr>
                          </a:solidFill>
                          <a:cs typeface="微软雅黑" panose="020B0503020204020204" charset="-122"/>
                        </a:rPr>
                        <a:t>汇报，项目内的部门协调会议他也不组织。还得我们自己组织和安排具体工作内容给各个小组。</a:t>
                      </a:r>
                      <a:endParaRPr lang="en-US" altLang="en-US" sz="1200" dirty="0"/>
                    </a:p>
                    <a:p>
                      <a:pPr marL="201295" algn="l" rtl="0" eaLnBrk="0">
                        <a:lnSpc>
                          <a:spcPct val="97000"/>
                        </a:lnSpc>
                        <a:spcBef>
                          <a:spcPts val="50"/>
                        </a:spcBef>
                      </a:pPr>
                      <a:r>
                        <a:rPr sz="1200" kern="0" spc="-2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好的PMO要有业务判断的能力，强势的管控方法，而不仅仅</a:t>
                      </a:r>
                      <a:r>
                        <a:rPr sz="1200" kern="0" spc="-30" dirty="0">
                          <a:solidFill>
                            <a:srgbClr val="000000">
                              <a:alpha val="100000"/>
                            </a:srgbClr>
                          </a:solidFill>
                          <a:cs typeface="微软雅黑" panose="020B0503020204020204" charset="-122"/>
                        </a:rPr>
                        <a:t>只是监工让我们汇报情况。</a:t>
                      </a:r>
                      <a:endParaRPr lang="en-US" altLang="en-US" sz="1200" dirty="0"/>
                    </a:p>
                    <a:p>
                      <a:pPr marL="201295" algn="l" rtl="0" eaLnBrk="0">
                        <a:lnSpc>
                          <a:spcPct val="97000"/>
                        </a:lnSpc>
                        <a:spcBef>
                          <a:spcPts val="40"/>
                        </a:spcBef>
                      </a:pPr>
                      <a:r>
                        <a:rPr sz="1200" kern="0" spc="-2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如果出现业务部门需要决策的内容，</a:t>
                      </a:r>
                      <a:r>
                        <a:rPr sz="1200" kern="0" spc="130" dirty="0">
                          <a:solidFill>
                            <a:srgbClr val="000000">
                              <a:alpha val="100000"/>
                            </a:srgbClr>
                          </a:solidFill>
                          <a:cs typeface="微软雅黑" panose="020B0503020204020204" charset="-122"/>
                        </a:rPr>
                        <a:t>  </a:t>
                      </a:r>
                      <a:r>
                        <a:rPr sz="1200" kern="0" spc="-20" dirty="0">
                          <a:solidFill>
                            <a:srgbClr val="000000">
                              <a:alpha val="100000"/>
                            </a:srgbClr>
                          </a:solidFill>
                          <a:cs typeface="微软雅黑" panose="020B0503020204020204" charset="-122"/>
                        </a:rPr>
                        <a:t>IT</a:t>
                      </a:r>
                      <a:r>
                        <a:rPr sz="1200" kern="0" spc="110" dirty="0">
                          <a:solidFill>
                            <a:srgbClr val="000000">
                              <a:alpha val="100000"/>
                            </a:srgbClr>
                          </a:solidFill>
                          <a:cs typeface="微软雅黑" panose="020B0503020204020204" charset="-122"/>
                        </a:rPr>
                        <a:t> </a:t>
                      </a:r>
                      <a:r>
                        <a:rPr sz="1200" kern="0" spc="-20" dirty="0">
                          <a:solidFill>
                            <a:srgbClr val="000000">
                              <a:alpha val="100000"/>
                            </a:srgbClr>
                          </a:solidFill>
                          <a:cs typeface="微软雅黑" panose="020B0503020204020204" charset="-122"/>
                        </a:rPr>
                        <a:t>PMO会去找</a:t>
                      </a:r>
                      <a:r>
                        <a:rPr sz="1200" kern="0" spc="-30" dirty="0">
                          <a:solidFill>
                            <a:srgbClr val="000000">
                              <a:alpha val="100000"/>
                            </a:srgbClr>
                          </a:solidFill>
                          <a:cs typeface="微软雅黑" panose="020B0503020204020204" charset="-122"/>
                        </a:rPr>
                        <a:t>企发的PMO协同，盯着企发PMO来催业务的PM。</a:t>
                      </a:r>
                      <a:endParaRPr lang="en-US" altLang="en-US" sz="1200" dirty="0"/>
                    </a:p>
                    <a:p>
                      <a:pPr marL="201295" algn="l" rtl="0" eaLnBrk="0">
                        <a:lnSpc>
                          <a:spcPct val="97000"/>
                        </a:lnSpc>
                        <a:spcBef>
                          <a:spcPts val="40"/>
                        </a:spcBef>
                      </a:pPr>
                      <a:r>
                        <a:rPr sz="1200" kern="0" spc="-2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PMO项目管理机制太弱。缺失项目激励机制。为啥不做成单项激励，而是半年才评比下。高度拔得不够。</a:t>
                      </a:r>
                      <a:endParaRPr lang="en-US" altLang="en-US" sz="1200" dirty="0"/>
                    </a:p>
                    <a:p>
                      <a:pPr marL="201295" algn="l" rtl="0" eaLnBrk="0">
                        <a:lnSpc>
                          <a:spcPct val="97000"/>
                        </a:lnSpc>
                        <a:spcBef>
                          <a:spcPts val="50"/>
                        </a:spcBef>
                      </a:pPr>
                      <a:r>
                        <a:rPr sz="1200" kern="0" spc="-10" dirty="0">
                          <a:solidFill>
                            <a:srgbClr val="000000">
                              <a:alpha val="100000"/>
                            </a:srgbClr>
                          </a:solidFill>
                          <a:cs typeface="Arial" panose="020B0604020202020204"/>
                        </a:rPr>
                        <a:t>•   </a:t>
                      </a:r>
                      <a:r>
                        <a:rPr sz="1200" kern="0" spc="-10" dirty="0">
                          <a:solidFill>
                            <a:srgbClr val="000000">
                              <a:alpha val="100000"/>
                            </a:srgbClr>
                          </a:solidFill>
                          <a:cs typeface="微软雅黑" panose="020B0503020204020204" charset="-122"/>
                        </a:rPr>
                        <a:t>PMO不能只搭台子看别人唱戏</a:t>
                      </a:r>
                      <a:endParaRPr lang="en-US" altLang="en-US" sz="1200" dirty="0"/>
                    </a:p>
                    <a:p>
                      <a:pPr marL="201295" algn="l" rtl="0" eaLnBrk="0">
                        <a:lnSpc>
                          <a:spcPct val="97000"/>
                        </a:lnSpc>
                        <a:spcBef>
                          <a:spcPts val="3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期望PMO的支持能有更大的力度。要能站在</a:t>
                      </a:r>
                      <a:r>
                        <a:rPr sz="1200" kern="0" spc="-10" dirty="0">
                          <a:solidFill>
                            <a:srgbClr val="000000">
                              <a:alpha val="100000"/>
                            </a:srgbClr>
                          </a:solidFill>
                          <a:cs typeface="微软雅黑" panose="020B0503020204020204" charset="-122"/>
                        </a:rPr>
                        <a:t>战略层面推动项目往前走</a:t>
                      </a:r>
                      <a:endParaRPr lang="en-US" altLang="en-US" sz="1200" dirty="0"/>
                    </a:p>
                    <a:p>
                      <a:pPr marL="201295" algn="l" rtl="0" eaLnBrk="0">
                        <a:lnSpc>
                          <a:spcPct val="97000"/>
                        </a:lnSpc>
                        <a:spcBef>
                          <a:spcPts val="45"/>
                        </a:spcBef>
                      </a:pPr>
                      <a:r>
                        <a:rPr sz="1200" kern="0" spc="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PMO目前以督</a:t>
                      </a:r>
                      <a:r>
                        <a:rPr sz="1200" kern="0" spc="-10" dirty="0">
                          <a:solidFill>
                            <a:srgbClr val="000000">
                              <a:alpha val="100000"/>
                            </a:srgbClr>
                          </a:solidFill>
                          <a:cs typeface="微软雅黑" panose="020B0503020204020204" charset="-122"/>
                        </a:rPr>
                        <a:t>促为主，不能解决项目之间的冲突问题</a:t>
                      </a:r>
                      <a:endParaRPr lang="en-US" altLang="en-US" sz="1200" dirty="0"/>
                    </a:p>
                    <a:p>
                      <a:pPr marL="201295" algn="l" rtl="0" eaLnBrk="0">
                        <a:lnSpc>
                          <a:spcPct val="97000"/>
                        </a:lnSpc>
                        <a:spcBef>
                          <a:spcPts val="45"/>
                        </a:spcBef>
                      </a:pPr>
                      <a:r>
                        <a:rPr sz="1200" kern="0" spc="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PMO对项目的支持到底是啥？除了收集状态</a:t>
                      </a:r>
                      <a:r>
                        <a:rPr sz="1200" kern="0" spc="-10" dirty="0">
                          <a:solidFill>
                            <a:srgbClr val="000000">
                              <a:alpha val="100000"/>
                            </a:srgbClr>
                          </a:solidFill>
                          <a:cs typeface="微软雅黑" panose="020B0503020204020204" charset="-122"/>
                        </a:rPr>
                        <a:t>去做汇报也应该给项目些实质性的支持</a:t>
                      </a:r>
                      <a:endParaRPr lang="en-US" altLang="en-US" sz="1200" dirty="0"/>
                    </a:p>
                  </a:txBody>
                  <a:tcPr marL="0" marR="0" marT="0" marB="0" vert="horz">
                    <a:lnL w="25400" cap="flat" cmpd="sng" algn="ctr">
                      <a:solidFill>
                        <a:srgbClr val="DCDCDC"/>
                      </a:solidFill>
                      <a:prstDash val="solid"/>
                      <a:round/>
                      <a:headEnd type="none" w="med" len="med"/>
                      <a:tailEnd type="none" w="med" len="med"/>
                    </a:lnL>
                    <a:lnR w="25400" cap="flat" cmpd="sng" algn="ctr">
                      <a:solidFill>
                        <a:srgbClr val="DCDCDC"/>
                      </a:solidFill>
                      <a:prstDash val="solid"/>
                      <a:round/>
                      <a:headEnd type="none" w="med" len="med"/>
                      <a:tailEnd type="none" w="med" len="med"/>
                    </a:lnR>
                    <a:lnT w="25400" cap="flat" cmpd="sng" algn="ctr">
                      <a:solidFill>
                        <a:srgbClr val="DCDCDC"/>
                      </a:solidFill>
                      <a:prstDash val="solid"/>
                      <a:round/>
                      <a:headEnd type="none" w="med" len="med"/>
                      <a:tailEnd type="none" w="med" len="med"/>
                    </a:lnT>
                    <a:lnB w="25400" cap="flat" cmpd="sng" algn="ctr">
                      <a:solidFill>
                        <a:srgbClr val="DCDCDC"/>
                      </a:solidFill>
                      <a:prstDash val="solid"/>
                      <a:round/>
                      <a:headEnd type="none" w="med" len="med"/>
                      <a:tailEnd type="none" w="med" len="med"/>
                    </a:lnB>
                    <a:solidFill>
                      <a:srgbClr val="EDEDED"/>
                    </a:solidFill>
                  </a:tcPr>
                </a:tc>
              </a:tr>
            </a:tbl>
          </a:graphicData>
        </a:graphic>
      </p:graphicFrame>
      <p:pic>
        <p:nvPicPr>
          <p:cNvPr id="418" name="picture 418"/>
          <p:cNvPicPr>
            <a:picLocks noChangeAspect="1"/>
          </p:cNvPicPr>
          <p:nvPr>
            <p:custDataLst>
              <p:tags r:id="rId2"/>
            </p:custDataLst>
          </p:nvPr>
        </p:nvPicPr>
        <p:blipFill>
          <a:blip r:embed="rId3"/>
          <a:stretch>
            <a:fillRect/>
          </a:stretch>
        </p:blipFill>
        <p:spPr>
          <a:xfrm rot="21600000">
            <a:off x="640734" y="1275019"/>
            <a:ext cx="2918841" cy="2732121"/>
          </a:xfrm>
          <a:prstGeom prst="rect">
            <a:avLst/>
          </a:prstGeom>
        </p:spPr>
      </p:pic>
      <p:graphicFrame>
        <p:nvGraphicFramePr>
          <p:cNvPr id="420" name="table 420"/>
          <p:cNvGraphicFramePr>
            <a:graphicFrameLocks noGrp="1"/>
          </p:cNvGraphicFramePr>
          <p:nvPr>
            <p:custDataLst>
              <p:tags r:id="rId4"/>
            </p:custDataLst>
          </p:nvPr>
        </p:nvGraphicFramePr>
        <p:xfrm>
          <a:off x="4071937" y="1238821"/>
          <a:ext cx="2459990" cy="2987040"/>
        </p:xfrm>
        <a:graphic>
          <a:graphicData uri="http://schemas.openxmlformats.org/drawingml/2006/table">
            <a:tbl>
              <a:tblPr/>
              <a:tblGrid>
                <a:gridCol w="2459989"/>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721610">
                <a:tc>
                  <a:txBody>
                    <a:bodyPr/>
                    <a:lstStyle/>
                    <a:p>
                      <a:pPr algn="l" rtl="0" eaLnBrk="0">
                        <a:lnSpc>
                          <a:spcPct val="136000"/>
                        </a:lnSpc>
                      </a:pPr>
                      <a:endParaRPr lang="en-US" altLang="en-US" sz="1000" dirty="0"/>
                    </a:p>
                    <a:p>
                      <a:pPr algn="l" rtl="0" eaLnBrk="0">
                        <a:lnSpc>
                          <a:spcPct val="137000"/>
                        </a:lnSpc>
                      </a:pPr>
                      <a:endParaRPr lang="en-US" altLang="en-US" sz="1000" dirty="0"/>
                    </a:p>
                    <a:p>
                      <a:pPr marL="250825" indent="-106045" algn="l" rtl="0" eaLnBrk="0">
                        <a:lnSpc>
                          <a:spcPct val="98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现有项目组没法从PMO</a:t>
                      </a:r>
                      <a:r>
                        <a:rPr sz="1200" kern="0" spc="-70" dirty="0">
                          <a:solidFill>
                            <a:srgbClr val="000000">
                              <a:alpha val="100000"/>
                            </a:srgbClr>
                          </a:solidFill>
                          <a:cs typeface="微软雅黑" panose="020B0503020204020204" charset="-122"/>
                        </a:rPr>
                        <a:t>得到足</a:t>
                      </a:r>
                      <a:r>
                        <a:rPr sz="1200" kern="0" spc="-50" dirty="0">
                          <a:solidFill>
                            <a:srgbClr val="000000">
                              <a:alpha val="100000"/>
                            </a:srgbClr>
                          </a:solidFill>
                          <a:cs typeface="微软雅黑" panose="020B0503020204020204" charset="-122"/>
                        </a:rPr>
                        <a:t>够的支持（能力，资</a:t>
                      </a:r>
                      <a:r>
                        <a:rPr sz="1200" kern="0" spc="-60" dirty="0">
                          <a:solidFill>
                            <a:srgbClr val="000000">
                              <a:alpha val="100000"/>
                            </a:srgbClr>
                          </a:solidFill>
                          <a:cs typeface="微软雅黑" panose="020B0503020204020204" charset="-122"/>
                        </a:rPr>
                        <a:t>源，决策，</a:t>
                      </a:r>
                      <a:r>
                        <a:rPr sz="1200" kern="0" spc="-50" dirty="0">
                          <a:solidFill>
                            <a:srgbClr val="000000">
                              <a:alpha val="100000"/>
                            </a:srgbClr>
                          </a:solidFill>
                          <a:cs typeface="微软雅黑" panose="020B0503020204020204" charset="-122"/>
                        </a:rPr>
                        <a:t>风险）</a:t>
                      </a:r>
                      <a:endParaRPr lang="en-US" altLang="en-US" sz="1200" dirty="0"/>
                    </a:p>
                    <a:p>
                      <a:pPr marL="251460" indent="-106680" algn="l" rtl="0" eaLnBrk="0">
                        <a:lnSpc>
                          <a:spcPct val="98000"/>
                        </a:lnSpc>
                        <a:spcBef>
                          <a:spcPts val="69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项目经理和PMO在项目</a:t>
                      </a:r>
                      <a:r>
                        <a:rPr sz="1200" kern="0" spc="-70" dirty="0">
                          <a:solidFill>
                            <a:srgbClr val="000000">
                              <a:alpha val="100000"/>
                            </a:srgbClr>
                          </a:solidFill>
                          <a:cs typeface="微软雅黑" panose="020B0503020204020204" charset="-122"/>
                        </a:rPr>
                        <a:t>中的职</a:t>
                      </a:r>
                      <a:r>
                        <a:rPr sz="1200" kern="0" spc="-10" dirty="0">
                          <a:solidFill>
                            <a:srgbClr val="000000">
                              <a:alpha val="100000"/>
                            </a:srgbClr>
                          </a:solidFill>
                          <a:cs typeface="微软雅黑" panose="020B0503020204020204" charset="-122"/>
                        </a:rPr>
                        <a:t>责区分不够清晰</a:t>
                      </a:r>
                      <a:endParaRPr lang="en-US" altLang="en-US" sz="1200" dirty="0"/>
                    </a:p>
                    <a:p>
                      <a:pPr algn="l" rtl="0" eaLnBrk="0">
                        <a:lnSpc>
                          <a:spcPct val="105000"/>
                        </a:lnSpc>
                      </a:pPr>
                      <a:endParaRPr lang="en-US" altLang="en-US" sz="500" dirty="0"/>
                    </a:p>
                    <a:p>
                      <a:pPr marL="250190" indent="-10541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现有的企发和IT</a:t>
                      </a:r>
                      <a:r>
                        <a:rPr sz="1200" kern="0" spc="110" dirty="0">
                          <a:solidFill>
                            <a:srgbClr val="000000">
                              <a:alpha val="100000"/>
                            </a:srgbClr>
                          </a:solidFill>
                          <a:cs typeface="微软雅黑" panose="020B0503020204020204" charset="-122"/>
                        </a:rPr>
                        <a:t> </a:t>
                      </a:r>
                      <a:r>
                        <a:rPr sz="1200" kern="0" spc="-60" dirty="0">
                          <a:solidFill>
                            <a:srgbClr val="000000">
                              <a:alpha val="100000"/>
                            </a:srgbClr>
                          </a:solidFill>
                          <a:cs typeface="微软雅黑" panose="020B0503020204020204" charset="-122"/>
                        </a:rPr>
                        <a:t>PMO管理都自</a:t>
                      </a:r>
                      <a:r>
                        <a:rPr sz="1200" kern="0" spc="0" dirty="0">
                          <a:solidFill>
                            <a:srgbClr val="000000">
                              <a:alpha val="100000"/>
                            </a:srgbClr>
                          </a:solidFill>
                          <a:cs typeface="微软雅黑" panose="020B0503020204020204" charset="-122"/>
                        </a:rPr>
                        <a:t>成体系，缺少承接和</a:t>
                      </a:r>
                      <a:r>
                        <a:rPr sz="1200" kern="0" spc="-10" dirty="0">
                          <a:solidFill>
                            <a:srgbClr val="000000">
                              <a:alpha val="100000"/>
                            </a:srgbClr>
                          </a:solidFill>
                          <a:cs typeface="微软雅黑" panose="020B0503020204020204" charset="-122"/>
                        </a:rPr>
                        <a:t>支持</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422" name="table 422"/>
          <p:cNvGraphicFramePr>
            <a:graphicFrameLocks noGrp="1"/>
          </p:cNvGraphicFramePr>
          <p:nvPr>
            <p:custDataLst>
              <p:tags r:id="rId5"/>
            </p:custDataLst>
          </p:nvPr>
        </p:nvGraphicFramePr>
        <p:xfrm>
          <a:off x="9000553" y="1238821"/>
          <a:ext cx="2427604" cy="2987040"/>
        </p:xfrm>
        <a:graphic>
          <a:graphicData uri="http://schemas.openxmlformats.org/drawingml/2006/table">
            <a:tbl>
              <a:tblPr/>
              <a:tblGrid>
                <a:gridCol w="242760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721610">
                <a:tc>
                  <a:txBody>
                    <a:bodyPr/>
                    <a:lstStyle/>
                    <a:p>
                      <a:pPr algn="l" rtl="0" eaLnBrk="0">
                        <a:lnSpc>
                          <a:spcPct val="132000"/>
                        </a:lnSpc>
                      </a:pPr>
                      <a:endParaRPr lang="en-US" altLang="en-US" sz="1000" dirty="0"/>
                    </a:p>
                    <a:p>
                      <a:pPr algn="l" rtl="0" eaLnBrk="0">
                        <a:lnSpc>
                          <a:spcPct val="133000"/>
                        </a:lnSpc>
                      </a:pPr>
                      <a:endParaRPr lang="en-US" altLang="en-US" sz="1000" dirty="0"/>
                    </a:p>
                    <a:p>
                      <a:pPr algn="l" rtl="0" eaLnBrk="0">
                        <a:lnSpc>
                          <a:spcPct val="6000"/>
                        </a:lnSpc>
                      </a:pPr>
                      <a:endParaRPr lang="en-US" altLang="en-US" sz="100" dirty="0"/>
                    </a:p>
                    <a:p>
                      <a:pPr marL="259080" indent="-106045" algn="l" rtl="0" eaLnBrk="0">
                        <a:lnSpc>
                          <a:spcPct val="99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建立一套公司通用的项目管理</a:t>
                      </a:r>
                      <a:r>
                        <a:rPr sz="1200" kern="0" spc="180" dirty="0">
                          <a:solidFill>
                            <a:srgbClr val="000000">
                              <a:alpha val="100000"/>
                            </a:srgbClr>
                          </a:solidFill>
                          <a:cs typeface="微软雅黑" panose="020B0503020204020204" charset="-122"/>
                        </a:rPr>
                        <a:t>流程和模板，企发和</a:t>
                      </a:r>
                      <a:r>
                        <a:rPr sz="1200" kern="0" spc="0" dirty="0">
                          <a:solidFill>
                            <a:srgbClr val="000000">
                              <a:alpha val="100000"/>
                            </a:srgbClr>
                          </a:solidFill>
                          <a:cs typeface="微软雅黑" panose="020B0503020204020204" charset="-122"/>
                        </a:rPr>
                        <a:t>ITPMO根据各自的管理特点设计和</a:t>
                      </a:r>
                      <a:r>
                        <a:rPr sz="1200" kern="0" spc="-10" dirty="0">
                          <a:solidFill>
                            <a:srgbClr val="000000">
                              <a:alpha val="100000"/>
                            </a:srgbClr>
                          </a:solidFill>
                          <a:cs typeface="微软雅黑" panose="020B0503020204020204" charset="-122"/>
                        </a:rPr>
                        <a:t>建立流程</a:t>
                      </a:r>
                      <a:endParaRPr lang="en-US" altLang="en-US" sz="1200" dirty="0"/>
                    </a:p>
                    <a:p>
                      <a:pPr marL="260350" indent="-107315" algn="l" rtl="0" eaLnBrk="0">
                        <a:lnSpc>
                          <a:spcPct val="99000"/>
                        </a:lnSpc>
                        <a:spcBef>
                          <a:spcPts val="630"/>
                        </a:spcBef>
                      </a:pPr>
                      <a:r>
                        <a:rPr sz="1200" kern="0" spc="-20" dirty="0">
                          <a:solidFill>
                            <a:srgbClr val="7F7F7F">
                              <a:alpha val="100000"/>
                            </a:srgbClr>
                          </a:solidFill>
                          <a:cs typeface="Wingdings" panose="05000000000000000000"/>
                        </a:rPr>
                        <a:t>.</a:t>
                      </a:r>
                      <a:r>
                        <a:rPr sz="1200" kern="0" spc="-20" dirty="0">
                          <a:solidFill>
                            <a:srgbClr val="FF0000">
                              <a:alpha val="100000"/>
                            </a:srgbClr>
                          </a:solidFill>
                          <a:cs typeface="微软雅黑" panose="020B0503020204020204" charset="-122"/>
                        </a:rPr>
                        <a:t>设计和建立企发PMO为管控</a:t>
                      </a:r>
                      <a:r>
                        <a:rPr sz="1200" kern="0" spc="160" dirty="0">
                          <a:solidFill>
                            <a:srgbClr val="FF0000">
                              <a:alpha val="100000"/>
                            </a:srgbClr>
                          </a:solidFill>
                          <a:cs typeface="微软雅黑" panose="020B0503020204020204" charset="-122"/>
                        </a:rPr>
                        <a:t>型的</a:t>
                      </a:r>
                      <a:r>
                        <a:rPr sz="1200" kern="0" spc="0" dirty="0">
                          <a:solidFill>
                            <a:srgbClr val="FF0000">
                              <a:alpha val="100000"/>
                            </a:srgbClr>
                          </a:solidFill>
                          <a:cs typeface="微软雅黑" panose="020B0503020204020204" charset="-122"/>
                        </a:rPr>
                        <a:t>PMO</a:t>
                      </a:r>
                      <a:r>
                        <a:rPr sz="1200" kern="0" spc="160" dirty="0">
                          <a:solidFill>
                            <a:srgbClr val="FF0000">
                              <a:alpha val="100000"/>
                            </a:srgbClr>
                          </a:solidFill>
                          <a:cs typeface="微软雅黑" panose="020B0503020204020204" charset="-122"/>
                        </a:rPr>
                        <a:t>组织</a:t>
                      </a:r>
                      <a:endParaRPr lang="en-US" altLang="en-US" sz="1200" dirty="0"/>
                    </a:p>
                    <a:p>
                      <a:pPr marL="260350" indent="-107315" algn="l" rtl="0" eaLnBrk="0">
                        <a:lnSpc>
                          <a:spcPct val="99000"/>
                        </a:lnSpc>
                        <a:spcBef>
                          <a:spcPts val="630"/>
                        </a:spcBef>
                      </a:pPr>
                      <a:r>
                        <a:rPr sz="1200" kern="0" spc="120" dirty="0">
                          <a:solidFill>
                            <a:srgbClr val="7F7F7F">
                              <a:alpha val="100000"/>
                            </a:srgbClr>
                          </a:solidFill>
                          <a:cs typeface="Wingdings" panose="05000000000000000000"/>
                        </a:rPr>
                        <a:t>.</a:t>
                      </a:r>
                      <a:r>
                        <a:rPr sz="1200" kern="0" spc="120" dirty="0">
                          <a:solidFill>
                            <a:srgbClr val="FF0000">
                              <a:alpha val="100000"/>
                            </a:srgbClr>
                          </a:solidFill>
                          <a:cs typeface="微软雅黑" panose="020B0503020204020204" charset="-122"/>
                        </a:rPr>
                        <a:t>设计和建立</a:t>
                      </a:r>
                      <a:r>
                        <a:rPr sz="1200" kern="0" spc="0" dirty="0">
                          <a:solidFill>
                            <a:srgbClr val="FF0000">
                              <a:alpha val="100000"/>
                            </a:srgbClr>
                          </a:solidFill>
                          <a:cs typeface="微软雅黑" panose="020B0503020204020204" charset="-122"/>
                        </a:rPr>
                        <a:t>ITPMO</a:t>
                      </a:r>
                      <a:r>
                        <a:rPr sz="1200" kern="0" spc="120" dirty="0">
                          <a:solidFill>
                            <a:srgbClr val="FF0000">
                              <a:alpha val="100000"/>
                            </a:srgbClr>
                          </a:solidFill>
                          <a:cs typeface="微软雅黑" panose="020B0503020204020204" charset="-122"/>
                        </a:rPr>
                        <a:t>为复合</a:t>
                      </a:r>
                      <a:r>
                        <a:rPr sz="1200" kern="0" spc="160" dirty="0">
                          <a:solidFill>
                            <a:srgbClr val="FF0000">
                              <a:alpha val="100000"/>
                            </a:srgbClr>
                          </a:solidFill>
                          <a:cs typeface="微软雅黑" panose="020B0503020204020204" charset="-122"/>
                        </a:rPr>
                        <a:t>型的</a:t>
                      </a:r>
                      <a:r>
                        <a:rPr sz="1200" kern="0" spc="0" dirty="0">
                          <a:solidFill>
                            <a:srgbClr val="FF0000">
                              <a:alpha val="100000"/>
                            </a:srgbClr>
                          </a:solidFill>
                          <a:cs typeface="微软雅黑" panose="020B0503020204020204" charset="-122"/>
                        </a:rPr>
                        <a:t>PMO</a:t>
                      </a:r>
                      <a:r>
                        <a:rPr sz="1200" kern="0" spc="160" dirty="0">
                          <a:solidFill>
                            <a:srgbClr val="FF0000">
                              <a:alpha val="100000"/>
                            </a:srgbClr>
                          </a:solidFill>
                          <a:cs typeface="微软雅黑" panose="020B0503020204020204" charset="-122"/>
                        </a:rPr>
                        <a:t>组织</a:t>
                      </a:r>
                      <a:endParaRPr lang="en-US" altLang="en-US" sz="1200" dirty="0"/>
                    </a:p>
                    <a:p>
                      <a:pPr algn="l" rtl="0" eaLnBrk="0">
                        <a:lnSpc>
                          <a:spcPct val="104000"/>
                        </a:lnSpc>
                      </a:pPr>
                      <a:endParaRPr lang="en-US" altLang="en-US" sz="500" dirty="0"/>
                    </a:p>
                    <a:p>
                      <a:pPr marL="266065" indent="-11303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从整个项目生命周期的角度清</a:t>
                      </a:r>
                      <a:r>
                        <a:rPr sz="1200" kern="0" spc="120" dirty="0">
                          <a:solidFill>
                            <a:srgbClr val="000000">
                              <a:alpha val="100000"/>
                            </a:srgbClr>
                          </a:solidFill>
                          <a:cs typeface="微软雅黑" panose="020B0503020204020204" charset="-122"/>
                        </a:rPr>
                        <a:t>晰定义</a:t>
                      </a:r>
                      <a:r>
                        <a:rPr sz="1200" kern="0" spc="0" dirty="0">
                          <a:solidFill>
                            <a:srgbClr val="000000">
                              <a:alpha val="100000"/>
                            </a:srgbClr>
                          </a:solidFill>
                          <a:cs typeface="微软雅黑" panose="020B0503020204020204" charset="-122"/>
                        </a:rPr>
                        <a:t>PM</a:t>
                      </a:r>
                      <a:r>
                        <a:rPr sz="1200" kern="0" spc="120" dirty="0">
                          <a:solidFill>
                            <a:srgbClr val="000000">
                              <a:alpha val="100000"/>
                            </a:srgbClr>
                          </a:solidFill>
                          <a:cs typeface="微软雅黑" panose="020B0503020204020204" charset="-122"/>
                        </a:rPr>
                        <a:t>和</a:t>
                      </a:r>
                      <a:r>
                        <a:rPr sz="1200" kern="0" spc="0" dirty="0">
                          <a:solidFill>
                            <a:srgbClr val="000000">
                              <a:alpha val="100000"/>
                            </a:srgbClr>
                          </a:solidFill>
                          <a:cs typeface="微软雅黑" panose="020B0503020204020204" charset="-122"/>
                        </a:rPr>
                        <a:t>PMO</a:t>
                      </a:r>
                      <a:r>
                        <a:rPr sz="1200" kern="0" spc="120" dirty="0">
                          <a:solidFill>
                            <a:srgbClr val="000000">
                              <a:alpha val="100000"/>
                            </a:srgbClr>
                          </a:solidFill>
                          <a:cs typeface="微软雅黑" panose="020B0503020204020204" charset="-122"/>
                        </a:rPr>
                        <a:t>的R&amp;R.</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424" name="table 424"/>
          <p:cNvGraphicFramePr>
            <a:graphicFrameLocks noGrp="1"/>
          </p:cNvGraphicFramePr>
          <p:nvPr>
            <p:custDataLst>
              <p:tags r:id="rId6"/>
            </p:custDataLst>
          </p:nvPr>
        </p:nvGraphicFramePr>
        <p:xfrm>
          <a:off x="6595681" y="1238821"/>
          <a:ext cx="2336165" cy="2987040"/>
        </p:xfrm>
        <a:graphic>
          <a:graphicData uri="http://schemas.openxmlformats.org/drawingml/2006/table">
            <a:tbl>
              <a:tblPr/>
              <a:tblGrid>
                <a:gridCol w="233616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721610">
                <a:tc>
                  <a:txBody>
                    <a:bodyPr/>
                    <a:lstStyle/>
                    <a:p>
                      <a:pPr algn="l" rtl="0" eaLnBrk="0">
                        <a:lnSpc>
                          <a:spcPct val="143000"/>
                        </a:lnSpc>
                      </a:pPr>
                      <a:endParaRPr lang="en-US" altLang="en-US" sz="1000" dirty="0"/>
                    </a:p>
                    <a:p>
                      <a:pPr algn="l" rtl="0" eaLnBrk="0">
                        <a:lnSpc>
                          <a:spcPct val="143000"/>
                        </a:lnSpc>
                      </a:pPr>
                      <a:endParaRPr lang="en-US" altLang="en-US" sz="1000" dirty="0"/>
                    </a:p>
                    <a:p>
                      <a:pPr marL="300990" indent="-165735" algn="l" rtl="0" eaLnBrk="0">
                        <a:lnSpc>
                          <a:spcPct val="99000"/>
                        </a:lnSpc>
                        <a:spcBef>
                          <a:spcPts val="5"/>
                        </a:spcBef>
                      </a:pPr>
                      <a:r>
                        <a:rPr sz="1200" kern="0" spc="-10" dirty="0">
                          <a:solidFill>
                            <a:srgbClr val="7F7F7F">
                              <a:alpha val="100000"/>
                            </a:srgbClr>
                          </a:solidFill>
                          <a:cs typeface="Arial" panose="020B0604020202020204"/>
                        </a:rPr>
                        <a:t>•</a:t>
                      </a:r>
                      <a:r>
                        <a:rPr sz="1200" kern="0" spc="150" dirty="0">
                          <a:solidFill>
                            <a:srgbClr val="7F7F7F">
                              <a:alpha val="100000"/>
                            </a:srgbClr>
                          </a:solidFill>
                          <a:cs typeface="Arial" panose="020B0604020202020204"/>
                        </a:rPr>
                        <a:t>  </a:t>
                      </a:r>
                      <a:r>
                        <a:rPr sz="1200" kern="0" spc="-10" dirty="0">
                          <a:solidFill>
                            <a:srgbClr val="000000">
                              <a:alpha val="100000"/>
                            </a:srgbClr>
                          </a:solidFill>
                          <a:cs typeface="微软雅黑" panose="020B0503020204020204" charset="-122"/>
                        </a:rPr>
                        <a:t>公司的项目管理体系框架应</a:t>
                      </a:r>
                      <a:r>
                        <a:rPr sz="1200" kern="0" spc="0" dirty="0">
                          <a:solidFill>
                            <a:srgbClr val="000000">
                              <a:alpha val="100000"/>
                            </a:srgbClr>
                          </a:solidFill>
                          <a:cs typeface="微软雅黑" panose="020B0503020204020204" charset="-122"/>
                        </a:rPr>
                        <a:t>     </a:t>
                      </a:r>
                      <a:r>
                        <a:rPr sz="1200" kern="0" spc="130" dirty="0">
                          <a:solidFill>
                            <a:srgbClr val="000000">
                              <a:alpha val="100000"/>
                            </a:srgbClr>
                          </a:solidFill>
                          <a:cs typeface="微软雅黑" panose="020B0503020204020204" charset="-122"/>
                        </a:rPr>
                        <a:t>该总体一致，</a:t>
                      </a:r>
                      <a:r>
                        <a:rPr sz="1200" kern="0" spc="0" dirty="0">
                          <a:solidFill>
                            <a:srgbClr val="000000">
                              <a:alpha val="100000"/>
                            </a:srgbClr>
                          </a:solidFill>
                          <a:cs typeface="微软雅黑" panose="020B0503020204020204" charset="-122"/>
                        </a:rPr>
                        <a:t>IT</a:t>
                      </a:r>
                      <a:r>
                        <a:rPr sz="1200" kern="0" spc="130" dirty="0">
                          <a:solidFill>
                            <a:srgbClr val="000000">
                              <a:alpha val="100000"/>
                            </a:srgbClr>
                          </a:solidFill>
                          <a:cs typeface="微软雅黑" panose="020B0503020204020204" charset="-122"/>
                        </a:rPr>
                        <a:t>项目应该</a:t>
                      </a:r>
                      <a:r>
                        <a:rPr sz="1200" kern="0" spc="0" dirty="0">
                          <a:solidFill>
                            <a:srgbClr val="000000">
                              <a:alpha val="100000"/>
                            </a:srgbClr>
                          </a:solidFill>
                          <a:cs typeface="微软雅黑" panose="020B0503020204020204" charset="-122"/>
                        </a:rPr>
                        <a:t>     </a:t>
                      </a:r>
                      <a:r>
                        <a:rPr sz="1200" kern="0" spc="130" dirty="0">
                          <a:solidFill>
                            <a:srgbClr val="000000">
                              <a:alpha val="100000"/>
                            </a:srgbClr>
                          </a:solidFill>
                          <a:cs typeface="微软雅黑" panose="020B0503020204020204" charset="-122"/>
                        </a:rPr>
                        <a:t>根据</a:t>
                      </a:r>
                      <a:r>
                        <a:rPr sz="1200" kern="0" spc="0" dirty="0">
                          <a:solidFill>
                            <a:srgbClr val="000000">
                              <a:alpha val="100000"/>
                            </a:srgbClr>
                          </a:solidFill>
                          <a:cs typeface="微软雅黑" panose="020B0503020204020204" charset="-122"/>
                        </a:rPr>
                        <a:t>IT</a:t>
                      </a:r>
                      <a:r>
                        <a:rPr sz="1200" kern="0" spc="130" dirty="0">
                          <a:solidFill>
                            <a:srgbClr val="000000">
                              <a:alpha val="100000"/>
                            </a:srgbClr>
                          </a:solidFill>
                          <a:cs typeface="微软雅黑" panose="020B0503020204020204" charset="-122"/>
                        </a:rPr>
                        <a:t>项目实施的特点制</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定有针对性地流程</a:t>
                      </a:r>
                      <a:endParaRPr lang="en-US" altLang="en-US" sz="1200" dirty="0"/>
                    </a:p>
                    <a:p>
                      <a:pPr algn="l" rtl="0" eaLnBrk="0">
                        <a:lnSpc>
                          <a:spcPct val="104000"/>
                        </a:lnSpc>
                      </a:pPr>
                      <a:endParaRPr lang="en-US" altLang="en-US" sz="500" dirty="0"/>
                    </a:p>
                    <a:p>
                      <a:pPr marL="301625" indent="-166370" algn="l" rtl="0" eaLnBrk="0">
                        <a:lnSpc>
                          <a:spcPct val="99000"/>
                        </a:lnSpc>
                        <a:spcBef>
                          <a:spcPts val="0"/>
                        </a:spcBef>
                      </a:pPr>
                      <a:r>
                        <a:rPr sz="1200" kern="0" spc="20" dirty="0">
                          <a:solidFill>
                            <a:srgbClr val="7F7F7F">
                              <a:alpha val="100000"/>
                            </a:srgbClr>
                          </a:solidFill>
                          <a:cs typeface="Arial" panose="020B0604020202020204"/>
                        </a:rPr>
                        <a:t>•</a:t>
                      </a:r>
                      <a:r>
                        <a:rPr sz="1200" kern="0" spc="80" dirty="0">
                          <a:solidFill>
                            <a:srgbClr val="7F7F7F">
                              <a:alpha val="100000"/>
                            </a:srgbClr>
                          </a:solidFill>
                          <a:cs typeface="Arial" panose="020B0604020202020204"/>
                        </a:rPr>
                        <a:t>   </a:t>
                      </a:r>
                      <a:r>
                        <a:rPr sz="1200" kern="0" spc="0" dirty="0">
                          <a:solidFill>
                            <a:srgbClr val="000000">
                              <a:alpha val="100000"/>
                            </a:srgbClr>
                          </a:solidFill>
                          <a:cs typeface="微软雅黑" panose="020B0503020204020204" charset="-122"/>
                        </a:rPr>
                        <a:t>PMO</a:t>
                      </a:r>
                      <a:r>
                        <a:rPr sz="1200" kern="0" spc="20" dirty="0">
                          <a:solidFill>
                            <a:srgbClr val="000000">
                              <a:alpha val="100000"/>
                            </a:srgbClr>
                          </a:solidFill>
                          <a:cs typeface="微软雅黑" panose="020B0503020204020204" charset="-122"/>
                        </a:rPr>
                        <a:t>的组织定位和职责必    </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须清晰明了，边界清楚</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26" name="textbox 426"/>
          <p:cNvSpPr/>
          <p:nvPr>
            <p:custDataLst>
              <p:tags r:id="rId7"/>
            </p:custDataLst>
          </p:nvPr>
        </p:nvSpPr>
        <p:spPr>
          <a:xfrm>
            <a:off x="877985" y="240887"/>
            <a:ext cx="10839450" cy="628650"/>
          </a:xfrm>
          <a:prstGeom prst="rect">
            <a:avLst/>
          </a:prstGeom>
        </p:spPr>
        <p:txBody>
          <a:bodyPr vert="horz" wrap="square" lIns="0" tIns="0" rIns="0" bIns="0">
            <a:normAutofit/>
          </a:bodyPr>
          <a:lstStyle/>
          <a:p>
            <a:pPr algn="l" rtl="0" eaLnBrk="0">
              <a:lnSpc>
                <a:spcPct val="79000"/>
              </a:lnSpc>
            </a:pPr>
            <a:endParaRPr lang="en-US" altLang="en-US" sz="100" dirty="0">
              <a:solidFill>
                <a:schemeClr val="dk1"/>
              </a:solidFill>
            </a:endParaRPr>
          </a:p>
          <a:p>
            <a:pPr marL="12700" indent="635" algn="l" rtl="0" eaLnBrk="0">
              <a:lnSpc>
                <a:spcPct val="99000"/>
              </a:lnSpc>
            </a:pPr>
            <a:r>
              <a:rPr sz="2000" b="1" kern="0" spc="110" dirty="0">
                <a:solidFill>
                  <a:schemeClr val="dk1"/>
                </a:solidFill>
                <a:cs typeface="微软雅黑" panose="020B0503020204020204" charset="-122"/>
              </a:rPr>
              <a:t>关键发现2:</a:t>
            </a:r>
            <a:r>
              <a:rPr sz="2000" b="1" kern="0" spc="0" dirty="0">
                <a:solidFill>
                  <a:schemeClr val="dk1"/>
                </a:solidFill>
                <a:cs typeface="微软雅黑" panose="020B0503020204020204" charset="-122"/>
              </a:rPr>
              <a:t>PMO</a:t>
            </a:r>
            <a:r>
              <a:rPr sz="2000" b="1" kern="0" spc="110" dirty="0">
                <a:solidFill>
                  <a:schemeClr val="dk1"/>
                </a:solidFill>
                <a:cs typeface="微软雅黑" panose="020B0503020204020204" charset="-122"/>
              </a:rPr>
              <a:t>（企发&amp;</a:t>
            </a:r>
            <a:r>
              <a:rPr sz="2000" b="1" kern="0" spc="0" dirty="0">
                <a:solidFill>
                  <a:schemeClr val="dk1"/>
                </a:solidFill>
                <a:cs typeface="微软雅黑" panose="020B0503020204020204" charset="-122"/>
              </a:rPr>
              <a:t>IT</a:t>
            </a:r>
            <a:r>
              <a:rPr sz="2000" b="1" kern="0" spc="110" dirty="0">
                <a:solidFill>
                  <a:schemeClr val="dk1"/>
                </a:solidFill>
                <a:cs typeface="微软雅黑" panose="020B0503020204020204" charset="-122"/>
              </a:rPr>
              <a:t>) 组织的定位和职责不够清晰，造成各级项目组对于</a:t>
            </a:r>
            <a:r>
              <a:rPr sz="2000" b="1" kern="0" spc="0" dirty="0">
                <a:solidFill>
                  <a:schemeClr val="dk1"/>
                </a:solidFill>
                <a:cs typeface="微软雅黑" panose="020B0503020204020204" charset="-122"/>
              </a:rPr>
              <a:t>PMO</a:t>
            </a:r>
            <a:r>
              <a:rPr sz="2000" b="1" kern="0" spc="110" dirty="0">
                <a:solidFill>
                  <a:schemeClr val="dk1"/>
                </a:solidFill>
                <a:cs typeface="微软雅黑" panose="020B0503020204020204" charset="-122"/>
              </a:rPr>
              <a:t>的期望</a:t>
            </a:r>
            <a:r>
              <a:rPr sz="2000" b="1" kern="0" spc="80" dirty="0">
                <a:solidFill>
                  <a:schemeClr val="dk1"/>
                </a:solidFill>
                <a:cs typeface="微软雅黑" panose="020B0503020204020204" charset="-122"/>
              </a:rPr>
              <a:t> </a:t>
            </a:r>
            <a:r>
              <a:rPr sz="2000" b="1" kern="0" spc="-10" dirty="0">
                <a:solidFill>
                  <a:schemeClr val="dk1"/>
                </a:solidFill>
                <a:cs typeface="微软雅黑" panose="020B0503020204020204" charset="-122"/>
              </a:rPr>
              <a:t>值高低不同</a:t>
            </a:r>
            <a:endParaRPr lang="en-US" altLang="en-US" sz="2000" b="1" kern="0" spc="-10" dirty="0">
              <a:solidFill>
                <a:schemeClr val="dk1"/>
              </a:solidFill>
              <a:cs typeface="微软雅黑" panose="020B0503020204020204" charset="-122"/>
            </a:endParaRPr>
          </a:p>
        </p:txBody>
      </p:sp>
      <p:pic>
        <p:nvPicPr>
          <p:cNvPr id="430" name="picture 430"/>
          <p:cNvPicPr>
            <a:picLocks noChangeAspect="1"/>
          </p:cNvPicPr>
          <p:nvPr>
            <p:custDataLst>
              <p:tags r:id="rId8"/>
            </p:custDataLst>
          </p:nvPr>
        </p:nvPicPr>
        <p:blipFill>
          <a:blip r:embed="rId9"/>
          <a:stretch>
            <a:fillRect/>
          </a:stretch>
        </p:blipFill>
        <p:spPr>
          <a:xfrm rot="21600000">
            <a:off x="4076700" y="1243584"/>
            <a:ext cx="2450592" cy="525779"/>
          </a:xfrm>
          <a:prstGeom prst="rect">
            <a:avLst/>
          </a:prstGeom>
        </p:spPr>
      </p:pic>
      <p:pic>
        <p:nvPicPr>
          <p:cNvPr id="432" name="picture 432"/>
          <p:cNvPicPr>
            <a:picLocks noChangeAspect="1"/>
          </p:cNvPicPr>
          <p:nvPr>
            <p:custDataLst>
              <p:tags r:id="rId10"/>
            </p:custDataLst>
          </p:nvPr>
        </p:nvPicPr>
        <p:blipFill>
          <a:blip r:embed="rId11"/>
          <a:stretch>
            <a:fillRect/>
          </a:stretch>
        </p:blipFill>
        <p:spPr>
          <a:xfrm rot="21600000">
            <a:off x="6600444" y="1243584"/>
            <a:ext cx="2327147" cy="548640"/>
          </a:xfrm>
          <a:prstGeom prst="rect">
            <a:avLst/>
          </a:prstGeom>
        </p:spPr>
      </p:pic>
      <p:pic>
        <p:nvPicPr>
          <p:cNvPr id="434" name="picture 434"/>
          <p:cNvPicPr>
            <a:picLocks noChangeAspect="1"/>
          </p:cNvPicPr>
          <p:nvPr>
            <p:custDataLst>
              <p:tags r:id="rId12"/>
            </p:custDataLst>
          </p:nvPr>
        </p:nvPicPr>
        <p:blipFill>
          <a:blip r:embed="rId13"/>
          <a:stretch>
            <a:fillRect/>
          </a:stretch>
        </p:blipFill>
        <p:spPr>
          <a:xfrm rot="21600000">
            <a:off x="6599351" y="1513268"/>
            <a:ext cx="2329333" cy="283590"/>
          </a:xfrm>
          <a:prstGeom prst="rect">
            <a:avLst/>
          </a:prstGeom>
        </p:spPr>
      </p:pic>
      <p:sp>
        <p:nvSpPr>
          <p:cNvPr id="436" name="textbox 436"/>
          <p:cNvSpPr/>
          <p:nvPr>
            <p:custDataLst>
              <p:tags r:id="rId14"/>
            </p:custDataLst>
          </p:nvPr>
        </p:nvSpPr>
        <p:spPr>
          <a:xfrm>
            <a:off x="6587744" y="1230884"/>
            <a:ext cx="2352675" cy="591819"/>
          </a:xfrm>
          <a:prstGeom prst="rect">
            <a:avLst/>
          </a:prstGeom>
        </p:spPr>
        <p:txBody>
          <a:bodyPr vert="horz" wrap="square" lIns="0" tIns="0" rIns="0" bIns="0">
            <a:normAutofit/>
          </a:bodyPr>
          <a:lstStyle/>
          <a:p>
            <a:pPr algn="l" rtl="0" eaLnBrk="0">
              <a:lnSpc>
                <a:spcPct val="113000"/>
              </a:lnSpc>
            </a:pPr>
            <a:endParaRPr lang="en-US" altLang="en-US" sz="1000" dirty="0">
              <a:solidFill>
                <a:schemeClr val="tx1"/>
              </a:solidFill>
            </a:endParaRPr>
          </a:p>
          <a:p>
            <a:pPr marL="855980" algn="l" rtl="0" eaLnBrk="0">
              <a:lnSpc>
                <a:spcPct val="97000"/>
              </a:lnSpc>
              <a:spcBef>
                <a:spcPts val="5"/>
              </a:spcBef>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pic>
        <p:nvPicPr>
          <p:cNvPr id="438" name="picture 438"/>
          <p:cNvPicPr>
            <a:picLocks noChangeAspect="1"/>
          </p:cNvPicPr>
          <p:nvPr>
            <p:custDataLst>
              <p:tags r:id="rId15"/>
            </p:custDataLst>
          </p:nvPr>
        </p:nvPicPr>
        <p:blipFill>
          <a:blip r:embed="rId16"/>
          <a:stretch>
            <a:fillRect/>
          </a:stretch>
        </p:blipFill>
        <p:spPr>
          <a:xfrm rot="21600000">
            <a:off x="9005316" y="1243584"/>
            <a:ext cx="2400300" cy="525779"/>
          </a:xfrm>
          <a:prstGeom prst="rect">
            <a:avLst/>
          </a:prstGeom>
        </p:spPr>
      </p:pic>
      <p:graphicFrame>
        <p:nvGraphicFramePr>
          <p:cNvPr id="440" name="table 440"/>
          <p:cNvGraphicFramePr>
            <a:graphicFrameLocks noGrp="1"/>
          </p:cNvGraphicFramePr>
          <p:nvPr>
            <p:custDataLst>
              <p:tags r:id="rId17"/>
            </p:custDataLst>
          </p:nvPr>
        </p:nvGraphicFramePr>
        <p:xfrm>
          <a:off x="2054605" y="4489958"/>
          <a:ext cx="526414" cy="1622425"/>
        </p:xfrm>
        <a:graphic>
          <a:graphicData uri="http://schemas.openxmlformats.org/drawingml/2006/table">
            <a:tbl>
              <a:tblPr>
                <a:solidFill>
                  <a:srgbClr val="FFC000"/>
                </a:solidFill>
              </a:tblPr>
              <a:tblGrid>
                <a:gridCol w="526414"/>
              </a:tblGrid>
              <a:tr h="1597025">
                <a:tc>
                  <a:txBody>
                    <a:bodyPr/>
                    <a:lstStyle/>
                    <a:p>
                      <a:pPr algn="l" rtl="0" eaLnBrk="0">
                        <a:lnSpc>
                          <a:spcPct val="112000"/>
                        </a:lnSpc>
                      </a:pPr>
                      <a:endParaRPr lang="en-US" altLang="en-US" sz="1000" dirty="0"/>
                    </a:p>
                    <a:p>
                      <a:pPr marL="410845" algn="l" rtl="0" eaLnBrk="0">
                        <a:lnSpc>
                          <a:spcPct val="90000"/>
                        </a:lnSpc>
                        <a:spcBef>
                          <a:spcPts val="5"/>
                        </a:spcBef>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BF9000"/>
                      </a:solidFill>
                      <a:prstDash val="solid"/>
                      <a:round/>
                      <a:headEnd type="none" w="med" len="med"/>
                      <a:tailEnd type="none" w="med" len="med"/>
                    </a:lnL>
                    <a:lnR w="25400" cap="flat" cmpd="sng" algn="ctr">
                      <a:solidFill>
                        <a:srgbClr val="BF9000"/>
                      </a:solidFill>
                      <a:prstDash val="solid"/>
                      <a:round/>
                      <a:headEnd type="none" w="med" len="med"/>
                      <a:tailEnd type="none" w="med" len="med"/>
                    </a:lnR>
                    <a:lnT w="25400" cap="flat" cmpd="sng" algn="ctr">
                      <a:solidFill>
                        <a:srgbClr val="BF9000"/>
                      </a:solidFill>
                      <a:prstDash val="solid"/>
                      <a:round/>
                      <a:headEnd type="none" w="med" len="med"/>
                      <a:tailEnd type="none" w="med" len="med"/>
                    </a:lnT>
                    <a:lnB w="25400" cap="flat" cmpd="sng" algn="ctr">
                      <a:solidFill>
                        <a:srgbClr val="BF9000"/>
                      </a:solidFill>
                      <a:prstDash val="solid"/>
                      <a:round/>
                      <a:headEnd type="none" w="med" len="med"/>
                      <a:tailEnd type="none" w="med" len="med"/>
                    </a:lnB>
                    <a:solidFill>
                      <a:srgbClr val="FFC000"/>
                    </a:solidFill>
                  </a:tcPr>
                </a:tc>
              </a:tr>
            </a:tbl>
          </a:graphicData>
        </a:graphic>
      </p:graphicFrame>
      <p:grpSp>
        <p:nvGrpSpPr>
          <p:cNvPr id="30" name="group 30"/>
          <p:cNvGrpSpPr/>
          <p:nvPr/>
        </p:nvGrpSpPr>
        <p:grpSpPr>
          <a:xfrm rot="21600000">
            <a:off x="2554402" y="2718316"/>
            <a:ext cx="971555" cy="870815"/>
            <a:chOff x="0" y="0"/>
            <a:chExt cx="971555" cy="870815"/>
          </a:xfrm>
        </p:grpSpPr>
        <p:pic>
          <p:nvPicPr>
            <p:cNvPr id="442" name="picture 442"/>
            <p:cNvPicPr>
              <a:picLocks noChangeAspect="1"/>
            </p:cNvPicPr>
            <p:nvPr>
              <p:custDataLst>
                <p:tags r:id="rId18"/>
              </p:custDataLst>
            </p:nvPr>
          </p:nvPicPr>
          <p:blipFill>
            <a:blip r:embed="rId19"/>
            <a:stretch>
              <a:fillRect/>
            </a:stretch>
          </p:blipFill>
          <p:spPr>
            <a:xfrm rot="21600000">
              <a:off x="0" y="0"/>
              <a:ext cx="971555" cy="870815"/>
            </a:xfrm>
            <a:prstGeom prst="rect">
              <a:avLst/>
            </a:prstGeom>
          </p:spPr>
        </p:pic>
        <p:sp>
          <p:nvSpPr>
            <p:cNvPr id="444" name="textbox 444"/>
            <p:cNvSpPr/>
            <p:nvPr>
              <p:custDataLst>
                <p:tags r:id="rId20"/>
              </p:custDataLst>
            </p:nvPr>
          </p:nvSpPr>
          <p:spPr>
            <a:xfrm>
              <a:off x="-12700" y="-12700"/>
              <a:ext cx="997585" cy="920114"/>
            </a:xfrm>
            <a:prstGeom prst="rect">
              <a:avLst/>
            </a:prstGeom>
          </p:spPr>
          <p:txBody>
            <a:bodyPr vert="horz" wrap="square" lIns="0" tIns="0" rIns="0" bIns="0">
              <a:normAutofit/>
            </a:bodyPr>
            <a:lstStyle/>
            <a:p>
              <a:pPr algn="l" rtl="0" eaLnBrk="0">
                <a:lnSpc>
                  <a:spcPct val="109000"/>
                </a:lnSpc>
              </a:pPr>
              <a:endParaRPr lang="en-US" altLang="en-US" sz="800" dirty="0">
                <a:solidFill>
                  <a:schemeClr val="dk1"/>
                </a:solidFill>
              </a:endParaRPr>
            </a:p>
            <a:p>
              <a:pPr marL="322580" indent="-117475" algn="l" rtl="0" eaLnBrk="0">
                <a:lnSpc>
                  <a:spcPct val="99000"/>
                </a:lnSpc>
                <a:spcBef>
                  <a:spcPts val="0"/>
                </a:spcBef>
              </a:pPr>
              <a:r>
                <a:rPr sz="1800" kern="0" spc="-20" dirty="0">
                  <a:solidFill>
                    <a:schemeClr val="dk1"/>
                  </a:solidFill>
                  <a:cs typeface="微软雅黑" panose="020B0503020204020204" charset="-122"/>
                </a:rPr>
                <a:t>技术和</a:t>
              </a:r>
              <a:r>
                <a:rPr sz="1800" kern="0" spc="10" dirty="0">
                  <a:solidFill>
                    <a:schemeClr val="dk1"/>
                  </a:solidFill>
                  <a:cs typeface="微软雅黑" panose="020B0503020204020204" charset="-122"/>
                </a:rPr>
                <a:t>  </a:t>
              </a:r>
              <a:r>
                <a:rPr sz="1800" kern="0" spc="-20" dirty="0">
                  <a:solidFill>
                    <a:schemeClr val="dk1"/>
                  </a:solidFill>
                  <a:cs typeface="微软雅黑" panose="020B0503020204020204" charset="-122"/>
                </a:rPr>
                <a:t>工具</a:t>
              </a:r>
              <a:endParaRPr lang="en-US" altLang="en-US" sz="1800" kern="0" spc="-20" dirty="0">
                <a:solidFill>
                  <a:schemeClr val="dk1"/>
                </a:solidFill>
                <a:cs typeface="微软雅黑" panose="020B0503020204020204" charset="-122"/>
              </a:endParaRPr>
            </a:p>
          </p:txBody>
        </p:sp>
      </p:grpSp>
      <p:sp>
        <p:nvSpPr>
          <p:cNvPr id="448" name="textbox 448"/>
          <p:cNvSpPr/>
          <p:nvPr>
            <p:custDataLst>
              <p:tags r:id="rId21"/>
            </p:custDataLst>
          </p:nvPr>
        </p:nvSpPr>
        <p:spPr>
          <a:xfrm>
            <a:off x="1801723" y="1854758"/>
            <a:ext cx="502919" cy="1678939"/>
          </a:xfrm>
          <a:prstGeom prst="rect">
            <a:avLst/>
          </a:prstGeom>
        </p:spPr>
        <p:txBody>
          <a:bodyPr vert="horz" wrap="square" lIns="0" tIns="0" rIns="0" bIns="0">
            <a:normAutofit/>
          </a:bodyPr>
          <a:lstStyle/>
          <a:p>
            <a:pPr algn="l" rtl="0" eaLnBrk="0">
              <a:lnSpc>
                <a:spcPct val="90000"/>
              </a:lnSpc>
            </a:pPr>
            <a:endParaRPr lang="en-US" altLang="en-US" sz="100" dirty="0">
              <a:solidFill>
                <a:schemeClr val="dk1"/>
              </a:solidFill>
            </a:endParaRPr>
          </a:p>
          <a:p>
            <a:pPr marL="36830" algn="l" rtl="0" eaLnBrk="0">
              <a:lnSpc>
                <a:spcPct val="98000"/>
              </a:lnSpc>
            </a:pPr>
            <a:r>
              <a:rPr sz="1800" kern="0" spc="-20" dirty="0">
                <a:solidFill>
                  <a:schemeClr val="dk1"/>
                </a:solidFill>
                <a:cs typeface="微软雅黑" panose="020B0503020204020204" charset="-122"/>
              </a:rPr>
              <a:t>文化</a:t>
            </a:r>
            <a:endParaRPr lang="en-US" altLang="en-US" sz="1800" dirty="0">
              <a:solidFill>
                <a:schemeClr val="dk1"/>
              </a:solidFill>
            </a:endParaRPr>
          </a:p>
          <a:p>
            <a:pPr algn="l" rtl="0" eaLnBrk="0">
              <a:lnSpc>
                <a:spcPct val="123000"/>
              </a:lnSpc>
            </a:pPr>
            <a:endParaRPr lang="en-US" altLang="en-US" sz="1000" dirty="0">
              <a:solidFill>
                <a:schemeClr val="dk1"/>
              </a:solidFill>
            </a:endParaRPr>
          </a:p>
          <a:p>
            <a:pPr marL="60325" indent="-635" algn="l" rtl="0" eaLnBrk="0">
              <a:lnSpc>
                <a:spcPct val="113000"/>
              </a:lnSpc>
              <a:spcBef>
                <a:spcPts val="455"/>
              </a:spcBef>
            </a:pPr>
            <a:r>
              <a:rPr sz="1500" b="1" kern="0" spc="70" dirty="0">
                <a:solidFill>
                  <a:schemeClr val="dk1"/>
                </a:solidFill>
                <a:cs typeface="微软雅黑" panose="020B0503020204020204" charset="-122"/>
              </a:rPr>
              <a:t>项目</a:t>
            </a:r>
            <a:r>
              <a:rPr sz="1500" b="1" kern="0" spc="10" dirty="0">
                <a:solidFill>
                  <a:schemeClr val="dk1"/>
                </a:solidFill>
                <a:cs typeface="微软雅黑" panose="020B0503020204020204" charset="-122"/>
              </a:rPr>
              <a:t> </a:t>
            </a:r>
            <a:r>
              <a:rPr sz="1500" b="1" kern="0" spc="70" dirty="0">
                <a:solidFill>
                  <a:schemeClr val="dk1"/>
                </a:solidFill>
                <a:cs typeface="微软雅黑" panose="020B0503020204020204" charset="-122"/>
              </a:rPr>
              <a:t>管理</a:t>
            </a:r>
            <a:endParaRPr lang="en-US" altLang="en-US" sz="1500" dirty="0">
              <a:solidFill>
                <a:schemeClr val="dk1"/>
              </a:solidFill>
            </a:endParaRPr>
          </a:p>
          <a:p>
            <a:pPr algn="l" rtl="0" eaLnBrk="0">
              <a:lnSpc>
                <a:spcPct val="186000"/>
              </a:lnSpc>
            </a:pPr>
            <a:endParaRPr lang="en-US" altLang="en-US" sz="1000" dirty="0">
              <a:solidFill>
                <a:schemeClr val="dk1"/>
              </a:solidFill>
            </a:endParaRPr>
          </a:p>
          <a:p>
            <a:pPr algn="l" rtl="0" eaLnBrk="0">
              <a:lnSpc>
                <a:spcPct val="113000"/>
              </a:lnSpc>
            </a:pPr>
            <a:endParaRPr lang="en-US" altLang="en-US" sz="400" dirty="0">
              <a:solidFill>
                <a:schemeClr val="dk1"/>
              </a:solidFill>
            </a:endParaRPr>
          </a:p>
          <a:p>
            <a:pPr marL="12700" algn="l" rtl="0" eaLnBrk="0">
              <a:lnSpc>
                <a:spcPct val="98000"/>
              </a:lnSpc>
              <a:spcBef>
                <a:spcPts val="5"/>
              </a:spcBef>
            </a:pPr>
            <a:r>
              <a:rPr sz="1800" kern="0" spc="-20" dirty="0">
                <a:solidFill>
                  <a:schemeClr val="dk1"/>
                </a:solidFill>
                <a:cs typeface="微软雅黑" panose="020B0503020204020204" charset="-122"/>
              </a:rPr>
              <a:t>组织</a:t>
            </a:r>
            <a:endParaRPr lang="en-US" altLang="en-US" sz="1800" kern="0" spc="-20" dirty="0">
              <a:solidFill>
                <a:schemeClr val="dk1"/>
              </a:solidFill>
              <a:cs typeface="微软雅黑" panose="020B0503020204020204" charset="-122"/>
            </a:endParaRPr>
          </a:p>
        </p:txBody>
      </p:sp>
      <p:pic>
        <p:nvPicPr>
          <p:cNvPr id="450" name="picture 450"/>
          <p:cNvPicPr>
            <a:picLocks noChangeAspect="1"/>
          </p:cNvPicPr>
          <p:nvPr>
            <p:custDataLst>
              <p:tags r:id="rId22"/>
            </p:custDataLst>
          </p:nvPr>
        </p:nvPicPr>
        <p:blipFill>
          <a:blip r:embed="rId23"/>
          <a:stretch>
            <a:fillRect/>
          </a:stretch>
        </p:blipFill>
        <p:spPr>
          <a:xfrm rot="21600000">
            <a:off x="4075700" y="1501817"/>
            <a:ext cx="2452590" cy="272203"/>
          </a:xfrm>
          <a:prstGeom prst="rect">
            <a:avLst/>
          </a:prstGeom>
        </p:spPr>
      </p:pic>
      <p:pic>
        <p:nvPicPr>
          <p:cNvPr id="452" name="picture 452"/>
          <p:cNvPicPr>
            <a:picLocks noChangeAspect="1"/>
          </p:cNvPicPr>
          <p:nvPr>
            <p:custDataLst>
              <p:tags r:id="rId24"/>
            </p:custDataLst>
          </p:nvPr>
        </p:nvPicPr>
        <p:blipFill>
          <a:blip r:embed="rId25"/>
          <a:stretch>
            <a:fillRect/>
          </a:stretch>
        </p:blipFill>
        <p:spPr>
          <a:xfrm rot="21600000">
            <a:off x="9004296" y="1501822"/>
            <a:ext cx="2402338" cy="272193"/>
          </a:xfrm>
          <a:prstGeom prst="rect">
            <a:avLst/>
          </a:prstGeom>
        </p:spPr>
      </p:pic>
      <p:sp>
        <p:nvSpPr>
          <p:cNvPr id="454" name="textbox 454"/>
          <p:cNvSpPr/>
          <p:nvPr>
            <p:custDataLst>
              <p:tags r:id="rId26"/>
            </p:custDataLst>
          </p:nvPr>
        </p:nvSpPr>
        <p:spPr>
          <a:xfrm>
            <a:off x="2653312" y="2218239"/>
            <a:ext cx="710565" cy="293370"/>
          </a:xfrm>
          <a:prstGeom prst="rect">
            <a:avLst/>
          </a:prstGeom>
        </p:spPr>
        <p:txBody>
          <a:bodyPr vert="horz" wrap="square" lIns="0" tIns="0" rIns="0" bIns="0">
            <a:normAutofit/>
          </a:bodyPr>
          <a:lstStyle/>
          <a:p>
            <a:pPr algn="l" rtl="0" eaLnBrk="0">
              <a:lnSpc>
                <a:spcPct val="75000"/>
              </a:lnSpc>
            </a:pPr>
            <a:endParaRPr lang="en-US" altLang="en-US" sz="100" dirty="0">
              <a:solidFill>
                <a:schemeClr val="dk1"/>
              </a:solidFill>
            </a:endParaRPr>
          </a:p>
          <a:p>
            <a:pPr marL="12700" algn="l" rtl="0" eaLnBrk="0">
              <a:lnSpc>
                <a:spcPct val="98000"/>
              </a:lnSpc>
            </a:pPr>
            <a:r>
              <a:rPr sz="1800" kern="0" spc="-10" dirty="0">
                <a:solidFill>
                  <a:schemeClr val="dk1"/>
                </a:solidFill>
                <a:cs typeface="微软雅黑" panose="020B0503020204020204" charset="-122"/>
              </a:rPr>
              <a:t>方法论</a:t>
            </a:r>
            <a:endParaRPr lang="en-US" altLang="en-US" sz="1800" kern="0" spc="-10" dirty="0">
              <a:solidFill>
                <a:schemeClr val="dk1"/>
              </a:solidFill>
              <a:cs typeface="微软雅黑" panose="020B0503020204020204" charset="-122"/>
            </a:endParaRPr>
          </a:p>
        </p:txBody>
      </p:sp>
      <p:sp>
        <p:nvSpPr>
          <p:cNvPr id="456" name="textbox 456"/>
          <p:cNvSpPr/>
          <p:nvPr>
            <p:custDataLst>
              <p:tags r:id="rId27"/>
            </p:custDataLst>
          </p:nvPr>
        </p:nvSpPr>
        <p:spPr>
          <a:xfrm>
            <a:off x="4998092" y="1397248"/>
            <a:ext cx="73596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关键发现</a:t>
            </a:r>
            <a:endParaRPr lang="en-US" altLang="en-US" sz="1400" b="1" kern="0" spc="-10" dirty="0">
              <a:solidFill>
                <a:schemeClr val="tx1"/>
              </a:solidFill>
              <a:cs typeface="微软雅黑" panose="020B0503020204020204" charset="-122"/>
            </a:endParaRPr>
          </a:p>
        </p:txBody>
      </p:sp>
      <p:sp>
        <p:nvSpPr>
          <p:cNvPr id="458" name="textbox 458"/>
          <p:cNvSpPr/>
          <p:nvPr>
            <p:custDataLst>
              <p:tags r:id="rId28"/>
            </p:custDataLst>
          </p:nvPr>
        </p:nvSpPr>
        <p:spPr>
          <a:xfrm>
            <a:off x="9838301" y="1397248"/>
            <a:ext cx="73215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改进建议</a:t>
            </a:r>
            <a:endParaRPr lang="en-US" altLang="en-US" sz="1400" b="1" kern="0" spc="-10" dirty="0">
              <a:solidFill>
                <a:schemeClr val="tx1"/>
              </a:solidFill>
              <a:cs typeface="微软雅黑" panose="020B0503020204020204" charset="-122"/>
            </a:endParaRPr>
          </a:p>
        </p:txBody>
      </p:sp>
      <p:sp>
        <p:nvSpPr>
          <p:cNvPr id="460" name="textbox 460"/>
          <p:cNvSpPr/>
          <p:nvPr>
            <p:custDataLst>
              <p:tags r:id="rId29"/>
            </p:custDataLst>
          </p:nvPr>
        </p:nvSpPr>
        <p:spPr>
          <a:xfrm>
            <a:off x="896518" y="3067608"/>
            <a:ext cx="480059" cy="292100"/>
          </a:xfrm>
          <a:prstGeom prst="rect">
            <a:avLst/>
          </a:prstGeom>
        </p:spPr>
        <p:txBody>
          <a:bodyPr vert="horz" wrap="square" lIns="0" tIns="0" rIns="0" bIns="0">
            <a:normAutofit/>
          </a:bodyPr>
          <a:lstStyle/>
          <a:p>
            <a:pPr algn="l" rtl="0" eaLnBrk="0">
              <a:lnSpc>
                <a:spcPct val="86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技能</a:t>
            </a:r>
            <a:endParaRPr lang="en-US" altLang="en-US" sz="1800" kern="0" spc="-20" dirty="0">
              <a:solidFill>
                <a:schemeClr val="dk1"/>
              </a:solidFill>
              <a:cs typeface="微软雅黑" panose="020B0503020204020204" charset="-122"/>
            </a:endParaRPr>
          </a:p>
        </p:txBody>
      </p:sp>
      <p:sp>
        <p:nvSpPr>
          <p:cNvPr id="462" name="textbox 462"/>
          <p:cNvSpPr/>
          <p:nvPr>
            <p:custDataLst>
              <p:tags r:id="rId30"/>
            </p:custDataLst>
          </p:nvPr>
        </p:nvSpPr>
        <p:spPr>
          <a:xfrm>
            <a:off x="887831" y="2036749"/>
            <a:ext cx="479425" cy="292100"/>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绩效</a:t>
            </a:r>
            <a:endParaRPr lang="en-US" altLang="en-US" sz="1800" kern="0" spc="-20" dirty="0">
              <a:solidFill>
                <a:schemeClr val="dk1"/>
              </a:solidFill>
              <a:cs typeface="微软雅黑" panose="020B0503020204020204" charset="-122"/>
            </a:endParaRPr>
          </a:p>
        </p:txBody>
      </p:sp>
    </p:spTree>
    <p:custDataLst>
      <p:tags r:id="rId3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 name="textbox 464"/>
          <p:cNvSpPr/>
          <p:nvPr>
            <p:custDataLst>
              <p:tags r:id="rId1"/>
            </p:custDataLst>
          </p:nvPr>
        </p:nvSpPr>
        <p:spPr>
          <a:xfrm>
            <a:off x="4528491" y="1544186"/>
            <a:ext cx="6401434" cy="875664"/>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291465" indent="-278765" algn="l" rtl="0" eaLnBrk="0">
              <a:lnSpc>
                <a:spcPct val="99000"/>
              </a:lnSpc>
            </a:pPr>
            <a:r>
              <a:rPr sz="1400" kern="0" spc="-20" dirty="0">
                <a:solidFill>
                  <a:schemeClr val="dk1"/>
                </a:solidFill>
                <a:cs typeface="Arial" panose="020B0604020202020204"/>
              </a:rPr>
              <a:t>•    </a:t>
            </a:r>
            <a:r>
              <a:rPr sz="1400" kern="0" spc="-20" dirty="0">
                <a:solidFill>
                  <a:schemeClr val="dk1"/>
                </a:solidFill>
                <a:cs typeface="微软雅黑" panose="020B0503020204020204" charset="-122"/>
              </a:rPr>
              <a:t>衔接公司战略规划部门，</a:t>
            </a:r>
            <a:r>
              <a:rPr sz="1400" kern="0" spc="80" dirty="0">
                <a:solidFill>
                  <a:schemeClr val="dk1"/>
                </a:solidFill>
                <a:cs typeface="微软雅黑" panose="020B0503020204020204" charset="-122"/>
              </a:rPr>
              <a:t>  </a:t>
            </a:r>
            <a:r>
              <a:rPr sz="1400" kern="0" spc="-20" dirty="0">
                <a:solidFill>
                  <a:schemeClr val="dk1"/>
                </a:solidFill>
                <a:cs typeface="微软雅黑" panose="020B0503020204020204" charset="-122"/>
              </a:rPr>
              <a:t>制定战略落地的计划和方案，并监控战略目标的实 </a:t>
            </a:r>
            <a:r>
              <a:rPr sz="1400" kern="0" spc="-30" dirty="0">
                <a:solidFill>
                  <a:schemeClr val="dk1"/>
                </a:solidFill>
                <a:cs typeface="微软雅黑" panose="020B0503020204020204" charset="-122"/>
              </a:rPr>
              <a:t>    </a:t>
            </a:r>
            <a:r>
              <a:rPr sz="1400" kern="0" spc="-80" dirty="0">
                <a:solidFill>
                  <a:schemeClr val="dk1"/>
                </a:solidFill>
                <a:cs typeface="微软雅黑" panose="020B0503020204020204" charset="-122"/>
              </a:rPr>
              <a:t>现；</a:t>
            </a:r>
            <a:endParaRPr lang="en-US" altLang="en-US" sz="1400" dirty="0">
              <a:solidFill>
                <a:schemeClr val="dk1"/>
              </a:solidFill>
            </a:endParaRPr>
          </a:p>
          <a:p>
            <a:pPr marL="315595" indent="-302895" algn="l" rtl="0" eaLnBrk="0">
              <a:lnSpc>
                <a:spcPct val="99000"/>
              </a:lnSpc>
              <a:spcBef>
                <a:spcPts val="40"/>
              </a:spcBef>
            </a:pPr>
            <a:r>
              <a:rPr sz="1400" kern="0" spc="10" dirty="0">
                <a:solidFill>
                  <a:schemeClr val="dk1"/>
                </a:solidFill>
                <a:cs typeface="Arial" panose="020B0604020202020204"/>
              </a:rPr>
              <a:t>•    </a:t>
            </a:r>
            <a:r>
              <a:rPr sz="1400" kern="0" spc="0" dirty="0">
                <a:solidFill>
                  <a:schemeClr val="dk1"/>
                </a:solidFill>
                <a:cs typeface="Arial" panose="020B0604020202020204"/>
              </a:rPr>
              <a:t>PMO</a:t>
            </a:r>
            <a:r>
              <a:rPr sz="1400" kern="0" spc="10" dirty="0">
                <a:solidFill>
                  <a:schemeClr val="dk1"/>
                </a:solidFill>
                <a:cs typeface="微软雅黑" panose="020B0503020204020204" charset="-122"/>
              </a:rPr>
              <a:t>以投资和回报的角度关</a:t>
            </a:r>
            <a:r>
              <a:rPr sz="1400" kern="0" spc="0" dirty="0">
                <a:solidFill>
                  <a:schemeClr val="dk1"/>
                </a:solidFill>
                <a:cs typeface="微软雅黑" panose="020B0503020204020204" charset="-122"/>
              </a:rPr>
              <a:t>注公司立项需求，以并以战略目标为单位，监控项</a:t>
            </a:r>
            <a:r>
              <a:rPr sz="1400" kern="0" spc="-10" dirty="0">
                <a:solidFill>
                  <a:schemeClr val="dk1"/>
                </a:solidFill>
                <a:cs typeface="微软雅黑" panose="020B0503020204020204" charset="-122"/>
              </a:rPr>
              <a:t> </a:t>
            </a:r>
            <a:r>
              <a:rPr sz="1400" kern="0" spc="-60" dirty="0">
                <a:solidFill>
                  <a:schemeClr val="dk1"/>
                </a:solidFill>
                <a:cs typeface="微软雅黑" panose="020B0503020204020204" charset="-122"/>
              </a:rPr>
              <a:t>目进展和风险。</a:t>
            </a:r>
            <a:endParaRPr lang="en-US" altLang="en-US" sz="1400" kern="0" spc="-60" dirty="0">
              <a:solidFill>
                <a:schemeClr val="dk1"/>
              </a:solidFill>
              <a:cs typeface="微软雅黑" panose="020B0503020204020204" charset="-122"/>
            </a:endParaRPr>
          </a:p>
        </p:txBody>
      </p:sp>
      <p:sp>
        <p:nvSpPr>
          <p:cNvPr id="466" name="path"/>
          <p:cNvSpPr/>
          <p:nvPr/>
        </p:nvSpPr>
        <p:spPr>
          <a:xfrm>
            <a:off x="4727448" y="3259645"/>
            <a:ext cx="6264655" cy="9525"/>
          </a:xfrm>
          <a:custGeom>
            <a:avLst/>
            <a:gdLst/>
            <a:ahLst/>
            <a:cxnLst/>
            <a:rect l="0" t="0" r="0" b="0"/>
            <a:pathLst>
              <a:path w="9865" h="15">
                <a:moveTo>
                  <a:pt x="0" y="7"/>
                </a:moveTo>
                <a:lnTo>
                  <a:pt x="9865" y="7"/>
                </a:lnTo>
              </a:path>
            </a:pathLst>
          </a:custGeom>
          <a:noFill/>
          <a:ln w="9525" cap="flat">
            <a:solidFill>
              <a:srgbClr val="A6A6A6">
                <a:alpha val="100000"/>
              </a:srgbClr>
            </a:solidFill>
            <a:prstDash val="solid"/>
            <a:round/>
          </a:ln>
        </p:spPr>
        <p:txBody>
          <a:bodyPr rtlCol="0"/>
          <a:lstStyle/>
          <a:p>
            <a:pPr algn="ctr"/>
            <a:endParaRPr lang="zh-CN" altLang="en-US"/>
          </a:p>
        </p:txBody>
      </p:sp>
      <p:sp>
        <p:nvSpPr>
          <p:cNvPr id="468" name="rect"/>
          <p:cNvSpPr/>
          <p:nvPr/>
        </p:nvSpPr>
        <p:spPr>
          <a:xfrm>
            <a:off x="4296155" y="2488501"/>
            <a:ext cx="6696710" cy="9525"/>
          </a:xfrm>
          <a:prstGeom prst="rect">
            <a:avLst/>
          </a:prstGeom>
          <a:solidFill>
            <a:srgbClr val="A6A6A6">
              <a:alpha val="100000"/>
            </a:srgbClr>
          </a:solidFill>
          <a:ln cap="flat">
            <a:noFill/>
            <a:prstDash val="solid"/>
            <a:miter lim="0"/>
          </a:ln>
        </p:spPr>
        <p:txBody>
          <a:bodyPr rtlCol="0"/>
          <a:lstStyle/>
          <a:p>
            <a:pPr algn="ctr"/>
            <a:endParaRPr lang="zh-CN" altLang="en-US"/>
          </a:p>
        </p:txBody>
      </p:sp>
      <p:pic>
        <p:nvPicPr>
          <p:cNvPr id="472" name="picture 472"/>
          <p:cNvPicPr>
            <a:picLocks noChangeAspect="1"/>
          </p:cNvPicPr>
          <p:nvPr>
            <p:custDataLst>
              <p:tags r:id="rId2"/>
            </p:custDataLst>
          </p:nvPr>
        </p:nvPicPr>
        <p:blipFill>
          <a:blip r:embed="rId3"/>
          <a:stretch>
            <a:fillRect/>
          </a:stretch>
        </p:blipFill>
        <p:spPr>
          <a:xfrm rot="21600000">
            <a:off x="619129" y="1076721"/>
            <a:ext cx="5292080" cy="4875245"/>
          </a:xfrm>
          <a:prstGeom prst="rect">
            <a:avLst/>
          </a:prstGeom>
        </p:spPr>
      </p:pic>
      <p:sp>
        <p:nvSpPr>
          <p:cNvPr id="476" name="textbox 476"/>
          <p:cNvSpPr/>
          <p:nvPr>
            <p:custDataLst>
              <p:tags r:id="rId4"/>
            </p:custDataLst>
          </p:nvPr>
        </p:nvSpPr>
        <p:spPr>
          <a:xfrm>
            <a:off x="5681016" y="4210551"/>
            <a:ext cx="5158104" cy="873125"/>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ct val="97000"/>
              </a:lnSpc>
            </a:pPr>
            <a:r>
              <a:rPr sz="1400" kern="0" spc="-30" dirty="0">
                <a:solidFill>
                  <a:schemeClr val="dk1"/>
                </a:solidFill>
                <a:cs typeface="Arial" panose="020B0604020202020204"/>
              </a:rPr>
              <a:t>•</a:t>
            </a:r>
            <a:r>
              <a:rPr sz="1400" kern="0" spc="60" dirty="0">
                <a:solidFill>
                  <a:schemeClr val="dk1"/>
                </a:solidFill>
                <a:cs typeface="Arial" panose="020B0604020202020204"/>
              </a:rPr>
              <a:t>    </a:t>
            </a:r>
            <a:r>
              <a:rPr sz="1400" kern="0" spc="-30" dirty="0">
                <a:solidFill>
                  <a:schemeClr val="dk1"/>
                </a:solidFill>
                <a:cs typeface="微软雅黑" panose="020B0503020204020204" charset="-122"/>
              </a:rPr>
              <a:t>帮助各级管理层监控</a:t>
            </a:r>
            <a:r>
              <a:rPr sz="1400" kern="0" spc="-40" dirty="0">
                <a:solidFill>
                  <a:schemeClr val="dk1"/>
                </a:solidFill>
                <a:cs typeface="微软雅黑" panose="020B0503020204020204" charset="-122"/>
              </a:rPr>
              <a:t>大小项目进展；</a:t>
            </a:r>
            <a:endParaRPr lang="en-US" altLang="en-US" sz="1400" dirty="0">
              <a:solidFill>
                <a:schemeClr val="dk1"/>
              </a:solidFill>
            </a:endParaRPr>
          </a:p>
          <a:p>
            <a:pPr marL="292100" indent="-279400" algn="l" rtl="0" eaLnBrk="0">
              <a:lnSpc>
                <a:spcPct val="99000"/>
              </a:lnSpc>
              <a:spcBef>
                <a:spcPts val="35"/>
              </a:spcBef>
            </a:pPr>
            <a:r>
              <a:rPr sz="1400" kern="0" spc="10" dirty="0">
                <a:solidFill>
                  <a:schemeClr val="dk1"/>
                </a:solidFill>
                <a:cs typeface="Arial" panose="020B0604020202020204"/>
              </a:rPr>
              <a:t>•    </a:t>
            </a:r>
            <a:r>
              <a:rPr sz="1400" kern="0" spc="0" dirty="0">
                <a:solidFill>
                  <a:schemeClr val="dk1"/>
                </a:solidFill>
                <a:cs typeface="Arial" panose="020B0604020202020204"/>
              </a:rPr>
              <a:t>PMO</a:t>
            </a:r>
            <a:r>
              <a:rPr sz="1400" kern="0" spc="10" dirty="0">
                <a:solidFill>
                  <a:schemeClr val="dk1"/>
                </a:solidFill>
                <a:cs typeface="微软雅黑" panose="020B0503020204020204" charset="-122"/>
              </a:rPr>
              <a:t>会督促各项目组提交周</a:t>
            </a:r>
            <a:r>
              <a:rPr sz="1400" kern="0" spc="0" dirty="0">
                <a:solidFill>
                  <a:schemeClr val="dk1"/>
                </a:solidFill>
                <a:cs typeface="微软雅黑" panose="020B0503020204020204" charset="-122"/>
              </a:rPr>
              <a:t>报月报，汇总向管理层汇报项目进 </a:t>
            </a:r>
            <a:r>
              <a:rPr sz="1400" kern="0" spc="-40" dirty="0">
                <a:solidFill>
                  <a:schemeClr val="dk1"/>
                </a:solidFill>
                <a:cs typeface="微软雅黑" panose="020B0503020204020204" charset="-122"/>
              </a:rPr>
              <a:t>展。 一旦项目需要领导的</a:t>
            </a:r>
            <a:r>
              <a:rPr sz="1400" kern="0" spc="-50" dirty="0">
                <a:solidFill>
                  <a:schemeClr val="dk1"/>
                </a:solidFill>
                <a:cs typeface="微软雅黑" panose="020B0503020204020204" charset="-122"/>
              </a:rPr>
              <a:t>决策，  由</a:t>
            </a:r>
            <a:r>
              <a:rPr sz="1400" kern="0" spc="-50" dirty="0">
                <a:solidFill>
                  <a:schemeClr val="dk1"/>
                </a:solidFill>
                <a:cs typeface="Arial" panose="020B0604020202020204"/>
              </a:rPr>
              <a:t>PMO</a:t>
            </a:r>
            <a:r>
              <a:rPr sz="1400" kern="0" spc="-50" dirty="0">
                <a:solidFill>
                  <a:schemeClr val="dk1"/>
                </a:solidFill>
                <a:cs typeface="微软雅黑" panose="020B0503020204020204" charset="-122"/>
              </a:rPr>
              <a:t>牵头确保决策落地。</a:t>
            </a:r>
            <a:endParaRPr lang="en-US" altLang="en-US" sz="1400" dirty="0">
              <a:solidFill>
                <a:schemeClr val="dk1"/>
              </a:solidFill>
            </a:endParaRPr>
          </a:p>
          <a:p>
            <a:pPr marL="12700" algn="l" rtl="0" eaLnBrk="0">
              <a:lnSpc>
                <a:spcPct val="97000"/>
              </a:lnSpc>
              <a:spcBef>
                <a:spcPts val="50"/>
              </a:spcBef>
            </a:pPr>
            <a:r>
              <a:rPr sz="1400" kern="0" spc="-40" dirty="0">
                <a:solidFill>
                  <a:schemeClr val="dk1"/>
                </a:solidFill>
                <a:cs typeface="Arial" panose="020B0604020202020204"/>
              </a:rPr>
              <a:t>•     </a:t>
            </a:r>
            <a:r>
              <a:rPr sz="1400" kern="0" spc="-40" dirty="0">
                <a:solidFill>
                  <a:schemeClr val="dk1"/>
                </a:solidFill>
                <a:cs typeface="微软雅黑" panose="020B0503020204020204" charset="-122"/>
              </a:rPr>
              <a:t>由项目大师担任项目指导和评审工作。</a:t>
            </a:r>
            <a:endParaRPr lang="en-US" altLang="en-US" sz="1400" kern="0" spc="-40" dirty="0">
              <a:solidFill>
                <a:schemeClr val="dk1"/>
              </a:solidFill>
              <a:cs typeface="微软雅黑" panose="020B0503020204020204" charset="-122"/>
            </a:endParaRPr>
          </a:p>
        </p:txBody>
      </p:sp>
      <p:sp>
        <p:nvSpPr>
          <p:cNvPr id="478" name="textbox 478"/>
          <p:cNvSpPr/>
          <p:nvPr>
            <p:custDataLst>
              <p:tags r:id="rId5"/>
            </p:custDataLst>
          </p:nvPr>
        </p:nvSpPr>
        <p:spPr>
          <a:xfrm>
            <a:off x="6112816" y="5166735"/>
            <a:ext cx="5158104" cy="87185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7000"/>
              </a:lnSpc>
            </a:pPr>
            <a:r>
              <a:rPr sz="1400" kern="0" spc="-10" dirty="0">
                <a:solidFill>
                  <a:schemeClr val="dk1"/>
                </a:solidFill>
                <a:cs typeface="Arial" panose="020B0604020202020204"/>
              </a:rPr>
              <a:t>•    PMO</a:t>
            </a:r>
            <a:r>
              <a:rPr sz="1400" kern="0" spc="-10" dirty="0">
                <a:solidFill>
                  <a:schemeClr val="dk1"/>
                </a:solidFill>
                <a:cs typeface="微软雅黑" panose="020B0503020204020204" charset="-122"/>
              </a:rPr>
              <a:t>提供专业的项目实施辅导，提供方法、工具和模板等</a:t>
            </a:r>
            <a:r>
              <a:rPr sz="1400" kern="0" spc="-20" dirty="0">
                <a:solidFill>
                  <a:schemeClr val="dk1"/>
                </a:solidFill>
                <a:cs typeface="微软雅黑" panose="020B0503020204020204" charset="-122"/>
              </a:rPr>
              <a:t>；</a:t>
            </a:r>
            <a:endParaRPr lang="en-US" altLang="en-US" sz="1400" dirty="0">
              <a:solidFill>
                <a:schemeClr val="dk1"/>
              </a:solidFill>
            </a:endParaRPr>
          </a:p>
          <a:p>
            <a:pPr marL="291465" indent="-278765" algn="l" rtl="0" eaLnBrk="0">
              <a:lnSpc>
                <a:spcPct val="99000"/>
              </a:lnSpc>
              <a:spcBef>
                <a:spcPts val="35"/>
              </a:spcBef>
            </a:pPr>
            <a:r>
              <a:rPr sz="1400" kern="0" spc="10" dirty="0">
                <a:solidFill>
                  <a:schemeClr val="dk1"/>
                </a:solidFill>
                <a:cs typeface="Arial" panose="020B0604020202020204"/>
              </a:rPr>
              <a:t>•    </a:t>
            </a:r>
            <a:r>
              <a:rPr sz="1400" kern="0" spc="0" dirty="0">
                <a:solidFill>
                  <a:schemeClr val="dk1"/>
                </a:solidFill>
                <a:cs typeface="Arial" panose="020B0604020202020204"/>
              </a:rPr>
              <a:t>PMO</a:t>
            </a:r>
            <a:r>
              <a:rPr sz="1400" kern="0" spc="10" dirty="0">
                <a:solidFill>
                  <a:schemeClr val="dk1"/>
                </a:solidFill>
                <a:cs typeface="微软雅黑" panose="020B0503020204020204" charset="-122"/>
              </a:rPr>
              <a:t>根据公司项目具体情况总</a:t>
            </a:r>
            <a:r>
              <a:rPr sz="1400" kern="0" spc="0" dirty="0">
                <a:solidFill>
                  <a:schemeClr val="dk1"/>
                </a:solidFill>
                <a:cs typeface="微软雅黑" panose="020B0503020204020204" charset="-122"/>
              </a:rPr>
              <a:t>结提炼合适的流程和方法论、制</a:t>
            </a:r>
            <a:r>
              <a:rPr sz="1400" kern="0" spc="-10" dirty="0">
                <a:solidFill>
                  <a:schemeClr val="dk1"/>
                </a:solidFill>
                <a:cs typeface="微软雅黑" panose="020B0503020204020204" charset="-122"/>
              </a:rPr>
              <a:t> 定项目阶段划分、评审规则等。</a:t>
            </a:r>
            <a:endParaRPr lang="en-US" altLang="en-US" sz="1400" dirty="0">
              <a:solidFill>
                <a:schemeClr val="dk1"/>
              </a:solidFill>
            </a:endParaRPr>
          </a:p>
          <a:p>
            <a:pPr marL="12700" algn="l" rtl="0" eaLnBrk="0">
              <a:lnSpc>
                <a:spcPct val="97000"/>
              </a:lnSpc>
              <a:spcBef>
                <a:spcPts val="40"/>
              </a:spcBef>
            </a:pPr>
            <a:r>
              <a:rPr sz="1400" kern="0" spc="10" dirty="0">
                <a:solidFill>
                  <a:schemeClr val="dk1"/>
                </a:solidFill>
                <a:cs typeface="Arial" panose="020B0604020202020204"/>
              </a:rPr>
              <a:t>•    </a:t>
            </a:r>
            <a:r>
              <a:rPr sz="1400" kern="0" spc="10" dirty="0">
                <a:solidFill>
                  <a:schemeClr val="dk1"/>
                </a:solidFill>
                <a:cs typeface="微软雅黑" panose="020B0503020204020204" charset="-122"/>
              </a:rPr>
              <a:t>派出专家进驻各项目组承担咨询和辅导</a:t>
            </a:r>
            <a:r>
              <a:rPr sz="1400" kern="0" spc="0" dirty="0">
                <a:solidFill>
                  <a:schemeClr val="dk1"/>
                </a:solidFill>
                <a:cs typeface="微软雅黑" panose="020B0503020204020204" charset="-122"/>
              </a:rPr>
              <a:t>的工作，协助项目经理</a:t>
            </a:r>
            <a:endParaRPr lang="en-US" altLang="en-US" sz="1400" kern="0" spc="0" dirty="0">
              <a:solidFill>
                <a:schemeClr val="dk1"/>
              </a:solidFill>
              <a:cs typeface="微软雅黑" panose="020B0503020204020204" charset="-122"/>
            </a:endParaRPr>
          </a:p>
        </p:txBody>
      </p:sp>
      <p:sp>
        <p:nvSpPr>
          <p:cNvPr id="480" name="textbox 480"/>
          <p:cNvSpPr/>
          <p:nvPr>
            <p:custDataLst>
              <p:tags r:id="rId6"/>
            </p:custDataLst>
          </p:nvPr>
        </p:nvSpPr>
        <p:spPr>
          <a:xfrm>
            <a:off x="4888790" y="2574798"/>
            <a:ext cx="5963920" cy="659765"/>
          </a:xfrm>
          <a:prstGeom prst="rect">
            <a:avLst/>
          </a:prstGeom>
        </p:spPr>
        <p:txBody>
          <a:bodyPr vert="horz" wrap="square" lIns="0" tIns="0" rIns="0" bIns="0">
            <a:normAutofit/>
          </a:bodyPr>
          <a:lstStyle/>
          <a:p>
            <a:pPr algn="l" rtl="0" eaLnBrk="0">
              <a:lnSpc>
                <a:spcPct val="86000"/>
              </a:lnSpc>
            </a:pPr>
            <a:endParaRPr lang="en-US" altLang="en-US" sz="100" dirty="0">
              <a:solidFill>
                <a:schemeClr val="dk1"/>
              </a:solidFill>
            </a:endParaRPr>
          </a:p>
          <a:p>
            <a:pPr marL="12700" algn="l" rtl="0" eaLnBrk="0">
              <a:lnSpc>
                <a:spcPct val="97000"/>
              </a:lnSpc>
            </a:pPr>
            <a:r>
              <a:rPr sz="1400" kern="0" spc="-30" dirty="0">
                <a:solidFill>
                  <a:schemeClr val="dk1"/>
                </a:solidFill>
                <a:cs typeface="Arial" panose="020B0604020202020204"/>
              </a:rPr>
              <a:t>•    </a:t>
            </a:r>
            <a:r>
              <a:rPr sz="1400" kern="0" spc="-30" dirty="0">
                <a:solidFill>
                  <a:schemeClr val="dk1"/>
                </a:solidFill>
                <a:cs typeface="微软雅黑" panose="020B0503020204020204" charset="-122"/>
              </a:rPr>
              <a:t>管理一批项目经理，直接负责大型复杂项目的</a:t>
            </a:r>
            <a:r>
              <a:rPr sz="1400" kern="0" spc="-40" dirty="0">
                <a:solidFill>
                  <a:schemeClr val="dk1"/>
                </a:solidFill>
                <a:cs typeface="微软雅黑" panose="020B0503020204020204" charset="-122"/>
              </a:rPr>
              <a:t>实施，  以便公司紧密监控；</a:t>
            </a:r>
            <a:endParaRPr lang="en-US" altLang="en-US" sz="1400" dirty="0">
              <a:solidFill>
                <a:schemeClr val="dk1"/>
              </a:solidFill>
            </a:endParaRPr>
          </a:p>
          <a:p>
            <a:pPr marL="290195" indent="-278130" algn="l" rtl="0" eaLnBrk="0">
              <a:lnSpc>
                <a:spcPct val="99000"/>
              </a:lnSpc>
              <a:spcBef>
                <a:spcPts val="35"/>
              </a:spcBef>
            </a:pPr>
            <a:r>
              <a:rPr sz="1400" kern="0" spc="10" dirty="0">
                <a:solidFill>
                  <a:schemeClr val="dk1"/>
                </a:solidFill>
                <a:cs typeface="Arial" panose="020B0604020202020204"/>
              </a:rPr>
              <a:t>•    </a:t>
            </a:r>
            <a:r>
              <a:rPr sz="1400" kern="0" spc="0" dirty="0">
                <a:solidFill>
                  <a:schemeClr val="dk1"/>
                </a:solidFill>
                <a:cs typeface="Arial" panose="020B0604020202020204"/>
              </a:rPr>
              <a:t>PMO</a:t>
            </a:r>
            <a:r>
              <a:rPr sz="1400" kern="0" spc="10" dirty="0">
                <a:solidFill>
                  <a:schemeClr val="dk1"/>
                </a:solidFill>
                <a:cs typeface="微软雅黑" panose="020B0503020204020204" charset="-122"/>
              </a:rPr>
              <a:t>汇集了一批最有能力的</a:t>
            </a:r>
            <a:r>
              <a:rPr sz="1400" kern="0" spc="0" dirty="0">
                <a:solidFill>
                  <a:schemeClr val="dk1"/>
                </a:solidFill>
                <a:cs typeface="Arial" panose="020B0604020202020204"/>
              </a:rPr>
              <a:t>PM</a:t>
            </a:r>
            <a:r>
              <a:rPr sz="1400" kern="0" spc="0" dirty="0">
                <a:solidFill>
                  <a:schemeClr val="dk1"/>
                </a:solidFill>
                <a:cs typeface="微软雅黑" panose="020B0503020204020204" charset="-122"/>
              </a:rPr>
              <a:t>或者即将升迁的专家和精英，专门负责实 施公司重点项目，以确保公司</a:t>
            </a:r>
            <a:r>
              <a:rPr sz="1400" kern="0" spc="-10" dirty="0">
                <a:solidFill>
                  <a:schemeClr val="dk1"/>
                </a:solidFill>
                <a:cs typeface="微软雅黑" panose="020B0503020204020204" charset="-122"/>
              </a:rPr>
              <a:t>重大项目或战略转型成功。</a:t>
            </a:r>
            <a:endParaRPr lang="en-US" altLang="en-US" sz="1400" kern="0" spc="-10" dirty="0">
              <a:solidFill>
                <a:schemeClr val="dk1"/>
              </a:solidFill>
              <a:cs typeface="微软雅黑" panose="020B0503020204020204" charset="-122"/>
            </a:endParaRPr>
          </a:p>
        </p:txBody>
      </p:sp>
      <p:sp>
        <p:nvSpPr>
          <p:cNvPr id="482" name="textbox 482"/>
          <p:cNvSpPr/>
          <p:nvPr>
            <p:custDataLst>
              <p:tags r:id="rId7"/>
            </p:custDataLst>
          </p:nvPr>
        </p:nvSpPr>
        <p:spPr>
          <a:xfrm>
            <a:off x="5137837" y="3450209"/>
            <a:ext cx="5868034" cy="660400"/>
          </a:xfrm>
          <a:prstGeom prst="rect">
            <a:avLst/>
          </a:prstGeom>
        </p:spPr>
        <p:txBody>
          <a:bodyPr vert="horz" wrap="square" lIns="0" tIns="0" rIns="0" bIns="0">
            <a:normAutofit/>
          </a:bodyPr>
          <a:lstStyle/>
          <a:p>
            <a:pPr algn="l" rtl="0" eaLnBrk="0">
              <a:lnSpc>
                <a:spcPct val="79000"/>
              </a:lnSpc>
            </a:pPr>
            <a:endParaRPr lang="en-US" altLang="en-US" sz="100" dirty="0">
              <a:solidFill>
                <a:schemeClr val="dk1"/>
              </a:solidFill>
            </a:endParaRPr>
          </a:p>
          <a:p>
            <a:pPr marL="292100" indent="-279400" algn="l" rtl="0" eaLnBrk="0">
              <a:lnSpc>
                <a:spcPct val="99000"/>
              </a:lnSpc>
            </a:pPr>
            <a:r>
              <a:rPr sz="1400" kern="0" spc="10" dirty="0">
                <a:solidFill>
                  <a:schemeClr val="dk1"/>
                </a:solidFill>
                <a:cs typeface="Arial" panose="020B0604020202020204"/>
              </a:rPr>
              <a:t>•    </a:t>
            </a:r>
            <a:r>
              <a:rPr sz="1400" kern="0" spc="0" dirty="0">
                <a:solidFill>
                  <a:schemeClr val="dk1"/>
                </a:solidFill>
                <a:cs typeface="Arial" panose="020B0604020202020204"/>
              </a:rPr>
              <a:t>PMO</a:t>
            </a:r>
            <a:r>
              <a:rPr sz="1400" kern="0" spc="10" dirty="0">
                <a:solidFill>
                  <a:schemeClr val="dk1"/>
                </a:solidFill>
                <a:cs typeface="微软雅黑" panose="020B0503020204020204" charset="-122"/>
              </a:rPr>
              <a:t>提供项目经理的能力模</a:t>
            </a:r>
            <a:r>
              <a:rPr sz="1400" kern="0" spc="0" dirty="0">
                <a:solidFill>
                  <a:schemeClr val="dk1"/>
                </a:solidFill>
                <a:cs typeface="微软雅黑" panose="020B0503020204020204" charset="-122"/>
              </a:rPr>
              <a:t>型提炼、职业发展路径规划、项目经理定级</a:t>
            </a:r>
            <a:r>
              <a:rPr sz="1400" kern="0" spc="-10" dirty="0">
                <a:solidFill>
                  <a:schemeClr val="dk1"/>
                </a:solidFill>
                <a:cs typeface="微软雅黑" panose="020B0503020204020204" charset="-122"/>
              </a:rPr>
              <a:t> </a:t>
            </a:r>
            <a:r>
              <a:rPr sz="1400" kern="0" spc="-20" dirty="0">
                <a:solidFill>
                  <a:schemeClr val="dk1"/>
                </a:solidFill>
                <a:cs typeface="微软雅黑" panose="020B0503020204020204" charset="-122"/>
              </a:rPr>
              <a:t>评审 、组织培训考核等</a:t>
            </a:r>
            <a:r>
              <a:rPr sz="1400" kern="0" spc="-30" dirty="0">
                <a:solidFill>
                  <a:schemeClr val="dk1"/>
                </a:solidFill>
                <a:cs typeface="微软雅黑" panose="020B0503020204020204" charset="-122"/>
              </a:rPr>
              <a:t>；</a:t>
            </a:r>
            <a:endParaRPr lang="en-US" altLang="en-US" sz="1400" dirty="0">
              <a:solidFill>
                <a:schemeClr val="dk1"/>
              </a:solidFill>
            </a:endParaRPr>
          </a:p>
          <a:p>
            <a:pPr marL="12700" algn="l" rtl="0" eaLnBrk="0">
              <a:lnSpc>
                <a:spcPct val="97000"/>
              </a:lnSpc>
              <a:spcBef>
                <a:spcPts val="50"/>
              </a:spcBef>
            </a:pPr>
            <a:r>
              <a:rPr sz="1400" kern="0" spc="10" dirty="0">
                <a:solidFill>
                  <a:schemeClr val="dk1"/>
                </a:solidFill>
                <a:cs typeface="Arial" panose="020B0604020202020204"/>
              </a:rPr>
              <a:t>•    </a:t>
            </a:r>
            <a:r>
              <a:rPr sz="1400" kern="0" spc="10" dirty="0">
                <a:solidFill>
                  <a:schemeClr val="dk1"/>
                </a:solidFill>
                <a:cs typeface="微软雅黑" panose="020B0503020204020204" charset="-122"/>
              </a:rPr>
              <a:t>实现从初级</a:t>
            </a:r>
            <a:r>
              <a:rPr sz="1400" kern="0" spc="0" dirty="0">
                <a:solidFill>
                  <a:schemeClr val="dk1"/>
                </a:solidFill>
                <a:cs typeface="Arial" panose="020B0604020202020204"/>
              </a:rPr>
              <a:t>PM</a:t>
            </a:r>
            <a:r>
              <a:rPr sz="1400" kern="0" spc="10" dirty="0">
                <a:solidFill>
                  <a:schemeClr val="dk1"/>
                </a:solidFill>
                <a:cs typeface="微软雅黑" panose="020B0503020204020204" charset="-122"/>
              </a:rPr>
              <a:t>到公司管理层</a:t>
            </a:r>
            <a:r>
              <a:rPr sz="1400" kern="0" spc="0" dirty="0">
                <a:solidFill>
                  <a:schemeClr val="dk1"/>
                </a:solidFill>
                <a:cs typeface="微软雅黑" panose="020B0503020204020204" charset="-122"/>
              </a:rPr>
              <a:t>的晋升培养体系通道</a:t>
            </a:r>
            <a:endParaRPr lang="en-US" altLang="en-US" sz="1400" kern="0" spc="0" dirty="0">
              <a:solidFill>
                <a:schemeClr val="dk1"/>
              </a:solidFill>
              <a:cs typeface="微软雅黑" panose="020B0503020204020204" charset="-122"/>
            </a:endParaRPr>
          </a:p>
        </p:txBody>
      </p:sp>
      <p:sp>
        <p:nvSpPr>
          <p:cNvPr id="488" name="textbox 488"/>
          <p:cNvSpPr/>
          <p:nvPr>
            <p:custDataLst>
              <p:tags r:id="rId8"/>
            </p:custDataLst>
          </p:nvPr>
        </p:nvSpPr>
        <p:spPr>
          <a:xfrm>
            <a:off x="6393087" y="6020504"/>
            <a:ext cx="2842260" cy="233679"/>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7000"/>
              </a:lnSpc>
            </a:pPr>
            <a:r>
              <a:rPr sz="1400" kern="0" spc="-30" dirty="0">
                <a:solidFill>
                  <a:schemeClr val="dk1"/>
                </a:solidFill>
                <a:cs typeface="微软雅黑" panose="020B0503020204020204" charset="-122"/>
              </a:rPr>
              <a:t>制定规划，协调资源，规避风险等。</a:t>
            </a:r>
            <a:endParaRPr lang="en-US" altLang="en-US" sz="1400" kern="0" spc="-30" dirty="0">
              <a:solidFill>
                <a:schemeClr val="dk1"/>
              </a:solidFill>
              <a:cs typeface="微软雅黑" panose="020B0503020204020204" charset="-122"/>
            </a:endParaRPr>
          </a:p>
        </p:txBody>
      </p:sp>
      <p:sp>
        <p:nvSpPr>
          <p:cNvPr id="490" name="textbox 490"/>
          <p:cNvSpPr/>
          <p:nvPr>
            <p:custDataLst>
              <p:tags r:id="rId9"/>
            </p:custDataLst>
          </p:nvPr>
        </p:nvSpPr>
        <p:spPr>
          <a:xfrm>
            <a:off x="2773628" y="5387473"/>
            <a:ext cx="836294" cy="26225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60"/>
              </a:lnSpc>
            </a:pPr>
            <a:r>
              <a:rPr sz="1500" b="1" kern="0" spc="90" dirty="0">
                <a:solidFill>
                  <a:schemeClr val="dk1"/>
                </a:solidFill>
                <a:cs typeface="微软雅黑" panose="020B0503020204020204" charset="-122"/>
              </a:rPr>
              <a:t>咨询职能</a:t>
            </a:r>
            <a:endParaRPr lang="en-US" altLang="en-US" sz="1500" b="1" kern="0" spc="90" dirty="0">
              <a:solidFill>
                <a:schemeClr val="dk1"/>
              </a:solidFill>
              <a:cs typeface="微软雅黑" panose="020B0503020204020204" charset="-122"/>
            </a:endParaRPr>
          </a:p>
        </p:txBody>
      </p:sp>
      <p:sp>
        <p:nvSpPr>
          <p:cNvPr id="492" name="textbox 492"/>
          <p:cNvSpPr/>
          <p:nvPr>
            <p:custDataLst>
              <p:tags r:id="rId10"/>
            </p:custDataLst>
          </p:nvPr>
        </p:nvSpPr>
        <p:spPr>
          <a:xfrm>
            <a:off x="2775962" y="4450854"/>
            <a:ext cx="833755" cy="26289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65"/>
              </a:lnSpc>
            </a:pPr>
            <a:r>
              <a:rPr sz="1500" b="1" kern="0" spc="80" dirty="0">
                <a:solidFill>
                  <a:schemeClr val="dk1"/>
                </a:solidFill>
                <a:cs typeface="微软雅黑" panose="020B0503020204020204" charset="-122"/>
              </a:rPr>
              <a:t>监控职能</a:t>
            </a:r>
            <a:endParaRPr lang="en-US" altLang="en-US" sz="1500" b="1" kern="0" spc="80" dirty="0">
              <a:solidFill>
                <a:schemeClr val="dk1"/>
              </a:solidFill>
              <a:cs typeface="微软雅黑" panose="020B0503020204020204" charset="-122"/>
            </a:endParaRPr>
          </a:p>
        </p:txBody>
      </p:sp>
      <p:sp>
        <p:nvSpPr>
          <p:cNvPr id="494" name="textbox 494"/>
          <p:cNvSpPr/>
          <p:nvPr>
            <p:custDataLst>
              <p:tags r:id="rId11"/>
            </p:custDataLst>
          </p:nvPr>
        </p:nvSpPr>
        <p:spPr>
          <a:xfrm>
            <a:off x="2822139" y="2794266"/>
            <a:ext cx="833755" cy="2609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5"/>
              </a:lnSpc>
            </a:pPr>
            <a:r>
              <a:rPr sz="1500" b="1" kern="0" spc="80" dirty="0">
                <a:solidFill>
                  <a:schemeClr val="dk1"/>
                </a:solidFill>
                <a:cs typeface="微软雅黑" panose="020B0503020204020204" charset="-122"/>
              </a:rPr>
              <a:t>执行职能</a:t>
            </a:r>
            <a:endParaRPr lang="en-US" altLang="en-US" sz="1500" b="1" kern="0" spc="80" dirty="0">
              <a:solidFill>
                <a:schemeClr val="dk1"/>
              </a:solidFill>
              <a:cs typeface="微软雅黑" panose="020B0503020204020204" charset="-122"/>
            </a:endParaRPr>
          </a:p>
        </p:txBody>
      </p:sp>
      <p:sp>
        <p:nvSpPr>
          <p:cNvPr id="496" name="textbox 496"/>
          <p:cNvSpPr/>
          <p:nvPr>
            <p:custDataLst>
              <p:tags r:id="rId12"/>
            </p:custDataLst>
          </p:nvPr>
        </p:nvSpPr>
        <p:spPr>
          <a:xfrm>
            <a:off x="2775552" y="3586993"/>
            <a:ext cx="833755" cy="2603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b="1" kern="0" spc="80" dirty="0">
                <a:solidFill>
                  <a:schemeClr val="dk1"/>
                </a:solidFill>
                <a:cs typeface="微软雅黑" panose="020B0503020204020204" charset="-122"/>
              </a:rPr>
              <a:t>提升职能</a:t>
            </a:r>
            <a:endParaRPr lang="en-US" altLang="en-US" sz="1500" b="1" kern="0" spc="80" dirty="0">
              <a:solidFill>
                <a:schemeClr val="dk1"/>
              </a:solidFill>
              <a:cs typeface="微软雅黑" panose="020B0503020204020204" charset="-122"/>
            </a:endParaRPr>
          </a:p>
        </p:txBody>
      </p:sp>
      <p:sp>
        <p:nvSpPr>
          <p:cNvPr id="498" name="textbox 498"/>
          <p:cNvSpPr/>
          <p:nvPr>
            <p:custDataLst>
              <p:tags r:id="rId13"/>
            </p:custDataLst>
          </p:nvPr>
        </p:nvSpPr>
        <p:spPr>
          <a:xfrm>
            <a:off x="2833801" y="2002288"/>
            <a:ext cx="826135"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60"/>
              </a:lnSpc>
            </a:pPr>
            <a:r>
              <a:rPr sz="1500" b="1" kern="0" spc="70" dirty="0">
                <a:solidFill>
                  <a:schemeClr val="dk1"/>
                </a:solidFill>
                <a:cs typeface="微软雅黑" panose="020B0503020204020204" charset="-122"/>
              </a:rPr>
              <a:t>战略职能</a:t>
            </a:r>
            <a:endParaRPr lang="en-US" altLang="en-US" sz="1500" b="1" kern="0" spc="70" dirty="0">
              <a:solidFill>
                <a:schemeClr val="dk1"/>
              </a:solidFill>
              <a:cs typeface="微软雅黑" panose="020B0503020204020204" charset="-122"/>
            </a:endParaRPr>
          </a:p>
        </p:txBody>
      </p:sp>
      <p:graphicFrame>
        <p:nvGraphicFramePr>
          <p:cNvPr id="500" name="table 500"/>
          <p:cNvGraphicFramePr>
            <a:graphicFrameLocks noGrp="1"/>
          </p:cNvGraphicFramePr>
          <p:nvPr>
            <p:custDataLst>
              <p:tags r:id="rId14"/>
            </p:custDataLst>
          </p:nvPr>
        </p:nvGraphicFramePr>
        <p:xfrm>
          <a:off x="10193781" y="1118361"/>
          <a:ext cx="748665" cy="182879"/>
        </p:xfrm>
        <a:graphic>
          <a:graphicData uri="http://schemas.openxmlformats.org/drawingml/2006/table">
            <a:tbl>
              <a:tblPr>
                <a:solidFill>
                  <a:srgbClr val="FFFFFF"/>
                </a:solidFill>
              </a:tblPr>
              <a:tblGrid>
                <a:gridCol w="748665"/>
              </a:tblGrid>
              <a:tr h="170179">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grpSp>
        <p:nvGrpSpPr>
          <p:cNvPr id="32" name="group 32"/>
          <p:cNvGrpSpPr/>
          <p:nvPr/>
        </p:nvGrpSpPr>
        <p:grpSpPr>
          <a:xfrm rot="21600000">
            <a:off x="1127760" y="5080825"/>
            <a:ext cx="9936353" cy="9525"/>
            <a:chOff x="0" y="0"/>
            <a:chExt cx="9936353" cy="9525"/>
          </a:xfrm>
        </p:grpSpPr>
        <p:sp>
          <p:nvSpPr>
            <p:cNvPr id="502" name="path"/>
            <p:cNvSpPr/>
            <p:nvPr/>
          </p:nvSpPr>
          <p:spPr>
            <a:xfrm>
              <a:off x="0" y="0"/>
              <a:ext cx="4306823" cy="9525"/>
            </a:xfrm>
            <a:custGeom>
              <a:avLst/>
              <a:gdLst/>
              <a:ahLst/>
              <a:cxnLst/>
              <a:rect l="0" t="0" r="0" b="0"/>
              <a:pathLst>
                <a:path w="6782" h="15">
                  <a:moveTo>
                    <a:pt x="0" y="7"/>
                  </a:moveTo>
                  <a:lnTo>
                    <a:pt x="6782"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504" name="path"/>
            <p:cNvSpPr/>
            <p:nvPr/>
          </p:nvSpPr>
          <p:spPr>
            <a:xfrm>
              <a:off x="4463795" y="0"/>
              <a:ext cx="5472557" cy="9525"/>
            </a:xfrm>
            <a:custGeom>
              <a:avLst/>
              <a:gdLst/>
              <a:ahLst/>
              <a:cxnLst/>
              <a:rect l="0" t="0" r="0" b="0"/>
              <a:pathLst>
                <a:path w="8618" h="15">
                  <a:moveTo>
                    <a:pt x="0" y="7"/>
                  </a:moveTo>
                  <a:lnTo>
                    <a:pt x="8618" y="7"/>
                  </a:lnTo>
                </a:path>
              </a:pathLst>
            </a:custGeom>
            <a:noFill/>
            <a:ln w="9525" cap="flat">
              <a:solidFill>
                <a:srgbClr val="A6A6A6">
                  <a:alpha val="100000"/>
                </a:srgbClr>
              </a:solidFill>
              <a:prstDash val="solid"/>
              <a:round/>
            </a:ln>
          </p:spPr>
          <p:txBody>
            <a:bodyPr rtlCol="0"/>
            <a:lstStyle/>
            <a:p>
              <a:pPr algn="ctr"/>
              <a:endParaRPr lang="zh-CN" altLang="en-US"/>
            </a:p>
          </p:txBody>
        </p:sp>
      </p:grpSp>
      <p:sp>
        <p:nvSpPr>
          <p:cNvPr id="506" name="rect"/>
          <p:cNvSpPr/>
          <p:nvPr/>
        </p:nvSpPr>
        <p:spPr>
          <a:xfrm>
            <a:off x="5160263" y="4143565"/>
            <a:ext cx="5832602" cy="9525"/>
          </a:xfrm>
          <a:prstGeom prst="rect">
            <a:avLst/>
          </a:prstGeom>
          <a:solidFill>
            <a:srgbClr val="A6A6A6">
              <a:alpha val="100000"/>
            </a:srgbClr>
          </a:solidFill>
          <a:ln cap="flat">
            <a:noFill/>
            <a:prstDash val="solid"/>
            <a:miter lim="0"/>
          </a:ln>
        </p:spPr>
        <p:txBody>
          <a:bodyPr rtlCol="0"/>
          <a:lstStyle/>
          <a:p>
            <a:pPr algn="ctr"/>
            <a:endParaRPr lang="zh-CN" altLang="en-US"/>
          </a:p>
        </p:txBody>
      </p:sp>
      <p:sp>
        <p:nvSpPr>
          <p:cNvPr id="508" name="path"/>
          <p:cNvSpPr/>
          <p:nvPr/>
        </p:nvSpPr>
        <p:spPr>
          <a:xfrm>
            <a:off x="623316" y="5944933"/>
            <a:ext cx="5283707" cy="9525"/>
          </a:xfrm>
          <a:custGeom>
            <a:avLst/>
            <a:gdLst/>
            <a:ahLst/>
            <a:cxnLst/>
            <a:rect l="0" t="0" r="0" b="0"/>
            <a:pathLst>
              <a:path w="8320" h="15">
                <a:moveTo>
                  <a:pt x="8320" y="7"/>
                </a:moveTo>
                <a:lnTo>
                  <a:pt x="0" y="7"/>
                </a:lnTo>
              </a:path>
            </a:pathLst>
          </a:custGeom>
          <a:noFill/>
          <a:ln w="9525" cap="flat">
            <a:solidFill>
              <a:srgbClr val="000000">
                <a:alpha val="100000"/>
              </a:srgbClr>
            </a:solidFill>
            <a:prstDash val="solid"/>
            <a:miter lim="800000"/>
          </a:ln>
        </p:spPr>
        <p:txBody>
          <a:bodyPr rtlCol="0"/>
          <a:lstStyle/>
          <a:p>
            <a:pPr algn="ctr"/>
            <a:endParaRPr lang="zh-CN" altLang="en-US"/>
          </a:p>
        </p:txBody>
      </p:sp>
      <p:sp>
        <p:nvSpPr>
          <p:cNvPr id="510" name="rect"/>
          <p:cNvSpPr/>
          <p:nvPr/>
        </p:nvSpPr>
        <p:spPr>
          <a:xfrm>
            <a:off x="1632204" y="4143565"/>
            <a:ext cx="3240024" cy="9525"/>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512" name="rect"/>
          <p:cNvSpPr/>
          <p:nvPr/>
        </p:nvSpPr>
        <p:spPr>
          <a:xfrm>
            <a:off x="2135121" y="3279457"/>
            <a:ext cx="2304294" cy="11048"/>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514" name="path"/>
          <p:cNvSpPr/>
          <p:nvPr/>
        </p:nvSpPr>
        <p:spPr>
          <a:xfrm>
            <a:off x="2567939" y="2488501"/>
            <a:ext cx="1440180" cy="9525"/>
          </a:xfrm>
          <a:custGeom>
            <a:avLst/>
            <a:gdLst/>
            <a:ahLst/>
            <a:cxnLst/>
            <a:rect l="0" t="0" r="0" b="0"/>
            <a:pathLst>
              <a:path w="2268" h="15">
                <a:moveTo>
                  <a:pt x="0" y="7"/>
                </a:moveTo>
                <a:lnTo>
                  <a:pt x="2268"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2" name="标题 1"/>
          <p:cNvSpPr>
            <a:spLocks noGrp="1"/>
          </p:cNvSpPr>
          <p:nvPr>
            <p:ph type="title"/>
            <p:custDataLst>
              <p:tags r:id="rId15"/>
            </p:custDataLst>
          </p:nvPr>
        </p:nvSpPr>
        <p:spPr>
          <a:xfrm>
            <a:off x="695960" y="266655"/>
            <a:ext cx="10800000" cy="720000"/>
          </a:xfrm>
        </p:spPr>
        <p:txBody>
          <a:bodyPr vert="horz" lIns="0" tIns="0" rIns="0" bIns="0" rtlCol="0" anchor="b">
            <a:normAutofit/>
          </a:bodyPr>
          <a:lstStyle>
            <a:lvl1pPr>
              <a:defRPr sz="3200"/>
            </a:lvl1pPr>
          </a:lstStyle>
          <a:p>
            <a:pPr marL="13970" lvl="0" indent="-1905" algn="l" eaLnBrk="0">
              <a:lnSpc>
                <a:spcPct val="98000"/>
              </a:lnSpc>
              <a:spcBef>
                <a:spcPts val="0"/>
              </a:spcBef>
              <a:buClrTx/>
              <a:buSzTx/>
              <a:buFontTx/>
            </a:pPr>
            <a:r>
              <a:rPr sz="2000" kern="0" dirty="0">
                <a:solidFill>
                  <a:schemeClr val="dk1"/>
                </a:solidFill>
                <a:latin typeface="+mn-lt"/>
                <a:ea typeface="+mn-ea"/>
                <a:cs typeface="微软雅黑" panose="020B0503020204020204" charset="-122"/>
                <a:sym typeface="+mn-ea"/>
              </a:rPr>
              <a:t>卓越级项目管理办公室 （PMO）</a:t>
            </a:r>
            <a:endParaRPr sz="2000" kern="0" dirty="0">
              <a:solidFill>
                <a:schemeClr val="dk1"/>
              </a:solidFill>
              <a:latin typeface="+mn-lt"/>
              <a:ea typeface="+mn-ea"/>
              <a:cs typeface="微软雅黑" panose="020B0503020204020204" charset="-122"/>
              <a:sym typeface="+mn-ea"/>
            </a:endParaRPr>
          </a:p>
        </p:txBody>
      </p:sp>
    </p:spTree>
    <p:custDataLst>
      <p:tags r:id="rId1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6" name="table 516"/>
          <p:cNvGraphicFramePr>
            <a:graphicFrameLocks noGrp="1"/>
          </p:cNvGraphicFramePr>
          <p:nvPr>
            <p:custDataLst>
              <p:tags r:id="rId1"/>
            </p:custDataLst>
          </p:nvPr>
        </p:nvGraphicFramePr>
        <p:xfrm>
          <a:off x="1726945" y="4064761"/>
          <a:ext cx="9783445" cy="2280285"/>
        </p:xfrm>
        <a:graphic>
          <a:graphicData uri="http://schemas.openxmlformats.org/drawingml/2006/table">
            <a:tbl>
              <a:tblPr>
                <a:solidFill>
                  <a:srgbClr val="EDEDED"/>
                </a:solidFill>
              </a:tblPr>
              <a:tblGrid>
                <a:gridCol w="9783445"/>
              </a:tblGrid>
              <a:tr h="2254885">
                <a:tc>
                  <a:txBody>
                    <a:bodyPr/>
                    <a:lstStyle/>
                    <a:p>
                      <a:pPr algn="l" rtl="0" eaLnBrk="0">
                        <a:lnSpc>
                          <a:spcPct val="108000"/>
                        </a:lnSpc>
                      </a:pPr>
                      <a:endParaRPr lang="en-US" altLang="en-US" sz="400" dirty="0"/>
                    </a:p>
                    <a:p>
                      <a:pPr marL="221615" algn="l" rtl="0" eaLnBrk="0">
                        <a:lnSpc>
                          <a:spcPct val="97000"/>
                        </a:lnSpc>
                        <a:spcBef>
                          <a:spcPts val="0"/>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项目经理只会提要求，不对整体需求进行把控。反而是谁的变化多谁就需要</a:t>
                      </a:r>
                      <a:r>
                        <a:rPr sz="1200" kern="0" spc="-10" dirty="0">
                          <a:solidFill>
                            <a:srgbClr val="000000">
                              <a:alpha val="100000"/>
                            </a:srgbClr>
                          </a:solidFill>
                          <a:cs typeface="微软雅黑" panose="020B0503020204020204" charset="-122"/>
                        </a:rPr>
                        <a:t>推动相关需求的梳理</a:t>
                      </a:r>
                      <a:endParaRPr lang="en-US" altLang="en-US" sz="1200" dirty="0"/>
                    </a:p>
                    <a:p>
                      <a:pPr marL="221615"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项目管理方面的知识不成体系，想到哪儿做到哪儿,希望</a:t>
                      </a:r>
                      <a:r>
                        <a:rPr sz="1200" kern="0" spc="-10" dirty="0">
                          <a:solidFill>
                            <a:srgbClr val="000000">
                              <a:alpha val="100000"/>
                            </a:srgbClr>
                          </a:solidFill>
                          <a:cs typeface="微软雅黑" panose="020B0503020204020204" charset="-122"/>
                        </a:rPr>
                        <a:t>学些项目管理的知识</a:t>
                      </a:r>
                      <a:endParaRPr lang="en-US" altLang="en-US" sz="1200" dirty="0"/>
                    </a:p>
                    <a:p>
                      <a:pPr marL="387985" indent="-166370" algn="l" rtl="0" eaLnBrk="0">
                        <a:lnSpc>
                          <a:spcPct val="97000"/>
                        </a:lnSpc>
                        <a:spcBef>
                          <a:spcPts val="55"/>
                        </a:spcBef>
                      </a:pPr>
                      <a:r>
                        <a:rPr sz="1200" kern="0" spc="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业务设计/验证不充分，而IT也未能识别出需求中存在的缺陷，</a:t>
                      </a:r>
                      <a:r>
                        <a:rPr sz="1200" kern="0" spc="-10" dirty="0">
                          <a:solidFill>
                            <a:srgbClr val="000000">
                              <a:alpha val="100000"/>
                            </a:srgbClr>
                          </a:solidFill>
                          <a:cs typeface="微软雅黑" panose="020B0503020204020204" charset="-122"/>
                        </a:rPr>
                        <a:t>导致系统上线后出现较大的问题(举个例子: 省区财务的个性化会产生冲突.         </a:t>
                      </a:r>
                      <a:r>
                        <a:rPr sz="1200" kern="0" spc="60" dirty="0">
                          <a:solidFill>
                            <a:srgbClr val="000000">
                              <a:alpha val="100000"/>
                            </a:srgbClr>
                          </a:solidFill>
                          <a:cs typeface="微软雅黑" panose="020B0503020204020204" charset="-122"/>
                        </a:rPr>
                        <a:t>但</a:t>
                      </a:r>
                      <a:r>
                        <a:rPr sz="1200" kern="0" spc="0" dirty="0">
                          <a:solidFill>
                            <a:srgbClr val="000000">
                              <a:alpha val="100000"/>
                            </a:srgbClr>
                          </a:solidFill>
                          <a:cs typeface="微软雅黑" panose="020B0503020204020204" charset="-122"/>
                        </a:rPr>
                        <a:t>IT</a:t>
                      </a:r>
                      <a:r>
                        <a:rPr sz="1200" kern="0" spc="60" dirty="0">
                          <a:solidFill>
                            <a:srgbClr val="000000">
                              <a:alpha val="100000"/>
                            </a:srgbClr>
                          </a:solidFill>
                          <a:cs typeface="微软雅黑" panose="020B0503020204020204" charset="-122"/>
                        </a:rPr>
                        <a:t>对业务的不了解，省区和总</a:t>
                      </a:r>
                      <a:r>
                        <a:rPr sz="1200" kern="0" spc="50" dirty="0">
                          <a:solidFill>
                            <a:srgbClr val="000000">
                              <a:alpha val="100000"/>
                            </a:srgbClr>
                          </a:solidFill>
                          <a:cs typeface="微软雅黑" panose="020B0503020204020204" charset="-122"/>
                        </a:rPr>
                        <a:t>部的财务需求产生冲突)</a:t>
                      </a:r>
                      <a:endParaRPr lang="en-US" altLang="en-US" sz="1200" dirty="0"/>
                    </a:p>
                    <a:p>
                      <a:pPr marL="391160" indent="-169545" algn="l" rtl="0" eaLnBrk="0">
                        <a:lnSpc>
                          <a:spcPct val="94000"/>
                        </a:lnSpc>
                        <a:spcBef>
                          <a:spcPts val="7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项目功能变更的上线推广职责不清楚。是IT推广还是业务推广不清楚，在新功能上线的后</a:t>
                      </a:r>
                      <a:r>
                        <a:rPr sz="1200" kern="0" spc="-10" dirty="0">
                          <a:solidFill>
                            <a:srgbClr val="000000">
                              <a:alpha val="100000"/>
                            </a:srgbClr>
                          </a:solidFill>
                          <a:cs typeface="微软雅黑" panose="020B0503020204020204" charset="-122"/>
                        </a:rPr>
                        <a:t>，用户不知道，甚至发生新的功能发布后用户以       为是Bug。</a:t>
                      </a:r>
                      <a:endParaRPr lang="en-US" altLang="en-US" sz="1200" dirty="0"/>
                    </a:p>
                    <a:p>
                      <a:pPr marL="221615" algn="l" rtl="0" eaLnBrk="0">
                        <a:lnSpc>
                          <a:spcPct val="97000"/>
                        </a:lnSpc>
                        <a:spcBef>
                          <a:spcPts val="17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项目的干系人沟通不够，项目评估没有量化的指标，项</a:t>
                      </a:r>
                      <a:r>
                        <a:rPr sz="1200" kern="0" spc="-10" dirty="0">
                          <a:solidFill>
                            <a:srgbClr val="000000">
                              <a:alpha val="100000"/>
                            </a:srgbClr>
                          </a:solidFill>
                          <a:cs typeface="微软雅黑" panose="020B0503020204020204" charset="-122"/>
                        </a:rPr>
                        <a:t>目的评审机制不健全</a:t>
                      </a:r>
                      <a:endParaRPr lang="en-US" altLang="en-US" sz="1200" dirty="0"/>
                    </a:p>
                    <a:p>
                      <a:pPr marL="221615" algn="l" rtl="0" eaLnBrk="0">
                        <a:lnSpc>
                          <a:spcPct val="97000"/>
                        </a:lnSpc>
                        <a:spcBef>
                          <a:spcPts val="45"/>
                        </a:spcBef>
                      </a:pPr>
                      <a:r>
                        <a:rPr sz="1200" kern="0" spc="2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没有体系的项目人才的培养和储</a:t>
                      </a:r>
                      <a:r>
                        <a:rPr sz="1200" kern="0" spc="10" dirty="0">
                          <a:solidFill>
                            <a:srgbClr val="000000">
                              <a:alpha val="100000"/>
                            </a:srgbClr>
                          </a:solidFill>
                          <a:cs typeface="微软雅黑" panose="020B0503020204020204" charset="-122"/>
                        </a:rPr>
                        <a:t>备；</a:t>
                      </a:r>
                      <a:r>
                        <a:rPr sz="1200" kern="0" spc="0" dirty="0">
                          <a:solidFill>
                            <a:srgbClr val="000000">
                              <a:alpha val="100000"/>
                            </a:srgbClr>
                          </a:solidFill>
                          <a:cs typeface="微软雅黑" panose="020B0503020204020204" charset="-122"/>
                        </a:rPr>
                        <a:t>PM</a:t>
                      </a:r>
                      <a:r>
                        <a:rPr sz="1200" kern="0" spc="10" dirty="0">
                          <a:solidFill>
                            <a:srgbClr val="000000">
                              <a:alpha val="100000"/>
                            </a:srgbClr>
                          </a:solidFill>
                          <a:cs typeface="微软雅黑" panose="020B0503020204020204" charset="-122"/>
                        </a:rPr>
                        <a:t>的准入机制缺失</a:t>
                      </a:r>
                      <a:endParaRPr lang="en-US" altLang="en-US" sz="1200" dirty="0"/>
                    </a:p>
                    <a:p>
                      <a:pPr marL="221615" algn="l" rtl="0" eaLnBrk="0">
                        <a:lnSpc>
                          <a:spcPct val="97000"/>
                        </a:lnSpc>
                        <a:spcBef>
                          <a:spcPts val="45"/>
                        </a:spcBef>
                      </a:pPr>
                      <a:r>
                        <a:rPr sz="1200" kern="0" spc="3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30" dirty="0">
                          <a:solidFill>
                            <a:srgbClr val="000000">
                              <a:alpha val="100000"/>
                            </a:srgbClr>
                          </a:solidFill>
                          <a:cs typeface="微软雅黑" panose="020B0503020204020204" charset="-122"/>
                        </a:rPr>
                        <a:t>需求评审没有业务部门的参与都是</a:t>
                      </a:r>
                      <a:r>
                        <a:rPr sz="1200" kern="0" spc="0" dirty="0">
                          <a:solidFill>
                            <a:srgbClr val="000000">
                              <a:alpha val="100000"/>
                            </a:srgbClr>
                          </a:solidFill>
                          <a:cs typeface="微软雅黑" panose="020B0503020204020204" charset="-122"/>
                        </a:rPr>
                        <a:t>IT</a:t>
                      </a:r>
                      <a:r>
                        <a:rPr sz="1200" kern="0" spc="30" dirty="0">
                          <a:solidFill>
                            <a:srgbClr val="000000">
                              <a:alpha val="100000"/>
                            </a:srgbClr>
                          </a:solidFill>
                          <a:cs typeface="微软雅黑" panose="020B0503020204020204" charset="-122"/>
                        </a:rPr>
                        <a:t>内部的；项目的需求和</a:t>
                      </a:r>
                      <a:r>
                        <a:rPr sz="1200" kern="0" spc="0" dirty="0">
                          <a:solidFill>
                            <a:srgbClr val="000000">
                              <a:alpha val="100000"/>
                            </a:srgbClr>
                          </a:solidFill>
                          <a:cs typeface="微软雅黑" panose="020B0503020204020204" charset="-122"/>
                        </a:rPr>
                        <a:t>IT</a:t>
                      </a:r>
                      <a:r>
                        <a:rPr sz="1200" kern="0" spc="30" dirty="0">
                          <a:solidFill>
                            <a:srgbClr val="000000">
                              <a:alpha val="100000"/>
                            </a:srgbClr>
                          </a:solidFill>
                          <a:cs typeface="微软雅黑" panose="020B0503020204020204" charset="-122"/>
                        </a:rPr>
                        <a:t>设计不完</a:t>
                      </a:r>
                      <a:r>
                        <a:rPr sz="1200" kern="0" spc="20" dirty="0">
                          <a:solidFill>
                            <a:srgbClr val="000000">
                              <a:alpha val="100000"/>
                            </a:srgbClr>
                          </a:solidFill>
                          <a:cs typeface="微软雅黑" panose="020B0503020204020204" charset="-122"/>
                        </a:rPr>
                        <a:t>备，导致上线后才发现出现负面的影响</a:t>
                      </a:r>
                      <a:endParaRPr lang="en-US" altLang="en-US" sz="1200" dirty="0"/>
                    </a:p>
                    <a:p>
                      <a:pPr marL="221615" algn="l" rtl="0" eaLnBrk="0">
                        <a:lnSpc>
                          <a:spcPct val="97000"/>
                        </a:lnSpc>
                        <a:spcBef>
                          <a:spcPts val="40"/>
                        </a:spcBef>
                      </a:pPr>
                      <a:r>
                        <a:rPr sz="1200" kern="0" spc="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需求评审会上没有很好的梳理和引导用户的期望。产品部的同事基本上没有有效评估需求和过滤需求。导致</a:t>
                      </a:r>
                      <a:r>
                        <a:rPr sz="1200" kern="0" spc="-10" dirty="0">
                          <a:solidFill>
                            <a:srgbClr val="000000">
                              <a:alpha val="100000"/>
                            </a:srgbClr>
                          </a:solidFill>
                          <a:cs typeface="微软雅黑" panose="020B0503020204020204" charset="-122"/>
                        </a:rPr>
                        <a:t>数据组的重复性报表增多</a:t>
                      </a:r>
                      <a:endParaRPr lang="en-US" altLang="en-US" sz="1200" dirty="0"/>
                    </a:p>
                    <a:p>
                      <a:pPr marL="221615"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项目范围更改随意，虽然有周</a:t>
                      </a:r>
                      <a:r>
                        <a:rPr sz="1200" kern="0" spc="-10" dirty="0">
                          <a:solidFill>
                            <a:srgbClr val="000000">
                              <a:alpha val="100000"/>
                            </a:srgbClr>
                          </a:solidFill>
                          <a:cs typeface="微软雅黑" panose="020B0503020204020204" charset="-122"/>
                        </a:rPr>
                        <a:t>例会但过程把控很弱</a:t>
                      </a:r>
                      <a:endParaRPr lang="en-US" altLang="en-US" sz="1200" dirty="0"/>
                    </a:p>
                    <a:p>
                      <a:pPr marL="221615"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没有标准的立项流程,没</a:t>
                      </a:r>
                      <a:r>
                        <a:rPr sz="1200" kern="0" spc="-10" dirty="0">
                          <a:solidFill>
                            <a:srgbClr val="000000">
                              <a:alpha val="100000"/>
                            </a:srgbClr>
                          </a:solidFill>
                          <a:cs typeface="微软雅黑" panose="020B0503020204020204" charset="-122"/>
                        </a:rPr>
                        <a:t>有项目项目管理的培训</a:t>
                      </a:r>
                      <a:endParaRPr lang="en-US" altLang="en-US" sz="1200" dirty="0"/>
                    </a:p>
                  </a:txBody>
                  <a:tcPr marL="0" marR="0" marT="0" marB="0" vert="horz">
                    <a:lnL w="25400" cap="flat" cmpd="sng" algn="ctr">
                      <a:solidFill>
                        <a:srgbClr val="DCDCDC"/>
                      </a:solidFill>
                      <a:prstDash val="solid"/>
                      <a:round/>
                      <a:headEnd type="none" w="med" len="med"/>
                      <a:tailEnd type="none" w="med" len="med"/>
                    </a:lnL>
                    <a:lnR w="25400" cap="flat" cmpd="sng" algn="ctr">
                      <a:solidFill>
                        <a:srgbClr val="DCDCDC"/>
                      </a:solidFill>
                      <a:prstDash val="solid"/>
                      <a:round/>
                      <a:headEnd type="none" w="med" len="med"/>
                      <a:tailEnd type="none" w="med" len="med"/>
                    </a:lnR>
                    <a:lnT w="25400" cap="flat" cmpd="sng" algn="ctr">
                      <a:solidFill>
                        <a:srgbClr val="DCDCDC"/>
                      </a:solidFill>
                      <a:prstDash val="solid"/>
                      <a:round/>
                      <a:headEnd type="none" w="med" len="med"/>
                      <a:tailEnd type="none" w="med" len="med"/>
                    </a:lnT>
                    <a:lnB w="25400" cap="flat" cmpd="sng" algn="ctr">
                      <a:solidFill>
                        <a:srgbClr val="DCDCDC"/>
                      </a:solidFill>
                      <a:prstDash val="solid"/>
                      <a:round/>
                      <a:headEnd type="none" w="med" len="med"/>
                      <a:tailEnd type="none" w="med" len="med"/>
                    </a:lnB>
                    <a:solidFill>
                      <a:srgbClr val="EDEDED"/>
                    </a:solidFill>
                  </a:tcPr>
                </a:tc>
              </a:tr>
            </a:tbl>
          </a:graphicData>
        </a:graphic>
      </p:graphicFrame>
      <p:pic>
        <p:nvPicPr>
          <p:cNvPr id="518" name="picture 518"/>
          <p:cNvPicPr>
            <a:picLocks noChangeAspect="1"/>
          </p:cNvPicPr>
          <p:nvPr>
            <p:custDataLst>
              <p:tags r:id="rId2"/>
            </p:custDataLst>
          </p:nvPr>
        </p:nvPicPr>
        <p:blipFill>
          <a:blip r:embed="rId3"/>
          <a:stretch>
            <a:fillRect/>
          </a:stretch>
        </p:blipFill>
        <p:spPr>
          <a:xfrm rot="21600000">
            <a:off x="599344" y="1050991"/>
            <a:ext cx="2916952" cy="2732122"/>
          </a:xfrm>
          <a:prstGeom prst="rect">
            <a:avLst/>
          </a:prstGeom>
        </p:spPr>
      </p:pic>
      <p:graphicFrame>
        <p:nvGraphicFramePr>
          <p:cNvPr id="520" name="table 520"/>
          <p:cNvGraphicFramePr>
            <a:graphicFrameLocks noGrp="1"/>
          </p:cNvGraphicFramePr>
          <p:nvPr>
            <p:custDataLst>
              <p:tags r:id="rId4"/>
            </p:custDataLst>
          </p:nvPr>
        </p:nvGraphicFramePr>
        <p:xfrm>
          <a:off x="4071937" y="950785"/>
          <a:ext cx="2459990" cy="2914015"/>
        </p:xfrm>
        <a:graphic>
          <a:graphicData uri="http://schemas.openxmlformats.org/drawingml/2006/table">
            <a:tbl>
              <a:tblPr/>
              <a:tblGrid>
                <a:gridCol w="2459989"/>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648585">
                <a:tc>
                  <a:txBody>
                    <a:bodyPr/>
                    <a:lstStyle/>
                    <a:p>
                      <a:pPr algn="l" rtl="0" eaLnBrk="0">
                        <a:lnSpc>
                          <a:spcPct val="134000"/>
                        </a:lnSpc>
                      </a:pPr>
                      <a:endParaRPr lang="en-US" altLang="en-US" sz="1000" dirty="0"/>
                    </a:p>
                    <a:p>
                      <a:pPr algn="l" rtl="0" eaLnBrk="0">
                        <a:lnSpc>
                          <a:spcPct val="134000"/>
                        </a:lnSpc>
                      </a:pPr>
                      <a:endParaRPr lang="en-US" altLang="en-US" sz="1000" dirty="0"/>
                    </a:p>
                    <a:p>
                      <a:pPr marL="240030" indent="-106045" algn="l" rtl="0" eaLnBrk="0">
                        <a:lnSpc>
                          <a:spcPct val="99000"/>
                        </a:lnSpc>
                        <a:spcBef>
                          <a:spcPts val="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项目经理对如何管理项目大多</a:t>
                      </a:r>
                      <a:r>
                        <a:rPr sz="1200" kern="0" spc="-10" dirty="0">
                          <a:solidFill>
                            <a:srgbClr val="000000">
                              <a:alpha val="100000"/>
                            </a:srgbClr>
                          </a:solidFill>
                          <a:cs typeface="微软雅黑" panose="020B0503020204020204" charset="-122"/>
                        </a:rPr>
                        <a:t>根据以前自己的经验，没有标准的项目经理准入机制</a:t>
                      </a:r>
                      <a:endParaRPr lang="en-US" altLang="en-US" sz="1200" dirty="0"/>
                    </a:p>
                    <a:p>
                      <a:pPr marL="260350" indent="-126365" algn="l" rtl="0" eaLnBrk="0">
                        <a:lnSpc>
                          <a:spcPct val="99000"/>
                        </a:lnSpc>
                        <a:spcBef>
                          <a:spcPts val="63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项目经理对自己的职责和在项</a:t>
                      </a:r>
                      <a:r>
                        <a:rPr sz="1200" kern="0" spc="-20" dirty="0">
                          <a:solidFill>
                            <a:srgbClr val="000000">
                              <a:alpha val="100000"/>
                            </a:srgbClr>
                          </a:solidFill>
                          <a:cs typeface="微软雅黑" panose="020B0503020204020204" charset="-122"/>
                        </a:rPr>
                        <a:t>目中需要完成的任务认知不统</a:t>
                      </a:r>
                      <a:endParaRPr lang="en-US" altLang="en-US" sz="1200" dirty="0"/>
                    </a:p>
                    <a:p>
                      <a:pPr marL="240665" algn="l" rtl="0" eaLnBrk="0">
                        <a:lnSpc>
                          <a:spcPts val="800"/>
                        </a:lnSpc>
                        <a:spcBef>
                          <a:spcPts val="505"/>
                        </a:spcBef>
                      </a:pPr>
                      <a:r>
                        <a:rPr sz="1200" kern="0" spc="-10" dirty="0">
                          <a:solidFill>
                            <a:srgbClr val="000000">
                              <a:alpha val="100000"/>
                            </a:srgbClr>
                          </a:solidFill>
                          <a:cs typeface="微软雅黑" panose="020B0503020204020204" charset="-122"/>
                        </a:rPr>
                        <a:t>一</a:t>
                      </a:r>
                      <a:endParaRPr lang="en-US" altLang="en-US" sz="1200" dirty="0"/>
                    </a:p>
                    <a:p>
                      <a:pPr marL="240030" indent="-106045" algn="l" rtl="0" eaLnBrk="0">
                        <a:lnSpc>
                          <a:spcPct val="99000"/>
                        </a:lnSpc>
                        <a:spcBef>
                          <a:spcPts val="77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缺失系统的项目管理体系流程</a:t>
                      </a:r>
                      <a:r>
                        <a:rPr sz="1200" kern="0" spc="-10" dirty="0">
                          <a:solidFill>
                            <a:srgbClr val="000000">
                              <a:alpha val="100000"/>
                            </a:srgbClr>
                          </a:solidFill>
                          <a:cs typeface="微软雅黑" panose="020B0503020204020204" charset="-122"/>
                        </a:rPr>
                        <a:t>培训</a:t>
                      </a:r>
                      <a:endParaRPr lang="en-US" altLang="en-US" sz="1200" dirty="0"/>
                    </a:p>
                    <a:p>
                      <a:pPr algn="l" rtl="0" eaLnBrk="0">
                        <a:lnSpc>
                          <a:spcPct val="104000"/>
                        </a:lnSpc>
                      </a:pPr>
                      <a:endParaRPr lang="en-US" altLang="en-US" sz="500" dirty="0"/>
                    </a:p>
                    <a:p>
                      <a:pPr marL="240665" indent="-106680" algn="l" rtl="0" eaLnBrk="0">
                        <a:lnSpc>
                          <a:spcPct val="99000"/>
                        </a:lnSpc>
                        <a:spcBef>
                          <a:spcPts val="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缺失项目经理的评级和持续发</a:t>
                      </a:r>
                      <a:r>
                        <a:rPr sz="1200" kern="0" spc="-10" dirty="0">
                          <a:solidFill>
                            <a:srgbClr val="000000">
                              <a:alpha val="100000"/>
                            </a:srgbClr>
                          </a:solidFill>
                          <a:cs typeface="微软雅黑" panose="020B0503020204020204" charset="-122"/>
                        </a:rPr>
                        <a:t>展的路径和体制</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522" name="table 522"/>
          <p:cNvGraphicFramePr>
            <a:graphicFrameLocks noGrp="1"/>
          </p:cNvGraphicFramePr>
          <p:nvPr>
            <p:custDataLst>
              <p:tags r:id="rId5"/>
            </p:custDataLst>
          </p:nvPr>
        </p:nvGraphicFramePr>
        <p:xfrm>
          <a:off x="9000553" y="950785"/>
          <a:ext cx="2427604" cy="2914015"/>
        </p:xfrm>
        <a:graphic>
          <a:graphicData uri="http://schemas.openxmlformats.org/drawingml/2006/table">
            <a:tbl>
              <a:tblPr/>
              <a:tblGrid>
                <a:gridCol w="242760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648585">
                <a:tc>
                  <a:txBody>
                    <a:bodyPr/>
                    <a:lstStyle/>
                    <a:p>
                      <a:pPr algn="l" rtl="0" eaLnBrk="0">
                        <a:lnSpc>
                          <a:spcPct val="133000"/>
                        </a:lnSpc>
                      </a:pPr>
                      <a:endParaRPr lang="en-US" altLang="en-US" sz="1000" dirty="0"/>
                    </a:p>
                    <a:p>
                      <a:pPr algn="l" rtl="0" eaLnBrk="0">
                        <a:lnSpc>
                          <a:spcPct val="134000"/>
                        </a:lnSpc>
                      </a:pPr>
                      <a:endParaRPr lang="en-US" altLang="en-US" sz="1000" dirty="0"/>
                    </a:p>
                    <a:p>
                      <a:pPr algn="l" rtl="0" eaLnBrk="0">
                        <a:lnSpc>
                          <a:spcPct val="9000"/>
                        </a:lnSpc>
                      </a:pPr>
                      <a:endParaRPr lang="en-US" altLang="en-US" sz="100" dirty="0"/>
                    </a:p>
                    <a:p>
                      <a:pPr marL="259080" indent="-106045" algn="l" rtl="0" eaLnBrk="0">
                        <a:lnSpc>
                          <a:spcPct val="99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建立公司统一的项目管理体系</a:t>
                      </a:r>
                      <a:r>
                        <a:rPr sz="1200" kern="0" spc="-10" dirty="0">
                          <a:solidFill>
                            <a:srgbClr val="000000">
                              <a:alpha val="100000"/>
                            </a:srgbClr>
                          </a:solidFill>
                          <a:cs typeface="微软雅黑" panose="020B0503020204020204" charset="-122"/>
                        </a:rPr>
                        <a:t>和流程</a:t>
                      </a:r>
                      <a:endParaRPr lang="en-US" altLang="en-US" sz="1200" dirty="0"/>
                    </a:p>
                    <a:p>
                      <a:pPr marL="259080" indent="-106045" algn="l" rtl="0" eaLnBrk="0">
                        <a:lnSpc>
                          <a:spcPct val="99000"/>
                        </a:lnSpc>
                        <a:spcBef>
                          <a:spcPts val="630"/>
                        </a:spcBef>
                      </a:pPr>
                      <a:r>
                        <a:rPr sz="1200" kern="0" spc="-10" dirty="0">
                          <a:solidFill>
                            <a:srgbClr val="7F7F7F">
                              <a:alpha val="100000"/>
                            </a:srgbClr>
                          </a:solidFill>
                          <a:cs typeface="Wingdings" panose="05000000000000000000"/>
                        </a:rPr>
                        <a:t>.</a:t>
                      </a:r>
                      <a:r>
                        <a:rPr sz="1200" kern="0" spc="-490" dirty="0">
                          <a:solidFill>
                            <a:srgbClr val="7F7F7F">
                              <a:alpha val="100000"/>
                            </a:srgbClr>
                          </a:solidFill>
                          <a:cs typeface="Wingdings" panose="05000000000000000000"/>
                        </a:rPr>
                        <a:t> </a:t>
                      </a:r>
                      <a:r>
                        <a:rPr sz="1200" kern="0" spc="-10" dirty="0">
                          <a:solidFill>
                            <a:srgbClr val="FF0000">
                              <a:alpha val="100000"/>
                            </a:srgbClr>
                          </a:solidFill>
                          <a:cs typeface="微软雅黑" panose="020B0503020204020204" charset="-122"/>
                        </a:rPr>
                        <a:t>PMO需要提供PM的培训/ 定级以及发展规划</a:t>
                      </a:r>
                      <a:endParaRPr lang="en-US" altLang="en-US" sz="1200" dirty="0"/>
                    </a:p>
                    <a:p>
                      <a:pPr algn="l" rtl="0" eaLnBrk="0">
                        <a:lnSpc>
                          <a:spcPct val="104000"/>
                        </a:lnSpc>
                      </a:pPr>
                      <a:endParaRPr lang="en-US" altLang="en-US" sz="500" dirty="0"/>
                    </a:p>
                    <a:p>
                      <a:pPr marL="259080" indent="-106045" algn="l" rtl="0" eaLnBrk="0">
                        <a:lnSpc>
                          <a:spcPct val="99000"/>
                        </a:lnSpc>
                        <a:spcBef>
                          <a:spcPts val="5"/>
                        </a:spcBef>
                      </a:pPr>
                      <a:r>
                        <a:rPr sz="1200" kern="0" spc="-20" dirty="0">
                          <a:solidFill>
                            <a:srgbClr val="7F7F7F">
                              <a:alpha val="100000"/>
                            </a:srgbClr>
                          </a:solidFill>
                          <a:cs typeface="Wingdings" panose="05000000000000000000"/>
                        </a:rPr>
                        <a:t>.</a:t>
                      </a:r>
                      <a:r>
                        <a:rPr sz="1200" kern="0" spc="-20" dirty="0">
                          <a:solidFill>
                            <a:srgbClr val="000000">
                              <a:alpha val="100000"/>
                            </a:srgbClr>
                          </a:solidFill>
                          <a:cs typeface="微软雅黑" panose="020B0503020204020204" charset="-122"/>
                        </a:rPr>
                        <a:t>建设和加强PMO的咨询职能</a:t>
                      </a:r>
                      <a:r>
                        <a:rPr sz="1200" kern="0" spc="-10" dirty="0">
                          <a:solidFill>
                            <a:srgbClr val="000000">
                              <a:alpha val="100000"/>
                            </a:srgbClr>
                          </a:solidFill>
                          <a:cs typeface="微软雅黑" panose="020B0503020204020204" charset="-122"/>
                        </a:rPr>
                        <a:t>和专业辅导能力</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524" name="table 524"/>
          <p:cNvGraphicFramePr>
            <a:graphicFrameLocks noGrp="1"/>
          </p:cNvGraphicFramePr>
          <p:nvPr>
            <p:custDataLst>
              <p:tags r:id="rId6"/>
            </p:custDataLst>
          </p:nvPr>
        </p:nvGraphicFramePr>
        <p:xfrm>
          <a:off x="6595681" y="950785"/>
          <a:ext cx="2336165" cy="2914015"/>
        </p:xfrm>
        <a:graphic>
          <a:graphicData uri="http://schemas.openxmlformats.org/drawingml/2006/table">
            <a:tbl>
              <a:tblPr/>
              <a:tblGrid>
                <a:gridCol w="233616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648585">
                <a:tc>
                  <a:txBody>
                    <a:bodyPr/>
                    <a:lstStyle/>
                    <a:p>
                      <a:pPr algn="l" rtl="0" eaLnBrk="0">
                        <a:lnSpc>
                          <a:spcPct val="134000"/>
                        </a:lnSpc>
                      </a:pPr>
                      <a:endParaRPr lang="en-US" altLang="en-US" sz="1000" dirty="0"/>
                    </a:p>
                    <a:p>
                      <a:pPr algn="l" rtl="0" eaLnBrk="0">
                        <a:lnSpc>
                          <a:spcPct val="134000"/>
                        </a:lnSpc>
                      </a:pPr>
                      <a:endParaRPr lang="en-US" altLang="en-US" sz="1000" dirty="0"/>
                    </a:p>
                    <a:p>
                      <a:pPr marL="135255" algn="l" rtl="0" eaLnBrk="0">
                        <a:lnSpc>
                          <a:spcPct val="97000"/>
                        </a:lnSpc>
                        <a:spcBef>
                          <a:spcPts val="5"/>
                        </a:spcBef>
                      </a:pPr>
                      <a:r>
                        <a:rPr sz="1200" kern="0" spc="-10" dirty="0">
                          <a:solidFill>
                            <a:srgbClr val="7F7F7F">
                              <a:alpha val="100000"/>
                            </a:srgbClr>
                          </a:solidFill>
                          <a:cs typeface="Arial" panose="020B0604020202020204"/>
                        </a:rPr>
                        <a:t>•</a:t>
                      </a:r>
                      <a:r>
                        <a:rPr sz="1200" kern="0" spc="150" dirty="0">
                          <a:solidFill>
                            <a:srgbClr val="7F7F7F">
                              <a:alpha val="100000"/>
                            </a:srgbClr>
                          </a:solidFill>
                          <a:cs typeface="Arial" panose="020B0604020202020204"/>
                        </a:rPr>
                        <a:t>  </a:t>
                      </a:r>
                      <a:r>
                        <a:rPr sz="1200" kern="0" spc="-10" dirty="0">
                          <a:solidFill>
                            <a:srgbClr val="000000">
                              <a:alpha val="100000"/>
                            </a:srgbClr>
                          </a:solidFill>
                          <a:cs typeface="微软雅黑" panose="020B0503020204020204" charset="-122"/>
                        </a:rPr>
                        <a:t>没有统一的项目管理体系流程</a:t>
                      </a:r>
                      <a:endParaRPr lang="en-US" altLang="en-US" sz="1200" dirty="0"/>
                    </a:p>
                    <a:p>
                      <a:pPr marL="302260" indent="-167005" algn="l" rtl="0" eaLnBrk="0">
                        <a:lnSpc>
                          <a:spcPct val="99000"/>
                        </a:lnSpc>
                        <a:spcBef>
                          <a:spcPts val="640"/>
                        </a:spcBef>
                      </a:pPr>
                      <a:r>
                        <a:rPr sz="1200" kern="0" spc="-10" dirty="0">
                          <a:solidFill>
                            <a:srgbClr val="7F7F7F">
                              <a:alpha val="100000"/>
                            </a:srgbClr>
                          </a:solidFill>
                          <a:cs typeface="Arial" panose="020B0604020202020204"/>
                        </a:rPr>
                        <a:t>•</a:t>
                      </a:r>
                      <a:r>
                        <a:rPr sz="1200" kern="0" spc="150" dirty="0">
                          <a:solidFill>
                            <a:srgbClr val="7F7F7F">
                              <a:alpha val="100000"/>
                            </a:srgbClr>
                          </a:solidFill>
                          <a:cs typeface="Arial" panose="020B0604020202020204"/>
                        </a:rPr>
                        <a:t>  </a:t>
                      </a:r>
                      <a:r>
                        <a:rPr sz="1200" kern="0" spc="-10" dirty="0">
                          <a:solidFill>
                            <a:srgbClr val="000000">
                              <a:alpha val="100000"/>
                            </a:srgbClr>
                          </a:solidFill>
                          <a:cs typeface="微软雅黑" panose="020B0503020204020204" charset="-122"/>
                        </a:rPr>
                        <a:t>没有组织承载项目经理的培训</a:t>
                      </a:r>
                      <a:r>
                        <a:rPr sz="1200" kern="0" spc="0" dirty="0">
                          <a:solidFill>
                            <a:srgbClr val="000000">
                              <a:alpha val="100000"/>
                            </a:srgbClr>
                          </a:solidFill>
                          <a:cs typeface="微软雅黑" panose="020B0503020204020204" charset="-122"/>
                        </a:rPr>
                        <a:t>  </a:t>
                      </a:r>
                      <a:r>
                        <a:rPr sz="1200" kern="0" spc="-20" dirty="0">
                          <a:solidFill>
                            <a:srgbClr val="000000">
                              <a:alpha val="100000"/>
                            </a:srgbClr>
                          </a:solidFill>
                          <a:cs typeface="微软雅黑" panose="020B0503020204020204" charset="-122"/>
                        </a:rPr>
                        <a:t>职责</a:t>
                      </a:r>
                      <a:endParaRPr lang="en-US" altLang="en-US" sz="1200" dirty="0"/>
                    </a:p>
                    <a:p>
                      <a:pPr marL="301625" indent="-166370" algn="l" rtl="0" eaLnBrk="0">
                        <a:lnSpc>
                          <a:spcPct val="99000"/>
                        </a:lnSpc>
                        <a:spcBef>
                          <a:spcPts val="630"/>
                        </a:spcBef>
                      </a:pPr>
                      <a:r>
                        <a:rPr sz="1200" kern="0" spc="-10" dirty="0">
                          <a:solidFill>
                            <a:srgbClr val="7F7F7F">
                              <a:alpha val="100000"/>
                            </a:srgbClr>
                          </a:solidFill>
                          <a:cs typeface="Arial" panose="020B0604020202020204"/>
                        </a:rPr>
                        <a:t>•</a:t>
                      </a:r>
                      <a:r>
                        <a:rPr sz="1200" kern="0" spc="150" dirty="0">
                          <a:solidFill>
                            <a:srgbClr val="7F7F7F">
                              <a:alpha val="100000"/>
                            </a:srgbClr>
                          </a:solidFill>
                          <a:cs typeface="Arial" panose="020B0604020202020204"/>
                        </a:rPr>
                        <a:t>  </a:t>
                      </a:r>
                      <a:r>
                        <a:rPr sz="1200" kern="0" spc="-10" dirty="0">
                          <a:solidFill>
                            <a:srgbClr val="000000">
                              <a:alpha val="100000"/>
                            </a:srgbClr>
                          </a:solidFill>
                          <a:cs typeface="微软雅黑" panose="020B0503020204020204" charset="-122"/>
                        </a:rPr>
                        <a:t>缺失专职项目经理的职业发展</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规划</a:t>
                      </a:r>
                      <a:endParaRPr lang="en-US" altLang="en-US" sz="1200" dirty="0"/>
                    </a:p>
                    <a:p>
                      <a:pPr algn="l" rtl="0" eaLnBrk="0">
                        <a:lnSpc>
                          <a:spcPct val="106000"/>
                        </a:lnSpc>
                      </a:pPr>
                      <a:endParaRPr lang="en-US" altLang="en-US" sz="500" dirty="0"/>
                    </a:p>
                    <a:p>
                      <a:pPr marL="301625" indent="-166370" algn="l" rtl="0" eaLnBrk="0">
                        <a:lnSpc>
                          <a:spcPct val="99000"/>
                        </a:lnSpc>
                        <a:spcBef>
                          <a:spcPts val="5"/>
                        </a:spcBef>
                      </a:pPr>
                      <a:r>
                        <a:rPr sz="1200" kern="0" spc="-20" dirty="0">
                          <a:solidFill>
                            <a:srgbClr val="7F7F7F">
                              <a:alpha val="100000"/>
                            </a:srgbClr>
                          </a:solidFill>
                          <a:cs typeface="Arial" panose="020B0604020202020204"/>
                        </a:rPr>
                        <a:t>•   </a:t>
                      </a:r>
                      <a:r>
                        <a:rPr sz="1200" kern="0" spc="-20" dirty="0">
                          <a:solidFill>
                            <a:srgbClr val="000000">
                              <a:alpha val="100000"/>
                            </a:srgbClr>
                          </a:solidFill>
                          <a:cs typeface="微软雅黑" panose="020B0503020204020204" charset="-122"/>
                        </a:rPr>
                        <a:t>当项目经理需要</a:t>
                      </a:r>
                      <a:r>
                        <a:rPr sz="1200" kern="0" spc="-30" dirty="0">
                          <a:solidFill>
                            <a:srgbClr val="000000">
                              <a:alpha val="100000"/>
                            </a:srgbClr>
                          </a:solidFill>
                          <a:cs typeface="微软雅黑" panose="020B0503020204020204" charset="-122"/>
                        </a:rPr>
                        <a:t>帮助的时候，</a:t>
                      </a:r>
                      <a:r>
                        <a:rPr sz="1200" kern="0" spc="0" dirty="0">
                          <a:solidFill>
                            <a:srgbClr val="000000">
                              <a:alpha val="100000"/>
                            </a:srgbClr>
                          </a:solidFill>
                          <a:cs typeface="微软雅黑" panose="020B0503020204020204" charset="-122"/>
                        </a:rPr>
                        <a:t>   PMO</a:t>
                      </a:r>
                      <a:r>
                        <a:rPr sz="1200" kern="0" spc="60" dirty="0">
                          <a:solidFill>
                            <a:srgbClr val="000000">
                              <a:alpha val="100000"/>
                            </a:srgbClr>
                          </a:solidFill>
                          <a:cs typeface="微软雅黑" panose="020B0503020204020204" charset="-122"/>
                        </a:rPr>
                        <a:t>需要对项目经理提供咨</a:t>
                      </a:r>
                      <a:r>
                        <a:rPr sz="1200" kern="0" spc="3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询服务</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26" name="textbox 526"/>
          <p:cNvSpPr/>
          <p:nvPr>
            <p:custDataLst>
              <p:tags r:id="rId7"/>
            </p:custDataLst>
          </p:nvPr>
        </p:nvSpPr>
        <p:spPr>
          <a:xfrm>
            <a:off x="879000" y="240887"/>
            <a:ext cx="10825480" cy="626109"/>
          </a:xfrm>
          <a:prstGeom prst="rect">
            <a:avLst/>
          </a:prstGeom>
        </p:spPr>
        <p:txBody>
          <a:bodyPr vert="horz" wrap="square" lIns="0" tIns="0" rIns="0" bIns="0">
            <a:normAutofit/>
          </a:bodyPr>
          <a:lstStyle/>
          <a:p>
            <a:pPr algn="l" rtl="0" eaLnBrk="0">
              <a:lnSpc>
                <a:spcPct val="102000"/>
              </a:lnSpc>
            </a:pPr>
            <a:endParaRPr lang="en-US" altLang="en-US" sz="100" dirty="0">
              <a:solidFill>
                <a:schemeClr val="dk1"/>
              </a:solidFill>
            </a:endParaRPr>
          </a:p>
          <a:p>
            <a:pPr marL="13970" indent="-1905" algn="l" rtl="0" eaLnBrk="0">
              <a:lnSpc>
                <a:spcPct val="98000"/>
              </a:lnSpc>
              <a:spcBef>
                <a:spcPts val="0"/>
              </a:spcBef>
            </a:pPr>
            <a:r>
              <a:rPr sz="2000" b="1" kern="0" spc="0" dirty="0">
                <a:solidFill>
                  <a:schemeClr val="dk1"/>
                </a:solidFill>
                <a:cs typeface="微软雅黑" panose="020B0503020204020204" charset="-122"/>
              </a:rPr>
              <a:t>关键发现3：人员项目管理技</a:t>
            </a:r>
            <a:r>
              <a:rPr sz="2000" b="1" kern="0" spc="-10" dirty="0">
                <a:solidFill>
                  <a:schemeClr val="dk1"/>
                </a:solidFill>
                <a:cs typeface="微软雅黑" panose="020B0503020204020204" charset="-122"/>
              </a:rPr>
              <a:t>能有待提高；没有标准化体系化的项目管理培训，</a:t>
            </a:r>
            <a:r>
              <a:rPr sz="2000" b="1" kern="0" spc="460" dirty="0">
                <a:solidFill>
                  <a:schemeClr val="dk1"/>
                </a:solidFill>
                <a:cs typeface="微软雅黑" panose="020B0503020204020204" charset="-122"/>
              </a:rPr>
              <a:t> </a:t>
            </a:r>
            <a:r>
              <a:rPr sz="2000" b="1" kern="0" spc="-10" dirty="0">
                <a:solidFill>
                  <a:schemeClr val="dk1"/>
                </a:solidFill>
                <a:cs typeface="微软雅黑" panose="020B0503020204020204" charset="-122"/>
              </a:rPr>
              <a:t>PMO人员数量远</a:t>
            </a:r>
            <a:r>
              <a:rPr sz="2000" b="1" kern="0" spc="0" dirty="0">
                <a:solidFill>
                  <a:schemeClr val="dk1"/>
                </a:solidFill>
                <a:cs typeface="微软雅黑" panose="020B0503020204020204" charset="-122"/>
              </a:rPr>
              <a:t> </a:t>
            </a:r>
            <a:r>
              <a:rPr sz="2000" b="1" kern="0" spc="-140" dirty="0">
                <a:solidFill>
                  <a:schemeClr val="dk1"/>
                </a:solidFill>
                <a:cs typeface="微软雅黑" panose="020B0503020204020204" charset="-122"/>
              </a:rPr>
              <a:t>远不足，</a:t>
            </a:r>
            <a:r>
              <a:rPr sz="2000" b="1" kern="0" spc="490" dirty="0">
                <a:solidFill>
                  <a:schemeClr val="dk1"/>
                </a:solidFill>
                <a:cs typeface="微软雅黑" panose="020B0503020204020204" charset="-122"/>
              </a:rPr>
              <a:t> </a:t>
            </a:r>
            <a:r>
              <a:rPr sz="2000" b="1" kern="0" spc="-140" dirty="0">
                <a:solidFill>
                  <a:schemeClr val="dk1"/>
                </a:solidFill>
                <a:cs typeface="微软雅黑" panose="020B0503020204020204" charset="-122"/>
              </a:rPr>
              <a:t>一人多职</a:t>
            </a:r>
            <a:endParaRPr lang="en-US" altLang="en-US" sz="2000" b="1" kern="0" spc="-140" dirty="0">
              <a:solidFill>
                <a:schemeClr val="dk1"/>
              </a:solidFill>
              <a:cs typeface="微软雅黑" panose="020B0503020204020204" charset="-122"/>
            </a:endParaRPr>
          </a:p>
        </p:txBody>
      </p:sp>
      <p:pic>
        <p:nvPicPr>
          <p:cNvPr id="530" name="picture 530"/>
          <p:cNvPicPr>
            <a:picLocks noChangeAspect="1"/>
          </p:cNvPicPr>
          <p:nvPr>
            <p:custDataLst>
              <p:tags r:id="rId8"/>
            </p:custDataLst>
          </p:nvPr>
        </p:nvPicPr>
        <p:blipFill>
          <a:blip r:embed="rId9"/>
          <a:stretch>
            <a:fillRect/>
          </a:stretch>
        </p:blipFill>
        <p:spPr>
          <a:xfrm rot="21600000">
            <a:off x="4076700" y="955547"/>
            <a:ext cx="2450592" cy="525780"/>
          </a:xfrm>
          <a:prstGeom prst="rect">
            <a:avLst/>
          </a:prstGeom>
        </p:spPr>
      </p:pic>
      <p:pic>
        <p:nvPicPr>
          <p:cNvPr id="532" name="picture 532"/>
          <p:cNvPicPr>
            <a:picLocks noChangeAspect="1"/>
          </p:cNvPicPr>
          <p:nvPr>
            <p:custDataLst>
              <p:tags r:id="rId10"/>
            </p:custDataLst>
          </p:nvPr>
        </p:nvPicPr>
        <p:blipFill>
          <a:blip r:embed="rId11"/>
          <a:stretch>
            <a:fillRect/>
          </a:stretch>
        </p:blipFill>
        <p:spPr>
          <a:xfrm rot="21600000">
            <a:off x="6600444" y="955547"/>
            <a:ext cx="2327147" cy="548640"/>
          </a:xfrm>
          <a:prstGeom prst="rect">
            <a:avLst/>
          </a:prstGeom>
        </p:spPr>
      </p:pic>
      <p:pic>
        <p:nvPicPr>
          <p:cNvPr id="534" name="picture 534"/>
          <p:cNvPicPr>
            <a:picLocks noChangeAspect="1"/>
          </p:cNvPicPr>
          <p:nvPr>
            <p:custDataLst>
              <p:tags r:id="rId12"/>
            </p:custDataLst>
          </p:nvPr>
        </p:nvPicPr>
        <p:blipFill>
          <a:blip r:embed="rId13"/>
          <a:stretch>
            <a:fillRect/>
          </a:stretch>
        </p:blipFill>
        <p:spPr>
          <a:xfrm rot="21600000">
            <a:off x="6599351" y="1225232"/>
            <a:ext cx="2329333" cy="283590"/>
          </a:xfrm>
          <a:prstGeom prst="rect">
            <a:avLst/>
          </a:prstGeom>
        </p:spPr>
      </p:pic>
      <p:sp>
        <p:nvSpPr>
          <p:cNvPr id="536" name="textbox 536"/>
          <p:cNvSpPr/>
          <p:nvPr>
            <p:custDataLst>
              <p:tags r:id="rId14"/>
            </p:custDataLst>
          </p:nvPr>
        </p:nvSpPr>
        <p:spPr>
          <a:xfrm>
            <a:off x="6587744" y="942847"/>
            <a:ext cx="2352675" cy="591819"/>
          </a:xfrm>
          <a:prstGeom prst="rect">
            <a:avLst/>
          </a:prstGeom>
        </p:spPr>
        <p:txBody>
          <a:bodyPr vert="horz" wrap="square" lIns="0" tIns="0" rIns="0" bIns="0">
            <a:normAutofit/>
          </a:bodyPr>
          <a:lstStyle/>
          <a:p>
            <a:pPr algn="l" rtl="0" eaLnBrk="0">
              <a:lnSpc>
                <a:spcPct val="113000"/>
              </a:lnSpc>
            </a:pPr>
            <a:endParaRPr lang="en-US" altLang="en-US" sz="1000" dirty="0">
              <a:solidFill>
                <a:schemeClr val="tx1"/>
              </a:solidFill>
            </a:endParaRPr>
          </a:p>
          <a:p>
            <a:pPr marL="855980" algn="l" rtl="0" eaLnBrk="0">
              <a:lnSpc>
                <a:spcPct val="97000"/>
              </a:lnSpc>
              <a:spcBef>
                <a:spcPts val="5"/>
              </a:spcBef>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pic>
        <p:nvPicPr>
          <p:cNvPr id="538" name="picture 538"/>
          <p:cNvPicPr>
            <a:picLocks noChangeAspect="1"/>
          </p:cNvPicPr>
          <p:nvPr>
            <p:custDataLst>
              <p:tags r:id="rId15"/>
            </p:custDataLst>
          </p:nvPr>
        </p:nvPicPr>
        <p:blipFill>
          <a:blip r:embed="rId16"/>
          <a:stretch>
            <a:fillRect/>
          </a:stretch>
        </p:blipFill>
        <p:spPr>
          <a:xfrm rot="21600000">
            <a:off x="9005316" y="955547"/>
            <a:ext cx="2400300" cy="525780"/>
          </a:xfrm>
          <a:prstGeom prst="rect">
            <a:avLst/>
          </a:prstGeom>
        </p:spPr>
      </p:pic>
      <p:graphicFrame>
        <p:nvGraphicFramePr>
          <p:cNvPr id="540" name="table 540"/>
          <p:cNvGraphicFramePr>
            <a:graphicFrameLocks noGrp="1"/>
          </p:cNvGraphicFramePr>
          <p:nvPr>
            <p:custDataLst>
              <p:tags r:id="rId17"/>
            </p:custDataLst>
          </p:nvPr>
        </p:nvGraphicFramePr>
        <p:xfrm>
          <a:off x="1045718" y="4256785"/>
          <a:ext cx="526414" cy="1968500"/>
        </p:xfrm>
        <a:graphic>
          <a:graphicData uri="http://schemas.openxmlformats.org/drawingml/2006/table">
            <a:tbl>
              <a:tblPr>
                <a:solidFill>
                  <a:srgbClr val="FFC000"/>
                </a:solidFill>
              </a:tblPr>
              <a:tblGrid>
                <a:gridCol w="526414"/>
              </a:tblGrid>
              <a:tr h="1943100">
                <a:tc>
                  <a:txBody>
                    <a:bodyPr/>
                    <a:lstStyle/>
                    <a:p>
                      <a:pPr algn="l" rtl="0" eaLnBrk="0">
                        <a:lnSpc>
                          <a:spcPct val="112000"/>
                        </a:lnSpc>
                      </a:pPr>
                      <a:endParaRPr lang="en-US" altLang="en-US" sz="1000" dirty="0"/>
                    </a:p>
                    <a:p>
                      <a:pPr marL="583565" algn="l" rtl="0" eaLnBrk="0">
                        <a:lnSpc>
                          <a:spcPct val="90000"/>
                        </a:lnSpc>
                        <a:spcBef>
                          <a:spcPts val="0"/>
                        </a:spcBef>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BF9000"/>
                      </a:solidFill>
                      <a:prstDash val="solid"/>
                      <a:round/>
                      <a:headEnd type="none" w="med" len="med"/>
                      <a:tailEnd type="none" w="med" len="med"/>
                    </a:lnL>
                    <a:lnR w="25400" cap="flat" cmpd="sng" algn="ctr">
                      <a:solidFill>
                        <a:srgbClr val="BF9000"/>
                      </a:solidFill>
                      <a:prstDash val="solid"/>
                      <a:round/>
                      <a:headEnd type="none" w="med" len="med"/>
                      <a:tailEnd type="none" w="med" len="med"/>
                    </a:lnR>
                    <a:lnT w="25400" cap="flat" cmpd="sng" algn="ctr">
                      <a:solidFill>
                        <a:srgbClr val="BF9000"/>
                      </a:solidFill>
                      <a:prstDash val="solid"/>
                      <a:round/>
                      <a:headEnd type="none" w="med" len="med"/>
                      <a:tailEnd type="none" w="med" len="med"/>
                    </a:lnT>
                    <a:lnB w="25400" cap="flat" cmpd="sng" algn="ctr">
                      <a:solidFill>
                        <a:srgbClr val="BF9000"/>
                      </a:solidFill>
                      <a:prstDash val="solid"/>
                      <a:round/>
                      <a:headEnd type="none" w="med" len="med"/>
                      <a:tailEnd type="none" w="med" len="med"/>
                    </a:lnB>
                    <a:solidFill>
                      <a:srgbClr val="FFC000"/>
                    </a:solidFill>
                  </a:tcPr>
                </a:tc>
              </a:tr>
            </a:tbl>
          </a:graphicData>
        </a:graphic>
      </p:graphicFrame>
      <p:grpSp>
        <p:nvGrpSpPr>
          <p:cNvPr id="34" name="group 34"/>
          <p:cNvGrpSpPr/>
          <p:nvPr/>
        </p:nvGrpSpPr>
        <p:grpSpPr>
          <a:xfrm rot="21600000">
            <a:off x="2527173" y="2475868"/>
            <a:ext cx="1026128" cy="918313"/>
            <a:chOff x="0" y="0"/>
            <a:chExt cx="1026128" cy="918313"/>
          </a:xfrm>
        </p:grpSpPr>
        <p:pic>
          <p:nvPicPr>
            <p:cNvPr id="542" name="picture 542"/>
            <p:cNvPicPr>
              <a:picLocks noChangeAspect="1"/>
            </p:cNvPicPr>
            <p:nvPr>
              <p:custDataLst>
                <p:tags r:id="rId18"/>
              </p:custDataLst>
            </p:nvPr>
          </p:nvPicPr>
          <p:blipFill>
            <a:blip r:embed="rId19"/>
            <a:stretch>
              <a:fillRect/>
            </a:stretch>
          </p:blipFill>
          <p:spPr>
            <a:xfrm rot="21600000">
              <a:off x="0" y="0"/>
              <a:ext cx="1026128" cy="918313"/>
            </a:xfrm>
            <a:prstGeom prst="rect">
              <a:avLst/>
            </a:prstGeom>
          </p:spPr>
        </p:pic>
        <p:sp>
          <p:nvSpPr>
            <p:cNvPr id="544" name="textbox 544"/>
            <p:cNvSpPr/>
            <p:nvPr>
              <p:custDataLst>
                <p:tags r:id="rId20"/>
              </p:custDataLst>
            </p:nvPr>
          </p:nvSpPr>
          <p:spPr>
            <a:xfrm>
              <a:off x="-12700" y="-12700"/>
              <a:ext cx="1051560" cy="967739"/>
            </a:xfrm>
            <a:prstGeom prst="rect">
              <a:avLst/>
            </a:prstGeom>
          </p:spPr>
          <p:txBody>
            <a:bodyPr vert="horz" wrap="square" lIns="0" tIns="0" rIns="0" bIns="0">
              <a:normAutofit/>
            </a:bodyPr>
            <a:lstStyle/>
            <a:p>
              <a:pPr algn="l" rtl="0" eaLnBrk="0">
                <a:lnSpc>
                  <a:spcPct val="110000"/>
                </a:lnSpc>
              </a:pPr>
              <a:endParaRPr lang="en-US" altLang="en-US" sz="900" dirty="0">
                <a:solidFill>
                  <a:schemeClr val="dk1"/>
                </a:solidFill>
              </a:endParaRPr>
            </a:p>
            <a:p>
              <a:pPr algn="l" rtl="0" eaLnBrk="0">
                <a:lnSpc>
                  <a:spcPct val="7000"/>
                </a:lnSpc>
              </a:pPr>
              <a:endParaRPr lang="en-US" altLang="en-US" sz="100" dirty="0">
                <a:solidFill>
                  <a:schemeClr val="dk1"/>
                </a:solidFill>
              </a:endParaRPr>
            </a:p>
            <a:p>
              <a:pPr marL="349885" indent="-117475" algn="l" rtl="0" eaLnBrk="0">
                <a:lnSpc>
                  <a:spcPct val="99000"/>
                </a:lnSpc>
              </a:pPr>
              <a:r>
                <a:rPr sz="1800" kern="0" spc="-20" dirty="0">
                  <a:solidFill>
                    <a:schemeClr val="dk1"/>
                  </a:solidFill>
                  <a:cs typeface="微软雅黑" panose="020B0503020204020204" charset="-122"/>
                </a:rPr>
                <a:t>技术和</a:t>
              </a:r>
              <a:r>
                <a:rPr sz="1800" kern="0" spc="0" dirty="0">
                  <a:solidFill>
                    <a:schemeClr val="dk1"/>
                  </a:solidFill>
                  <a:cs typeface="微软雅黑" panose="020B0503020204020204" charset="-122"/>
                </a:rPr>
                <a:t>   </a:t>
              </a:r>
              <a:r>
                <a:rPr sz="1800" kern="0" spc="-20" dirty="0">
                  <a:solidFill>
                    <a:schemeClr val="dk1"/>
                  </a:solidFill>
                  <a:cs typeface="微软雅黑" panose="020B0503020204020204" charset="-122"/>
                </a:rPr>
                <a:t>工具</a:t>
              </a:r>
              <a:endParaRPr lang="en-US" altLang="en-US" sz="1800" kern="0" spc="-20" dirty="0">
                <a:solidFill>
                  <a:schemeClr val="dk1"/>
                </a:solidFill>
                <a:cs typeface="微软雅黑" panose="020B0503020204020204" charset="-122"/>
              </a:endParaRPr>
            </a:p>
          </p:txBody>
        </p:sp>
      </p:grpSp>
      <p:sp>
        <p:nvSpPr>
          <p:cNvPr id="548" name="textbox 548"/>
          <p:cNvSpPr/>
          <p:nvPr>
            <p:custDataLst>
              <p:tags r:id="rId21"/>
            </p:custDataLst>
          </p:nvPr>
        </p:nvSpPr>
        <p:spPr>
          <a:xfrm>
            <a:off x="1801723" y="1630731"/>
            <a:ext cx="502919" cy="1678939"/>
          </a:xfrm>
          <a:prstGeom prst="rect">
            <a:avLst/>
          </a:prstGeom>
        </p:spPr>
        <p:txBody>
          <a:bodyPr vert="horz" wrap="square" lIns="0" tIns="0" rIns="0" bIns="0">
            <a:normAutofit/>
          </a:bodyPr>
          <a:lstStyle/>
          <a:p>
            <a:pPr algn="l" rtl="0" eaLnBrk="0">
              <a:lnSpc>
                <a:spcPct val="90000"/>
              </a:lnSpc>
            </a:pPr>
            <a:endParaRPr lang="en-US" altLang="en-US" sz="100" dirty="0">
              <a:solidFill>
                <a:schemeClr val="dk1"/>
              </a:solidFill>
            </a:endParaRPr>
          </a:p>
          <a:p>
            <a:pPr marL="36830" algn="l" rtl="0" eaLnBrk="0">
              <a:lnSpc>
                <a:spcPct val="98000"/>
              </a:lnSpc>
            </a:pPr>
            <a:r>
              <a:rPr sz="1800" kern="0" spc="-20" dirty="0">
                <a:solidFill>
                  <a:schemeClr val="dk1"/>
                </a:solidFill>
                <a:cs typeface="微软雅黑" panose="020B0503020204020204" charset="-122"/>
              </a:rPr>
              <a:t>文化</a:t>
            </a:r>
            <a:endParaRPr lang="en-US" altLang="en-US" sz="1800" dirty="0">
              <a:solidFill>
                <a:schemeClr val="dk1"/>
              </a:solidFill>
            </a:endParaRPr>
          </a:p>
          <a:p>
            <a:pPr algn="l" rtl="0" eaLnBrk="0">
              <a:lnSpc>
                <a:spcPct val="123000"/>
              </a:lnSpc>
            </a:pPr>
            <a:endParaRPr lang="en-US" altLang="en-US" sz="1000" dirty="0">
              <a:solidFill>
                <a:schemeClr val="dk1"/>
              </a:solidFill>
            </a:endParaRPr>
          </a:p>
          <a:p>
            <a:pPr marL="60325" indent="-635" algn="l" rtl="0" eaLnBrk="0">
              <a:lnSpc>
                <a:spcPct val="113000"/>
              </a:lnSpc>
              <a:spcBef>
                <a:spcPts val="460"/>
              </a:spcBef>
            </a:pPr>
            <a:r>
              <a:rPr sz="1500" b="1" kern="0" spc="80" dirty="0">
                <a:solidFill>
                  <a:schemeClr val="dk1"/>
                </a:solidFill>
                <a:cs typeface="微软雅黑" panose="020B0503020204020204" charset="-122"/>
              </a:rPr>
              <a:t>项目</a:t>
            </a:r>
            <a:r>
              <a:rPr sz="1500" b="1" kern="0" spc="-10" dirty="0">
                <a:solidFill>
                  <a:schemeClr val="dk1"/>
                </a:solidFill>
                <a:cs typeface="微软雅黑" panose="020B0503020204020204" charset="-122"/>
              </a:rPr>
              <a:t> </a:t>
            </a:r>
            <a:r>
              <a:rPr sz="1500" b="1" kern="0" spc="70" dirty="0">
                <a:solidFill>
                  <a:schemeClr val="dk1"/>
                </a:solidFill>
                <a:cs typeface="微软雅黑" panose="020B0503020204020204" charset="-122"/>
              </a:rPr>
              <a:t>管理</a:t>
            </a:r>
            <a:endParaRPr lang="en-US" altLang="en-US" sz="1500" dirty="0">
              <a:solidFill>
                <a:schemeClr val="dk1"/>
              </a:solidFill>
            </a:endParaRPr>
          </a:p>
          <a:p>
            <a:pPr algn="l" rtl="0" eaLnBrk="0">
              <a:lnSpc>
                <a:spcPct val="186000"/>
              </a:lnSpc>
            </a:pPr>
            <a:endParaRPr lang="en-US" altLang="en-US" sz="1000" dirty="0">
              <a:solidFill>
                <a:schemeClr val="dk1"/>
              </a:solidFill>
            </a:endParaRPr>
          </a:p>
          <a:p>
            <a:pPr algn="l" rtl="0" eaLnBrk="0">
              <a:lnSpc>
                <a:spcPct val="113000"/>
              </a:lnSpc>
            </a:pPr>
            <a:endParaRPr lang="en-US" altLang="en-US" sz="400" dirty="0">
              <a:solidFill>
                <a:schemeClr val="dk1"/>
              </a:solidFill>
            </a:endParaRPr>
          </a:p>
          <a:p>
            <a:pPr marL="12700" algn="l" rtl="0" eaLnBrk="0">
              <a:lnSpc>
                <a:spcPct val="98000"/>
              </a:lnSpc>
              <a:spcBef>
                <a:spcPts val="0"/>
              </a:spcBef>
            </a:pPr>
            <a:r>
              <a:rPr sz="1800" kern="0" spc="-20" dirty="0">
                <a:solidFill>
                  <a:schemeClr val="dk1"/>
                </a:solidFill>
                <a:cs typeface="微软雅黑" panose="020B0503020204020204" charset="-122"/>
              </a:rPr>
              <a:t>组织</a:t>
            </a:r>
            <a:endParaRPr lang="en-US" altLang="en-US" sz="1800" kern="0" spc="-20" dirty="0">
              <a:solidFill>
                <a:schemeClr val="dk1"/>
              </a:solidFill>
              <a:cs typeface="微软雅黑" panose="020B0503020204020204" charset="-122"/>
            </a:endParaRPr>
          </a:p>
        </p:txBody>
      </p:sp>
      <p:pic>
        <p:nvPicPr>
          <p:cNvPr id="550" name="picture 550"/>
          <p:cNvPicPr>
            <a:picLocks noChangeAspect="1"/>
          </p:cNvPicPr>
          <p:nvPr>
            <p:custDataLst>
              <p:tags r:id="rId22"/>
            </p:custDataLst>
          </p:nvPr>
        </p:nvPicPr>
        <p:blipFill>
          <a:blip r:embed="rId23"/>
          <a:stretch>
            <a:fillRect/>
          </a:stretch>
        </p:blipFill>
        <p:spPr>
          <a:xfrm rot="21600000">
            <a:off x="4075700" y="1213781"/>
            <a:ext cx="2452590" cy="272203"/>
          </a:xfrm>
          <a:prstGeom prst="rect">
            <a:avLst/>
          </a:prstGeom>
        </p:spPr>
      </p:pic>
      <p:pic>
        <p:nvPicPr>
          <p:cNvPr id="552" name="picture 552"/>
          <p:cNvPicPr>
            <a:picLocks noChangeAspect="1"/>
          </p:cNvPicPr>
          <p:nvPr>
            <p:custDataLst>
              <p:tags r:id="rId24"/>
            </p:custDataLst>
          </p:nvPr>
        </p:nvPicPr>
        <p:blipFill>
          <a:blip r:embed="rId25"/>
          <a:stretch>
            <a:fillRect/>
          </a:stretch>
        </p:blipFill>
        <p:spPr>
          <a:xfrm rot="21600000">
            <a:off x="9004296" y="1213785"/>
            <a:ext cx="2402338" cy="272194"/>
          </a:xfrm>
          <a:prstGeom prst="rect">
            <a:avLst/>
          </a:prstGeom>
        </p:spPr>
      </p:pic>
      <p:sp>
        <p:nvSpPr>
          <p:cNvPr id="554" name="textbox 554"/>
          <p:cNvSpPr/>
          <p:nvPr>
            <p:custDataLst>
              <p:tags r:id="rId26"/>
            </p:custDataLst>
          </p:nvPr>
        </p:nvSpPr>
        <p:spPr>
          <a:xfrm>
            <a:off x="2653309" y="1994713"/>
            <a:ext cx="709930" cy="292734"/>
          </a:xfrm>
          <a:prstGeom prst="rect">
            <a:avLst/>
          </a:prstGeom>
        </p:spPr>
        <p:txBody>
          <a:bodyPr vert="horz" wrap="square" lIns="0" tIns="0" rIns="0" bIns="0">
            <a:normAutofit/>
          </a:bodyPr>
          <a:lstStyle/>
          <a:p>
            <a:pPr algn="l" rtl="0" eaLnBrk="0">
              <a:lnSpc>
                <a:spcPct val="91000"/>
              </a:lnSpc>
            </a:pPr>
            <a:endParaRPr lang="en-US" altLang="en-US" sz="100" dirty="0">
              <a:solidFill>
                <a:schemeClr val="dk1"/>
              </a:solidFill>
            </a:endParaRPr>
          </a:p>
          <a:p>
            <a:pPr marL="12700" algn="l" rtl="0" eaLnBrk="0">
              <a:lnSpc>
                <a:spcPct val="97000"/>
              </a:lnSpc>
            </a:pPr>
            <a:r>
              <a:rPr sz="1800" kern="0" spc="-10" dirty="0">
                <a:solidFill>
                  <a:schemeClr val="dk1"/>
                </a:solidFill>
                <a:cs typeface="微软雅黑" panose="020B0503020204020204" charset="-122"/>
              </a:rPr>
              <a:t>方法论</a:t>
            </a:r>
            <a:endParaRPr lang="en-US" altLang="en-US" sz="1800" kern="0" spc="-10" dirty="0">
              <a:solidFill>
                <a:schemeClr val="dk1"/>
              </a:solidFill>
              <a:cs typeface="微软雅黑" panose="020B0503020204020204" charset="-122"/>
            </a:endParaRPr>
          </a:p>
        </p:txBody>
      </p:sp>
      <p:sp>
        <p:nvSpPr>
          <p:cNvPr id="556" name="textbox 556"/>
          <p:cNvSpPr/>
          <p:nvPr>
            <p:custDataLst>
              <p:tags r:id="rId27"/>
            </p:custDataLst>
          </p:nvPr>
        </p:nvSpPr>
        <p:spPr>
          <a:xfrm>
            <a:off x="4998092" y="1109211"/>
            <a:ext cx="73596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关键发现</a:t>
            </a:r>
            <a:endParaRPr lang="en-US" altLang="en-US" sz="1400" b="1" kern="0" spc="-10" dirty="0">
              <a:solidFill>
                <a:schemeClr val="tx1"/>
              </a:solidFill>
              <a:cs typeface="微软雅黑" panose="020B0503020204020204" charset="-122"/>
            </a:endParaRPr>
          </a:p>
        </p:txBody>
      </p:sp>
      <p:sp>
        <p:nvSpPr>
          <p:cNvPr id="558" name="textbox 558"/>
          <p:cNvSpPr/>
          <p:nvPr>
            <p:custDataLst>
              <p:tags r:id="rId28"/>
            </p:custDataLst>
          </p:nvPr>
        </p:nvSpPr>
        <p:spPr>
          <a:xfrm>
            <a:off x="9838301" y="1109211"/>
            <a:ext cx="73215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改进建议</a:t>
            </a:r>
            <a:endParaRPr lang="en-US" altLang="en-US" sz="1400" b="1" kern="0" spc="-10" dirty="0">
              <a:solidFill>
                <a:schemeClr val="tx1"/>
              </a:solidFill>
              <a:cs typeface="微软雅黑" panose="020B0503020204020204" charset="-122"/>
            </a:endParaRPr>
          </a:p>
        </p:txBody>
      </p:sp>
      <p:sp>
        <p:nvSpPr>
          <p:cNvPr id="560" name="textbox 560"/>
          <p:cNvSpPr/>
          <p:nvPr>
            <p:custDataLst>
              <p:tags r:id="rId29"/>
            </p:custDataLst>
          </p:nvPr>
        </p:nvSpPr>
        <p:spPr>
          <a:xfrm>
            <a:off x="896518" y="2843834"/>
            <a:ext cx="480059" cy="292100"/>
          </a:xfrm>
          <a:prstGeom prst="rect">
            <a:avLst/>
          </a:prstGeom>
        </p:spPr>
        <p:txBody>
          <a:bodyPr vert="horz" wrap="square" lIns="0" tIns="0" rIns="0" bIns="0">
            <a:normAutofit/>
          </a:bodyPr>
          <a:lstStyle/>
          <a:p>
            <a:pPr algn="l" rtl="0" eaLnBrk="0">
              <a:lnSpc>
                <a:spcPct val="86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技能</a:t>
            </a:r>
            <a:endParaRPr lang="en-US" altLang="en-US" sz="1800" kern="0" spc="-20" dirty="0">
              <a:solidFill>
                <a:schemeClr val="dk1"/>
              </a:solidFill>
              <a:cs typeface="微软雅黑" panose="020B0503020204020204" charset="-122"/>
            </a:endParaRPr>
          </a:p>
        </p:txBody>
      </p:sp>
      <p:sp>
        <p:nvSpPr>
          <p:cNvPr id="562" name="textbox 562"/>
          <p:cNvSpPr/>
          <p:nvPr>
            <p:custDataLst>
              <p:tags r:id="rId30"/>
            </p:custDataLst>
          </p:nvPr>
        </p:nvSpPr>
        <p:spPr>
          <a:xfrm>
            <a:off x="887831" y="1812721"/>
            <a:ext cx="479425" cy="292100"/>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绩效</a:t>
            </a:r>
            <a:endParaRPr lang="en-US" altLang="en-US" sz="1800" kern="0" spc="-20" dirty="0">
              <a:solidFill>
                <a:schemeClr val="dk1"/>
              </a:solidFill>
              <a:cs typeface="微软雅黑" panose="020B0503020204020204" charset="-122"/>
            </a:endParaRPr>
          </a:p>
        </p:txBody>
      </p:sp>
    </p:spTree>
    <p:custDataLst>
      <p:tags r:id="rId3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4" name="table 564"/>
          <p:cNvGraphicFramePr>
            <a:graphicFrameLocks noGrp="1"/>
          </p:cNvGraphicFramePr>
          <p:nvPr>
            <p:custDataLst>
              <p:tags r:id="rId1"/>
            </p:custDataLst>
          </p:nvPr>
        </p:nvGraphicFramePr>
        <p:xfrm>
          <a:off x="1725422" y="4424426"/>
          <a:ext cx="9781540" cy="1898014"/>
        </p:xfrm>
        <a:graphic>
          <a:graphicData uri="http://schemas.openxmlformats.org/drawingml/2006/table">
            <a:tbl>
              <a:tblPr/>
              <a:tblGrid>
                <a:gridCol w="9781540"/>
              </a:tblGrid>
              <a:tr h="1872614">
                <a:tc>
                  <a:txBody>
                    <a:bodyPr/>
                    <a:lstStyle/>
                    <a:p>
                      <a:pPr algn="l" rtl="0" eaLnBrk="0">
                        <a:lnSpc>
                          <a:spcPct val="108000"/>
                        </a:lnSpc>
                      </a:pPr>
                      <a:endParaRPr lang="en-US" altLang="en-US" sz="900" dirty="0"/>
                    </a:p>
                    <a:p>
                      <a:pPr marL="202565" algn="l" rtl="0" eaLnBrk="0">
                        <a:lnSpc>
                          <a:spcPct val="97000"/>
                        </a:lnSpc>
                        <a:spcBef>
                          <a:spcPts val="5"/>
                        </a:spcBef>
                      </a:pPr>
                      <a:r>
                        <a:rPr sz="1200" kern="0" spc="-20" dirty="0">
                          <a:solidFill>
                            <a:srgbClr val="000000">
                              <a:alpha val="100000"/>
                            </a:srgbClr>
                          </a:solidFill>
                          <a:cs typeface="Arial" panose="020B0604020202020204"/>
                        </a:rPr>
                        <a:t>•</a:t>
                      </a:r>
                      <a:r>
                        <a:rPr sz="1200" kern="0" spc="17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没有明确的可行性分析，没有将来的整个的战略规划；不清晰项目对战略的重要性如何，没有链条式的认识。</a:t>
                      </a:r>
                      <a:endParaRPr lang="en-US" altLang="en-US" sz="1200" dirty="0"/>
                    </a:p>
                    <a:p>
                      <a:pPr marL="368935" indent="-166370" algn="l" rtl="0" eaLnBrk="0">
                        <a:lnSpc>
                          <a:spcPct val="99000"/>
                        </a:lnSpc>
                        <a:spcBef>
                          <a:spcPts val="40"/>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每周最后一个工作日收集本周的实际的项目资源分</a:t>
                      </a:r>
                      <a:r>
                        <a:rPr sz="1200" kern="0" spc="-10" dirty="0">
                          <a:solidFill>
                            <a:srgbClr val="000000">
                              <a:alpha val="100000"/>
                            </a:srgbClr>
                          </a:solidFill>
                          <a:cs typeface="微软雅黑" panose="020B0503020204020204" charset="-122"/>
                        </a:rPr>
                        <a:t>配，和下一周的资源分配情况，以便PMO了解资源的分配情况。但不能了解所有项目的      </a:t>
                      </a:r>
                      <a:r>
                        <a:rPr sz="1200" kern="0" spc="-40" dirty="0">
                          <a:solidFill>
                            <a:srgbClr val="000000">
                              <a:alpha val="100000"/>
                            </a:srgbClr>
                          </a:solidFill>
                          <a:cs typeface="微软雅黑" panose="020B0503020204020204" charset="-122"/>
                        </a:rPr>
                        <a:t>资源分配情况。</a:t>
                      </a:r>
                      <a:endParaRPr lang="en-US" altLang="en-US" sz="1200" dirty="0"/>
                    </a:p>
                    <a:p>
                      <a:pPr marL="202565" algn="l" rtl="0" eaLnBrk="0">
                        <a:lnSpc>
                          <a:spcPct val="97000"/>
                        </a:lnSpc>
                        <a:spcBef>
                          <a:spcPts val="35"/>
                        </a:spcBef>
                      </a:pPr>
                      <a:r>
                        <a:rPr sz="1200" kern="0" spc="-1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10" dirty="0">
                          <a:solidFill>
                            <a:srgbClr val="000000">
                              <a:alpha val="100000"/>
                            </a:srgbClr>
                          </a:solidFill>
                          <a:cs typeface="微软雅黑" panose="020B0503020204020204" charset="-122"/>
                        </a:rPr>
                        <a:t>项目资源管理缺少整体管理流</a:t>
                      </a:r>
                      <a:r>
                        <a:rPr sz="1200" kern="0" spc="-20" dirty="0">
                          <a:solidFill>
                            <a:srgbClr val="000000">
                              <a:alpha val="100000"/>
                            </a:srgbClr>
                          </a:solidFill>
                          <a:cs typeface="微软雅黑" panose="020B0503020204020204" charset="-122"/>
                        </a:rPr>
                        <a:t>程,常见的现象就是有人忙死有人闲死。能干的人加班加点，没能力的人却没事可做。</a:t>
                      </a:r>
                      <a:endParaRPr lang="en-US" altLang="en-US" sz="1200" dirty="0"/>
                    </a:p>
                    <a:p>
                      <a:pPr marL="202565" algn="l" rtl="0" eaLnBrk="0">
                        <a:lnSpc>
                          <a:spcPct val="97000"/>
                        </a:lnSpc>
                        <a:spcBef>
                          <a:spcPts val="45"/>
                        </a:spcBef>
                      </a:pPr>
                      <a:r>
                        <a:rPr sz="1200" kern="0" spc="-70" dirty="0">
                          <a:solidFill>
                            <a:srgbClr val="000000">
                              <a:alpha val="100000"/>
                            </a:srgbClr>
                          </a:solidFill>
                          <a:cs typeface="Arial" panose="020B0604020202020204"/>
                        </a:rPr>
                        <a:t>•   </a:t>
                      </a:r>
                      <a:r>
                        <a:rPr sz="1200" kern="0" spc="-70" dirty="0">
                          <a:solidFill>
                            <a:srgbClr val="000000">
                              <a:alpha val="100000"/>
                            </a:srgbClr>
                          </a:solidFill>
                          <a:cs typeface="微软雅黑" panose="020B0503020204020204" charset="-122"/>
                        </a:rPr>
                        <a:t>项目年度计划缺失，</a:t>
                      </a:r>
                      <a:r>
                        <a:rPr sz="1200" kern="0" spc="90" dirty="0">
                          <a:solidFill>
                            <a:srgbClr val="000000">
                              <a:alpha val="100000"/>
                            </a:srgbClr>
                          </a:solidFill>
                          <a:cs typeface="微软雅黑" panose="020B0503020204020204" charset="-122"/>
                        </a:rPr>
                        <a:t>  </a:t>
                      </a:r>
                      <a:r>
                        <a:rPr sz="1200" kern="0" spc="-80" dirty="0">
                          <a:solidFill>
                            <a:srgbClr val="000000">
                              <a:alpha val="100000"/>
                            </a:srgbClr>
                          </a:solidFill>
                          <a:cs typeface="微软雅黑" panose="020B0503020204020204" charset="-122"/>
                        </a:rPr>
                        <a:t>CEO高管项目满天飞。</a:t>
                      </a:r>
                      <a:endParaRPr lang="en-US" altLang="en-US" sz="1200" dirty="0"/>
                    </a:p>
                    <a:p>
                      <a:pPr marL="202565"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项目的优先级／层级没有流程管理，没能和公司的策略结合，</a:t>
                      </a:r>
                      <a:r>
                        <a:rPr sz="1200" kern="0" spc="-10" dirty="0">
                          <a:solidFill>
                            <a:srgbClr val="000000">
                              <a:alpha val="100000"/>
                            </a:srgbClr>
                          </a:solidFill>
                          <a:cs typeface="微软雅黑" panose="020B0503020204020204" charset="-122"/>
                        </a:rPr>
                        <a:t>对公司的战略不了解</a:t>
                      </a:r>
                      <a:endParaRPr lang="en-US" altLang="en-US" sz="1200" dirty="0"/>
                    </a:p>
                    <a:p>
                      <a:pPr marL="202565"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对项目基准不了解，项目承接战略，没有承上启下的，使对公司战略层的理解产生混乱；</a:t>
                      </a:r>
                      <a:r>
                        <a:rPr sz="1200" kern="0" spc="-10" dirty="0">
                          <a:solidFill>
                            <a:srgbClr val="000000">
                              <a:alpha val="100000"/>
                            </a:srgbClr>
                          </a:solidFill>
                          <a:cs typeface="微软雅黑" panose="020B0503020204020204" charset="-122"/>
                        </a:rPr>
                        <a:t>项目对战略的承接无序</a:t>
                      </a:r>
                      <a:endParaRPr lang="en-US" altLang="en-US" sz="1200" dirty="0"/>
                    </a:p>
                    <a:p>
                      <a:pPr marL="202565"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对项目的认知度比较低，很多成</a:t>
                      </a:r>
                      <a:r>
                        <a:rPr sz="1200" kern="0" spc="-10" dirty="0">
                          <a:solidFill>
                            <a:srgbClr val="000000">
                              <a:alpha val="100000"/>
                            </a:srgbClr>
                          </a:solidFill>
                          <a:cs typeface="微软雅黑" panose="020B0503020204020204" charset="-122"/>
                        </a:rPr>
                        <a:t>员不知道为啥要做项目</a:t>
                      </a:r>
                      <a:endParaRPr lang="en-US" altLang="en-US" sz="1200" dirty="0"/>
                    </a:p>
                    <a:p>
                      <a:pPr marL="202565"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有些项目上线后没人使用</a:t>
                      </a:r>
                      <a:r>
                        <a:rPr sz="1200" kern="0" spc="-10" dirty="0">
                          <a:solidFill>
                            <a:srgbClr val="000000">
                              <a:alpha val="100000"/>
                            </a:srgbClr>
                          </a:solidFill>
                          <a:cs typeface="微软雅黑" panose="020B0503020204020204" charset="-122"/>
                        </a:rPr>
                        <a:t>，也不知道为啥要做</a:t>
                      </a:r>
                      <a:endParaRPr lang="en-US" altLang="en-US" sz="1200" dirty="0"/>
                    </a:p>
                  </a:txBody>
                  <a:tcPr marL="0" marR="0" marT="0" marB="0" vert="horz">
                    <a:lnL w="25400" cap="flat" cmpd="sng" algn="ctr">
                      <a:solidFill>
                        <a:srgbClr val="DCDCDC"/>
                      </a:solidFill>
                      <a:prstDash val="solid"/>
                      <a:round/>
                      <a:headEnd type="none" w="med" len="med"/>
                      <a:tailEnd type="none" w="med" len="med"/>
                    </a:lnL>
                    <a:lnR w="25400" cap="flat" cmpd="sng" algn="ctr">
                      <a:solidFill>
                        <a:srgbClr val="DCDCDC"/>
                      </a:solidFill>
                      <a:prstDash val="solid"/>
                      <a:round/>
                      <a:headEnd type="none" w="med" len="med"/>
                      <a:tailEnd type="none" w="med" len="med"/>
                    </a:lnR>
                    <a:lnT w="25400" cap="flat" cmpd="sng" algn="ctr">
                      <a:solidFill>
                        <a:srgbClr val="DCDCDC"/>
                      </a:solidFill>
                      <a:prstDash val="solid"/>
                      <a:round/>
                      <a:headEnd type="none" w="med" len="med"/>
                      <a:tailEnd type="none" w="med" len="med"/>
                    </a:lnT>
                    <a:lnB w="25400" cap="flat" cmpd="sng" algn="ctr">
                      <a:solidFill>
                        <a:srgbClr val="DCDCDC"/>
                      </a:solidFill>
                      <a:prstDash val="solid"/>
                      <a:round/>
                      <a:headEnd type="none" w="med" len="med"/>
                      <a:tailEnd type="none" w="med" len="med"/>
                    </a:lnB>
                    <a:solidFill>
                      <a:srgbClr val="EEEEEE"/>
                    </a:solidFill>
                  </a:tcPr>
                </a:tc>
              </a:tr>
            </a:tbl>
          </a:graphicData>
        </a:graphic>
      </p:graphicFrame>
      <p:pic>
        <p:nvPicPr>
          <p:cNvPr id="566" name="picture 566"/>
          <p:cNvPicPr>
            <a:picLocks noChangeAspect="1"/>
          </p:cNvPicPr>
          <p:nvPr>
            <p:custDataLst>
              <p:tags r:id="rId2"/>
            </p:custDataLst>
          </p:nvPr>
        </p:nvPicPr>
        <p:blipFill>
          <a:blip r:embed="rId3"/>
          <a:stretch>
            <a:fillRect/>
          </a:stretch>
        </p:blipFill>
        <p:spPr>
          <a:xfrm rot="21600000">
            <a:off x="611948" y="1339027"/>
            <a:ext cx="2904348" cy="2732122"/>
          </a:xfrm>
          <a:prstGeom prst="rect">
            <a:avLst/>
          </a:prstGeom>
        </p:spPr>
      </p:pic>
      <p:graphicFrame>
        <p:nvGraphicFramePr>
          <p:cNvPr id="568" name="table 568"/>
          <p:cNvGraphicFramePr>
            <a:graphicFrameLocks noGrp="1"/>
          </p:cNvGraphicFramePr>
          <p:nvPr>
            <p:custDataLst>
              <p:tags r:id="rId4"/>
            </p:custDataLst>
          </p:nvPr>
        </p:nvGraphicFramePr>
        <p:xfrm>
          <a:off x="4071937" y="1336357"/>
          <a:ext cx="2459990" cy="2880360"/>
        </p:xfrm>
        <a:graphic>
          <a:graphicData uri="http://schemas.openxmlformats.org/drawingml/2006/table">
            <a:tbl>
              <a:tblPr/>
              <a:tblGrid>
                <a:gridCol w="2459989"/>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614929">
                <a:tc>
                  <a:txBody>
                    <a:bodyPr/>
                    <a:lstStyle/>
                    <a:p>
                      <a:pPr algn="l" rtl="0" eaLnBrk="0">
                        <a:lnSpc>
                          <a:spcPct val="100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marL="215900" indent="-106680" algn="l" rtl="0" eaLnBrk="0">
                        <a:lnSpc>
                          <a:spcPct val="99000"/>
                        </a:lnSpc>
                        <a:spcBef>
                          <a:spcPts val="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没有在项目立项前对项目对战</a:t>
                      </a:r>
                      <a:r>
                        <a:rPr sz="1200" kern="0" spc="-20" dirty="0">
                          <a:solidFill>
                            <a:srgbClr val="000000">
                              <a:alpha val="100000"/>
                            </a:srgbClr>
                          </a:solidFill>
                          <a:cs typeface="微软雅黑" panose="020B0503020204020204" charset="-122"/>
                        </a:rPr>
                        <a:t>略的承接做细致有效的分析</a:t>
                      </a:r>
                      <a:r>
                        <a:rPr sz="1200" kern="0" spc="-30" dirty="0">
                          <a:solidFill>
                            <a:srgbClr val="000000">
                              <a:alpha val="100000"/>
                            </a:srgbClr>
                          </a:solidFill>
                          <a:cs typeface="微软雅黑" panose="020B0503020204020204" charset="-122"/>
                        </a:rPr>
                        <a:t>，</a:t>
                      </a:r>
                      <a:r>
                        <a:rPr sz="1200" kern="0" spc="0" dirty="0">
                          <a:solidFill>
                            <a:srgbClr val="000000">
                              <a:alpha val="100000"/>
                            </a:srgbClr>
                          </a:solidFill>
                          <a:cs typeface="微软雅黑" panose="020B0503020204020204" charset="-122"/>
                        </a:rPr>
                        <a:t>导致有些项目上线后没</a:t>
                      </a:r>
                      <a:r>
                        <a:rPr sz="1200" kern="0" spc="-10" dirty="0">
                          <a:solidFill>
                            <a:srgbClr val="000000">
                              <a:alpha val="100000"/>
                            </a:srgbClr>
                          </a:solidFill>
                          <a:cs typeface="微软雅黑" panose="020B0503020204020204" charset="-122"/>
                        </a:rPr>
                        <a:t>有使用</a:t>
                      </a:r>
                      <a:endParaRPr lang="en-US" altLang="en-US" sz="1200" dirty="0"/>
                    </a:p>
                    <a:p>
                      <a:pPr marL="215265" indent="-106045" algn="l" rtl="0" eaLnBrk="0">
                        <a:lnSpc>
                          <a:spcPct val="99000"/>
                        </a:lnSpc>
                        <a:spcBef>
                          <a:spcPts val="66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一级中心负责人作为战略项目</a:t>
                      </a:r>
                      <a:r>
                        <a:rPr sz="1200" kern="0" spc="0" dirty="0">
                          <a:solidFill>
                            <a:srgbClr val="000000">
                              <a:alpha val="100000"/>
                            </a:srgbClr>
                          </a:solidFill>
                          <a:cs typeface="微软雅黑" panose="020B0503020204020204" charset="-122"/>
                        </a:rPr>
                        <a:t>       </a:t>
                      </a:r>
                      <a:r>
                        <a:rPr sz="1200" kern="0" spc="90" dirty="0">
                          <a:solidFill>
                            <a:srgbClr val="000000">
                              <a:alpha val="100000"/>
                            </a:srgbClr>
                          </a:solidFill>
                          <a:cs typeface="微软雅黑" panose="020B0503020204020204" charset="-122"/>
                        </a:rPr>
                        <a:t>的</a:t>
                      </a:r>
                      <a:r>
                        <a:rPr sz="1200" kern="0" spc="0" dirty="0">
                          <a:solidFill>
                            <a:srgbClr val="000000">
                              <a:alpha val="100000"/>
                            </a:srgbClr>
                          </a:solidFill>
                          <a:cs typeface="微软雅黑" panose="020B0503020204020204" charset="-122"/>
                        </a:rPr>
                        <a:t>PM</a:t>
                      </a:r>
                      <a:r>
                        <a:rPr sz="1200" kern="0" spc="90" dirty="0">
                          <a:solidFill>
                            <a:srgbClr val="000000">
                              <a:alpha val="100000"/>
                            </a:srgbClr>
                          </a:solidFill>
                          <a:cs typeface="微软雅黑" panose="020B0503020204020204" charset="-122"/>
                        </a:rPr>
                        <a:t>,但由于本部门业务繁</a:t>
                      </a:r>
                      <a:r>
                        <a:rPr sz="1200" kern="0" spc="8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忙异常所以项目日常管</a:t>
                      </a:r>
                      <a:r>
                        <a:rPr sz="1200" kern="0" spc="-10" dirty="0">
                          <a:solidFill>
                            <a:srgbClr val="000000">
                              <a:alpha val="100000"/>
                            </a:srgbClr>
                          </a:solidFill>
                          <a:cs typeface="微软雅黑" panose="020B0503020204020204" charset="-122"/>
                        </a:rPr>
                        <a:t>理的工</a:t>
                      </a:r>
                      <a:r>
                        <a:rPr sz="1200" kern="0" spc="0" dirty="0">
                          <a:solidFill>
                            <a:srgbClr val="000000">
                              <a:alpha val="100000"/>
                            </a:srgbClr>
                          </a:solidFill>
                          <a:cs typeface="微软雅黑" panose="020B0503020204020204" charset="-122"/>
                        </a:rPr>
                        <a:t>       作都由指定的中心接口</a:t>
                      </a:r>
                      <a:r>
                        <a:rPr sz="1200" kern="0" spc="-10" dirty="0">
                          <a:solidFill>
                            <a:srgbClr val="000000">
                              <a:alpha val="100000"/>
                            </a:srgbClr>
                          </a:solidFill>
                          <a:cs typeface="微软雅黑" panose="020B0503020204020204" charset="-122"/>
                        </a:rPr>
                        <a:t>人负责</a:t>
                      </a:r>
                      <a:endParaRPr lang="en-US" altLang="en-US" sz="1200" dirty="0"/>
                    </a:p>
                    <a:p>
                      <a:pPr algn="l" rtl="0" eaLnBrk="0">
                        <a:lnSpc>
                          <a:spcPct val="108000"/>
                        </a:lnSpc>
                      </a:pPr>
                      <a:endParaRPr lang="en-US" altLang="en-US" sz="500" dirty="0"/>
                    </a:p>
                    <a:p>
                      <a:pPr marL="215900" indent="-106680" algn="l" rtl="0" eaLnBrk="0">
                        <a:lnSpc>
                          <a:spcPct val="99000"/>
                        </a:lnSpc>
                        <a:spcBef>
                          <a:spcPts val="0"/>
                        </a:spcBef>
                      </a:pPr>
                      <a:r>
                        <a:rPr sz="1200" kern="0" spc="30" dirty="0">
                          <a:solidFill>
                            <a:srgbClr val="7F7F7F">
                              <a:alpha val="100000"/>
                            </a:srgbClr>
                          </a:solidFill>
                          <a:cs typeface="Wingdings" panose="05000000000000000000"/>
                        </a:rPr>
                        <a:t>.</a:t>
                      </a:r>
                      <a:r>
                        <a:rPr sz="1200" kern="0" spc="30" dirty="0">
                          <a:solidFill>
                            <a:srgbClr val="000000">
                              <a:alpha val="100000"/>
                            </a:srgbClr>
                          </a:solidFill>
                          <a:cs typeface="微软雅黑" panose="020B0503020204020204" charset="-122"/>
                        </a:rPr>
                        <a:t>业务需求没法得到</a:t>
                      </a:r>
                      <a:r>
                        <a:rPr sz="1200" kern="0" spc="0" dirty="0">
                          <a:solidFill>
                            <a:srgbClr val="000000">
                              <a:alpha val="100000"/>
                            </a:srgbClr>
                          </a:solidFill>
                          <a:cs typeface="微软雅黑" panose="020B0503020204020204" charset="-122"/>
                        </a:rPr>
                        <a:t>IT</a:t>
                      </a:r>
                      <a:r>
                        <a:rPr sz="1200" kern="0" spc="30" dirty="0">
                          <a:solidFill>
                            <a:srgbClr val="000000">
                              <a:alpha val="100000"/>
                            </a:srgbClr>
                          </a:solidFill>
                          <a:cs typeface="微软雅黑" panose="020B0503020204020204" charset="-122"/>
                        </a:rPr>
                        <a:t>的及时</a:t>
                      </a:r>
                      <a:r>
                        <a:rPr sz="1200" kern="0" spc="1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支持实施，缺失整个</a:t>
                      </a:r>
                      <a:r>
                        <a:rPr sz="1200" kern="0" spc="-10" dirty="0">
                          <a:solidFill>
                            <a:srgbClr val="000000">
                              <a:alpha val="100000"/>
                            </a:srgbClr>
                          </a:solidFill>
                          <a:cs typeface="微软雅黑" panose="020B0503020204020204" charset="-122"/>
                        </a:rPr>
                        <a:t>资源池的</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能见度</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570" name="table 570"/>
          <p:cNvGraphicFramePr>
            <a:graphicFrameLocks noGrp="1"/>
          </p:cNvGraphicFramePr>
          <p:nvPr>
            <p:custDataLst>
              <p:tags r:id="rId5"/>
            </p:custDataLst>
          </p:nvPr>
        </p:nvGraphicFramePr>
        <p:xfrm>
          <a:off x="9000553" y="1336357"/>
          <a:ext cx="2427604" cy="2880360"/>
        </p:xfrm>
        <a:graphic>
          <a:graphicData uri="http://schemas.openxmlformats.org/drawingml/2006/table">
            <a:tbl>
              <a:tblPr/>
              <a:tblGrid>
                <a:gridCol w="242760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614929">
                <a:tc>
                  <a:txBody>
                    <a:bodyPr/>
                    <a:lstStyle/>
                    <a:p>
                      <a:pPr algn="l" rtl="0" eaLnBrk="0">
                        <a:lnSpc>
                          <a:spcPct val="100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marL="259715" indent="-10668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项目的准入流程必须考虑和战</a:t>
                      </a:r>
                      <a:r>
                        <a:rPr sz="1200" kern="0" spc="0" dirty="0">
                          <a:solidFill>
                            <a:srgbClr val="000000">
                              <a:alpha val="100000"/>
                            </a:srgbClr>
                          </a:solidFill>
                          <a:cs typeface="微软雅黑" panose="020B0503020204020204" charset="-122"/>
                        </a:rPr>
                        <a:t>略的衔接以及对投入</a:t>
                      </a:r>
                      <a:r>
                        <a:rPr sz="1200" kern="0" spc="-10" dirty="0">
                          <a:solidFill>
                            <a:srgbClr val="000000">
                              <a:alpha val="100000"/>
                            </a:srgbClr>
                          </a:solidFill>
                          <a:cs typeface="微软雅黑" panose="020B0503020204020204" charset="-122"/>
                        </a:rPr>
                        <a:t>产出做细致分析</a:t>
                      </a:r>
                      <a:endParaRPr lang="en-US" altLang="en-US" sz="1200" dirty="0"/>
                    </a:p>
                    <a:p>
                      <a:pPr marL="259715" indent="-106680" algn="l" rtl="0" eaLnBrk="0">
                        <a:lnSpc>
                          <a:spcPct val="99000"/>
                        </a:lnSpc>
                        <a:spcBef>
                          <a:spcPts val="645"/>
                        </a:spcBef>
                      </a:pPr>
                      <a:r>
                        <a:rPr sz="1200" kern="0" spc="-60" dirty="0">
                          <a:solidFill>
                            <a:srgbClr val="7F7F7F">
                              <a:alpha val="100000"/>
                            </a:srgbClr>
                          </a:solidFill>
                          <a:cs typeface="Wingdings" panose="05000000000000000000"/>
                        </a:rPr>
                        <a:t>.</a:t>
                      </a:r>
                      <a:r>
                        <a:rPr sz="1200" kern="0" spc="-60" dirty="0">
                          <a:solidFill>
                            <a:srgbClr val="FF0000">
                              <a:alpha val="100000"/>
                            </a:srgbClr>
                          </a:solidFill>
                          <a:cs typeface="微软雅黑" panose="020B0503020204020204" charset="-122"/>
                        </a:rPr>
                        <a:t>建立完善的项目预算流程并对</a:t>
                      </a:r>
                      <a:r>
                        <a:rPr sz="1200" kern="0" spc="0" dirty="0">
                          <a:solidFill>
                            <a:srgbClr val="FF0000">
                              <a:alpha val="100000"/>
                            </a:srgbClr>
                          </a:solidFill>
                          <a:cs typeface="微软雅黑" panose="020B0503020204020204" charset="-122"/>
                        </a:rPr>
                        <a:t>预算的执行做细致的监</a:t>
                      </a:r>
                      <a:r>
                        <a:rPr sz="1200" kern="0" spc="-10" dirty="0">
                          <a:solidFill>
                            <a:srgbClr val="FF0000">
                              <a:alpha val="100000"/>
                            </a:srgbClr>
                          </a:solidFill>
                          <a:cs typeface="微软雅黑" panose="020B0503020204020204" charset="-122"/>
                        </a:rPr>
                        <a:t>控，尤</a:t>
                      </a:r>
                      <a:r>
                        <a:rPr sz="1200" kern="0" spc="0" dirty="0">
                          <a:solidFill>
                            <a:srgbClr val="FF0000">
                              <a:alpha val="100000"/>
                            </a:srgbClr>
                          </a:solidFill>
                          <a:cs typeface="微软雅黑" panose="020B0503020204020204" charset="-122"/>
                        </a:rPr>
                        <a:t>其对IT资源池的管</a:t>
                      </a:r>
                      <a:r>
                        <a:rPr sz="1200" kern="0" spc="-10" dirty="0">
                          <a:solidFill>
                            <a:srgbClr val="FF0000">
                              <a:alpha val="100000"/>
                            </a:srgbClr>
                          </a:solidFill>
                          <a:cs typeface="微软雅黑" panose="020B0503020204020204" charset="-122"/>
                        </a:rPr>
                        <a:t>理要规范化</a:t>
                      </a:r>
                      <a:endParaRPr lang="en-US" altLang="en-US" sz="1200" dirty="0"/>
                    </a:p>
                    <a:p>
                      <a:pPr algn="l" rtl="0" eaLnBrk="0">
                        <a:lnSpc>
                          <a:spcPct val="105000"/>
                        </a:lnSpc>
                      </a:pPr>
                      <a:endParaRPr lang="en-US" altLang="en-US" sz="500" dirty="0"/>
                    </a:p>
                    <a:p>
                      <a:pPr marL="259715" indent="-106680" algn="l" rtl="0" eaLnBrk="0">
                        <a:lnSpc>
                          <a:spcPct val="102000"/>
                        </a:lnSpc>
                        <a:spcBef>
                          <a:spcPts val="5"/>
                        </a:spcBef>
                      </a:pPr>
                      <a:r>
                        <a:rPr sz="1100" kern="0" spc="-10" dirty="0">
                          <a:solidFill>
                            <a:srgbClr val="7F7F7F">
                              <a:alpha val="100000"/>
                            </a:srgbClr>
                          </a:solidFill>
                          <a:cs typeface="Wingdings" panose="05000000000000000000"/>
                        </a:rPr>
                        <a:t>.</a:t>
                      </a:r>
                      <a:r>
                        <a:rPr sz="1100" kern="0" spc="-10" dirty="0">
                          <a:solidFill>
                            <a:srgbClr val="FF0000">
                              <a:alpha val="100000"/>
                            </a:srgbClr>
                          </a:solidFill>
                          <a:cs typeface="微软雅黑" panose="020B0503020204020204" charset="-122"/>
                        </a:rPr>
                        <a:t>建议一级部门负责</a:t>
                      </a:r>
                      <a:r>
                        <a:rPr sz="1100" kern="0" spc="-20" dirty="0">
                          <a:solidFill>
                            <a:srgbClr val="FF0000">
                              <a:alpha val="100000"/>
                            </a:srgbClr>
                          </a:solidFill>
                          <a:cs typeface="微软雅黑" panose="020B0503020204020204" charset="-122"/>
                        </a:rPr>
                        <a:t>人做发起人，</a:t>
                      </a:r>
                      <a:r>
                        <a:rPr sz="1200" kern="0" spc="0" dirty="0">
                          <a:solidFill>
                            <a:srgbClr val="FF0000">
                              <a:alpha val="100000"/>
                            </a:srgbClr>
                          </a:solidFill>
                          <a:cs typeface="微软雅黑" panose="020B0503020204020204" charset="-122"/>
                        </a:rPr>
                        <a:t>根据项目的分级由二级</a:t>
                      </a:r>
                      <a:r>
                        <a:rPr sz="1200" kern="0" spc="-10" dirty="0">
                          <a:solidFill>
                            <a:srgbClr val="FF0000">
                              <a:alpha val="100000"/>
                            </a:srgbClr>
                          </a:solidFill>
                          <a:cs typeface="微软雅黑" panose="020B0503020204020204" charset="-122"/>
                        </a:rPr>
                        <a:t>部门负</a:t>
                      </a:r>
                      <a:r>
                        <a:rPr sz="1200" kern="0" spc="30" dirty="0">
                          <a:solidFill>
                            <a:srgbClr val="FF0000">
                              <a:alpha val="100000"/>
                            </a:srgbClr>
                          </a:solidFill>
                          <a:cs typeface="微软雅黑" panose="020B0503020204020204" charset="-122"/>
                        </a:rPr>
                        <a:t>责人或部门业务骨干做</a:t>
                      </a:r>
                      <a:r>
                        <a:rPr sz="1200" kern="0" spc="0" dirty="0">
                          <a:solidFill>
                            <a:srgbClr val="FF0000">
                              <a:alpha val="100000"/>
                            </a:srgbClr>
                          </a:solidFill>
                          <a:cs typeface="微软雅黑" panose="020B0503020204020204" charset="-122"/>
                        </a:rPr>
                        <a:t>PM</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572" name="table 572"/>
          <p:cNvGraphicFramePr>
            <a:graphicFrameLocks noGrp="1"/>
          </p:cNvGraphicFramePr>
          <p:nvPr>
            <p:custDataLst>
              <p:tags r:id="rId6"/>
            </p:custDataLst>
          </p:nvPr>
        </p:nvGraphicFramePr>
        <p:xfrm>
          <a:off x="6595681" y="1336357"/>
          <a:ext cx="2336165" cy="2880360"/>
        </p:xfrm>
        <a:graphic>
          <a:graphicData uri="http://schemas.openxmlformats.org/drawingml/2006/table">
            <a:tbl>
              <a:tblPr/>
              <a:tblGrid>
                <a:gridCol w="233616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614929">
                <a:tc>
                  <a:txBody>
                    <a:bodyPr/>
                    <a:lstStyle/>
                    <a:p>
                      <a:pPr algn="l" rtl="0" eaLnBrk="0">
                        <a:lnSpc>
                          <a:spcPct val="143000"/>
                        </a:lnSpc>
                      </a:pPr>
                      <a:endParaRPr lang="en-US" altLang="en-US" sz="1000" dirty="0"/>
                    </a:p>
                    <a:p>
                      <a:pPr algn="l" rtl="0" eaLnBrk="0">
                        <a:lnSpc>
                          <a:spcPct val="143000"/>
                        </a:lnSpc>
                      </a:pPr>
                      <a:endParaRPr lang="en-US" altLang="en-US" sz="1000" dirty="0"/>
                    </a:p>
                    <a:p>
                      <a:pPr algn="l" rtl="0" eaLnBrk="0">
                        <a:lnSpc>
                          <a:spcPct val="9000"/>
                        </a:lnSpc>
                      </a:pPr>
                      <a:endParaRPr lang="en-US" altLang="en-US" sz="100" dirty="0"/>
                    </a:p>
                    <a:p>
                      <a:pPr marL="245110" indent="-105410" algn="l" rtl="0" eaLnBrk="0">
                        <a:lnSpc>
                          <a:spcPct val="99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项目对战略的承接力度分析不</a:t>
                      </a:r>
                      <a:r>
                        <a:rPr sz="1200" kern="0" spc="-10" dirty="0">
                          <a:solidFill>
                            <a:srgbClr val="000000">
                              <a:alpha val="100000"/>
                            </a:srgbClr>
                          </a:solidFill>
                          <a:cs typeface="微软雅黑" panose="020B0503020204020204" charset="-122"/>
                        </a:rPr>
                        <a:t>充分导致项目资源的投入和优先级发生偏差</a:t>
                      </a:r>
                      <a:endParaRPr lang="en-US" altLang="en-US" sz="1200" dirty="0"/>
                    </a:p>
                    <a:p>
                      <a:pPr marL="246380" indent="-106680" algn="l" rtl="0" eaLnBrk="0">
                        <a:lnSpc>
                          <a:spcPct val="99000"/>
                        </a:lnSpc>
                        <a:spcBef>
                          <a:spcPts val="63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项目的整体预算管理缺失导致</a:t>
                      </a:r>
                      <a:r>
                        <a:rPr sz="1200" kern="0" spc="-10" dirty="0">
                          <a:solidFill>
                            <a:srgbClr val="000000">
                              <a:alpha val="100000"/>
                            </a:srgbClr>
                          </a:solidFill>
                          <a:cs typeface="微软雅黑" panose="020B0503020204020204" charset="-122"/>
                        </a:rPr>
                        <a:t>没办法对各级项目资源有清晰</a:t>
                      </a:r>
                      <a:r>
                        <a:rPr sz="1200" kern="0" spc="0" dirty="0">
                          <a:solidFill>
                            <a:srgbClr val="000000">
                              <a:alpha val="100000"/>
                            </a:srgbClr>
                          </a:solidFill>
                          <a:cs typeface="微软雅黑" panose="020B0503020204020204" charset="-122"/>
                        </a:rPr>
                        <a:t>的预测和实际使用情</a:t>
                      </a:r>
                      <a:r>
                        <a:rPr sz="1200" kern="0" spc="-10" dirty="0">
                          <a:solidFill>
                            <a:srgbClr val="000000">
                              <a:alpha val="100000"/>
                            </a:srgbClr>
                          </a:solidFill>
                          <a:cs typeface="微软雅黑" panose="020B0503020204020204" charset="-122"/>
                        </a:rPr>
                        <a:t>况盘点</a:t>
                      </a:r>
                      <a:endParaRPr lang="en-US" altLang="en-US" sz="1200" dirty="0"/>
                    </a:p>
                    <a:p>
                      <a:pPr algn="l" rtl="0" eaLnBrk="0">
                        <a:lnSpc>
                          <a:spcPct val="109000"/>
                        </a:lnSpc>
                      </a:pPr>
                      <a:endParaRPr lang="en-US" altLang="en-US" sz="500" dirty="0"/>
                    </a:p>
                    <a:p>
                      <a:pPr marL="245110" indent="-105410" algn="l" rtl="0" eaLnBrk="0">
                        <a:lnSpc>
                          <a:spcPct val="99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一级中心负责人无法投入充足</a:t>
                      </a:r>
                      <a:r>
                        <a:rPr sz="1200" kern="0" spc="-10" dirty="0">
                          <a:solidFill>
                            <a:srgbClr val="000000">
                              <a:alpha val="100000"/>
                            </a:srgbClr>
                          </a:solidFill>
                          <a:cs typeface="微软雅黑" panose="020B0503020204020204" charset="-122"/>
                        </a:rPr>
                        <a:t>的时间和精力对项目的执行做精细化管理</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578" name="picture 578"/>
          <p:cNvPicPr>
            <a:picLocks noChangeAspect="1"/>
          </p:cNvPicPr>
          <p:nvPr>
            <p:custDataLst>
              <p:tags r:id="rId7"/>
            </p:custDataLst>
          </p:nvPr>
        </p:nvPicPr>
        <p:blipFill>
          <a:blip r:embed="rId8"/>
          <a:stretch>
            <a:fillRect/>
          </a:stretch>
        </p:blipFill>
        <p:spPr>
          <a:xfrm rot="21600000">
            <a:off x="4076700" y="1341120"/>
            <a:ext cx="2450592" cy="525779"/>
          </a:xfrm>
          <a:prstGeom prst="rect">
            <a:avLst/>
          </a:prstGeom>
        </p:spPr>
      </p:pic>
      <p:pic>
        <p:nvPicPr>
          <p:cNvPr id="580" name="picture 580"/>
          <p:cNvPicPr>
            <a:picLocks noChangeAspect="1"/>
          </p:cNvPicPr>
          <p:nvPr>
            <p:custDataLst>
              <p:tags r:id="rId9"/>
            </p:custDataLst>
          </p:nvPr>
        </p:nvPicPr>
        <p:blipFill>
          <a:blip r:embed="rId10"/>
          <a:stretch>
            <a:fillRect/>
          </a:stretch>
        </p:blipFill>
        <p:spPr>
          <a:xfrm rot="21600000">
            <a:off x="6600444" y="1341120"/>
            <a:ext cx="2327147" cy="548639"/>
          </a:xfrm>
          <a:prstGeom prst="rect">
            <a:avLst/>
          </a:prstGeom>
        </p:spPr>
      </p:pic>
      <p:pic>
        <p:nvPicPr>
          <p:cNvPr id="582" name="picture 582"/>
          <p:cNvPicPr>
            <a:picLocks noChangeAspect="1"/>
          </p:cNvPicPr>
          <p:nvPr>
            <p:custDataLst>
              <p:tags r:id="rId11"/>
            </p:custDataLst>
          </p:nvPr>
        </p:nvPicPr>
        <p:blipFill>
          <a:blip r:embed="rId12"/>
          <a:stretch>
            <a:fillRect/>
          </a:stretch>
        </p:blipFill>
        <p:spPr>
          <a:xfrm rot="21600000">
            <a:off x="6599351" y="1610804"/>
            <a:ext cx="2329333" cy="283590"/>
          </a:xfrm>
          <a:prstGeom prst="rect">
            <a:avLst/>
          </a:prstGeom>
        </p:spPr>
      </p:pic>
      <p:sp>
        <p:nvSpPr>
          <p:cNvPr id="584" name="textbox 584"/>
          <p:cNvSpPr/>
          <p:nvPr>
            <p:custDataLst>
              <p:tags r:id="rId13"/>
            </p:custDataLst>
          </p:nvPr>
        </p:nvSpPr>
        <p:spPr>
          <a:xfrm>
            <a:off x="6587744" y="1328420"/>
            <a:ext cx="2352675" cy="591819"/>
          </a:xfrm>
          <a:prstGeom prst="rect">
            <a:avLst/>
          </a:prstGeom>
        </p:spPr>
        <p:txBody>
          <a:bodyPr vert="horz" wrap="square" lIns="0" tIns="0" rIns="0" bIns="0">
            <a:normAutofit/>
          </a:bodyPr>
          <a:lstStyle/>
          <a:p>
            <a:pPr algn="l" rtl="0" eaLnBrk="0">
              <a:lnSpc>
                <a:spcPct val="113000"/>
              </a:lnSpc>
            </a:pPr>
            <a:endParaRPr lang="en-US" altLang="en-US" sz="1000" dirty="0">
              <a:solidFill>
                <a:schemeClr val="tx1"/>
              </a:solidFill>
            </a:endParaRPr>
          </a:p>
          <a:p>
            <a:pPr marL="855980" algn="l" rtl="0" eaLnBrk="0">
              <a:lnSpc>
                <a:spcPct val="97000"/>
              </a:lnSpc>
              <a:spcBef>
                <a:spcPts val="5"/>
              </a:spcBef>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pic>
        <p:nvPicPr>
          <p:cNvPr id="586" name="picture 586"/>
          <p:cNvPicPr>
            <a:picLocks noChangeAspect="1"/>
          </p:cNvPicPr>
          <p:nvPr>
            <p:custDataLst>
              <p:tags r:id="rId14"/>
            </p:custDataLst>
          </p:nvPr>
        </p:nvPicPr>
        <p:blipFill>
          <a:blip r:embed="rId15"/>
          <a:stretch>
            <a:fillRect/>
          </a:stretch>
        </p:blipFill>
        <p:spPr>
          <a:xfrm rot="21600000">
            <a:off x="9005316" y="1341120"/>
            <a:ext cx="2400300" cy="525779"/>
          </a:xfrm>
          <a:prstGeom prst="rect">
            <a:avLst/>
          </a:prstGeom>
        </p:spPr>
      </p:pic>
      <p:graphicFrame>
        <p:nvGraphicFramePr>
          <p:cNvPr id="588" name="table 588"/>
          <p:cNvGraphicFramePr>
            <a:graphicFrameLocks noGrp="1"/>
          </p:cNvGraphicFramePr>
          <p:nvPr>
            <p:custDataLst>
              <p:tags r:id="rId16"/>
            </p:custDataLst>
          </p:nvPr>
        </p:nvGraphicFramePr>
        <p:xfrm>
          <a:off x="1044193" y="4627117"/>
          <a:ext cx="526414" cy="1623694"/>
        </p:xfrm>
        <a:graphic>
          <a:graphicData uri="http://schemas.openxmlformats.org/drawingml/2006/table">
            <a:tbl>
              <a:tblPr>
                <a:solidFill>
                  <a:srgbClr val="FFC000"/>
                </a:solidFill>
              </a:tblPr>
              <a:tblGrid>
                <a:gridCol w="526414"/>
              </a:tblGrid>
              <a:tr h="1598294">
                <a:tc>
                  <a:txBody>
                    <a:bodyPr/>
                    <a:lstStyle/>
                    <a:p>
                      <a:pPr algn="l" rtl="0" eaLnBrk="0">
                        <a:lnSpc>
                          <a:spcPct val="112000"/>
                        </a:lnSpc>
                      </a:pPr>
                      <a:endParaRPr lang="en-US" altLang="en-US" sz="1000" dirty="0"/>
                    </a:p>
                    <a:p>
                      <a:pPr algn="l" rtl="0" eaLnBrk="0">
                        <a:lnSpc>
                          <a:spcPct val="7000"/>
                        </a:lnSpc>
                      </a:pPr>
                      <a:endParaRPr lang="en-US" altLang="en-US" sz="100" dirty="0"/>
                    </a:p>
                    <a:p>
                      <a:pPr marL="410845" algn="l" rtl="0" eaLnBrk="0">
                        <a:lnSpc>
                          <a:spcPct val="90000"/>
                        </a:lnSpc>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BF9000"/>
                      </a:solidFill>
                      <a:prstDash val="solid"/>
                      <a:round/>
                      <a:headEnd type="none" w="med" len="med"/>
                      <a:tailEnd type="none" w="med" len="med"/>
                    </a:lnL>
                    <a:lnR w="25400" cap="flat" cmpd="sng" algn="ctr">
                      <a:solidFill>
                        <a:srgbClr val="BF9000"/>
                      </a:solidFill>
                      <a:prstDash val="solid"/>
                      <a:round/>
                      <a:headEnd type="none" w="med" len="med"/>
                      <a:tailEnd type="none" w="med" len="med"/>
                    </a:lnR>
                    <a:lnT w="25400" cap="flat" cmpd="sng" algn="ctr">
                      <a:solidFill>
                        <a:srgbClr val="BF9000"/>
                      </a:solidFill>
                      <a:prstDash val="solid"/>
                      <a:round/>
                      <a:headEnd type="none" w="med" len="med"/>
                      <a:tailEnd type="none" w="med" len="med"/>
                    </a:lnT>
                    <a:lnB w="25400" cap="flat" cmpd="sng" algn="ctr">
                      <a:solidFill>
                        <a:srgbClr val="BF9000"/>
                      </a:solidFill>
                      <a:prstDash val="solid"/>
                      <a:round/>
                      <a:headEnd type="none" w="med" len="med"/>
                      <a:tailEnd type="none" w="med" len="med"/>
                    </a:lnB>
                    <a:solidFill>
                      <a:srgbClr val="FFC000"/>
                    </a:solidFill>
                  </a:tcPr>
                </a:tc>
              </a:tr>
            </a:tbl>
          </a:graphicData>
        </a:graphic>
      </p:graphicFrame>
      <p:grpSp>
        <p:nvGrpSpPr>
          <p:cNvPr id="36" name="group 36"/>
          <p:cNvGrpSpPr/>
          <p:nvPr/>
        </p:nvGrpSpPr>
        <p:grpSpPr>
          <a:xfrm rot="21600000">
            <a:off x="2554402" y="2782323"/>
            <a:ext cx="971555" cy="870815"/>
            <a:chOff x="0" y="0"/>
            <a:chExt cx="971555" cy="870815"/>
          </a:xfrm>
        </p:grpSpPr>
        <p:pic>
          <p:nvPicPr>
            <p:cNvPr id="590" name="picture 590"/>
            <p:cNvPicPr>
              <a:picLocks noChangeAspect="1"/>
            </p:cNvPicPr>
            <p:nvPr>
              <p:custDataLst>
                <p:tags r:id="rId17"/>
              </p:custDataLst>
            </p:nvPr>
          </p:nvPicPr>
          <p:blipFill>
            <a:blip r:embed="rId18"/>
            <a:stretch>
              <a:fillRect/>
            </a:stretch>
          </p:blipFill>
          <p:spPr>
            <a:xfrm rot="21600000">
              <a:off x="0" y="0"/>
              <a:ext cx="971555" cy="870815"/>
            </a:xfrm>
            <a:prstGeom prst="rect">
              <a:avLst/>
            </a:prstGeom>
          </p:spPr>
        </p:pic>
        <p:sp>
          <p:nvSpPr>
            <p:cNvPr id="592" name="textbox 592"/>
            <p:cNvSpPr/>
            <p:nvPr>
              <p:custDataLst>
                <p:tags r:id="rId19"/>
              </p:custDataLst>
            </p:nvPr>
          </p:nvSpPr>
          <p:spPr>
            <a:xfrm>
              <a:off x="-12700" y="-12700"/>
              <a:ext cx="997585" cy="920114"/>
            </a:xfrm>
            <a:prstGeom prst="rect">
              <a:avLst/>
            </a:prstGeom>
          </p:spPr>
          <p:txBody>
            <a:bodyPr vert="horz" wrap="square" lIns="0" tIns="0" rIns="0" bIns="0">
              <a:normAutofit/>
            </a:bodyPr>
            <a:lstStyle/>
            <a:p>
              <a:pPr algn="l" rtl="0" eaLnBrk="0">
                <a:lnSpc>
                  <a:spcPct val="109000"/>
                </a:lnSpc>
              </a:pPr>
              <a:endParaRPr lang="en-US" altLang="en-US" sz="800" dirty="0">
                <a:solidFill>
                  <a:schemeClr val="dk1"/>
                </a:solidFill>
              </a:endParaRPr>
            </a:p>
            <a:p>
              <a:pPr marL="322580" indent="-117475" algn="l" rtl="0" eaLnBrk="0">
                <a:lnSpc>
                  <a:spcPct val="99000"/>
                </a:lnSpc>
                <a:spcBef>
                  <a:spcPts val="5"/>
                </a:spcBef>
              </a:pPr>
              <a:r>
                <a:rPr sz="1800" kern="0" spc="-20" dirty="0">
                  <a:solidFill>
                    <a:schemeClr val="dk1"/>
                  </a:solidFill>
                  <a:cs typeface="微软雅黑" panose="020B0503020204020204" charset="-122"/>
                </a:rPr>
                <a:t>技术和</a:t>
              </a:r>
              <a:r>
                <a:rPr sz="1800" kern="0" spc="10" dirty="0">
                  <a:solidFill>
                    <a:schemeClr val="dk1"/>
                  </a:solidFill>
                  <a:cs typeface="微软雅黑" panose="020B0503020204020204" charset="-122"/>
                </a:rPr>
                <a:t>  </a:t>
              </a:r>
              <a:r>
                <a:rPr sz="1800" kern="0" spc="-20" dirty="0">
                  <a:solidFill>
                    <a:schemeClr val="dk1"/>
                  </a:solidFill>
                  <a:cs typeface="微软雅黑" panose="020B0503020204020204" charset="-122"/>
                </a:rPr>
                <a:t>工具</a:t>
              </a:r>
              <a:endParaRPr lang="en-US" altLang="en-US" sz="1800" kern="0" spc="-20" dirty="0">
                <a:solidFill>
                  <a:schemeClr val="dk1"/>
                </a:solidFill>
                <a:cs typeface="微软雅黑" panose="020B0503020204020204" charset="-122"/>
              </a:endParaRPr>
            </a:p>
          </p:txBody>
        </p:sp>
      </p:grpSp>
      <p:sp>
        <p:nvSpPr>
          <p:cNvPr id="596" name="textbox 596"/>
          <p:cNvSpPr/>
          <p:nvPr>
            <p:custDataLst>
              <p:tags r:id="rId20"/>
            </p:custDataLst>
          </p:nvPr>
        </p:nvSpPr>
        <p:spPr>
          <a:xfrm>
            <a:off x="1801729" y="1918519"/>
            <a:ext cx="502919" cy="1679575"/>
          </a:xfrm>
          <a:prstGeom prst="rect">
            <a:avLst/>
          </a:prstGeom>
        </p:spPr>
        <p:txBody>
          <a:bodyPr vert="horz" wrap="square" lIns="0" tIns="0" rIns="0" bIns="0">
            <a:normAutofit/>
          </a:bodyPr>
          <a:lstStyle/>
          <a:p>
            <a:pPr algn="l" rtl="0" eaLnBrk="0">
              <a:lnSpc>
                <a:spcPct val="92000"/>
              </a:lnSpc>
            </a:pPr>
            <a:endParaRPr lang="en-US" altLang="en-US" sz="100" dirty="0">
              <a:solidFill>
                <a:schemeClr val="dk1"/>
              </a:solidFill>
            </a:endParaRPr>
          </a:p>
          <a:p>
            <a:pPr marL="36830" algn="l" rtl="0" eaLnBrk="0">
              <a:lnSpc>
                <a:spcPct val="98000"/>
              </a:lnSpc>
            </a:pPr>
            <a:r>
              <a:rPr sz="1800" kern="0" spc="-20" dirty="0">
                <a:solidFill>
                  <a:schemeClr val="dk1"/>
                </a:solidFill>
                <a:cs typeface="微软雅黑" panose="020B0503020204020204" charset="-122"/>
              </a:rPr>
              <a:t>文化</a:t>
            </a:r>
            <a:endParaRPr lang="en-US" altLang="en-US" sz="1800" dirty="0">
              <a:solidFill>
                <a:schemeClr val="dk1"/>
              </a:solidFill>
            </a:endParaRPr>
          </a:p>
          <a:p>
            <a:pPr algn="l" rtl="0" eaLnBrk="0">
              <a:lnSpc>
                <a:spcPct val="123000"/>
              </a:lnSpc>
            </a:pPr>
            <a:endParaRPr lang="en-US" altLang="en-US" sz="1000" dirty="0">
              <a:solidFill>
                <a:schemeClr val="dk1"/>
              </a:solidFill>
            </a:endParaRPr>
          </a:p>
          <a:p>
            <a:pPr marL="60325" indent="-635" algn="l" rtl="0" eaLnBrk="0">
              <a:lnSpc>
                <a:spcPct val="113000"/>
              </a:lnSpc>
              <a:spcBef>
                <a:spcPts val="455"/>
              </a:spcBef>
            </a:pPr>
            <a:r>
              <a:rPr sz="1500" b="1" kern="0" spc="70" dirty="0">
                <a:solidFill>
                  <a:schemeClr val="dk1"/>
                </a:solidFill>
                <a:cs typeface="微软雅黑" panose="020B0503020204020204" charset="-122"/>
              </a:rPr>
              <a:t>项目</a:t>
            </a:r>
            <a:r>
              <a:rPr sz="1500" b="1" kern="0" spc="10" dirty="0">
                <a:solidFill>
                  <a:schemeClr val="dk1"/>
                </a:solidFill>
                <a:cs typeface="微软雅黑" panose="020B0503020204020204" charset="-122"/>
              </a:rPr>
              <a:t> </a:t>
            </a:r>
            <a:r>
              <a:rPr sz="1500" b="1" kern="0" spc="70" dirty="0">
                <a:solidFill>
                  <a:schemeClr val="dk1"/>
                </a:solidFill>
                <a:cs typeface="微软雅黑" panose="020B0503020204020204" charset="-122"/>
              </a:rPr>
              <a:t>管理</a:t>
            </a:r>
            <a:endParaRPr lang="en-US" altLang="en-US" sz="1500" dirty="0">
              <a:solidFill>
                <a:schemeClr val="dk1"/>
              </a:solidFill>
            </a:endParaRPr>
          </a:p>
          <a:p>
            <a:pPr algn="l" rtl="0" eaLnBrk="0">
              <a:lnSpc>
                <a:spcPct val="186000"/>
              </a:lnSpc>
            </a:pPr>
            <a:endParaRPr lang="en-US" altLang="en-US" sz="1000" dirty="0">
              <a:solidFill>
                <a:schemeClr val="dk1"/>
              </a:solidFill>
            </a:endParaRPr>
          </a:p>
          <a:p>
            <a:pPr algn="l" rtl="0" eaLnBrk="0">
              <a:lnSpc>
                <a:spcPct val="113000"/>
              </a:lnSpc>
            </a:pPr>
            <a:endParaRPr lang="en-US" altLang="en-US" sz="400" dirty="0">
              <a:solidFill>
                <a:schemeClr val="dk1"/>
              </a:solidFill>
            </a:endParaRPr>
          </a:p>
          <a:p>
            <a:pPr marL="12700" algn="l" rtl="0" eaLnBrk="0">
              <a:lnSpc>
                <a:spcPct val="98000"/>
              </a:lnSpc>
              <a:spcBef>
                <a:spcPts val="0"/>
              </a:spcBef>
            </a:pPr>
            <a:r>
              <a:rPr sz="1800" kern="0" spc="-20" dirty="0">
                <a:solidFill>
                  <a:schemeClr val="dk1"/>
                </a:solidFill>
                <a:cs typeface="微软雅黑" panose="020B0503020204020204" charset="-122"/>
              </a:rPr>
              <a:t>组织</a:t>
            </a:r>
            <a:endParaRPr lang="en-US" altLang="en-US" sz="1800" kern="0" spc="-20" dirty="0">
              <a:solidFill>
                <a:schemeClr val="dk1"/>
              </a:solidFill>
              <a:cs typeface="微软雅黑" panose="020B0503020204020204" charset="-122"/>
            </a:endParaRPr>
          </a:p>
        </p:txBody>
      </p:sp>
      <p:pic>
        <p:nvPicPr>
          <p:cNvPr id="598" name="picture 598"/>
          <p:cNvPicPr>
            <a:picLocks noChangeAspect="1"/>
          </p:cNvPicPr>
          <p:nvPr>
            <p:custDataLst>
              <p:tags r:id="rId21"/>
            </p:custDataLst>
          </p:nvPr>
        </p:nvPicPr>
        <p:blipFill>
          <a:blip r:embed="rId22"/>
          <a:stretch>
            <a:fillRect/>
          </a:stretch>
        </p:blipFill>
        <p:spPr>
          <a:xfrm rot="21600000">
            <a:off x="4075700" y="1599353"/>
            <a:ext cx="2452590" cy="272203"/>
          </a:xfrm>
          <a:prstGeom prst="rect">
            <a:avLst/>
          </a:prstGeom>
        </p:spPr>
      </p:pic>
      <p:pic>
        <p:nvPicPr>
          <p:cNvPr id="600" name="picture 600"/>
          <p:cNvPicPr>
            <a:picLocks noChangeAspect="1"/>
          </p:cNvPicPr>
          <p:nvPr>
            <p:custDataLst>
              <p:tags r:id="rId23"/>
            </p:custDataLst>
          </p:nvPr>
        </p:nvPicPr>
        <p:blipFill>
          <a:blip r:embed="rId24"/>
          <a:stretch>
            <a:fillRect/>
          </a:stretch>
        </p:blipFill>
        <p:spPr>
          <a:xfrm rot="21600000">
            <a:off x="9004296" y="1599357"/>
            <a:ext cx="2402338" cy="272194"/>
          </a:xfrm>
          <a:prstGeom prst="rect">
            <a:avLst/>
          </a:prstGeom>
        </p:spPr>
      </p:pic>
      <p:sp>
        <p:nvSpPr>
          <p:cNvPr id="602" name="textbox 602"/>
          <p:cNvSpPr/>
          <p:nvPr>
            <p:custDataLst>
              <p:tags r:id="rId25"/>
            </p:custDataLst>
          </p:nvPr>
        </p:nvSpPr>
        <p:spPr>
          <a:xfrm>
            <a:off x="2653309" y="2282748"/>
            <a:ext cx="709930" cy="292734"/>
          </a:xfrm>
          <a:prstGeom prst="rect">
            <a:avLst/>
          </a:prstGeom>
        </p:spPr>
        <p:txBody>
          <a:bodyPr vert="horz" wrap="square" lIns="0" tIns="0" rIns="0" bIns="0">
            <a:normAutofit/>
          </a:bodyPr>
          <a:lstStyle/>
          <a:p>
            <a:pPr algn="l" rtl="0" eaLnBrk="0">
              <a:lnSpc>
                <a:spcPct val="91000"/>
              </a:lnSpc>
            </a:pPr>
            <a:endParaRPr lang="en-US" altLang="en-US" sz="100" dirty="0">
              <a:solidFill>
                <a:schemeClr val="dk1"/>
              </a:solidFill>
            </a:endParaRPr>
          </a:p>
          <a:p>
            <a:pPr marL="12700" algn="l" rtl="0" eaLnBrk="0">
              <a:lnSpc>
                <a:spcPct val="97000"/>
              </a:lnSpc>
            </a:pPr>
            <a:r>
              <a:rPr sz="1800" kern="0" spc="-10" dirty="0">
                <a:solidFill>
                  <a:schemeClr val="dk1"/>
                </a:solidFill>
                <a:cs typeface="微软雅黑" panose="020B0503020204020204" charset="-122"/>
              </a:rPr>
              <a:t>方法论</a:t>
            </a:r>
            <a:endParaRPr lang="en-US" altLang="en-US" sz="1800" kern="0" spc="-10" dirty="0">
              <a:solidFill>
                <a:schemeClr val="dk1"/>
              </a:solidFill>
              <a:cs typeface="微软雅黑" panose="020B0503020204020204" charset="-122"/>
            </a:endParaRPr>
          </a:p>
        </p:txBody>
      </p:sp>
      <p:sp>
        <p:nvSpPr>
          <p:cNvPr id="604" name="textbox 604"/>
          <p:cNvSpPr/>
          <p:nvPr>
            <p:custDataLst>
              <p:tags r:id="rId26"/>
            </p:custDataLst>
          </p:nvPr>
        </p:nvSpPr>
        <p:spPr>
          <a:xfrm>
            <a:off x="4998092" y="1494530"/>
            <a:ext cx="73596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关键发现</a:t>
            </a:r>
            <a:endParaRPr lang="en-US" altLang="en-US" sz="1400" b="1" kern="0" spc="-10" dirty="0">
              <a:solidFill>
                <a:schemeClr val="tx1"/>
              </a:solidFill>
              <a:cs typeface="微软雅黑" panose="020B0503020204020204" charset="-122"/>
            </a:endParaRPr>
          </a:p>
        </p:txBody>
      </p:sp>
      <p:sp>
        <p:nvSpPr>
          <p:cNvPr id="606" name="textbox 606"/>
          <p:cNvSpPr/>
          <p:nvPr>
            <p:custDataLst>
              <p:tags r:id="rId27"/>
            </p:custDataLst>
          </p:nvPr>
        </p:nvSpPr>
        <p:spPr>
          <a:xfrm>
            <a:off x="9838301" y="1494530"/>
            <a:ext cx="732155" cy="232409"/>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改进机会</a:t>
            </a:r>
            <a:endParaRPr lang="en-US" altLang="en-US" sz="1400" b="1" kern="0" spc="-10" dirty="0">
              <a:solidFill>
                <a:schemeClr val="tx1"/>
              </a:solidFill>
              <a:cs typeface="微软雅黑" panose="020B0503020204020204" charset="-122"/>
            </a:endParaRPr>
          </a:p>
        </p:txBody>
      </p:sp>
      <p:sp>
        <p:nvSpPr>
          <p:cNvPr id="608" name="textbox 608"/>
          <p:cNvSpPr/>
          <p:nvPr>
            <p:custDataLst>
              <p:tags r:id="rId28"/>
            </p:custDataLst>
          </p:nvPr>
        </p:nvSpPr>
        <p:spPr>
          <a:xfrm>
            <a:off x="887835" y="2100510"/>
            <a:ext cx="480059" cy="292100"/>
          </a:xfrm>
          <a:prstGeom prst="rect">
            <a:avLst/>
          </a:prstGeom>
        </p:spPr>
        <p:txBody>
          <a:bodyPr vert="horz" wrap="square" lIns="0" tIns="0" rIns="0" bIns="0">
            <a:normAutofit/>
          </a:bodyPr>
          <a:lstStyle/>
          <a:p>
            <a:pPr algn="l" rtl="0" eaLnBrk="0">
              <a:lnSpc>
                <a:spcPct val="87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绩效</a:t>
            </a:r>
            <a:endParaRPr lang="en-US" altLang="en-US" sz="1800" kern="0" spc="-20" dirty="0">
              <a:solidFill>
                <a:schemeClr val="dk1"/>
              </a:solidFill>
              <a:cs typeface="微软雅黑" panose="020B0503020204020204" charset="-122"/>
            </a:endParaRPr>
          </a:p>
        </p:txBody>
      </p:sp>
      <p:sp>
        <p:nvSpPr>
          <p:cNvPr id="610" name="textbox 610"/>
          <p:cNvSpPr/>
          <p:nvPr>
            <p:custDataLst>
              <p:tags r:id="rId29"/>
            </p:custDataLst>
          </p:nvPr>
        </p:nvSpPr>
        <p:spPr>
          <a:xfrm>
            <a:off x="896518" y="3131870"/>
            <a:ext cx="480059" cy="292100"/>
          </a:xfrm>
          <a:prstGeom prst="rect">
            <a:avLst/>
          </a:prstGeom>
        </p:spPr>
        <p:txBody>
          <a:bodyPr vert="horz" wrap="square" lIns="0" tIns="0" rIns="0" bIns="0">
            <a:normAutofit/>
          </a:bodyPr>
          <a:lstStyle/>
          <a:p>
            <a:pPr algn="l" rtl="0" eaLnBrk="0">
              <a:lnSpc>
                <a:spcPct val="86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技能</a:t>
            </a:r>
            <a:endParaRPr lang="en-US" altLang="en-US" sz="1800" kern="0" spc="-20" dirty="0">
              <a:solidFill>
                <a:schemeClr val="dk1"/>
              </a:solidFill>
              <a:cs typeface="微软雅黑" panose="020B0503020204020204" charset="-122"/>
            </a:endParaRPr>
          </a:p>
        </p:txBody>
      </p:sp>
      <p:sp>
        <p:nvSpPr>
          <p:cNvPr id="3" name="标题 2"/>
          <p:cNvSpPr>
            <a:spLocks noGrp="1"/>
          </p:cNvSpPr>
          <p:nvPr>
            <p:ph type="title"/>
            <p:custDataLst>
              <p:tags r:id="rId30"/>
            </p:custDataLst>
          </p:nvPr>
        </p:nvSpPr>
        <p:spPr/>
        <p:txBody>
          <a:bodyPr vert="horz" lIns="0" tIns="0" rIns="0" bIns="0" rtlCol="0" anchor="b">
            <a:normAutofit fontScale="90000"/>
          </a:bodyPr>
          <a:lstStyle>
            <a:lvl1pPr>
              <a:defRPr sz="3200"/>
            </a:lvl1pPr>
          </a:lstStyle>
          <a:p>
            <a:pPr marL="13970" lvl="0" indent="-1905" algn="l" eaLnBrk="0">
              <a:lnSpc>
                <a:spcPct val="98000"/>
              </a:lnSpc>
              <a:spcBef>
                <a:spcPts val="0"/>
              </a:spcBef>
              <a:buClrTx/>
              <a:buSzTx/>
              <a:buFontTx/>
            </a:pPr>
            <a:endParaRPr lang="zh-CN" altLang="en-US" dirty="0">
              <a:sym typeface="+mn-ea"/>
            </a:endParaRPr>
          </a:p>
          <a:p>
            <a:pPr marL="13970" lvl="0" indent="-1905" algn="l" eaLnBrk="0">
              <a:lnSpc>
                <a:spcPct val="98000"/>
              </a:lnSpc>
              <a:spcBef>
                <a:spcPts val="0"/>
              </a:spcBef>
              <a:buClrTx/>
              <a:buSzTx/>
              <a:buFontTx/>
            </a:pPr>
            <a:r>
              <a:rPr sz="2000" kern="0" dirty="0">
                <a:solidFill>
                  <a:schemeClr val="dk1"/>
                </a:solidFill>
                <a:latin typeface="+mn-lt"/>
                <a:ea typeface="+mn-ea"/>
                <a:cs typeface="微软雅黑" panose="020B0503020204020204" charset="-122"/>
                <a:sym typeface="+mn-ea"/>
              </a:rPr>
              <a:t>关键发现 4：项目对公司战略的承接力度需要加强；项目资源冲突经常发生，项目资源保障度不 高，从而影响项目的进度和质量</a:t>
            </a:r>
            <a:endParaRPr sz="2000" kern="0" dirty="0">
              <a:solidFill>
                <a:schemeClr val="dk1"/>
              </a:solidFill>
              <a:latin typeface="+mn-lt"/>
              <a:ea typeface="+mn-ea"/>
              <a:cs typeface="微软雅黑" panose="020B0503020204020204" charset="-122"/>
              <a:sym typeface="+mn-ea"/>
            </a:endParaRPr>
          </a:p>
        </p:txBody>
      </p:sp>
    </p:spTree>
    <p:custDataLst>
      <p:tags r:id="rId3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2" name="table 612"/>
          <p:cNvGraphicFramePr>
            <a:graphicFrameLocks noGrp="1"/>
          </p:cNvGraphicFramePr>
          <p:nvPr>
            <p:custDataLst>
              <p:tags r:id="rId1"/>
            </p:custDataLst>
          </p:nvPr>
        </p:nvGraphicFramePr>
        <p:xfrm>
          <a:off x="3138170" y="4595114"/>
          <a:ext cx="7507605" cy="1656079"/>
        </p:xfrm>
        <a:graphic>
          <a:graphicData uri="http://schemas.openxmlformats.org/drawingml/2006/table">
            <a:tbl>
              <a:tblPr>
                <a:solidFill>
                  <a:srgbClr val="EDEDED"/>
                </a:solidFill>
              </a:tblPr>
              <a:tblGrid>
                <a:gridCol w="7507605"/>
              </a:tblGrid>
              <a:tr h="1630679">
                <a:tc>
                  <a:txBody>
                    <a:bodyPr/>
                    <a:lstStyle/>
                    <a:p>
                      <a:pPr algn="l" rtl="0" eaLnBrk="0">
                        <a:lnSpc>
                          <a:spcPct val="128000"/>
                        </a:lnSpc>
                      </a:pPr>
                      <a:endParaRPr lang="en-US" altLang="en-US" sz="1000" dirty="0"/>
                    </a:p>
                    <a:p>
                      <a:pPr algn="l" rtl="0" eaLnBrk="0">
                        <a:lnSpc>
                          <a:spcPct val="129000"/>
                        </a:lnSpc>
                      </a:pPr>
                      <a:endParaRPr lang="en-US" altLang="en-US" sz="1000" dirty="0"/>
                    </a:p>
                    <a:p>
                      <a:pPr algn="l" rtl="0" eaLnBrk="0">
                        <a:lnSpc>
                          <a:spcPct val="9000"/>
                        </a:lnSpc>
                      </a:pPr>
                      <a:endParaRPr lang="en-US" altLang="en-US" sz="100" dirty="0"/>
                    </a:p>
                    <a:p>
                      <a:pPr marL="191770" algn="l" rtl="0" eaLnBrk="0">
                        <a:lnSpc>
                          <a:spcPct val="97000"/>
                        </a:lnSpc>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对于需要跨部门协同的任务，如果不在PM</a:t>
                      </a:r>
                      <a:r>
                        <a:rPr sz="1200" kern="0" spc="-10" dirty="0">
                          <a:solidFill>
                            <a:srgbClr val="000000">
                              <a:alpha val="100000"/>
                            </a:srgbClr>
                          </a:solidFill>
                          <a:cs typeface="微软雅黑" panose="020B0503020204020204" charset="-122"/>
                        </a:rPr>
                        <a:t>O立项推动起来非常困难</a:t>
                      </a:r>
                      <a:endParaRPr lang="en-US" altLang="en-US" sz="1200" dirty="0"/>
                    </a:p>
                    <a:p>
                      <a:pPr marL="191770"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只有在PMO立项了才能得到老板</a:t>
                      </a:r>
                      <a:r>
                        <a:rPr sz="1200" kern="0" spc="-10" dirty="0">
                          <a:solidFill>
                            <a:srgbClr val="000000">
                              <a:alpha val="100000"/>
                            </a:srgbClr>
                          </a:solidFill>
                          <a:cs typeface="微软雅黑" panose="020B0503020204020204" charset="-122"/>
                        </a:rPr>
                        <a:t>和其他部门的重视和支持</a:t>
                      </a:r>
                      <a:endParaRPr lang="en-US" altLang="en-US" sz="1200" dirty="0"/>
                    </a:p>
                    <a:p>
                      <a:pPr marL="191770"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项目会议汇报太多，占</a:t>
                      </a:r>
                      <a:r>
                        <a:rPr sz="1200" kern="0" spc="-10" dirty="0">
                          <a:solidFill>
                            <a:srgbClr val="000000">
                              <a:alpha val="100000"/>
                            </a:srgbClr>
                          </a:solidFill>
                          <a:cs typeface="微软雅黑" panose="020B0503020204020204" charset="-122"/>
                        </a:rPr>
                        <a:t>用了太多的工作时间</a:t>
                      </a:r>
                      <a:endParaRPr lang="en-US" altLang="en-US" sz="1200" dirty="0"/>
                    </a:p>
                    <a:p>
                      <a:pPr marL="191770" algn="l" rtl="0" eaLnBrk="0">
                        <a:lnSpc>
                          <a:spcPct val="97000"/>
                        </a:lnSpc>
                        <a:spcBef>
                          <a:spcPts val="45"/>
                        </a:spcBef>
                      </a:pPr>
                      <a:r>
                        <a:rPr sz="1200" kern="0" spc="-40" dirty="0">
                          <a:solidFill>
                            <a:srgbClr val="000000">
                              <a:alpha val="100000"/>
                            </a:srgbClr>
                          </a:solidFill>
                          <a:cs typeface="Arial" panose="020B0604020202020204"/>
                        </a:rPr>
                        <a:t>•</a:t>
                      </a:r>
                      <a:r>
                        <a:rPr sz="1200" kern="0" spc="150" dirty="0">
                          <a:solidFill>
                            <a:srgbClr val="000000">
                              <a:alpha val="100000"/>
                            </a:srgbClr>
                          </a:solidFill>
                          <a:cs typeface="Arial" panose="020B0604020202020204"/>
                        </a:rPr>
                        <a:t>  </a:t>
                      </a:r>
                      <a:r>
                        <a:rPr sz="1200" kern="0" spc="-40" dirty="0">
                          <a:solidFill>
                            <a:srgbClr val="000000">
                              <a:alpha val="100000"/>
                            </a:srgbClr>
                          </a:solidFill>
                          <a:cs typeface="微软雅黑" panose="020B0503020204020204" charset="-122"/>
                        </a:rPr>
                        <a:t>公司目前的项目太多了，半年做了好几十个项目。</a:t>
                      </a:r>
                      <a:endParaRPr lang="en-US" altLang="en-US" sz="1200" dirty="0"/>
                    </a:p>
                    <a:p>
                      <a:pPr marL="191770"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项目推动缓慢，效率比较低。有时候也不明</a:t>
                      </a:r>
                      <a:r>
                        <a:rPr sz="1200" kern="0" spc="-10" dirty="0">
                          <a:solidFill>
                            <a:srgbClr val="000000">
                              <a:alpha val="100000"/>
                            </a:srgbClr>
                          </a:solidFill>
                          <a:cs typeface="微软雅黑" panose="020B0503020204020204" charset="-122"/>
                        </a:rPr>
                        <a:t>把为啥要做那么项目</a:t>
                      </a:r>
                      <a:endParaRPr lang="en-US" altLang="en-US" sz="1200" dirty="0"/>
                    </a:p>
                  </a:txBody>
                  <a:tcPr marL="0" marR="0" marT="0" marB="0" vert="horz">
                    <a:lnL w="25400" cap="flat" cmpd="sng" algn="ctr">
                      <a:solidFill>
                        <a:srgbClr val="DCDCDC"/>
                      </a:solidFill>
                      <a:prstDash val="solid"/>
                      <a:round/>
                      <a:headEnd type="none" w="med" len="med"/>
                      <a:tailEnd type="none" w="med" len="med"/>
                    </a:lnL>
                    <a:lnR w="25400" cap="flat" cmpd="sng" algn="ctr">
                      <a:solidFill>
                        <a:srgbClr val="DCDCDC"/>
                      </a:solidFill>
                      <a:prstDash val="solid"/>
                      <a:round/>
                      <a:headEnd type="none" w="med" len="med"/>
                      <a:tailEnd type="none" w="med" len="med"/>
                    </a:lnR>
                    <a:lnT w="25400" cap="flat" cmpd="sng" algn="ctr">
                      <a:solidFill>
                        <a:srgbClr val="DCDCDC"/>
                      </a:solidFill>
                      <a:prstDash val="solid"/>
                      <a:round/>
                      <a:headEnd type="none" w="med" len="med"/>
                      <a:tailEnd type="none" w="med" len="med"/>
                    </a:lnT>
                    <a:lnB w="25400" cap="flat" cmpd="sng" algn="ctr">
                      <a:solidFill>
                        <a:srgbClr val="DCDCDC"/>
                      </a:solidFill>
                      <a:prstDash val="solid"/>
                      <a:round/>
                      <a:headEnd type="none" w="med" len="med"/>
                      <a:tailEnd type="none" w="med" len="med"/>
                    </a:lnB>
                    <a:solidFill>
                      <a:srgbClr val="EDEDED"/>
                    </a:solidFill>
                  </a:tcPr>
                </a:tc>
              </a:tr>
            </a:tbl>
          </a:graphicData>
        </a:graphic>
      </p:graphicFrame>
      <p:pic>
        <p:nvPicPr>
          <p:cNvPr id="614" name="picture 614"/>
          <p:cNvPicPr>
            <a:picLocks noChangeAspect="1"/>
          </p:cNvPicPr>
          <p:nvPr>
            <p:custDataLst>
              <p:tags r:id="rId2"/>
            </p:custDataLst>
          </p:nvPr>
        </p:nvPicPr>
        <p:blipFill>
          <a:blip r:embed="rId3"/>
          <a:stretch>
            <a:fillRect/>
          </a:stretch>
        </p:blipFill>
        <p:spPr>
          <a:xfrm rot="21600000">
            <a:off x="599344" y="1482283"/>
            <a:ext cx="2960232" cy="2733644"/>
          </a:xfrm>
          <a:prstGeom prst="rect">
            <a:avLst/>
          </a:prstGeom>
        </p:spPr>
      </p:pic>
      <p:graphicFrame>
        <p:nvGraphicFramePr>
          <p:cNvPr id="616" name="table 616"/>
          <p:cNvGraphicFramePr>
            <a:graphicFrameLocks noGrp="1"/>
          </p:cNvGraphicFramePr>
          <p:nvPr>
            <p:custDataLst>
              <p:tags r:id="rId4"/>
            </p:custDataLst>
          </p:nvPr>
        </p:nvGraphicFramePr>
        <p:xfrm>
          <a:off x="4071937" y="1382077"/>
          <a:ext cx="2459990" cy="3100070"/>
        </p:xfrm>
        <a:graphic>
          <a:graphicData uri="http://schemas.openxmlformats.org/drawingml/2006/table">
            <a:tbl>
              <a:tblPr/>
              <a:tblGrid>
                <a:gridCol w="2459989"/>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834639">
                <a:tc>
                  <a:txBody>
                    <a:bodyPr/>
                    <a:lstStyle/>
                    <a:p>
                      <a:pPr algn="l" rtl="0" eaLnBrk="0">
                        <a:lnSpc>
                          <a:spcPct val="141000"/>
                        </a:lnSpc>
                      </a:pPr>
                      <a:endParaRPr lang="en-US" altLang="en-US" sz="1000" dirty="0"/>
                    </a:p>
                    <a:p>
                      <a:pPr algn="l" rtl="0" eaLnBrk="0">
                        <a:lnSpc>
                          <a:spcPct val="141000"/>
                        </a:lnSpc>
                      </a:pPr>
                      <a:endParaRPr lang="en-US" altLang="en-US" sz="1000" dirty="0"/>
                    </a:p>
                    <a:p>
                      <a:pPr marL="133985" algn="l" rtl="0" eaLnBrk="0">
                        <a:lnSpc>
                          <a:spcPct val="97000"/>
                        </a:lnSpc>
                        <a:spcBef>
                          <a:spcPts val="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对于何为项目的认知不清</a:t>
                      </a:r>
                      <a:r>
                        <a:rPr sz="1200" kern="0" spc="-80" dirty="0">
                          <a:solidFill>
                            <a:srgbClr val="000000">
                              <a:alpha val="100000"/>
                            </a:srgbClr>
                          </a:solidFill>
                          <a:cs typeface="微软雅黑" panose="020B0503020204020204" charset="-122"/>
                        </a:rPr>
                        <a:t>晰</a:t>
                      </a:r>
                      <a:endParaRPr lang="en-US" altLang="en-US" sz="1200" dirty="0"/>
                    </a:p>
                    <a:p>
                      <a:pPr marL="240665" indent="-106680" algn="l" rtl="0" eaLnBrk="0">
                        <a:lnSpc>
                          <a:spcPct val="99000"/>
                        </a:lnSpc>
                        <a:spcBef>
                          <a:spcPts val="63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把项目作为解决部门协同的唯</a:t>
                      </a:r>
                      <a:r>
                        <a:rPr sz="1200" kern="0" spc="-10" dirty="0">
                          <a:solidFill>
                            <a:srgbClr val="000000">
                              <a:alpha val="100000"/>
                            </a:srgbClr>
                          </a:solidFill>
                          <a:cs typeface="微软雅黑" panose="020B0503020204020204" charset="-122"/>
                        </a:rPr>
                        <a:t>一有效的工具</a:t>
                      </a:r>
                      <a:endParaRPr lang="en-US" altLang="en-US" sz="1200" dirty="0"/>
                    </a:p>
                    <a:p>
                      <a:pPr marL="239395" indent="-105410" algn="l" rtl="0" eaLnBrk="0">
                        <a:lnSpc>
                          <a:spcPct val="99000"/>
                        </a:lnSpc>
                        <a:spcBef>
                          <a:spcPts val="65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项目的管理和沟通</a:t>
                      </a:r>
                      <a:r>
                        <a:rPr sz="1200" kern="0" spc="-70" dirty="0">
                          <a:solidFill>
                            <a:srgbClr val="000000">
                              <a:alpha val="100000"/>
                            </a:srgbClr>
                          </a:solidFill>
                          <a:cs typeface="微软雅黑" panose="020B0503020204020204" charset="-122"/>
                        </a:rPr>
                        <a:t>成本巨大，</a:t>
                      </a:r>
                      <a:r>
                        <a:rPr sz="1200" kern="0" spc="-10" dirty="0">
                          <a:solidFill>
                            <a:srgbClr val="000000">
                              <a:alpha val="100000"/>
                            </a:srgbClr>
                          </a:solidFill>
                          <a:cs typeface="微软雅黑" panose="020B0503020204020204" charset="-122"/>
                        </a:rPr>
                        <a:t>成为提高日常工作效率的巨大阻碍</a:t>
                      </a:r>
                      <a:endParaRPr lang="en-US" altLang="en-US" sz="1200" dirty="0"/>
                    </a:p>
                    <a:p>
                      <a:pPr marL="240030" indent="-106045" algn="l" rtl="0" eaLnBrk="0">
                        <a:lnSpc>
                          <a:spcPct val="99000"/>
                        </a:lnSpc>
                        <a:spcBef>
                          <a:spcPts val="63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项目过多过杂导致投入项目的</a:t>
                      </a:r>
                      <a:r>
                        <a:rPr sz="1200" kern="0" spc="-10" dirty="0">
                          <a:solidFill>
                            <a:srgbClr val="000000">
                              <a:alpha val="100000"/>
                            </a:srgbClr>
                          </a:solidFill>
                          <a:cs typeface="微软雅黑" panose="020B0503020204020204" charset="-122"/>
                        </a:rPr>
                        <a:t>资源总是不够，时常出现资源瓶颈</a:t>
                      </a:r>
                      <a:endParaRPr lang="en-US" altLang="en-US" sz="1200" dirty="0"/>
                    </a:p>
                    <a:p>
                      <a:pPr algn="l" rtl="0" eaLnBrk="0">
                        <a:lnSpc>
                          <a:spcPct val="106000"/>
                        </a:lnSpc>
                      </a:pPr>
                      <a:endParaRPr lang="en-US" altLang="en-US" sz="500" dirty="0"/>
                    </a:p>
                    <a:p>
                      <a:pPr marL="240030" indent="-106045" algn="l" rtl="0" eaLnBrk="0">
                        <a:lnSpc>
                          <a:spcPct val="103000"/>
                        </a:lnSpc>
                        <a:spcBef>
                          <a:spcPts val="5"/>
                        </a:spcBef>
                      </a:pPr>
                      <a:r>
                        <a:rPr sz="1100" kern="0" spc="-40" dirty="0">
                          <a:solidFill>
                            <a:srgbClr val="7F7F7F">
                              <a:alpha val="100000"/>
                            </a:srgbClr>
                          </a:solidFill>
                          <a:cs typeface="Wingdings" panose="05000000000000000000"/>
                        </a:rPr>
                        <a:t>.</a:t>
                      </a:r>
                      <a:r>
                        <a:rPr sz="1100" kern="0" spc="-610" dirty="0">
                          <a:solidFill>
                            <a:srgbClr val="7F7F7F">
                              <a:alpha val="100000"/>
                            </a:srgbClr>
                          </a:solidFill>
                          <a:cs typeface="Wingdings" panose="05000000000000000000"/>
                        </a:rPr>
                        <a:t> </a:t>
                      </a:r>
                      <a:r>
                        <a:rPr sz="1100" kern="0" spc="-40" dirty="0">
                          <a:solidFill>
                            <a:srgbClr val="000000">
                              <a:alpha val="100000"/>
                            </a:srgbClr>
                          </a:solidFill>
                          <a:cs typeface="微软雅黑" panose="020B0503020204020204" charset="-122"/>
                        </a:rPr>
                        <a:t>IT项目的实施采用敏捷的方式，</a:t>
                      </a:r>
                      <a:r>
                        <a:rPr sz="1200" kern="0" spc="-10" dirty="0">
                          <a:solidFill>
                            <a:srgbClr val="000000">
                              <a:alpha val="100000"/>
                            </a:srgbClr>
                          </a:solidFill>
                          <a:cs typeface="微软雅黑" panose="020B0503020204020204" charset="-122"/>
                        </a:rPr>
                        <a:t>但质量管理的精细化不够</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618" name="table 618"/>
          <p:cNvGraphicFramePr>
            <a:graphicFrameLocks noGrp="1"/>
          </p:cNvGraphicFramePr>
          <p:nvPr>
            <p:custDataLst>
              <p:tags r:id="rId5"/>
            </p:custDataLst>
          </p:nvPr>
        </p:nvGraphicFramePr>
        <p:xfrm>
          <a:off x="9000553" y="1382077"/>
          <a:ext cx="2427604" cy="3100070"/>
        </p:xfrm>
        <a:graphic>
          <a:graphicData uri="http://schemas.openxmlformats.org/drawingml/2006/table">
            <a:tbl>
              <a:tblPr/>
              <a:tblGrid>
                <a:gridCol w="242760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834639">
                <a:tc>
                  <a:txBody>
                    <a:bodyPr/>
                    <a:lstStyle/>
                    <a:p>
                      <a:pPr algn="l" rtl="0" eaLnBrk="0">
                        <a:lnSpc>
                          <a:spcPct val="134000"/>
                        </a:lnSpc>
                      </a:pPr>
                      <a:endParaRPr lang="en-US" altLang="en-US" sz="1000" dirty="0"/>
                    </a:p>
                    <a:p>
                      <a:pPr algn="l" rtl="0" eaLnBrk="0">
                        <a:lnSpc>
                          <a:spcPct val="134000"/>
                        </a:lnSpc>
                      </a:pPr>
                      <a:endParaRPr lang="en-US" altLang="en-US" sz="1000" dirty="0"/>
                    </a:p>
                    <a:p>
                      <a:pPr algn="l" rtl="0" eaLnBrk="0">
                        <a:lnSpc>
                          <a:spcPct val="7000"/>
                        </a:lnSpc>
                      </a:pPr>
                      <a:endParaRPr lang="en-US" altLang="en-US" sz="100" dirty="0"/>
                    </a:p>
                    <a:p>
                      <a:pPr marL="266065" indent="-113030" algn="l" rtl="0" eaLnBrk="0">
                        <a:lnSpc>
                          <a:spcPct val="99000"/>
                        </a:lnSpc>
                      </a:pPr>
                      <a:r>
                        <a:rPr sz="1200" kern="0" spc="-60" dirty="0">
                          <a:solidFill>
                            <a:srgbClr val="7F7F7F">
                              <a:alpha val="100000"/>
                            </a:srgbClr>
                          </a:solidFill>
                          <a:cs typeface="Wingdings" panose="05000000000000000000"/>
                        </a:rPr>
                        <a:t>.</a:t>
                      </a:r>
                      <a:r>
                        <a:rPr sz="1200" kern="0" spc="-60" dirty="0">
                          <a:solidFill>
                            <a:srgbClr val="FF0000">
                              <a:alpha val="100000"/>
                            </a:srgbClr>
                          </a:solidFill>
                          <a:cs typeface="微软雅黑" panose="020B0503020204020204" charset="-122"/>
                        </a:rPr>
                        <a:t>通过培训让大家理解项目和日</a:t>
                      </a:r>
                      <a:r>
                        <a:rPr sz="1200" kern="0" spc="-20" dirty="0">
                          <a:solidFill>
                            <a:srgbClr val="FF0000">
                              <a:alpha val="100000"/>
                            </a:srgbClr>
                          </a:solidFill>
                          <a:cs typeface="微软雅黑" panose="020B0503020204020204" charset="-122"/>
                        </a:rPr>
                        <a:t>常工作的区别</a:t>
                      </a:r>
                      <a:endParaRPr lang="en-US" altLang="en-US" sz="1200" dirty="0"/>
                    </a:p>
                    <a:p>
                      <a:pPr marL="259080" indent="-106045" algn="l" rtl="0" eaLnBrk="0">
                        <a:lnSpc>
                          <a:spcPct val="99000"/>
                        </a:lnSpc>
                        <a:spcBef>
                          <a:spcPts val="65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用项目管理的思维完成任务值</a:t>
                      </a:r>
                      <a:r>
                        <a:rPr sz="1200" kern="0" spc="0" dirty="0">
                          <a:solidFill>
                            <a:srgbClr val="000000">
                              <a:alpha val="100000"/>
                            </a:srgbClr>
                          </a:solidFill>
                          <a:cs typeface="微软雅黑" panose="020B0503020204020204" charset="-122"/>
                        </a:rPr>
                        <a:t>得肯定但需要严格把控</a:t>
                      </a:r>
                      <a:r>
                        <a:rPr sz="1200" kern="0" spc="-10" dirty="0">
                          <a:solidFill>
                            <a:srgbClr val="000000">
                              <a:alpha val="100000"/>
                            </a:srgbClr>
                          </a:solidFill>
                          <a:cs typeface="微软雅黑" panose="020B0503020204020204" charset="-122"/>
                        </a:rPr>
                        <a:t>项目的准入</a:t>
                      </a:r>
                      <a:endParaRPr lang="en-US" altLang="en-US" sz="1200" dirty="0"/>
                    </a:p>
                    <a:p>
                      <a:pPr marL="259715" indent="-106680" algn="l" rtl="0" eaLnBrk="0">
                        <a:lnSpc>
                          <a:spcPct val="99000"/>
                        </a:lnSpc>
                        <a:spcBef>
                          <a:spcPts val="62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建立高效有效的项目沟通和汇</a:t>
                      </a:r>
                      <a:r>
                        <a:rPr sz="1200" kern="0" spc="-10" dirty="0">
                          <a:solidFill>
                            <a:srgbClr val="000000">
                              <a:alpha val="100000"/>
                            </a:srgbClr>
                          </a:solidFill>
                          <a:cs typeface="微软雅黑" panose="020B0503020204020204" charset="-122"/>
                        </a:rPr>
                        <a:t>报机制</a:t>
                      </a:r>
                      <a:endParaRPr lang="en-US" altLang="en-US" sz="1200" dirty="0"/>
                    </a:p>
                    <a:p>
                      <a:pPr marL="259715" indent="-106680" algn="l" rtl="0" eaLnBrk="0">
                        <a:lnSpc>
                          <a:spcPct val="99000"/>
                        </a:lnSpc>
                        <a:spcBef>
                          <a:spcPts val="63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项目的资源分配严格根据项目</a:t>
                      </a:r>
                      <a:r>
                        <a:rPr sz="1200" kern="0" spc="-10" dirty="0">
                          <a:solidFill>
                            <a:srgbClr val="000000">
                              <a:alpha val="100000"/>
                            </a:srgbClr>
                          </a:solidFill>
                          <a:cs typeface="微软雅黑" panose="020B0503020204020204" charset="-122"/>
                        </a:rPr>
                        <a:t>优先级安排</a:t>
                      </a:r>
                      <a:endParaRPr lang="en-US" altLang="en-US" sz="1200" dirty="0"/>
                    </a:p>
                    <a:p>
                      <a:pPr algn="l" rtl="0" eaLnBrk="0">
                        <a:lnSpc>
                          <a:spcPct val="104000"/>
                        </a:lnSpc>
                      </a:pPr>
                      <a:endParaRPr lang="en-US" altLang="en-US" sz="500" dirty="0"/>
                    </a:p>
                    <a:p>
                      <a:pPr marL="266065" indent="-113030" algn="l" rtl="0" eaLnBrk="0">
                        <a:lnSpc>
                          <a:spcPct val="99000"/>
                        </a:lnSpc>
                        <a:spcBef>
                          <a:spcPts val="0"/>
                        </a:spcBef>
                      </a:pPr>
                      <a:r>
                        <a:rPr sz="1200" kern="0" spc="30" dirty="0">
                          <a:solidFill>
                            <a:srgbClr val="7F7F7F">
                              <a:alpha val="100000"/>
                            </a:srgbClr>
                          </a:solidFill>
                          <a:cs typeface="Wingdings" panose="05000000000000000000"/>
                        </a:rPr>
                        <a:t>.</a:t>
                      </a:r>
                      <a:r>
                        <a:rPr sz="1200" kern="0" spc="30" dirty="0">
                          <a:solidFill>
                            <a:srgbClr val="FF0000">
                              <a:alpha val="100000"/>
                            </a:srgbClr>
                          </a:solidFill>
                          <a:cs typeface="微软雅黑" panose="020B0503020204020204" charset="-122"/>
                        </a:rPr>
                        <a:t>完善及优化现有</a:t>
                      </a:r>
                      <a:r>
                        <a:rPr sz="1200" kern="0" spc="0" dirty="0">
                          <a:solidFill>
                            <a:srgbClr val="FF0000">
                              <a:alpha val="100000"/>
                            </a:srgbClr>
                          </a:solidFill>
                          <a:cs typeface="微软雅黑" panose="020B0503020204020204" charset="-122"/>
                        </a:rPr>
                        <a:t>IT</a:t>
                      </a:r>
                      <a:r>
                        <a:rPr sz="1200" kern="0" spc="30" dirty="0">
                          <a:solidFill>
                            <a:srgbClr val="FF0000">
                              <a:alpha val="100000"/>
                            </a:srgbClr>
                          </a:solidFill>
                          <a:cs typeface="微软雅黑" panose="020B0503020204020204" charset="-122"/>
                        </a:rPr>
                        <a:t>项目质控</a:t>
                      </a:r>
                      <a:r>
                        <a:rPr sz="1200" kern="0" spc="-20" dirty="0">
                          <a:solidFill>
                            <a:srgbClr val="FF0000">
                              <a:alpha val="100000"/>
                            </a:srgbClr>
                          </a:solidFill>
                          <a:cs typeface="微软雅黑" panose="020B0503020204020204" charset="-122"/>
                        </a:rPr>
                        <a:t>的流程和指标</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620" name="table 620"/>
          <p:cNvGraphicFramePr>
            <a:graphicFrameLocks noGrp="1"/>
          </p:cNvGraphicFramePr>
          <p:nvPr>
            <p:custDataLst>
              <p:tags r:id="rId6"/>
            </p:custDataLst>
          </p:nvPr>
        </p:nvGraphicFramePr>
        <p:xfrm>
          <a:off x="6595681" y="1382077"/>
          <a:ext cx="2336165" cy="3100070"/>
        </p:xfrm>
        <a:graphic>
          <a:graphicData uri="http://schemas.openxmlformats.org/drawingml/2006/table">
            <a:tbl>
              <a:tblPr/>
              <a:tblGrid>
                <a:gridCol w="2336164"/>
              </a:tblGrid>
              <a:tr h="265429">
                <a:tc>
                  <a:txBody>
                    <a:bodyPr/>
                    <a:lstStyle/>
                    <a:p>
                      <a:pPr algn="l" rtl="0" eaLnBrk="0">
                        <a:lnSpc>
                          <a:spcPct val="100000"/>
                        </a:lnSpc>
                      </a:pPr>
                      <a:endParaRPr lang="en-US" altLang="en-US" sz="1000" dirty="0"/>
                    </a:p>
                  </a:txBody>
                  <a:tcPr marL="0" marR="0" marT="0" marB="0" vert="horz">
                    <a:lnL w="9525" cap="flat" cmpd="sng" algn="ctr">
                      <a:solidFill>
                        <a:srgbClr val="BF9000"/>
                      </a:solidFill>
                      <a:prstDash val="solid"/>
                      <a:round/>
                      <a:headEnd type="none" w="med" len="med"/>
                      <a:tailEnd type="none" w="med" len="med"/>
                    </a:lnL>
                    <a:lnR w="9525" cap="flat" cmpd="sng" algn="ctr">
                      <a:solidFill>
                        <a:srgbClr val="BF9000"/>
                      </a:solidFill>
                      <a:prstDash val="solid"/>
                      <a:round/>
                      <a:headEnd type="none" w="med" len="med"/>
                      <a:tailEnd type="none" w="med" len="med"/>
                    </a:lnR>
                    <a:lnT w="9525" cap="flat" cmpd="sng" algn="ctr">
                      <a:solidFill>
                        <a:srgbClr val="BF9000"/>
                      </a:solidFill>
                      <a:prstDash val="solid"/>
                      <a:round/>
                      <a:headEnd type="none" w="med" len="med"/>
                      <a:tailEnd type="none" w="med" len="med"/>
                    </a:lnT>
                    <a:lnB w="9525" cap="flat" cmpd="sng" algn="ctr">
                      <a:solidFill>
                        <a:srgbClr val="BF9000"/>
                      </a:solidFill>
                      <a:prstDash val="solid"/>
                      <a:round/>
                      <a:headEnd type="none" w="med" len="med"/>
                      <a:tailEnd type="none" w="med" len="med"/>
                    </a:lnB>
                  </a:tcPr>
                </a:tc>
              </a:tr>
              <a:tr h="2834639">
                <a:tc>
                  <a:txBody>
                    <a:bodyPr/>
                    <a:lstStyle/>
                    <a:p>
                      <a:pPr algn="l" rtl="0" eaLnBrk="0">
                        <a:lnSpc>
                          <a:spcPct val="136000"/>
                        </a:lnSpc>
                      </a:pPr>
                      <a:endParaRPr lang="en-US" altLang="en-US" sz="1000" dirty="0"/>
                    </a:p>
                    <a:p>
                      <a:pPr algn="l" rtl="0" eaLnBrk="0">
                        <a:lnSpc>
                          <a:spcPct val="136000"/>
                        </a:lnSpc>
                      </a:pPr>
                      <a:endParaRPr lang="en-US" altLang="en-US" sz="1000" dirty="0"/>
                    </a:p>
                    <a:p>
                      <a:pPr marL="246380" indent="-10668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项目和日常任务的区别认知需</a:t>
                      </a:r>
                      <a:r>
                        <a:rPr sz="1200" kern="0" spc="-10" dirty="0">
                          <a:solidFill>
                            <a:srgbClr val="000000">
                              <a:alpha val="100000"/>
                            </a:srgbClr>
                          </a:solidFill>
                          <a:cs typeface="微软雅黑" panose="020B0503020204020204" charset="-122"/>
                        </a:rPr>
                        <a:t>要统一</a:t>
                      </a:r>
                      <a:endParaRPr lang="en-US" altLang="en-US" sz="1200" dirty="0"/>
                    </a:p>
                    <a:p>
                      <a:pPr marL="245745" indent="-106045" algn="l" rtl="0" eaLnBrk="0">
                        <a:lnSpc>
                          <a:spcPct val="99000"/>
                        </a:lnSpc>
                        <a:spcBef>
                          <a:spcPts val="62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项目适合于解决临时性，独特</a:t>
                      </a:r>
                      <a:r>
                        <a:rPr sz="1200" kern="0" spc="-10" dirty="0">
                          <a:solidFill>
                            <a:srgbClr val="000000">
                              <a:alpha val="100000"/>
                            </a:srgbClr>
                          </a:solidFill>
                          <a:cs typeface="微软雅黑" panose="020B0503020204020204" charset="-122"/>
                        </a:rPr>
                        <a:t>性，重复度很低的任务</a:t>
                      </a:r>
                      <a:endParaRPr lang="en-US" altLang="en-US" sz="1200" dirty="0"/>
                    </a:p>
                    <a:p>
                      <a:pPr marL="139700" algn="l" rtl="0" eaLnBrk="0">
                        <a:lnSpc>
                          <a:spcPct val="97000"/>
                        </a:lnSpc>
                        <a:spcBef>
                          <a:spcPts val="64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项目的有效沟通机制的缺</a:t>
                      </a:r>
                      <a:r>
                        <a:rPr sz="1200" kern="0" spc="-80" dirty="0">
                          <a:solidFill>
                            <a:srgbClr val="000000">
                              <a:alpha val="100000"/>
                            </a:srgbClr>
                          </a:solidFill>
                          <a:cs typeface="微软雅黑" panose="020B0503020204020204" charset="-122"/>
                        </a:rPr>
                        <a:t>失</a:t>
                      </a:r>
                      <a:endParaRPr lang="en-US" altLang="en-US" sz="1200" dirty="0"/>
                    </a:p>
                    <a:p>
                      <a:pPr marL="245745" indent="-106045" algn="l" rtl="0" eaLnBrk="0">
                        <a:lnSpc>
                          <a:spcPct val="99000"/>
                        </a:lnSpc>
                        <a:spcBef>
                          <a:spcPts val="64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项目的资源分配需要有前瞻性</a:t>
                      </a:r>
                      <a:r>
                        <a:rPr sz="1200" kern="0" spc="-10" dirty="0">
                          <a:solidFill>
                            <a:srgbClr val="000000">
                              <a:alpha val="100000"/>
                            </a:srgbClr>
                          </a:solidFill>
                          <a:cs typeface="微软雅黑" panose="020B0503020204020204" charset="-122"/>
                        </a:rPr>
                        <a:t>和严格的优先级控制</a:t>
                      </a:r>
                      <a:endParaRPr lang="en-US" altLang="en-US" sz="1200" dirty="0"/>
                    </a:p>
                    <a:p>
                      <a:pPr algn="l" rtl="0" eaLnBrk="0">
                        <a:lnSpc>
                          <a:spcPct val="104000"/>
                        </a:lnSpc>
                      </a:pPr>
                      <a:endParaRPr lang="en-US" altLang="en-US" sz="500" dirty="0"/>
                    </a:p>
                    <a:p>
                      <a:pPr marL="246380" indent="-10668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需要平衡好敏捷实施和质量管</a:t>
                      </a:r>
                      <a:r>
                        <a:rPr sz="1200" kern="0" spc="-10" dirty="0">
                          <a:solidFill>
                            <a:srgbClr val="000000">
                              <a:alpha val="100000"/>
                            </a:srgbClr>
                          </a:solidFill>
                          <a:cs typeface="微软雅黑" panose="020B0503020204020204" charset="-122"/>
                        </a:rPr>
                        <a:t>控的力度</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626" name="picture 626"/>
          <p:cNvPicPr>
            <a:picLocks noChangeAspect="1"/>
          </p:cNvPicPr>
          <p:nvPr>
            <p:custDataLst>
              <p:tags r:id="rId7"/>
            </p:custDataLst>
          </p:nvPr>
        </p:nvPicPr>
        <p:blipFill>
          <a:blip r:embed="rId8"/>
          <a:stretch>
            <a:fillRect/>
          </a:stretch>
        </p:blipFill>
        <p:spPr>
          <a:xfrm rot="21600000">
            <a:off x="4076700" y="1386840"/>
            <a:ext cx="2450592" cy="525779"/>
          </a:xfrm>
          <a:prstGeom prst="rect">
            <a:avLst/>
          </a:prstGeom>
        </p:spPr>
      </p:pic>
      <p:pic>
        <p:nvPicPr>
          <p:cNvPr id="628" name="picture 628"/>
          <p:cNvPicPr>
            <a:picLocks noChangeAspect="1"/>
          </p:cNvPicPr>
          <p:nvPr>
            <p:custDataLst>
              <p:tags r:id="rId9"/>
            </p:custDataLst>
          </p:nvPr>
        </p:nvPicPr>
        <p:blipFill>
          <a:blip r:embed="rId10"/>
          <a:stretch>
            <a:fillRect/>
          </a:stretch>
        </p:blipFill>
        <p:spPr>
          <a:xfrm rot="21600000">
            <a:off x="6600444" y="1386840"/>
            <a:ext cx="2327147" cy="548639"/>
          </a:xfrm>
          <a:prstGeom prst="rect">
            <a:avLst/>
          </a:prstGeom>
        </p:spPr>
      </p:pic>
      <p:pic>
        <p:nvPicPr>
          <p:cNvPr id="630" name="picture 630"/>
          <p:cNvPicPr>
            <a:picLocks noChangeAspect="1"/>
          </p:cNvPicPr>
          <p:nvPr>
            <p:custDataLst>
              <p:tags r:id="rId11"/>
            </p:custDataLst>
          </p:nvPr>
        </p:nvPicPr>
        <p:blipFill>
          <a:blip r:embed="rId12"/>
          <a:stretch>
            <a:fillRect/>
          </a:stretch>
        </p:blipFill>
        <p:spPr>
          <a:xfrm rot="21600000">
            <a:off x="6599351" y="1656524"/>
            <a:ext cx="2329333" cy="283590"/>
          </a:xfrm>
          <a:prstGeom prst="rect">
            <a:avLst/>
          </a:prstGeom>
        </p:spPr>
      </p:pic>
      <p:sp>
        <p:nvSpPr>
          <p:cNvPr id="632" name="textbox 632"/>
          <p:cNvSpPr/>
          <p:nvPr>
            <p:custDataLst>
              <p:tags r:id="rId13"/>
            </p:custDataLst>
          </p:nvPr>
        </p:nvSpPr>
        <p:spPr>
          <a:xfrm>
            <a:off x="6587744" y="1374140"/>
            <a:ext cx="2352675" cy="591819"/>
          </a:xfrm>
          <a:prstGeom prst="rect">
            <a:avLst/>
          </a:prstGeom>
        </p:spPr>
        <p:txBody>
          <a:bodyPr vert="horz" wrap="square" lIns="0" tIns="0" rIns="0" bIns="0">
            <a:normAutofit/>
          </a:bodyPr>
          <a:lstStyle/>
          <a:p>
            <a:pPr algn="l" rtl="0" eaLnBrk="0">
              <a:lnSpc>
                <a:spcPct val="113000"/>
              </a:lnSpc>
            </a:pPr>
            <a:endParaRPr lang="en-US" altLang="en-US" sz="1000" dirty="0">
              <a:solidFill>
                <a:schemeClr val="tx1"/>
              </a:solidFill>
            </a:endParaRPr>
          </a:p>
          <a:p>
            <a:pPr algn="l" rtl="0" eaLnBrk="0">
              <a:lnSpc>
                <a:spcPct val="9000"/>
              </a:lnSpc>
            </a:pPr>
            <a:endParaRPr lang="en-US" altLang="en-US" sz="100" dirty="0">
              <a:solidFill>
                <a:schemeClr val="tx1"/>
              </a:solidFill>
            </a:endParaRPr>
          </a:p>
          <a:p>
            <a:pPr marL="855980" algn="l" rtl="0" eaLnBrk="0">
              <a:lnSpc>
                <a:spcPct val="97000"/>
              </a:lnSpc>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pic>
        <p:nvPicPr>
          <p:cNvPr id="634" name="picture 634"/>
          <p:cNvPicPr>
            <a:picLocks noChangeAspect="1"/>
          </p:cNvPicPr>
          <p:nvPr>
            <p:custDataLst>
              <p:tags r:id="rId14"/>
            </p:custDataLst>
          </p:nvPr>
        </p:nvPicPr>
        <p:blipFill>
          <a:blip r:embed="rId15"/>
          <a:stretch>
            <a:fillRect/>
          </a:stretch>
        </p:blipFill>
        <p:spPr>
          <a:xfrm rot="21600000">
            <a:off x="9005316" y="1386840"/>
            <a:ext cx="2400300" cy="525779"/>
          </a:xfrm>
          <a:prstGeom prst="rect">
            <a:avLst/>
          </a:prstGeom>
        </p:spPr>
      </p:pic>
      <p:grpSp>
        <p:nvGrpSpPr>
          <p:cNvPr id="38" name="group 38"/>
          <p:cNvGrpSpPr/>
          <p:nvPr/>
        </p:nvGrpSpPr>
        <p:grpSpPr>
          <a:xfrm rot="21600000">
            <a:off x="2554402" y="2925580"/>
            <a:ext cx="971555" cy="870815"/>
            <a:chOff x="0" y="0"/>
            <a:chExt cx="971555" cy="870815"/>
          </a:xfrm>
        </p:grpSpPr>
        <p:pic>
          <p:nvPicPr>
            <p:cNvPr id="636" name="picture 636"/>
            <p:cNvPicPr>
              <a:picLocks noChangeAspect="1"/>
            </p:cNvPicPr>
            <p:nvPr>
              <p:custDataLst>
                <p:tags r:id="rId16"/>
              </p:custDataLst>
            </p:nvPr>
          </p:nvPicPr>
          <p:blipFill>
            <a:blip r:embed="rId17"/>
            <a:stretch>
              <a:fillRect/>
            </a:stretch>
          </p:blipFill>
          <p:spPr>
            <a:xfrm rot="21600000">
              <a:off x="0" y="0"/>
              <a:ext cx="971555" cy="870815"/>
            </a:xfrm>
            <a:prstGeom prst="rect">
              <a:avLst/>
            </a:prstGeom>
          </p:spPr>
        </p:pic>
        <p:sp>
          <p:nvSpPr>
            <p:cNvPr id="638" name="textbox 638"/>
            <p:cNvSpPr/>
            <p:nvPr>
              <p:custDataLst>
                <p:tags r:id="rId18"/>
              </p:custDataLst>
            </p:nvPr>
          </p:nvSpPr>
          <p:spPr>
            <a:xfrm>
              <a:off x="-12700" y="-12700"/>
              <a:ext cx="997585" cy="920114"/>
            </a:xfrm>
            <a:prstGeom prst="rect">
              <a:avLst/>
            </a:prstGeom>
          </p:spPr>
          <p:txBody>
            <a:bodyPr vert="horz" wrap="square" lIns="0" tIns="0" rIns="0" bIns="0">
              <a:normAutofit/>
            </a:bodyPr>
            <a:lstStyle/>
            <a:p>
              <a:pPr algn="l" rtl="0" eaLnBrk="0">
                <a:lnSpc>
                  <a:spcPct val="110000"/>
                </a:lnSpc>
              </a:pPr>
              <a:endParaRPr lang="en-US" altLang="en-US" sz="800" dirty="0">
                <a:solidFill>
                  <a:schemeClr val="dk1"/>
                </a:solidFill>
              </a:endParaRPr>
            </a:p>
            <a:p>
              <a:pPr marL="322580" indent="-117475" algn="l" rtl="0" eaLnBrk="0">
                <a:lnSpc>
                  <a:spcPct val="99000"/>
                </a:lnSpc>
                <a:spcBef>
                  <a:spcPts val="5"/>
                </a:spcBef>
              </a:pPr>
              <a:r>
                <a:rPr sz="1800" kern="0" spc="-10" dirty="0">
                  <a:solidFill>
                    <a:schemeClr val="dk1"/>
                  </a:solidFill>
                  <a:cs typeface="微软雅黑" panose="020B0503020204020204" charset="-122"/>
                </a:rPr>
                <a:t>技术和  </a:t>
              </a:r>
              <a:r>
                <a:rPr sz="1800" kern="0" spc="-20" dirty="0">
                  <a:solidFill>
                    <a:schemeClr val="dk1"/>
                  </a:solidFill>
                  <a:cs typeface="微软雅黑" panose="020B0503020204020204" charset="-122"/>
                </a:rPr>
                <a:t>工具</a:t>
              </a:r>
              <a:endParaRPr lang="en-US" altLang="en-US" sz="1800" kern="0" spc="-20" dirty="0">
                <a:solidFill>
                  <a:schemeClr val="dk1"/>
                </a:solidFill>
                <a:cs typeface="微软雅黑" panose="020B0503020204020204" charset="-122"/>
              </a:endParaRPr>
            </a:p>
          </p:txBody>
        </p:sp>
      </p:grpSp>
      <p:graphicFrame>
        <p:nvGraphicFramePr>
          <p:cNvPr id="642" name="table 642"/>
          <p:cNvGraphicFramePr>
            <a:graphicFrameLocks noGrp="1"/>
          </p:cNvGraphicFramePr>
          <p:nvPr>
            <p:custDataLst>
              <p:tags r:id="rId19"/>
            </p:custDataLst>
          </p:nvPr>
        </p:nvGraphicFramePr>
        <p:xfrm>
          <a:off x="2453894" y="4698745"/>
          <a:ext cx="528320" cy="1478914"/>
        </p:xfrm>
        <a:graphic>
          <a:graphicData uri="http://schemas.openxmlformats.org/drawingml/2006/table">
            <a:tbl>
              <a:tblPr>
                <a:solidFill>
                  <a:srgbClr val="FFC000"/>
                </a:solidFill>
              </a:tblPr>
              <a:tblGrid>
                <a:gridCol w="528320"/>
              </a:tblGrid>
              <a:tr h="1453514">
                <a:tc>
                  <a:txBody>
                    <a:bodyPr/>
                    <a:lstStyle/>
                    <a:p>
                      <a:pPr algn="l" rtl="0" eaLnBrk="0">
                        <a:lnSpc>
                          <a:spcPct val="112000"/>
                        </a:lnSpc>
                      </a:pPr>
                      <a:endParaRPr lang="en-US" altLang="en-US" sz="1000" dirty="0"/>
                    </a:p>
                    <a:p>
                      <a:pPr algn="l" rtl="0" eaLnBrk="0">
                        <a:lnSpc>
                          <a:spcPct val="10000"/>
                        </a:lnSpc>
                      </a:pPr>
                      <a:endParaRPr lang="en-US" altLang="en-US" sz="100" dirty="0"/>
                    </a:p>
                    <a:p>
                      <a:pPr marL="339725" algn="l" rtl="0" eaLnBrk="0">
                        <a:lnSpc>
                          <a:spcPct val="90000"/>
                        </a:lnSpc>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BF9000"/>
                      </a:solidFill>
                      <a:prstDash val="solid"/>
                      <a:round/>
                      <a:headEnd type="none" w="med" len="med"/>
                      <a:tailEnd type="none" w="med" len="med"/>
                    </a:lnL>
                    <a:lnR w="25400" cap="flat" cmpd="sng" algn="ctr">
                      <a:solidFill>
                        <a:srgbClr val="BF9000"/>
                      </a:solidFill>
                      <a:prstDash val="solid"/>
                      <a:round/>
                      <a:headEnd type="none" w="med" len="med"/>
                      <a:tailEnd type="none" w="med" len="med"/>
                    </a:lnR>
                    <a:lnT w="25400" cap="flat" cmpd="sng" algn="ctr">
                      <a:solidFill>
                        <a:srgbClr val="BF9000"/>
                      </a:solidFill>
                      <a:prstDash val="solid"/>
                      <a:round/>
                      <a:headEnd type="none" w="med" len="med"/>
                      <a:tailEnd type="none" w="med" len="med"/>
                    </a:lnT>
                    <a:lnB w="25400" cap="flat" cmpd="sng" algn="ctr">
                      <a:solidFill>
                        <a:srgbClr val="BF9000"/>
                      </a:solidFill>
                      <a:prstDash val="solid"/>
                      <a:round/>
                      <a:headEnd type="none" w="med" len="med"/>
                      <a:tailEnd type="none" w="med" len="med"/>
                    </a:lnB>
                    <a:solidFill>
                      <a:srgbClr val="FFC000"/>
                    </a:solidFill>
                  </a:tcPr>
                </a:tc>
              </a:tr>
            </a:tbl>
          </a:graphicData>
        </a:graphic>
      </p:graphicFrame>
      <p:sp>
        <p:nvSpPr>
          <p:cNvPr id="644" name="textbox 644"/>
          <p:cNvSpPr/>
          <p:nvPr>
            <p:custDataLst>
              <p:tags r:id="rId20"/>
            </p:custDataLst>
          </p:nvPr>
        </p:nvSpPr>
        <p:spPr>
          <a:xfrm>
            <a:off x="1801723" y="2063038"/>
            <a:ext cx="502919" cy="1678939"/>
          </a:xfrm>
          <a:prstGeom prst="rect">
            <a:avLst/>
          </a:prstGeom>
        </p:spPr>
        <p:txBody>
          <a:bodyPr vert="horz" wrap="square" lIns="0" tIns="0" rIns="0" bIns="0">
            <a:normAutofit/>
          </a:bodyPr>
          <a:lstStyle/>
          <a:p>
            <a:pPr algn="l" rtl="0" eaLnBrk="0">
              <a:lnSpc>
                <a:spcPct val="90000"/>
              </a:lnSpc>
            </a:pPr>
            <a:endParaRPr lang="en-US" altLang="en-US" sz="100" dirty="0">
              <a:solidFill>
                <a:schemeClr val="dk1"/>
              </a:solidFill>
            </a:endParaRPr>
          </a:p>
          <a:p>
            <a:pPr marL="36830" algn="l" rtl="0" eaLnBrk="0">
              <a:lnSpc>
                <a:spcPct val="98000"/>
              </a:lnSpc>
            </a:pPr>
            <a:r>
              <a:rPr sz="1800" kern="0" spc="-20" dirty="0">
                <a:solidFill>
                  <a:schemeClr val="dk1"/>
                </a:solidFill>
                <a:cs typeface="微软雅黑" panose="020B0503020204020204" charset="-122"/>
              </a:rPr>
              <a:t>文化</a:t>
            </a:r>
            <a:endParaRPr lang="en-US" altLang="en-US" sz="1800" dirty="0">
              <a:solidFill>
                <a:schemeClr val="dk1"/>
              </a:solidFill>
            </a:endParaRPr>
          </a:p>
          <a:p>
            <a:pPr algn="l" rtl="0" eaLnBrk="0">
              <a:lnSpc>
                <a:spcPct val="123000"/>
              </a:lnSpc>
            </a:pPr>
            <a:endParaRPr lang="en-US" altLang="en-US" sz="1000" dirty="0">
              <a:solidFill>
                <a:schemeClr val="dk1"/>
              </a:solidFill>
            </a:endParaRPr>
          </a:p>
          <a:p>
            <a:pPr marL="60325" indent="-635" algn="l" rtl="0" eaLnBrk="0">
              <a:lnSpc>
                <a:spcPct val="113000"/>
              </a:lnSpc>
              <a:spcBef>
                <a:spcPts val="455"/>
              </a:spcBef>
            </a:pPr>
            <a:r>
              <a:rPr sz="1500" b="1" kern="0" spc="70" dirty="0">
                <a:solidFill>
                  <a:schemeClr val="dk1"/>
                </a:solidFill>
                <a:cs typeface="微软雅黑" panose="020B0503020204020204" charset="-122"/>
              </a:rPr>
              <a:t>项目</a:t>
            </a:r>
            <a:r>
              <a:rPr sz="1500" b="1" kern="0" spc="10" dirty="0">
                <a:solidFill>
                  <a:schemeClr val="dk1"/>
                </a:solidFill>
                <a:cs typeface="微软雅黑" panose="020B0503020204020204" charset="-122"/>
              </a:rPr>
              <a:t> </a:t>
            </a:r>
            <a:r>
              <a:rPr sz="1500" b="1" kern="0" spc="70" dirty="0">
                <a:solidFill>
                  <a:schemeClr val="dk1"/>
                </a:solidFill>
                <a:cs typeface="微软雅黑" panose="020B0503020204020204" charset="-122"/>
              </a:rPr>
              <a:t>管理</a:t>
            </a:r>
            <a:endParaRPr lang="en-US" altLang="en-US" sz="1500" dirty="0">
              <a:solidFill>
                <a:schemeClr val="dk1"/>
              </a:solidFill>
            </a:endParaRPr>
          </a:p>
          <a:p>
            <a:pPr algn="l" rtl="0" eaLnBrk="0">
              <a:lnSpc>
                <a:spcPct val="186000"/>
              </a:lnSpc>
            </a:pPr>
            <a:endParaRPr lang="en-US" altLang="en-US" sz="1000" dirty="0">
              <a:solidFill>
                <a:schemeClr val="dk1"/>
              </a:solidFill>
            </a:endParaRPr>
          </a:p>
          <a:p>
            <a:pPr algn="l" rtl="0" eaLnBrk="0">
              <a:lnSpc>
                <a:spcPct val="113000"/>
              </a:lnSpc>
            </a:pPr>
            <a:endParaRPr lang="en-US" altLang="en-US" sz="400" dirty="0">
              <a:solidFill>
                <a:schemeClr val="dk1"/>
              </a:solidFill>
            </a:endParaRPr>
          </a:p>
          <a:p>
            <a:pPr marL="12700" algn="l" rtl="0" eaLnBrk="0">
              <a:lnSpc>
                <a:spcPct val="98000"/>
              </a:lnSpc>
              <a:spcBef>
                <a:spcPts val="5"/>
              </a:spcBef>
            </a:pPr>
            <a:r>
              <a:rPr sz="1800" kern="0" spc="-20" dirty="0">
                <a:solidFill>
                  <a:schemeClr val="dk1"/>
                </a:solidFill>
                <a:cs typeface="微软雅黑" panose="020B0503020204020204" charset="-122"/>
              </a:rPr>
              <a:t>组织</a:t>
            </a:r>
            <a:endParaRPr lang="en-US" altLang="en-US" sz="1800" kern="0" spc="-20" dirty="0">
              <a:solidFill>
                <a:schemeClr val="dk1"/>
              </a:solidFill>
              <a:cs typeface="微软雅黑" panose="020B0503020204020204" charset="-122"/>
            </a:endParaRPr>
          </a:p>
        </p:txBody>
      </p:sp>
      <p:pic>
        <p:nvPicPr>
          <p:cNvPr id="646" name="picture 646"/>
          <p:cNvPicPr>
            <a:picLocks noChangeAspect="1"/>
          </p:cNvPicPr>
          <p:nvPr>
            <p:custDataLst>
              <p:tags r:id="rId21"/>
            </p:custDataLst>
          </p:nvPr>
        </p:nvPicPr>
        <p:blipFill>
          <a:blip r:embed="rId22"/>
          <a:stretch>
            <a:fillRect/>
          </a:stretch>
        </p:blipFill>
        <p:spPr>
          <a:xfrm rot="21600000">
            <a:off x="4075700" y="1645073"/>
            <a:ext cx="2452590" cy="272203"/>
          </a:xfrm>
          <a:prstGeom prst="rect">
            <a:avLst/>
          </a:prstGeom>
        </p:spPr>
      </p:pic>
      <p:pic>
        <p:nvPicPr>
          <p:cNvPr id="648" name="picture 648"/>
          <p:cNvPicPr>
            <a:picLocks noChangeAspect="1"/>
          </p:cNvPicPr>
          <p:nvPr>
            <p:custDataLst>
              <p:tags r:id="rId23"/>
            </p:custDataLst>
          </p:nvPr>
        </p:nvPicPr>
        <p:blipFill>
          <a:blip r:embed="rId24"/>
          <a:stretch>
            <a:fillRect/>
          </a:stretch>
        </p:blipFill>
        <p:spPr>
          <a:xfrm rot="21600000">
            <a:off x="9004296" y="1645077"/>
            <a:ext cx="2402338" cy="272194"/>
          </a:xfrm>
          <a:prstGeom prst="rect">
            <a:avLst/>
          </a:prstGeom>
        </p:spPr>
      </p:pic>
      <p:sp>
        <p:nvSpPr>
          <p:cNvPr id="650" name="textbox 650"/>
          <p:cNvSpPr/>
          <p:nvPr>
            <p:custDataLst>
              <p:tags r:id="rId25"/>
            </p:custDataLst>
          </p:nvPr>
        </p:nvSpPr>
        <p:spPr>
          <a:xfrm>
            <a:off x="2653309" y="2426893"/>
            <a:ext cx="709930" cy="292734"/>
          </a:xfrm>
          <a:prstGeom prst="rect">
            <a:avLst/>
          </a:prstGeom>
        </p:spPr>
        <p:txBody>
          <a:bodyPr vert="horz" wrap="square" lIns="0" tIns="0" rIns="0" bIns="0">
            <a:normAutofit/>
          </a:bodyPr>
          <a:lstStyle/>
          <a:p>
            <a:pPr algn="l" rtl="0" eaLnBrk="0">
              <a:lnSpc>
                <a:spcPct val="91000"/>
              </a:lnSpc>
            </a:pPr>
            <a:endParaRPr lang="en-US" altLang="en-US" sz="100" dirty="0">
              <a:solidFill>
                <a:schemeClr val="dk1"/>
              </a:solidFill>
            </a:endParaRPr>
          </a:p>
          <a:p>
            <a:pPr marL="12700" algn="l" rtl="0" eaLnBrk="0">
              <a:lnSpc>
                <a:spcPct val="97000"/>
              </a:lnSpc>
            </a:pPr>
            <a:r>
              <a:rPr sz="1800" kern="0" spc="-10" dirty="0">
                <a:solidFill>
                  <a:schemeClr val="dk1"/>
                </a:solidFill>
                <a:cs typeface="微软雅黑" panose="020B0503020204020204" charset="-122"/>
              </a:rPr>
              <a:t>方法论</a:t>
            </a:r>
            <a:endParaRPr lang="en-US" altLang="en-US" sz="1800" kern="0" spc="-10" dirty="0">
              <a:solidFill>
                <a:schemeClr val="dk1"/>
              </a:solidFill>
              <a:cs typeface="微软雅黑" panose="020B0503020204020204" charset="-122"/>
            </a:endParaRPr>
          </a:p>
        </p:txBody>
      </p:sp>
      <p:sp>
        <p:nvSpPr>
          <p:cNvPr id="652" name="textbox 652"/>
          <p:cNvSpPr/>
          <p:nvPr>
            <p:custDataLst>
              <p:tags r:id="rId26"/>
            </p:custDataLst>
          </p:nvPr>
        </p:nvSpPr>
        <p:spPr>
          <a:xfrm>
            <a:off x="4998092" y="1541519"/>
            <a:ext cx="73596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关键发现</a:t>
            </a:r>
            <a:endParaRPr lang="en-US" altLang="en-US" sz="1400" b="1" kern="0" spc="-10" dirty="0">
              <a:solidFill>
                <a:schemeClr val="tx1"/>
              </a:solidFill>
              <a:cs typeface="微软雅黑" panose="020B0503020204020204" charset="-122"/>
            </a:endParaRPr>
          </a:p>
        </p:txBody>
      </p:sp>
      <p:sp>
        <p:nvSpPr>
          <p:cNvPr id="654" name="textbox 654"/>
          <p:cNvSpPr/>
          <p:nvPr>
            <p:custDataLst>
              <p:tags r:id="rId27"/>
            </p:custDataLst>
          </p:nvPr>
        </p:nvSpPr>
        <p:spPr>
          <a:xfrm>
            <a:off x="9838301" y="1541519"/>
            <a:ext cx="732155" cy="232409"/>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改进机会</a:t>
            </a:r>
            <a:endParaRPr lang="en-US" altLang="en-US" sz="1400" b="1" kern="0" spc="-10" dirty="0">
              <a:solidFill>
                <a:schemeClr val="tx1"/>
              </a:solidFill>
              <a:cs typeface="微软雅黑" panose="020B0503020204020204" charset="-122"/>
            </a:endParaRPr>
          </a:p>
        </p:txBody>
      </p:sp>
      <p:sp>
        <p:nvSpPr>
          <p:cNvPr id="656" name="textbox 656"/>
          <p:cNvSpPr/>
          <p:nvPr>
            <p:custDataLst>
              <p:tags r:id="rId28"/>
            </p:custDataLst>
          </p:nvPr>
        </p:nvSpPr>
        <p:spPr>
          <a:xfrm>
            <a:off x="896518" y="3276143"/>
            <a:ext cx="480059" cy="292100"/>
          </a:xfrm>
          <a:prstGeom prst="rect">
            <a:avLst/>
          </a:prstGeom>
        </p:spPr>
        <p:txBody>
          <a:bodyPr vert="horz" wrap="square" lIns="0" tIns="0" rIns="0" bIns="0">
            <a:normAutofit/>
          </a:bodyPr>
          <a:lstStyle/>
          <a:p>
            <a:pPr algn="l" rtl="0" eaLnBrk="0">
              <a:lnSpc>
                <a:spcPct val="86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技能</a:t>
            </a:r>
            <a:endParaRPr lang="en-US" altLang="en-US" sz="1800" kern="0" spc="-20" dirty="0">
              <a:solidFill>
                <a:schemeClr val="dk1"/>
              </a:solidFill>
              <a:cs typeface="微软雅黑" panose="020B0503020204020204" charset="-122"/>
            </a:endParaRPr>
          </a:p>
        </p:txBody>
      </p:sp>
      <p:sp>
        <p:nvSpPr>
          <p:cNvPr id="658" name="textbox 658"/>
          <p:cNvSpPr/>
          <p:nvPr>
            <p:custDataLst>
              <p:tags r:id="rId29"/>
            </p:custDataLst>
          </p:nvPr>
        </p:nvSpPr>
        <p:spPr>
          <a:xfrm>
            <a:off x="887831" y="2244902"/>
            <a:ext cx="479425" cy="292100"/>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7000"/>
              </a:lnSpc>
            </a:pPr>
            <a:r>
              <a:rPr sz="1800" kern="0" spc="-20" dirty="0">
                <a:solidFill>
                  <a:schemeClr val="dk1"/>
                </a:solidFill>
                <a:cs typeface="微软雅黑" panose="020B0503020204020204" charset="-122"/>
              </a:rPr>
              <a:t>绩效</a:t>
            </a:r>
            <a:endParaRPr lang="en-US" altLang="en-US" sz="1800" kern="0" spc="-20" dirty="0">
              <a:solidFill>
                <a:schemeClr val="dk1"/>
              </a:solidFill>
              <a:cs typeface="微软雅黑" panose="020B0503020204020204" charset="-122"/>
            </a:endParaRPr>
          </a:p>
        </p:txBody>
      </p:sp>
      <p:sp>
        <p:nvSpPr>
          <p:cNvPr id="3" name="标题 2"/>
          <p:cNvSpPr>
            <a:spLocks noGrp="1"/>
          </p:cNvSpPr>
          <p:nvPr>
            <p:ph type="title"/>
            <p:custDataLst>
              <p:tags r:id="rId30"/>
            </p:custDataLst>
          </p:nvPr>
        </p:nvSpPr>
        <p:spPr/>
        <p:txBody>
          <a:bodyPr vert="horz" lIns="0" tIns="0" rIns="0" bIns="0" rtlCol="0" anchor="b">
            <a:normAutofit/>
          </a:bodyPr>
          <a:lstStyle>
            <a:lvl1pPr>
              <a:defRPr sz="3200"/>
            </a:lvl1pPr>
          </a:lstStyle>
          <a:p>
            <a:pPr marL="13970" lvl="0" indent="-1905" algn="l" eaLnBrk="0">
              <a:lnSpc>
                <a:spcPct val="98000"/>
              </a:lnSpc>
              <a:spcBef>
                <a:spcPts val="0"/>
              </a:spcBef>
              <a:buClrTx/>
              <a:buSzTx/>
              <a:buFontTx/>
            </a:pPr>
            <a:r>
              <a:rPr sz="2000" kern="0" dirty="0">
                <a:solidFill>
                  <a:schemeClr val="dk1"/>
                </a:solidFill>
                <a:latin typeface="+mn-lt"/>
                <a:ea typeface="+mn-ea"/>
                <a:cs typeface="微软雅黑" panose="020B0503020204020204" charset="-122"/>
                <a:sym typeface="+mn-ea"/>
              </a:rPr>
              <a:t>关键发现 5：随意用项目来推进日常的工作；管理和沟通成本增加， 效率低下</a:t>
            </a:r>
            <a:endParaRPr sz="2000" kern="0" dirty="0">
              <a:solidFill>
                <a:schemeClr val="dk1"/>
              </a:solidFill>
              <a:latin typeface="+mn-lt"/>
              <a:ea typeface="+mn-ea"/>
              <a:cs typeface="微软雅黑" panose="020B0503020204020204" charset="-122"/>
              <a:sym typeface="+mn-ea"/>
            </a:endParaRPr>
          </a:p>
        </p:txBody>
      </p:sp>
    </p:spTree>
    <p:custDataLst>
      <p:tags r:id="rId3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40"/>
          <p:cNvGrpSpPr/>
          <p:nvPr/>
        </p:nvGrpSpPr>
        <p:grpSpPr>
          <a:xfrm rot="21600000">
            <a:off x="5730240" y="1822704"/>
            <a:ext cx="4518659" cy="390143"/>
            <a:chOff x="0" y="0"/>
            <a:chExt cx="4518659" cy="390143"/>
          </a:xfrm>
        </p:grpSpPr>
        <p:sp>
          <p:nvSpPr>
            <p:cNvPr id="660" name="rect"/>
            <p:cNvSpPr/>
            <p:nvPr/>
          </p:nvSpPr>
          <p:spPr>
            <a:xfrm>
              <a:off x="4571" y="0"/>
              <a:ext cx="4514088"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662" name="textbox 662"/>
            <p:cNvSpPr/>
            <p:nvPr>
              <p:custDataLst>
                <p:tags r:id="rId1"/>
              </p:custDataLst>
            </p:nvPr>
          </p:nvSpPr>
          <p:spPr>
            <a:xfrm>
              <a:off x="1313183" y="58642"/>
              <a:ext cx="2314575"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kern="0" spc="0" dirty="0">
                  <a:solidFill>
                    <a:schemeClr val="dk1"/>
                  </a:solidFill>
                  <a:cs typeface="微软雅黑" panose="020B0503020204020204" charset="-122"/>
                </a:rPr>
                <a:t>项目进展与工作方法</a:t>
              </a:r>
              <a:endParaRPr lang="en-US" altLang="en-US" sz="2000" kern="0" spc="0" dirty="0">
                <a:solidFill>
                  <a:schemeClr val="dk1"/>
                </a:solidFill>
                <a:cs typeface="微软雅黑" panose="020B0503020204020204" charset="-122"/>
              </a:endParaRPr>
            </a:p>
          </p:txBody>
        </p:sp>
        <p:pic>
          <p:nvPicPr>
            <p:cNvPr id="664" name="picture 664"/>
            <p:cNvPicPr>
              <a:picLocks noChangeAspect="1"/>
            </p:cNvPicPr>
            <p:nvPr>
              <p:custDataLst>
                <p:tags r:id="rId2"/>
              </p:custDataLst>
            </p:nvPr>
          </p:nvPicPr>
          <p:blipFill>
            <a:blip r:embed="rId3"/>
            <a:stretch>
              <a:fillRect/>
            </a:stretch>
          </p:blipFill>
          <p:spPr>
            <a:xfrm rot="21600000">
              <a:off x="0" y="0"/>
              <a:ext cx="798576" cy="390143"/>
            </a:xfrm>
            <a:prstGeom prst="rect">
              <a:avLst/>
            </a:prstGeom>
          </p:spPr>
        </p:pic>
      </p:grpSp>
      <p:grpSp>
        <p:nvGrpSpPr>
          <p:cNvPr id="42" name="group 42"/>
          <p:cNvGrpSpPr/>
          <p:nvPr/>
        </p:nvGrpSpPr>
        <p:grpSpPr>
          <a:xfrm rot="21600000">
            <a:off x="5737859" y="5084064"/>
            <a:ext cx="4511040" cy="390144"/>
            <a:chOff x="0" y="0"/>
            <a:chExt cx="4511040" cy="390144"/>
          </a:xfrm>
        </p:grpSpPr>
        <p:sp>
          <p:nvSpPr>
            <p:cNvPr id="666" name="rect"/>
            <p:cNvSpPr/>
            <p:nvPr/>
          </p:nvSpPr>
          <p:spPr>
            <a:xfrm>
              <a:off x="4572" y="0"/>
              <a:ext cx="4506467"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668" name="textbox 668"/>
            <p:cNvSpPr/>
            <p:nvPr>
              <p:custDataLst>
                <p:tags r:id="rId4"/>
              </p:custDataLst>
            </p:nvPr>
          </p:nvSpPr>
          <p:spPr>
            <a:xfrm>
              <a:off x="1185429" y="60166"/>
              <a:ext cx="2564129"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下一步工作方法和计划</a:t>
              </a:r>
              <a:endParaRPr lang="en-US" altLang="en-US" sz="2000" kern="0" spc="-10" dirty="0">
                <a:solidFill>
                  <a:schemeClr val="dk1"/>
                </a:solidFill>
                <a:cs typeface="微软雅黑" panose="020B0503020204020204" charset="-122"/>
              </a:endParaRPr>
            </a:p>
          </p:txBody>
        </p:sp>
        <p:pic>
          <p:nvPicPr>
            <p:cNvPr id="670" name="picture 670"/>
            <p:cNvPicPr>
              <a:picLocks noChangeAspect="1"/>
            </p:cNvPicPr>
            <p:nvPr>
              <p:custDataLst>
                <p:tags r:id="rId5"/>
              </p:custDataLst>
            </p:nvPr>
          </p:nvPicPr>
          <p:blipFill>
            <a:blip r:embed="rId6"/>
            <a:stretch>
              <a:fillRect/>
            </a:stretch>
          </p:blipFill>
          <p:spPr>
            <a:xfrm rot="21600000">
              <a:off x="0" y="0"/>
              <a:ext cx="797052" cy="390144"/>
            </a:xfrm>
            <a:prstGeom prst="rect">
              <a:avLst/>
            </a:prstGeom>
          </p:spPr>
        </p:pic>
      </p:grpSp>
      <p:grpSp>
        <p:nvGrpSpPr>
          <p:cNvPr id="44" name="group 44"/>
          <p:cNvGrpSpPr/>
          <p:nvPr/>
        </p:nvGrpSpPr>
        <p:grpSpPr>
          <a:xfrm rot="21600000">
            <a:off x="5730240" y="4416552"/>
            <a:ext cx="4512564" cy="388620"/>
            <a:chOff x="0" y="0"/>
            <a:chExt cx="4512564" cy="388620"/>
          </a:xfrm>
        </p:grpSpPr>
        <p:sp>
          <p:nvSpPr>
            <p:cNvPr id="672" name="rect"/>
            <p:cNvSpPr/>
            <p:nvPr/>
          </p:nvSpPr>
          <p:spPr>
            <a:xfrm>
              <a:off x="4571" y="0"/>
              <a:ext cx="4507992" cy="385572"/>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674" name="textbox 674"/>
            <p:cNvSpPr/>
            <p:nvPr>
              <p:custDataLst>
                <p:tags r:id="rId7"/>
              </p:custDataLst>
            </p:nvPr>
          </p:nvSpPr>
          <p:spPr>
            <a:xfrm>
              <a:off x="1691900" y="58896"/>
              <a:ext cx="1549400" cy="323215"/>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12700" algn="l" rtl="0" eaLnBrk="0">
                <a:lnSpc>
                  <a:spcPct val="98000"/>
                </a:lnSpc>
              </a:pPr>
              <a:r>
                <a:rPr sz="2000" kern="0" spc="-10" dirty="0">
                  <a:solidFill>
                    <a:schemeClr val="dk1"/>
                  </a:solidFill>
                  <a:cs typeface="微软雅黑" panose="020B0503020204020204" charset="-122"/>
                </a:rPr>
                <a:t>框架体系设计</a:t>
              </a:r>
              <a:endParaRPr lang="en-US" altLang="en-US" sz="2000" kern="0" spc="-10" dirty="0">
                <a:solidFill>
                  <a:schemeClr val="dk1"/>
                </a:solidFill>
                <a:cs typeface="微软雅黑" panose="020B0503020204020204" charset="-122"/>
              </a:endParaRPr>
            </a:p>
          </p:txBody>
        </p:sp>
        <p:pic>
          <p:nvPicPr>
            <p:cNvPr id="676" name="picture 676"/>
            <p:cNvPicPr>
              <a:picLocks noChangeAspect="1"/>
            </p:cNvPicPr>
            <p:nvPr>
              <p:custDataLst>
                <p:tags r:id="rId8"/>
              </p:custDataLst>
            </p:nvPr>
          </p:nvPicPr>
          <p:blipFill>
            <a:blip r:embed="rId9"/>
            <a:stretch>
              <a:fillRect/>
            </a:stretch>
          </p:blipFill>
          <p:spPr>
            <a:xfrm rot="21600000">
              <a:off x="0" y="0"/>
              <a:ext cx="797052" cy="388619"/>
            </a:xfrm>
            <a:prstGeom prst="rect">
              <a:avLst/>
            </a:prstGeom>
          </p:spPr>
        </p:pic>
      </p:grpSp>
      <p:grpSp>
        <p:nvGrpSpPr>
          <p:cNvPr id="46" name="group 46"/>
          <p:cNvGrpSpPr/>
          <p:nvPr/>
        </p:nvGrpSpPr>
        <p:grpSpPr>
          <a:xfrm rot="21600000">
            <a:off x="5730240" y="2471928"/>
            <a:ext cx="4512564" cy="388619"/>
            <a:chOff x="0" y="0"/>
            <a:chExt cx="4512564" cy="388619"/>
          </a:xfrm>
        </p:grpSpPr>
        <p:sp>
          <p:nvSpPr>
            <p:cNvPr id="678" name="rect"/>
            <p:cNvSpPr/>
            <p:nvPr/>
          </p:nvSpPr>
          <p:spPr>
            <a:xfrm>
              <a:off x="4571" y="0"/>
              <a:ext cx="4507992" cy="385571"/>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680" name="textbox 680"/>
            <p:cNvSpPr/>
            <p:nvPr>
              <p:custDataLst>
                <p:tags r:id="rId10"/>
              </p:custDataLst>
            </p:nvPr>
          </p:nvSpPr>
          <p:spPr>
            <a:xfrm>
              <a:off x="1309122" y="58261"/>
              <a:ext cx="2312670"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现状分析及初步建议</a:t>
              </a:r>
              <a:endParaRPr lang="en-US" altLang="en-US" sz="2000" kern="0" spc="-10" dirty="0">
                <a:solidFill>
                  <a:schemeClr val="dk1"/>
                </a:solidFill>
                <a:cs typeface="微软雅黑" panose="020B0503020204020204" charset="-122"/>
              </a:endParaRPr>
            </a:p>
          </p:txBody>
        </p:sp>
        <p:pic>
          <p:nvPicPr>
            <p:cNvPr id="682" name="picture 682"/>
            <p:cNvPicPr>
              <a:picLocks noChangeAspect="1"/>
            </p:cNvPicPr>
            <p:nvPr>
              <p:custDataLst>
                <p:tags r:id="rId11"/>
              </p:custDataLst>
            </p:nvPr>
          </p:nvPicPr>
          <p:blipFill>
            <a:blip r:embed="rId12"/>
            <a:stretch>
              <a:fillRect/>
            </a:stretch>
          </p:blipFill>
          <p:spPr>
            <a:xfrm rot="21600000">
              <a:off x="0" y="0"/>
              <a:ext cx="797052" cy="388619"/>
            </a:xfrm>
            <a:prstGeom prst="rect">
              <a:avLst/>
            </a:prstGeom>
          </p:spPr>
        </p:pic>
      </p:grpSp>
      <p:grpSp>
        <p:nvGrpSpPr>
          <p:cNvPr id="48" name="group 48"/>
          <p:cNvGrpSpPr/>
          <p:nvPr/>
        </p:nvGrpSpPr>
        <p:grpSpPr>
          <a:xfrm rot="21600000">
            <a:off x="6527292" y="3764279"/>
            <a:ext cx="3721607" cy="387095"/>
            <a:chOff x="0" y="0"/>
            <a:chExt cx="3721607" cy="387095"/>
          </a:xfrm>
        </p:grpSpPr>
        <p:sp>
          <p:nvSpPr>
            <p:cNvPr id="684" name="rect"/>
            <p:cNvSpPr/>
            <p:nvPr/>
          </p:nvSpPr>
          <p:spPr>
            <a:xfrm>
              <a:off x="47243" y="0"/>
              <a:ext cx="3674364" cy="387095"/>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686" name="picture 686"/>
            <p:cNvPicPr>
              <a:picLocks noChangeAspect="1"/>
            </p:cNvPicPr>
            <p:nvPr>
              <p:custDataLst>
                <p:tags r:id="rId13"/>
              </p:custDataLst>
            </p:nvPr>
          </p:nvPicPr>
          <p:blipFill>
            <a:blip r:embed="rId14"/>
            <a:stretch>
              <a:fillRect/>
            </a:stretch>
          </p:blipFill>
          <p:spPr>
            <a:xfrm rot="21600000">
              <a:off x="0" y="4572"/>
              <a:ext cx="612647" cy="367283"/>
            </a:xfrm>
            <a:prstGeom prst="rect">
              <a:avLst/>
            </a:prstGeom>
          </p:spPr>
        </p:pic>
        <p:sp>
          <p:nvSpPr>
            <p:cNvPr id="688" name="textbox 688"/>
            <p:cNvSpPr/>
            <p:nvPr>
              <p:custDataLst>
                <p:tags r:id="rId15"/>
              </p:custDataLst>
            </p:nvPr>
          </p:nvSpPr>
          <p:spPr>
            <a:xfrm>
              <a:off x="1672255" y="48266"/>
              <a:ext cx="834389" cy="259715"/>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ts val="1840"/>
                </a:lnSpc>
              </a:pPr>
              <a:r>
                <a:rPr sz="1500" kern="0" spc="80" dirty="0">
                  <a:solidFill>
                    <a:schemeClr val="dk1"/>
                  </a:solidFill>
                  <a:cs typeface="微软雅黑" panose="020B0503020204020204" charset="-122"/>
                </a:rPr>
                <a:t>数据治理</a:t>
              </a:r>
              <a:endParaRPr lang="en-US" altLang="en-US" sz="1500" kern="0" spc="80" dirty="0">
                <a:solidFill>
                  <a:schemeClr val="dk1"/>
                </a:solidFill>
                <a:cs typeface="微软雅黑" panose="020B0503020204020204" charset="-122"/>
              </a:endParaRPr>
            </a:p>
          </p:txBody>
        </p:sp>
      </p:grpSp>
      <p:grpSp>
        <p:nvGrpSpPr>
          <p:cNvPr id="50" name="group 50"/>
          <p:cNvGrpSpPr/>
          <p:nvPr/>
        </p:nvGrpSpPr>
        <p:grpSpPr>
          <a:xfrm rot="21600000">
            <a:off x="6534911" y="2923032"/>
            <a:ext cx="3713988" cy="373379"/>
            <a:chOff x="0" y="0"/>
            <a:chExt cx="3713988" cy="373379"/>
          </a:xfrm>
        </p:grpSpPr>
        <p:sp>
          <p:nvSpPr>
            <p:cNvPr id="690" name="rect"/>
            <p:cNvSpPr/>
            <p:nvPr/>
          </p:nvSpPr>
          <p:spPr>
            <a:xfrm>
              <a:off x="3047" y="0"/>
              <a:ext cx="3710940" cy="373379"/>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692" name="picture 692"/>
            <p:cNvPicPr>
              <a:picLocks noChangeAspect="1"/>
            </p:cNvPicPr>
            <p:nvPr>
              <p:custDataLst>
                <p:tags r:id="rId16"/>
              </p:custDataLst>
            </p:nvPr>
          </p:nvPicPr>
          <p:blipFill>
            <a:blip r:embed="rId17"/>
            <a:stretch>
              <a:fillRect/>
            </a:stretch>
          </p:blipFill>
          <p:spPr>
            <a:xfrm rot="21600000">
              <a:off x="0" y="3047"/>
              <a:ext cx="612647" cy="368808"/>
            </a:xfrm>
            <a:prstGeom prst="rect">
              <a:avLst/>
            </a:prstGeom>
          </p:spPr>
        </p:pic>
        <p:sp>
          <p:nvSpPr>
            <p:cNvPr id="694" name="textbox 694"/>
            <p:cNvSpPr/>
            <p:nvPr>
              <p:custDataLst>
                <p:tags r:id="rId18"/>
              </p:custDataLst>
            </p:nvPr>
          </p:nvSpPr>
          <p:spPr>
            <a:xfrm>
              <a:off x="1829613" y="80730"/>
              <a:ext cx="493394" cy="227329"/>
            </a:xfrm>
            <a:prstGeom prst="rect">
              <a:avLst/>
            </a:prstGeom>
          </p:spPr>
          <p:txBody>
            <a:bodyPr vert="horz" wrap="square" lIns="0" tIns="0" rIns="0" bIns="0"/>
            <a:lstStyle/>
            <a:p>
              <a:pPr algn="l" rtl="0" eaLnBrk="0">
                <a:lnSpc>
                  <a:spcPct val="86000"/>
                </a:lnSpc>
              </a:pPr>
              <a:endParaRPr lang="en-US" altLang="en-US" sz="100" dirty="0">
                <a:solidFill>
                  <a:schemeClr val="dk1"/>
                </a:solidFill>
              </a:endParaRPr>
            </a:p>
            <a:p>
              <a:pPr marL="12700" algn="l" rtl="0" eaLnBrk="0">
                <a:lnSpc>
                  <a:spcPct val="88000"/>
                </a:lnSpc>
              </a:pPr>
              <a:r>
                <a:rPr sz="1500" kern="0" spc="20" dirty="0">
                  <a:solidFill>
                    <a:schemeClr val="dk1"/>
                  </a:solidFill>
                  <a:cs typeface="微软雅黑" panose="020B0503020204020204" charset="-122"/>
                </a:rPr>
                <a:t>PMO</a:t>
              </a:r>
              <a:endParaRPr lang="en-US" altLang="en-US" sz="1500" kern="0" spc="20" dirty="0">
                <a:solidFill>
                  <a:schemeClr val="dk1"/>
                </a:solidFill>
                <a:cs typeface="微软雅黑" panose="020B0503020204020204" charset="-122"/>
              </a:endParaRPr>
            </a:p>
          </p:txBody>
        </p:sp>
      </p:grpSp>
      <p:sp>
        <p:nvSpPr>
          <p:cNvPr id="698" name="textbox 698"/>
          <p:cNvSpPr/>
          <p:nvPr>
            <p:custDataLst>
              <p:tags r:id="rId19"/>
            </p:custDataLst>
          </p:nvPr>
        </p:nvSpPr>
        <p:spPr>
          <a:xfrm>
            <a:off x="2369741" y="3210832"/>
            <a:ext cx="1443355" cy="894714"/>
          </a:xfrm>
          <a:prstGeom prst="rect">
            <a:avLst/>
          </a:prstGeom>
        </p:spPr>
        <p:txBody>
          <a:bodyPr vert="horz" wrap="square" lIns="0" tIns="0" rIns="0" bIns="0"/>
          <a:lstStyle/>
          <a:p>
            <a:pPr algn="l" rtl="0" eaLnBrk="0">
              <a:lnSpc>
                <a:spcPct val="77000"/>
              </a:lnSpc>
            </a:pPr>
            <a:endParaRPr lang="en-US" altLang="en-US" sz="100" dirty="0">
              <a:solidFill>
                <a:schemeClr val="dk1"/>
              </a:solidFill>
            </a:endParaRPr>
          </a:p>
          <a:p>
            <a:pPr algn="r" rtl="0" eaLnBrk="0">
              <a:lnSpc>
                <a:spcPct val="93000"/>
              </a:lnSpc>
            </a:pPr>
            <a:r>
              <a:rPr sz="2200" b="1" kern="0" spc="-130" dirty="0">
                <a:solidFill>
                  <a:schemeClr val="dk1"/>
                </a:solidFill>
                <a:cs typeface="Arial" panose="020B0604020202020204"/>
              </a:rPr>
              <a:t>C</a:t>
            </a:r>
            <a:r>
              <a:rPr sz="2200" b="1" kern="0" spc="-120" dirty="0">
                <a:solidFill>
                  <a:schemeClr val="dk1"/>
                </a:solidFill>
                <a:cs typeface="Arial" panose="020B0604020202020204"/>
              </a:rPr>
              <a:t>ONTENT</a:t>
            </a:r>
            <a:r>
              <a:rPr sz="2200" b="1" kern="0" spc="-110" dirty="0">
                <a:solidFill>
                  <a:schemeClr val="dk1"/>
                </a:solidFill>
                <a:cs typeface="Arial" panose="020B0604020202020204"/>
              </a:rPr>
              <a:t>S</a:t>
            </a:r>
            <a:endParaRPr lang="en-US" altLang="en-US" sz="2200" dirty="0">
              <a:solidFill>
                <a:schemeClr val="dk1"/>
              </a:solidFill>
            </a:endParaRPr>
          </a:p>
          <a:p>
            <a:pPr marL="376555" algn="l" rtl="0" eaLnBrk="0">
              <a:lnSpc>
                <a:spcPts val="4395"/>
              </a:lnSpc>
            </a:pPr>
            <a:r>
              <a:rPr sz="3200" kern="0" spc="-150" dirty="0">
                <a:ln w="11625" cap="flat" cmpd="sng">
                  <a:solidFill>
                    <a:srgbClr val="000000">
                      <a:alpha val="100000"/>
                    </a:srgbClr>
                  </a:solidFill>
                  <a:prstDash val="solid"/>
                  <a:miter lim="10"/>
                </a:ln>
                <a:solidFill>
                  <a:schemeClr val="dk1"/>
                </a:solidFill>
                <a:cs typeface="微软雅黑" panose="020B0503020204020204" charset="-122"/>
              </a:rPr>
              <a:t>目录</a:t>
            </a:r>
            <a:endParaRPr lang="en-US" altLang="en-US" sz="3200" kern="0" spc="-150" dirty="0">
              <a:ln w="11625" cap="flat" cmpd="sng">
                <a:solidFill>
                  <a:srgbClr val="000000">
                    <a:alpha val="100000"/>
                  </a:srgbClr>
                </a:solidFill>
                <a:prstDash val="solid"/>
                <a:miter lim="10"/>
              </a:ln>
              <a:solidFill>
                <a:schemeClr val="dk1"/>
              </a:solidFill>
              <a:cs typeface="微软雅黑" panose="020B0503020204020204" charset="-122"/>
            </a:endParaRPr>
          </a:p>
        </p:txBody>
      </p:sp>
      <p:grpSp>
        <p:nvGrpSpPr>
          <p:cNvPr id="52" name="group 52"/>
          <p:cNvGrpSpPr/>
          <p:nvPr/>
        </p:nvGrpSpPr>
        <p:grpSpPr>
          <a:xfrm rot="21600000">
            <a:off x="6537959" y="3348228"/>
            <a:ext cx="612647" cy="367283"/>
            <a:chOff x="0" y="0"/>
            <a:chExt cx="612647" cy="367283"/>
          </a:xfrm>
        </p:grpSpPr>
        <p:pic>
          <p:nvPicPr>
            <p:cNvPr id="706" name="picture 706"/>
            <p:cNvPicPr>
              <a:picLocks noChangeAspect="1"/>
            </p:cNvPicPr>
            <p:nvPr>
              <p:custDataLst>
                <p:tags r:id="rId20"/>
              </p:custDataLst>
            </p:nvPr>
          </p:nvPicPr>
          <p:blipFill>
            <a:blip r:embed="rId21"/>
            <a:stretch>
              <a:fillRect/>
            </a:stretch>
          </p:blipFill>
          <p:spPr>
            <a:xfrm rot="21600000">
              <a:off x="0" y="0"/>
              <a:ext cx="612647" cy="367283"/>
            </a:xfrm>
            <a:prstGeom prst="rect">
              <a:avLst/>
            </a:prstGeom>
          </p:spPr>
        </p:pic>
        <p:sp>
          <p:nvSpPr>
            <p:cNvPr id="708" name="textbox 708"/>
            <p:cNvSpPr/>
            <p:nvPr>
              <p:custDataLst>
                <p:tags r:id="rId22"/>
              </p:custDataLst>
            </p:nvPr>
          </p:nvSpPr>
          <p:spPr>
            <a:xfrm>
              <a:off x="-12700" y="-12700"/>
              <a:ext cx="638175" cy="436244"/>
            </a:xfrm>
            <a:prstGeom prst="rect">
              <a:avLst/>
            </a:prstGeom>
          </p:spPr>
          <p:txBody>
            <a:bodyPr vert="horz" wrap="square" lIns="0" tIns="0" rIns="0" bIns="0"/>
            <a:lstStyle/>
            <a:p>
              <a:pPr algn="l" rtl="0" eaLnBrk="0">
                <a:lnSpc>
                  <a:spcPct val="100000"/>
                </a:lnSpc>
              </a:pPr>
              <a:endParaRPr lang="en-US" altLang="en-US" sz="700" dirty="0">
                <a:solidFill>
                  <a:schemeClr val="lt1"/>
                </a:solidFill>
              </a:endParaRPr>
            </a:p>
            <a:p>
              <a:pPr marL="154940" algn="l" rtl="0" eaLnBrk="0">
                <a:lnSpc>
                  <a:spcPct val="88000"/>
                </a:lnSpc>
                <a:spcBef>
                  <a:spcPts val="0"/>
                </a:spcBef>
              </a:pPr>
              <a:r>
                <a:rPr sz="1500" kern="0" spc="10" dirty="0">
                  <a:solidFill>
                    <a:schemeClr val="lt1"/>
                  </a:solidFill>
                  <a:cs typeface="微软雅黑" panose="020B0503020204020204" charset="-122"/>
                </a:rPr>
                <a:t>2.2</a:t>
              </a:r>
              <a:endParaRPr lang="en-US" altLang="en-US" sz="1500" kern="0" spc="10" dirty="0">
                <a:solidFill>
                  <a:schemeClr val="lt1"/>
                </a:solidFill>
                <a:cs typeface="微软雅黑" panose="020B0503020204020204" charset="-122"/>
              </a:endParaRPr>
            </a:p>
          </p:txBody>
        </p:sp>
      </p:grpSp>
      <p:sp>
        <p:nvSpPr>
          <p:cNvPr id="712" name="textbox 712"/>
          <p:cNvSpPr/>
          <p:nvPr>
            <p:custDataLst>
              <p:tags r:id="rId23"/>
            </p:custDataLst>
          </p:nvPr>
        </p:nvSpPr>
        <p:spPr>
          <a:xfrm>
            <a:off x="8402245" y="3436546"/>
            <a:ext cx="415290" cy="224790"/>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87000"/>
              </a:lnSpc>
            </a:pPr>
            <a:r>
              <a:rPr sz="1500" kern="0" spc="-20" dirty="0">
                <a:solidFill>
                  <a:schemeClr val="dk1"/>
                </a:solidFill>
                <a:cs typeface="微软雅黑" panose="020B0503020204020204" charset="-122"/>
              </a:rPr>
              <a:t>BTIT</a:t>
            </a:r>
            <a:endParaRPr lang="en-US" altLang="en-US" sz="1500" kern="0" spc="-20" dirty="0">
              <a:solidFill>
                <a:schemeClr val="dk1"/>
              </a:solidFill>
              <a:cs typeface="微软雅黑" panose="020B0503020204020204" charset="-122"/>
            </a:endParaRPr>
          </a:p>
        </p:txBody>
      </p:sp>
      <p:sp>
        <p:nvSpPr>
          <p:cNvPr id="714" name="textbox 714"/>
          <p:cNvSpPr/>
          <p:nvPr>
            <p:custDataLst>
              <p:tags r:id="rId24"/>
            </p:custDataLst>
          </p:nvPr>
        </p:nvSpPr>
        <p:spPr>
          <a:xfrm>
            <a:off x="5965867" y="5129047"/>
            <a:ext cx="221615" cy="360679"/>
          </a:xfrm>
          <a:prstGeom prst="rect">
            <a:avLst/>
          </a:prstGeom>
        </p:spPr>
        <p:txBody>
          <a:bodyPr vert="horz" wrap="square" lIns="0" tIns="0" rIns="0" bIns="0"/>
          <a:lstStyle/>
          <a:p>
            <a:pPr algn="l" rtl="0" eaLnBrk="0">
              <a:lnSpc>
                <a:spcPct val="73000"/>
              </a:lnSpc>
            </a:pPr>
            <a:endParaRPr lang="en-US" altLang="en-US" sz="100" dirty="0">
              <a:solidFill>
                <a:schemeClr val="lt1"/>
              </a:solidFill>
            </a:endParaRPr>
          </a:p>
          <a:p>
            <a:pPr marL="12700" algn="l" rtl="0" eaLnBrk="0">
              <a:lnSpc>
                <a:spcPct val="85000"/>
              </a:lnSpc>
            </a:pPr>
            <a:r>
              <a:rPr sz="2600" kern="0" spc="0" dirty="0">
                <a:solidFill>
                  <a:schemeClr val="lt1"/>
                </a:solidFill>
                <a:cs typeface="微软雅黑" panose="020B0503020204020204" charset="-122"/>
              </a:rPr>
              <a:t>4</a:t>
            </a:r>
            <a:endParaRPr lang="en-US" altLang="en-US" sz="2600" kern="0" spc="0" dirty="0">
              <a:solidFill>
                <a:schemeClr val="lt1"/>
              </a:solidFill>
              <a:cs typeface="微软雅黑" panose="020B0503020204020204" charset="-122"/>
            </a:endParaRPr>
          </a:p>
        </p:txBody>
      </p:sp>
      <p:sp>
        <p:nvSpPr>
          <p:cNvPr id="716" name="textbox 716"/>
          <p:cNvSpPr/>
          <p:nvPr>
            <p:custDataLst>
              <p:tags r:id="rId25"/>
            </p:custDataLst>
          </p:nvPr>
        </p:nvSpPr>
        <p:spPr>
          <a:xfrm>
            <a:off x="5975541" y="2510838"/>
            <a:ext cx="204470" cy="365125"/>
          </a:xfrm>
          <a:prstGeom prst="rect">
            <a:avLst/>
          </a:prstGeom>
        </p:spPr>
        <p:txBody>
          <a:bodyPr vert="horz" wrap="square" lIns="0" tIns="0" rIns="0" bIns="0"/>
          <a:lstStyle/>
          <a:p>
            <a:pPr algn="l" rtl="0" eaLnBrk="0">
              <a:lnSpc>
                <a:spcPct val="75000"/>
              </a:lnSpc>
            </a:pPr>
            <a:endParaRPr lang="en-US" altLang="en-US" sz="100" dirty="0">
              <a:solidFill>
                <a:schemeClr val="lt1"/>
              </a:solidFill>
            </a:endParaRPr>
          </a:p>
          <a:p>
            <a:pPr algn="r" rtl="0" eaLnBrk="0">
              <a:lnSpc>
                <a:spcPct val="86000"/>
              </a:lnSpc>
            </a:pPr>
            <a:r>
              <a:rPr sz="2600" kern="0" spc="-130" dirty="0">
                <a:solidFill>
                  <a:schemeClr val="lt1"/>
                </a:solidFill>
                <a:cs typeface="微软雅黑" panose="020B0503020204020204" charset="-122"/>
              </a:rPr>
              <a:t>2</a:t>
            </a:r>
            <a:endParaRPr lang="en-US" altLang="en-US" sz="2600" kern="0" spc="-130" dirty="0">
              <a:solidFill>
                <a:schemeClr val="lt1"/>
              </a:solidFill>
              <a:cs typeface="微软雅黑" panose="020B0503020204020204" charset="-122"/>
            </a:endParaRPr>
          </a:p>
        </p:txBody>
      </p:sp>
      <p:sp>
        <p:nvSpPr>
          <p:cNvPr id="718" name="textbox 718"/>
          <p:cNvSpPr/>
          <p:nvPr>
            <p:custDataLst>
              <p:tags r:id="rId26"/>
            </p:custDataLst>
          </p:nvPr>
        </p:nvSpPr>
        <p:spPr>
          <a:xfrm>
            <a:off x="5979623" y="4455863"/>
            <a:ext cx="200660" cy="362584"/>
          </a:xfrm>
          <a:prstGeom prst="rect">
            <a:avLst/>
          </a:prstGeom>
        </p:spPr>
        <p:txBody>
          <a:bodyPr vert="horz" wrap="square" lIns="0" tIns="0" rIns="0" bIns="0"/>
          <a:lstStyle/>
          <a:p>
            <a:pPr algn="l" rtl="0" eaLnBrk="0">
              <a:lnSpc>
                <a:spcPct val="92000"/>
              </a:lnSpc>
            </a:pPr>
            <a:endParaRPr lang="en-US" altLang="en-US" sz="100" dirty="0">
              <a:solidFill>
                <a:schemeClr val="lt1"/>
              </a:solidFill>
            </a:endParaRPr>
          </a:p>
          <a:p>
            <a:pPr algn="r" rtl="0" eaLnBrk="0">
              <a:lnSpc>
                <a:spcPct val="88000"/>
              </a:lnSpc>
            </a:pPr>
            <a:r>
              <a:rPr sz="2500" kern="0" spc="-100" dirty="0">
                <a:solidFill>
                  <a:schemeClr val="lt1"/>
                </a:solidFill>
                <a:cs typeface="微软雅黑" panose="020B0503020204020204" charset="-122"/>
              </a:rPr>
              <a:t>3</a:t>
            </a:r>
            <a:endParaRPr lang="en-US" altLang="en-US" sz="2500" kern="0" spc="-100" dirty="0">
              <a:solidFill>
                <a:schemeClr val="lt1"/>
              </a:solidFill>
              <a:cs typeface="微软雅黑" panose="020B0503020204020204" charset="-122"/>
            </a:endParaRPr>
          </a:p>
        </p:txBody>
      </p:sp>
      <p:sp>
        <p:nvSpPr>
          <p:cNvPr id="720" name="textbox 720"/>
          <p:cNvSpPr/>
          <p:nvPr>
            <p:custDataLst>
              <p:tags r:id="rId27"/>
            </p:custDataLst>
          </p:nvPr>
        </p:nvSpPr>
        <p:spPr>
          <a:xfrm>
            <a:off x="6667825" y="3007524"/>
            <a:ext cx="300354" cy="227965"/>
          </a:xfrm>
          <a:prstGeom prst="rect">
            <a:avLst/>
          </a:prstGeom>
        </p:spPr>
        <p:txBody>
          <a:bodyPr vert="horz" wrap="square" lIns="0" tIns="0" rIns="0" bIns="0"/>
          <a:lstStyle/>
          <a:p>
            <a:pPr algn="l" rtl="0" eaLnBrk="0">
              <a:lnSpc>
                <a:spcPct val="77000"/>
              </a:lnSpc>
            </a:pPr>
            <a:endParaRPr lang="en-US" altLang="en-US" sz="100" dirty="0">
              <a:solidFill>
                <a:schemeClr val="lt1"/>
              </a:solidFill>
            </a:endParaRPr>
          </a:p>
          <a:p>
            <a:pPr marL="12700" algn="l" rtl="0" eaLnBrk="0">
              <a:lnSpc>
                <a:spcPct val="89000"/>
              </a:lnSpc>
            </a:pPr>
            <a:r>
              <a:rPr sz="1500" kern="0" spc="10" dirty="0">
                <a:solidFill>
                  <a:schemeClr val="lt1"/>
                </a:solidFill>
                <a:cs typeface="微软雅黑" panose="020B0503020204020204" charset="-122"/>
              </a:rPr>
              <a:t>2.1</a:t>
            </a:r>
            <a:endParaRPr lang="en-US" altLang="en-US" sz="1500" kern="0" spc="10" dirty="0">
              <a:solidFill>
                <a:schemeClr val="lt1"/>
              </a:solidFill>
              <a:cs typeface="微软雅黑" panose="020B0503020204020204" charset="-122"/>
            </a:endParaRPr>
          </a:p>
        </p:txBody>
      </p:sp>
      <p:sp>
        <p:nvSpPr>
          <p:cNvPr id="722" name="textbox 722"/>
          <p:cNvSpPr/>
          <p:nvPr>
            <p:custDataLst>
              <p:tags r:id="rId28"/>
            </p:custDataLst>
          </p:nvPr>
        </p:nvSpPr>
        <p:spPr>
          <a:xfrm>
            <a:off x="5991740" y="1860642"/>
            <a:ext cx="188595" cy="360679"/>
          </a:xfrm>
          <a:prstGeom prst="rect">
            <a:avLst/>
          </a:prstGeom>
        </p:spPr>
        <p:txBody>
          <a:bodyPr vert="horz" wrap="square" lIns="0" tIns="0" rIns="0" bIns="0"/>
          <a:lstStyle/>
          <a:p>
            <a:pPr algn="l" rtl="0" eaLnBrk="0">
              <a:lnSpc>
                <a:spcPct val="72000"/>
              </a:lnSpc>
            </a:pPr>
            <a:endParaRPr lang="en-US" altLang="en-US" sz="100" dirty="0">
              <a:solidFill>
                <a:schemeClr val="lt1"/>
              </a:solidFill>
            </a:endParaRPr>
          </a:p>
          <a:p>
            <a:pPr algn="r" rtl="0" eaLnBrk="0">
              <a:lnSpc>
                <a:spcPct val="92000"/>
              </a:lnSpc>
            </a:pPr>
            <a:r>
              <a:rPr sz="2400" kern="0" spc="-140" dirty="0">
                <a:solidFill>
                  <a:schemeClr val="lt1"/>
                </a:solidFill>
                <a:cs typeface="微软雅黑" panose="020B0503020204020204" charset="-122"/>
              </a:rPr>
              <a:t>1</a:t>
            </a:r>
            <a:endParaRPr lang="en-US" altLang="en-US" sz="2400" kern="0" spc="-140" dirty="0">
              <a:solidFill>
                <a:schemeClr val="lt1"/>
              </a:solidFill>
              <a:cs typeface="微软雅黑" panose="020B0503020204020204" charset="-122"/>
            </a:endParaRPr>
          </a:p>
        </p:txBody>
      </p:sp>
      <p:sp>
        <p:nvSpPr>
          <p:cNvPr id="724" name="textbox 724"/>
          <p:cNvSpPr/>
          <p:nvPr>
            <p:custDataLst>
              <p:tags r:id="rId29"/>
            </p:custDataLst>
          </p:nvPr>
        </p:nvSpPr>
        <p:spPr>
          <a:xfrm>
            <a:off x="6701463" y="3844331"/>
            <a:ext cx="267970" cy="205104"/>
          </a:xfrm>
          <a:prstGeom prst="rect">
            <a:avLst/>
          </a:prstGeom>
        </p:spPr>
        <p:txBody>
          <a:bodyPr vert="horz" wrap="square" lIns="0" tIns="0" rIns="0" bIns="0"/>
          <a:lstStyle/>
          <a:p>
            <a:pPr algn="l" rtl="0" eaLnBrk="0">
              <a:lnSpc>
                <a:spcPct val="86000"/>
              </a:lnSpc>
            </a:pPr>
            <a:endParaRPr lang="en-US" altLang="en-US" sz="100" dirty="0">
              <a:solidFill>
                <a:schemeClr val="lt1"/>
              </a:solidFill>
            </a:endParaRPr>
          </a:p>
          <a:p>
            <a:pPr marL="12700" algn="l" rtl="0" eaLnBrk="0">
              <a:lnSpc>
                <a:spcPct val="84000"/>
              </a:lnSpc>
            </a:pPr>
            <a:r>
              <a:rPr sz="1400" kern="0" spc="-40" dirty="0">
                <a:solidFill>
                  <a:schemeClr val="lt1"/>
                </a:solidFill>
                <a:cs typeface="微软雅黑" panose="020B0503020204020204" charset="-122"/>
              </a:rPr>
              <a:t>2.3</a:t>
            </a:r>
            <a:endParaRPr lang="en-US" altLang="en-US" sz="1400" kern="0" spc="-40" dirty="0">
              <a:solidFill>
                <a:schemeClr val="lt1"/>
              </a:solidFill>
              <a:cs typeface="微软雅黑" panose="020B0503020204020204" charset="-122"/>
            </a:endParaRPr>
          </a:p>
        </p:txBody>
      </p:sp>
    </p:spTree>
    <p:custDataLst>
      <p:tags r:id="rId30"/>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6" name="table 726"/>
          <p:cNvGraphicFramePr>
            <a:graphicFrameLocks noGrp="1"/>
          </p:cNvGraphicFramePr>
          <p:nvPr>
            <p:custDataLst>
              <p:tags r:id="rId1"/>
            </p:custDataLst>
          </p:nvPr>
        </p:nvGraphicFramePr>
        <p:xfrm>
          <a:off x="1212913" y="1756981"/>
          <a:ext cx="4719954" cy="2070735"/>
        </p:xfrm>
        <a:graphic>
          <a:graphicData uri="http://schemas.openxmlformats.org/drawingml/2006/table">
            <a:tbl>
              <a:tblPr/>
              <a:tblGrid>
                <a:gridCol w="4719954"/>
              </a:tblGrid>
              <a:tr h="2061210">
                <a:tc>
                  <a:txBody>
                    <a:bodyPr/>
                    <a:lstStyle/>
                    <a:p>
                      <a:pPr algn="l" rtl="0" eaLnBrk="0">
                        <a:lnSpc>
                          <a:spcPct val="154000"/>
                        </a:lnSpc>
                      </a:pPr>
                      <a:endParaRPr lang="en-US" altLang="en-US" sz="1000" dirty="0"/>
                    </a:p>
                    <a:p>
                      <a:pPr algn="l" rtl="0" eaLnBrk="0">
                        <a:lnSpc>
                          <a:spcPct val="8000"/>
                        </a:lnSpc>
                      </a:pPr>
                      <a:endParaRPr lang="en-US" altLang="en-US" sz="100" dirty="0"/>
                    </a:p>
                    <a:p>
                      <a:pPr marL="231140" indent="-95250" algn="l" rtl="0" eaLnBrk="0">
                        <a:lnSpc>
                          <a:spcPct val="99000"/>
                        </a:lnSpc>
                      </a:pPr>
                      <a:r>
                        <a:rPr sz="1400" kern="0" spc="-50" dirty="0">
                          <a:solidFill>
                            <a:srgbClr val="5B9BD5">
                              <a:alpha val="100000"/>
                            </a:srgbClr>
                          </a:solidFill>
                          <a:cs typeface="Wingdings" panose="05000000000000000000"/>
                        </a:rPr>
                        <a:t>.</a:t>
                      </a:r>
                      <a:r>
                        <a:rPr sz="1400" kern="0" spc="-50" dirty="0">
                          <a:solidFill>
                            <a:srgbClr val="000000">
                              <a:alpha val="100000"/>
                            </a:srgbClr>
                          </a:solidFill>
                          <a:cs typeface="微软雅黑" panose="020B0503020204020204" charset="-122"/>
                        </a:rPr>
                        <a:t>当前数据质量在标准化、准确性和一致性方</a:t>
                      </a:r>
                      <a:r>
                        <a:rPr sz="1400" kern="0" spc="-60" dirty="0">
                          <a:solidFill>
                            <a:srgbClr val="000000">
                              <a:alpha val="100000"/>
                            </a:srgbClr>
                          </a:solidFill>
                          <a:cs typeface="微软雅黑" panose="020B0503020204020204" charset="-122"/>
                        </a:rPr>
                        <a:t>面存在不</a:t>
                      </a:r>
                      <a:r>
                        <a:rPr sz="1400" kern="0" spc="-10" dirty="0">
                          <a:solidFill>
                            <a:srgbClr val="000000">
                              <a:alpha val="100000"/>
                            </a:srgbClr>
                          </a:solidFill>
                          <a:cs typeface="微软雅黑" panose="020B0503020204020204" charset="-122"/>
                        </a:rPr>
                        <a:t>        </a:t>
                      </a:r>
                      <a:r>
                        <a:rPr sz="1400" kern="0" spc="0" dirty="0">
                          <a:solidFill>
                            <a:srgbClr val="000000">
                              <a:alpha val="100000"/>
                            </a:srgbClr>
                          </a:solidFill>
                          <a:cs typeface="微软雅黑" panose="020B0503020204020204" charset="-122"/>
                        </a:rPr>
                        <a:t>足，数据采集比较薄弱</a:t>
                      </a:r>
                      <a:endParaRPr lang="en-US" altLang="en-US" sz="1400" dirty="0"/>
                    </a:p>
                    <a:p>
                      <a:pPr marL="246380" indent="-110490" algn="l" rtl="0" eaLnBrk="0">
                        <a:lnSpc>
                          <a:spcPct val="99000"/>
                        </a:lnSpc>
                        <a:spcBef>
                          <a:spcPts val="550"/>
                        </a:spcBef>
                      </a:pPr>
                      <a:r>
                        <a:rPr sz="1400" kern="0" spc="-50" dirty="0">
                          <a:solidFill>
                            <a:srgbClr val="5B9BD5">
                              <a:alpha val="100000"/>
                            </a:srgbClr>
                          </a:solidFill>
                          <a:cs typeface="Wingdings" panose="05000000000000000000"/>
                        </a:rPr>
                        <a:t>.</a:t>
                      </a:r>
                      <a:r>
                        <a:rPr sz="1400" kern="0" spc="-50" dirty="0">
                          <a:solidFill>
                            <a:srgbClr val="000000">
                              <a:alpha val="100000"/>
                            </a:srgbClr>
                          </a:solidFill>
                          <a:cs typeface="微软雅黑" panose="020B0503020204020204" charset="-122"/>
                        </a:rPr>
                        <a:t>尚未建立企业级的数据治理机制，缺乏数据治理责任部     </a:t>
                      </a:r>
                      <a:r>
                        <a:rPr sz="1400" kern="0" spc="-20" dirty="0">
                          <a:solidFill>
                            <a:srgbClr val="000000">
                              <a:alpha val="100000"/>
                            </a:srgbClr>
                          </a:solidFill>
                          <a:cs typeface="微软雅黑" panose="020B0503020204020204" charset="-122"/>
                        </a:rPr>
                        <a:t>门和管理手段</a:t>
                      </a:r>
                      <a:endParaRPr lang="en-US" altLang="en-US" sz="1400" dirty="0"/>
                    </a:p>
                    <a:p>
                      <a:pPr algn="l" rtl="0" eaLnBrk="0">
                        <a:lnSpc>
                          <a:spcPct val="111000"/>
                        </a:lnSpc>
                      </a:pPr>
                      <a:endParaRPr lang="en-US" altLang="en-US" sz="400" dirty="0"/>
                    </a:p>
                    <a:p>
                      <a:pPr marL="233680" indent="-97790" algn="l" rtl="0" eaLnBrk="0">
                        <a:lnSpc>
                          <a:spcPct val="99000"/>
                        </a:lnSpc>
                      </a:pPr>
                      <a:r>
                        <a:rPr sz="1400" kern="0" spc="-50" dirty="0">
                          <a:solidFill>
                            <a:srgbClr val="5B9BD5">
                              <a:alpha val="100000"/>
                            </a:srgbClr>
                          </a:solidFill>
                          <a:cs typeface="Wingdings" panose="05000000000000000000"/>
                        </a:rPr>
                        <a:t>.</a:t>
                      </a:r>
                      <a:r>
                        <a:rPr sz="1400" kern="0" spc="-50" dirty="0">
                          <a:solidFill>
                            <a:srgbClr val="000000">
                              <a:alpha val="100000"/>
                            </a:srgbClr>
                          </a:solidFill>
                          <a:cs typeface="微软雅黑" panose="020B0503020204020204" charset="-122"/>
                        </a:rPr>
                        <a:t>数据利用水平偏低，缺乏深度的数据分析和挖掘，数据     </a:t>
                      </a:r>
                      <a:r>
                        <a:rPr sz="1400" kern="0" spc="0" dirty="0">
                          <a:solidFill>
                            <a:srgbClr val="000000">
                              <a:alpha val="100000"/>
                            </a:srgbClr>
                          </a:solidFill>
                          <a:cs typeface="微软雅黑" panose="020B0503020204020204" charset="-122"/>
                        </a:rPr>
                        <a:t>无法满足管理与业务发展需求</a:t>
                      </a:r>
                      <a:endParaRPr lang="en-US" altLang="en-US" sz="1400" dirty="0"/>
                    </a:p>
                  </a:txBody>
                  <a:tcPr marL="0" marR="0" marT="0" marB="0" vert="horz">
                    <a:lnL w="9525" cap="flat" cmpd="sng" algn="ctr">
                      <a:solidFill>
                        <a:srgbClr val="2C726F"/>
                      </a:solidFill>
                      <a:prstDash val="solid"/>
                      <a:round/>
                      <a:headEnd type="none" w="med" len="med"/>
                      <a:tailEnd type="none" w="med" len="med"/>
                    </a:lnL>
                    <a:lnR w="9525" cap="flat" cmpd="sng" algn="ctr">
                      <a:solidFill>
                        <a:srgbClr val="2C726F"/>
                      </a:solidFill>
                      <a:prstDash val="solid"/>
                      <a:round/>
                      <a:headEnd type="none" w="med" len="med"/>
                      <a:tailEnd type="none" w="med" len="med"/>
                    </a:lnR>
                    <a:lnT w="9525" cap="flat" cmpd="sng" algn="ctr">
                      <a:solidFill>
                        <a:srgbClr val="2C726F"/>
                      </a:solidFill>
                      <a:prstDash val="solid"/>
                      <a:round/>
                      <a:headEnd type="none" w="med" len="med"/>
                      <a:tailEnd type="none" w="med" len="med"/>
                    </a:lnT>
                    <a:lnB w="9525" cap="flat" cmpd="sng" algn="ctr">
                      <a:solidFill>
                        <a:srgbClr val="2C726F"/>
                      </a:solidFill>
                      <a:prstDash val="solid"/>
                      <a:round/>
                      <a:headEnd type="none" w="med" len="med"/>
                      <a:tailEnd type="none" w="med" len="med"/>
                    </a:lnB>
                  </a:tcPr>
                </a:tc>
              </a:tr>
            </a:tbl>
          </a:graphicData>
        </a:graphic>
      </p:graphicFrame>
      <p:graphicFrame>
        <p:nvGraphicFramePr>
          <p:cNvPr id="728" name="table 728"/>
          <p:cNvGraphicFramePr>
            <a:graphicFrameLocks noGrp="1"/>
          </p:cNvGraphicFramePr>
          <p:nvPr>
            <p:custDataLst>
              <p:tags r:id="rId2"/>
            </p:custDataLst>
          </p:nvPr>
        </p:nvGraphicFramePr>
        <p:xfrm>
          <a:off x="6140005" y="1756981"/>
          <a:ext cx="4796154" cy="2018029"/>
        </p:xfrm>
        <a:graphic>
          <a:graphicData uri="http://schemas.openxmlformats.org/drawingml/2006/table">
            <a:tbl>
              <a:tblPr/>
              <a:tblGrid>
                <a:gridCol w="4796154"/>
              </a:tblGrid>
              <a:tr h="2008504">
                <a:tc>
                  <a:txBody>
                    <a:bodyPr/>
                    <a:lstStyle/>
                    <a:p>
                      <a:pPr algn="l" rtl="0" eaLnBrk="0">
                        <a:lnSpc>
                          <a:spcPct val="155000"/>
                        </a:lnSpc>
                      </a:pPr>
                      <a:endParaRPr lang="en-US" altLang="en-US" sz="1000" dirty="0"/>
                    </a:p>
                    <a:p>
                      <a:pPr marL="234315" indent="-97790" algn="l" rtl="0" eaLnBrk="0">
                        <a:lnSpc>
                          <a:spcPct val="99000"/>
                        </a:lnSpc>
                        <a:spcBef>
                          <a:spcPts val="5"/>
                        </a:spcBef>
                      </a:pPr>
                      <a:r>
                        <a:rPr sz="1400" kern="0" spc="-50" dirty="0">
                          <a:solidFill>
                            <a:srgbClr val="5B9BD5">
                              <a:alpha val="100000"/>
                            </a:srgbClr>
                          </a:solidFill>
                          <a:cs typeface="Wingdings" panose="05000000000000000000"/>
                        </a:rPr>
                        <a:t>.</a:t>
                      </a:r>
                      <a:r>
                        <a:rPr sz="1400" kern="0" spc="-50" dirty="0">
                          <a:solidFill>
                            <a:srgbClr val="000000">
                              <a:alpha val="100000"/>
                            </a:srgbClr>
                          </a:solidFill>
                          <a:cs typeface="微软雅黑" panose="020B0503020204020204" charset="-122"/>
                        </a:rPr>
                        <a:t>对操作型的业务基本覆盖，但缺乏关键节点的控制和跨</a:t>
                      </a:r>
                      <a:r>
                        <a:rPr sz="1400" kern="0" spc="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业务协同</a:t>
                      </a:r>
                      <a:endParaRPr lang="en-US" altLang="en-US" sz="1400" dirty="0"/>
                    </a:p>
                    <a:p>
                      <a:pPr marL="233680" indent="-97155" algn="l" rtl="0" eaLnBrk="0">
                        <a:lnSpc>
                          <a:spcPct val="99000"/>
                        </a:lnSpc>
                        <a:spcBef>
                          <a:spcPts val="560"/>
                        </a:spcBef>
                      </a:pPr>
                      <a:r>
                        <a:rPr sz="1400" kern="0" spc="-50" dirty="0">
                          <a:solidFill>
                            <a:srgbClr val="5B9BD5">
                              <a:alpha val="100000"/>
                            </a:srgbClr>
                          </a:solidFill>
                          <a:cs typeface="Wingdings" panose="05000000000000000000"/>
                        </a:rPr>
                        <a:t>.</a:t>
                      </a:r>
                      <a:r>
                        <a:rPr sz="1400" kern="0" spc="-50" dirty="0">
                          <a:solidFill>
                            <a:srgbClr val="000000">
                              <a:alpha val="100000"/>
                            </a:srgbClr>
                          </a:solidFill>
                          <a:cs typeface="微软雅黑" panose="020B0503020204020204" charset="-122"/>
                        </a:rPr>
                        <a:t>在管理支持领域，对人事、采购/工程层面缺乏系统支</a:t>
                      </a:r>
                      <a:r>
                        <a:rPr sz="1400" kern="0" spc="0" dirty="0">
                          <a:solidFill>
                            <a:srgbClr val="000000">
                              <a:alpha val="100000"/>
                            </a:srgbClr>
                          </a:solidFill>
                          <a:cs typeface="微软雅黑" panose="020B0503020204020204" charset="-122"/>
                        </a:rPr>
                        <a:t>        持，财务与业务系统也还没有集成，总体上未形成人</a:t>
                      </a:r>
                      <a:r>
                        <a:rPr sz="1400" kern="0" spc="-10" dirty="0">
                          <a:solidFill>
                            <a:srgbClr val="000000">
                              <a:alpha val="100000"/>
                            </a:srgbClr>
                          </a:solidFill>
                          <a:cs typeface="微软雅黑" panose="020B0503020204020204" charset="-122"/>
                        </a:rPr>
                        <a:t>、      </a:t>
                      </a:r>
                      <a:r>
                        <a:rPr sz="1400" kern="0" spc="0" dirty="0">
                          <a:solidFill>
                            <a:srgbClr val="000000">
                              <a:alpha val="100000"/>
                            </a:srgbClr>
                          </a:solidFill>
                          <a:cs typeface="微软雅黑" panose="020B0503020204020204" charset="-122"/>
                        </a:rPr>
                        <a:t>财、物的一体化集成管控</a:t>
                      </a:r>
                      <a:endParaRPr lang="en-US" altLang="en-US" sz="1400" dirty="0"/>
                    </a:p>
                    <a:p>
                      <a:pPr algn="l" rtl="0" eaLnBrk="0">
                        <a:lnSpc>
                          <a:spcPct val="110000"/>
                        </a:lnSpc>
                      </a:pPr>
                      <a:endParaRPr lang="en-US" altLang="en-US" sz="400" dirty="0"/>
                    </a:p>
                    <a:p>
                      <a:pPr marL="240665" indent="-104140" algn="l" rtl="0" eaLnBrk="0">
                        <a:lnSpc>
                          <a:spcPct val="99000"/>
                        </a:lnSpc>
                        <a:spcBef>
                          <a:spcPts val="5"/>
                        </a:spcBef>
                      </a:pPr>
                      <a:r>
                        <a:rPr sz="1400" kern="0" spc="-50" dirty="0">
                          <a:solidFill>
                            <a:srgbClr val="5B9BD5">
                              <a:alpha val="100000"/>
                            </a:srgbClr>
                          </a:solidFill>
                          <a:cs typeface="Wingdings" panose="05000000000000000000"/>
                        </a:rPr>
                        <a:t>.</a:t>
                      </a:r>
                      <a:r>
                        <a:rPr sz="1400" kern="0" spc="-50" dirty="0">
                          <a:solidFill>
                            <a:srgbClr val="000000">
                              <a:alpha val="100000"/>
                            </a:srgbClr>
                          </a:solidFill>
                          <a:cs typeface="微软雅黑" panose="020B0503020204020204" charset="-122"/>
                        </a:rPr>
                        <a:t>应用系统的问题以及数据方面的不足限制了决策分析类</a:t>
                      </a:r>
                      <a:r>
                        <a:rPr sz="1400" kern="0" spc="0" dirty="0">
                          <a:solidFill>
                            <a:srgbClr val="000000">
                              <a:alpha val="100000"/>
                            </a:srgbClr>
                          </a:solidFill>
                          <a:cs typeface="微软雅黑" panose="020B0503020204020204" charset="-122"/>
                        </a:rPr>
                        <a:t>      </a:t>
                      </a:r>
                      <a:r>
                        <a:rPr sz="1400" kern="0" spc="-20" dirty="0">
                          <a:solidFill>
                            <a:srgbClr val="000000">
                              <a:alpha val="100000"/>
                            </a:srgbClr>
                          </a:solidFill>
                          <a:cs typeface="微软雅黑" panose="020B0503020204020204" charset="-122"/>
                        </a:rPr>
                        <a:t>的应用</a:t>
                      </a:r>
                      <a:endParaRPr lang="en-US" altLang="en-US" sz="1400" dirty="0"/>
                    </a:p>
                  </a:txBody>
                  <a:tcPr marL="0" marR="0" marT="0" marB="0" vert="horz">
                    <a:lnL w="9525" cap="flat" cmpd="sng" algn="ctr">
                      <a:solidFill>
                        <a:srgbClr val="2C726F"/>
                      </a:solidFill>
                      <a:prstDash val="solid"/>
                      <a:round/>
                      <a:headEnd type="none" w="med" len="med"/>
                      <a:tailEnd type="none" w="med" len="med"/>
                    </a:lnL>
                    <a:lnR w="9525" cap="flat" cmpd="sng" algn="ctr">
                      <a:solidFill>
                        <a:srgbClr val="2C726F"/>
                      </a:solidFill>
                      <a:prstDash val="solid"/>
                      <a:round/>
                      <a:headEnd type="none" w="med" len="med"/>
                      <a:tailEnd type="none" w="med" len="med"/>
                    </a:lnR>
                    <a:lnT w="9525" cap="flat" cmpd="sng" algn="ctr">
                      <a:solidFill>
                        <a:srgbClr val="2C726F"/>
                      </a:solidFill>
                      <a:prstDash val="solid"/>
                      <a:round/>
                      <a:headEnd type="none" w="med" len="med"/>
                      <a:tailEnd type="none" w="med" len="med"/>
                    </a:lnT>
                    <a:lnB w="9525" cap="flat" cmpd="sng" algn="ctr">
                      <a:solidFill>
                        <a:srgbClr val="2C726F"/>
                      </a:solidFill>
                      <a:prstDash val="solid"/>
                      <a:round/>
                      <a:headEnd type="none" w="med" len="med"/>
                      <a:tailEnd type="none" w="med" len="med"/>
                    </a:lnB>
                  </a:tcPr>
                </a:tc>
              </a:tr>
            </a:tbl>
          </a:graphicData>
        </a:graphic>
      </p:graphicFrame>
      <p:sp>
        <p:nvSpPr>
          <p:cNvPr id="730" name="textbox 730"/>
          <p:cNvSpPr/>
          <p:nvPr>
            <p:custDataLst>
              <p:tags r:id="rId3"/>
            </p:custDataLst>
          </p:nvPr>
        </p:nvSpPr>
        <p:spPr>
          <a:xfrm>
            <a:off x="775508" y="424021"/>
            <a:ext cx="9971405" cy="898525"/>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76200" algn="l" rtl="0" eaLnBrk="0">
              <a:lnSpc>
                <a:spcPct val="98000"/>
              </a:lnSpc>
            </a:pPr>
            <a:r>
              <a:rPr sz="2000" b="1" kern="0" spc="-30" dirty="0">
                <a:solidFill>
                  <a:schemeClr val="dk1"/>
                </a:solidFill>
                <a:cs typeface="微软雅黑" panose="020B0503020204020204" charset="-122"/>
              </a:rPr>
              <a:t>IT现状分析</a:t>
            </a:r>
            <a:endParaRPr lang="en-US" altLang="en-US" sz="2000" dirty="0">
              <a:solidFill>
                <a:schemeClr val="dk1"/>
              </a:solidFill>
            </a:endParaRPr>
          </a:p>
          <a:p>
            <a:pPr algn="l" rtl="0" eaLnBrk="0">
              <a:lnSpc>
                <a:spcPct val="111000"/>
              </a:lnSpc>
            </a:pPr>
            <a:endParaRPr lang="en-US" altLang="en-US" sz="700" dirty="0">
              <a:solidFill>
                <a:schemeClr val="dk1"/>
              </a:solidFill>
            </a:endParaRPr>
          </a:p>
          <a:p>
            <a:pPr marL="12700" algn="l" rtl="0" eaLnBrk="0">
              <a:lnSpc>
                <a:spcPct val="100000"/>
              </a:lnSpc>
              <a:spcBef>
                <a:spcPts val="0"/>
              </a:spcBef>
            </a:pPr>
            <a:r>
              <a:rPr sz="1500" kern="0" spc="80" dirty="0">
                <a:solidFill>
                  <a:schemeClr val="dk1"/>
                </a:solidFill>
                <a:cs typeface="微软雅黑" panose="020B0503020204020204" charset="-122"/>
              </a:rPr>
              <a:t>从数据、应用、技术、治理四个方面看XX信息化整体现状，其中数据和治理是当前的短板，</a:t>
            </a:r>
            <a:r>
              <a:rPr sz="1500" kern="0" spc="430" dirty="0">
                <a:solidFill>
                  <a:schemeClr val="dk1"/>
                </a:solidFill>
                <a:cs typeface="微软雅黑" panose="020B0503020204020204" charset="-122"/>
              </a:rPr>
              <a:t> </a:t>
            </a:r>
            <a:r>
              <a:rPr sz="1500" kern="0" spc="80" dirty="0">
                <a:solidFill>
                  <a:schemeClr val="dk1"/>
                </a:solidFill>
                <a:cs typeface="微软雅黑" panose="020B0503020204020204" charset="-122"/>
              </a:rPr>
              <a:t>并制约了其</a:t>
            </a:r>
            <a:r>
              <a:rPr sz="1500" kern="0" spc="70" dirty="0">
                <a:solidFill>
                  <a:schemeClr val="dk1"/>
                </a:solidFill>
                <a:cs typeface="微软雅黑" panose="020B0503020204020204" charset="-122"/>
              </a:rPr>
              <a:t>他</a:t>
            </a:r>
            <a:r>
              <a:rPr sz="1500" kern="0" spc="0" dirty="0">
                <a:solidFill>
                  <a:schemeClr val="dk1"/>
                </a:solidFill>
                <a:cs typeface="微软雅黑" panose="020B0503020204020204" charset="-122"/>
              </a:rPr>
              <a:t> </a:t>
            </a:r>
            <a:r>
              <a:rPr sz="1500" kern="0" spc="90" dirty="0">
                <a:solidFill>
                  <a:schemeClr val="dk1"/>
                </a:solidFill>
                <a:cs typeface="微软雅黑" panose="020B0503020204020204" charset="-122"/>
              </a:rPr>
              <a:t>方面的提升</a:t>
            </a:r>
            <a:endParaRPr lang="en-US" altLang="en-US" sz="1500" kern="0" spc="90" dirty="0">
              <a:solidFill>
                <a:schemeClr val="dk1"/>
              </a:solidFill>
              <a:cs typeface="微软雅黑" panose="020B0503020204020204" charset="-122"/>
            </a:endParaRPr>
          </a:p>
        </p:txBody>
      </p:sp>
      <p:graphicFrame>
        <p:nvGraphicFramePr>
          <p:cNvPr id="732" name="table 732"/>
          <p:cNvGraphicFramePr>
            <a:graphicFrameLocks noGrp="1"/>
          </p:cNvGraphicFramePr>
          <p:nvPr>
            <p:custDataLst>
              <p:tags r:id="rId4"/>
            </p:custDataLst>
          </p:nvPr>
        </p:nvGraphicFramePr>
        <p:xfrm>
          <a:off x="6140005" y="4297489"/>
          <a:ext cx="4796154" cy="1734185"/>
        </p:xfrm>
        <a:graphic>
          <a:graphicData uri="http://schemas.openxmlformats.org/drawingml/2006/table">
            <a:tbl>
              <a:tblPr/>
              <a:tblGrid>
                <a:gridCol w="4796154"/>
              </a:tblGrid>
              <a:tr h="1724660">
                <a:tc>
                  <a:txBody>
                    <a:bodyPr/>
                    <a:lstStyle/>
                    <a:p>
                      <a:pPr algn="l" rtl="0" eaLnBrk="0">
                        <a:lnSpc>
                          <a:spcPct val="155000"/>
                        </a:lnSpc>
                      </a:pPr>
                      <a:endParaRPr lang="en-US" altLang="en-US" sz="1000" dirty="0"/>
                    </a:p>
                    <a:p>
                      <a:pPr marL="132715" algn="l" rtl="0" eaLnBrk="0">
                        <a:lnSpc>
                          <a:spcPct val="97000"/>
                        </a:lnSpc>
                      </a:pPr>
                      <a:r>
                        <a:rPr sz="1400" kern="0" spc="-50" dirty="0">
                          <a:solidFill>
                            <a:srgbClr val="5B9BD5">
                              <a:alpha val="100000"/>
                            </a:srgbClr>
                          </a:solidFill>
                          <a:cs typeface="Wingdings" panose="05000000000000000000"/>
                        </a:rPr>
                        <a:t>.</a:t>
                      </a:r>
                      <a:r>
                        <a:rPr sz="1400" kern="0" spc="-50" dirty="0">
                          <a:solidFill>
                            <a:srgbClr val="000000">
                              <a:alpha val="100000"/>
                            </a:srgbClr>
                          </a:solidFill>
                          <a:cs typeface="微软雅黑" panose="020B0503020204020204" charset="-122"/>
                        </a:rPr>
                        <a:t>部分核心IT能力不足，特别是架构管控和数据管理能力</a:t>
                      </a:r>
                      <a:endParaRPr lang="en-US" altLang="en-US" sz="1400" dirty="0"/>
                    </a:p>
                    <a:p>
                      <a:pPr marL="227965" indent="-95250" algn="l" rtl="0" eaLnBrk="0">
                        <a:lnSpc>
                          <a:spcPct val="99000"/>
                        </a:lnSpc>
                        <a:spcBef>
                          <a:spcPts val="545"/>
                        </a:spcBef>
                      </a:pPr>
                      <a:r>
                        <a:rPr sz="1400" kern="0" spc="-70" dirty="0">
                          <a:solidFill>
                            <a:srgbClr val="5B9BD5">
                              <a:alpha val="100000"/>
                            </a:srgbClr>
                          </a:solidFill>
                          <a:cs typeface="Wingdings" panose="05000000000000000000"/>
                        </a:rPr>
                        <a:t>.</a:t>
                      </a:r>
                      <a:r>
                        <a:rPr sz="1400" kern="0" spc="-70" dirty="0">
                          <a:solidFill>
                            <a:srgbClr val="000000">
                              <a:alpha val="100000"/>
                            </a:srgbClr>
                          </a:solidFill>
                          <a:cs typeface="微软雅黑" panose="020B0503020204020204" charset="-122"/>
                        </a:rPr>
                        <a:t>业务与IT的良性闭环没有形成，</a:t>
                      </a:r>
                      <a:r>
                        <a:rPr sz="1400" kern="0" spc="220" dirty="0">
                          <a:solidFill>
                            <a:srgbClr val="000000">
                              <a:alpha val="100000"/>
                            </a:srgbClr>
                          </a:solidFill>
                          <a:cs typeface="微软雅黑" panose="020B0503020204020204" charset="-122"/>
                        </a:rPr>
                        <a:t> </a:t>
                      </a:r>
                      <a:r>
                        <a:rPr sz="1400" kern="0" spc="-70" dirty="0">
                          <a:solidFill>
                            <a:srgbClr val="000000">
                              <a:alpha val="100000"/>
                            </a:srgbClr>
                          </a:solidFill>
                          <a:cs typeface="微软雅黑" panose="020B0503020204020204" charset="-122"/>
                        </a:rPr>
                        <a:t>IT治理与服务流程不完</a:t>
                      </a:r>
                      <a:r>
                        <a:rPr sz="1400" kern="0" spc="0" dirty="0">
                          <a:solidFill>
                            <a:srgbClr val="000000">
                              <a:alpha val="100000"/>
                            </a:srgbClr>
                          </a:solidFill>
                          <a:cs typeface="微软雅黑" panose="020B0503020204020204" charset="-122"/>
                        </a:rPr>
                        <a:t>       整，制约信息化的进一步提升</a:t>
                      </a:r>
                      <a:endParaRPr lang="en-US" altLang="en-US" sz="1400" dirty="0"/>
                    </a:p>
                    <a:p>
                      <a:pPr algn="l" rtl="0" eaLnBrk="0">
                        <a:lnSpc>
                          <a:spcPct val="114000"/>
                        </a:lnSpc>
                      </a:pPr>
                      <a:endParaRPr lang="en-US" altLang="en-US" sz="400" dirty="0"/>
                    </a:p>
                    <a:p>
                      <a:pPr marL="132715" algn="l" rtl="0" eaLnBrk="0">
                        <a:lnSpc>
                          <a:spcPct val="97000"/>
                        </a:lnSpc>
                        <a:spcBef>
                          <a:spcPts val="5"/>
                        </a:spcBef>
                      </a:pPr>
                      <a:r>
                        <a:rPr sz="1400" kern="0" spc="-90" dirty="0">
                          <a:solidFill>
                            <a:srgbClr val="5B9BD5">
                              <a:alpha val="100000"/>
                            </a:srgbClr>
                          </a:solidFill>
                          <a:cs typeface="Wingdings" panose="05000000000000000000"/>
                        </a:rPr>
                        <a:t>.</a:t>
                      </a:r>
                      <a:r>
                        <a:rPr sz="1400" kern="0" spc="-90" dirty="0">
                          <a:solidFill>
                            <a:srgbClr val="000000">
                              <a:alpha val="100000"/>
                            </a:srgbClr>
                          </a:solidFill>
                          <a:cs typeface="微软雅黑" panose="020B0503020204020204" charset="-122"/>
                        </a:rPr>
                        <a:t>处于系统的建设高峰期，</a:t>
                      </a:r>
                      <a:r>
                        <a:rPr sz="1400" kern="0" spc="130" dirty="0">
                          <a:solidFill>
                            <a:srgbClr val="000000">
                              <a:alpha val="100000"/>
                            </a:srgbClr>
                          </a:solidFill>
                          <a:cs typeface="微软雅黑" panose="020B0503020204020204" charset="-122"/>
                        </a:rPr>
                        <a:t>  </a:t>
                      </a:r>
                      <a:r>
                        <a:rPr sz="1400" kern="0" spc="-90" dirty="0">
                          <a:solidFill>
                            <a:srgbClr val="000000">
                              <a:alpha val="100000"/>
                            </a:srgbClr>
                          </a:solidFill>
                          <a:cs typeface="微软雅黑" panose="020B0503020204020204" charset="-122"/>
                        </a:rPr>
                        <a:t>IT的投入与业务的发展不匹</a:t>
                      </a:r>
                      <a:r>
                        <a:rPr sz="1400" kern="0" spc="-100" dirty="0">
                          <a:solidFill>
                            <a:srgbClr val="000000">
                              <a:alpha val="100000"/>
                            </a:srgbClr>
                          </a:solidFill>
                          <a:cs typeface="微软雅黑" panose="020B0503020204020204" charset="-122"/>
                        </a:rPr>
                        <a:t>配</a:t>
                      </a:r>
                      <a:endParaRPr lang="en-US" altLang="en-US" sz="1400" dirty="0"/>
                    </a:p>
                  </a:txBody>
                  <a:tcPr marL="0" marR="0" marT="0" marB="0" vert="horz">
                    <a:lnL w="9525" cap="flat" cmpd="sng" algn="ctr">
                      <a:solidFill>
                        <a:srgbClr val="2C726F"/>
                      </a:solidFill>
                      <a:prstDash val="solid"/>
                      <a:round/>
                      <a:headEnd type="none" w="med" len="med"/>
                      <a:tailEnd type="none" w="med" len="med"/>
                    </a:lnL>
                    <a:lnR w="9525" cap="flat" cmpd="sng" algn="ctr">
                      <a:solidFill>
                        <a:srgbClr val="2C726F"/>
                      </a:solidFill>
                      <a:prstDash val="solid"/>
                      <a:round/>
                      <a:headEnd type="none" w="med" len="med"/>
                      <a:tailEnd type="none" w="med" len="med"/>
                    </a:lnR>
                    <a:lnT w="9525" cap="flat" cmpd="sng" algn="ctr">
                      <a:solidFill>
                        <a:srgbClr val="2C726F"/>
                      </a:solidFill>
                      <a:prstDash val="solid"/>
                      <a:round/>
                      <a:headEnd type="none" w="med" len="med"/>
                      <a:tailEnd type="none" w="med" len="med"/>
                    </a:lnT>
                    <a:lnB w="9525" cap="flat" cmpd="sng" algn="ctr">
                      <a:solidFill>
                        <a:srgbClr val="2C726F"/>
                      </a:solidFill>
                      <a:prstDash val="solid"/>
                      <a:round/>
                      <a:headEnd type="none" w="med" len="med"/>
                      <a:tailEnd type="none" w="med" len="med"/>
                    </a:lnB>
                  </a:tcPr>
                </a:tc>
              </a:tr>
            </a:tbl>
          </a:graphicData>
        </a:graphic>
      </p:graphicFrame>
      <p:graphicFrame>
        <p:nvGraphicFramePr>
          <p:cNvPr id="734" name="table 734"/>
          <p:cNvGraphicFramePr>
            <a:graphicFrameLocks noGrp="1"/>
          </p:cNvGraphicFramePr>
          <p:nvPr>
            <p:custDataLst>
              <p:tags r:id="rId5"/>
            </p:custDataLst>
          </p:nvPr>
        </p:nvGraphicFramePr>
        <p:xfrm>
          <a:off x="1212913" y="4297489"/>
          <a:ext cx="4719954" cy="1734185"/>
        </p:xfrm>
        <a:graphic>
          <a:graphicData uri="http://schemas.openxmlformats.org/drawingml/2006/table">
            <a:tbl>
              <a:tblPr/>
              <a:tblGrid>
                <a:gridCol w="4719954"/>
              </a:tblGrid>
              <a:tr h="1724660">
                <a:tc>
                  <a:txBody>
                    <a:bodyPr/>
                    <a:lstStyle/>
                    <a:p>
                      <a:pPr algn="l" rtl="0" eaLnBrk="0">
                        <a:lnSpc>
                          <a:spcPct val="154000"/>
                        </a:lnSpc>
                      </a:pPr>
                      <a:endParaRPr lang="en-US" altLang="en-US" sz="1000" dirty="0"/>
                    </a:p>
                    <a:p>
                      <a:pPr marL="229235" indent="-96520" algn="l" rtl="0" eaLnBrk="0">
                        <a:lnSpc>
                          <a:spcPct val="99000"/>
                        </a:lnSpc>
                        <a:spcBef>
                          <a:spcPts val="5"/>
                        </a:spcBef>
                      </a:pPr>
                      <a:r>
                        <a:rPr sz="1400" kern="0" spc="-50" dirty="0">
                          <a:solidFill>
                            <a:srgbClr val="5B9BD5">
                              <a:alpha val="100000"/>
                            </a:srgbClr>
                          </a:solidFill>
                          <a:cs typeface="Wingdings" panose="05000000000000000000"/>
                        </a:rPr>
                        <a:t>.</a:t>
                      </a:r>
                      <a:r>
                        <a:rPr sz="1400" kern="0" spc="-50" dirty="0">
                          <a:solidFill>
                            <a:srgbClr val="000000">
                              <a:alpha val="100000"/>
                            </a:srgbClr>
                          </a:solidFill>
                          <a:cs typeface="微软雅黑" panose="020B0503020204020204" charset="-122"/>
                        </a:rPr>
                        <a:t>在数据中心方面，XX目前采用阿里云和世纪互联，</a:t>
                      </a:r>
                      <a:r>
                        <a:rPr sz="1400" kern="0" spc="0" dirty="0">
                          <a:solidFill>
                            <a:srgbClr val="000000">
                              <a:alpha val="100000"/>
                            </a:srgbClr>
                          </a:solidFill>
                          <a:cs typeface="微软雅黑" panose="020B0503020204020204" charset="-122"/>
                        </a:rPr>
                        <a:t>  </a:t>
                      </a:r>
                      <a:r>
                        <a:rPr sz="1400" kern="0" spc="-40" dirty="0">
                          <a:solidFill>
                            <a:srgbClr val="000000">
                              <a:alpha val="100000"/>
                            </a:srgbClr>
                          </a:solidFill>
                          <a:cs typeface="微软雅黑" panose="020B0503020204020204" charset="-122"/>
                        </a:rPr>
                        <a:t>依托阿里云的弹性扩展，  基本满足业务需求</a:t>
                      </a:r>
                      <a:endParaRPr lang="en-US" altLang="en-US" sz="1400" dirty="0"/>
                    </a:p>
                    <a:p>
                      <a:pPr marL="132715" algn="l" rtl="0" eaLnBrk="0">
                        <a:lnSpc>
                          <a:spcPct val="98000"/>
                        </a:lnSpc>
                        <a:spcBef>
                          <a:spcPts val="540"/>
                        </a:spcBef>
                      </a:pPr>
                      <a:r>
                        <a:rPr sz="1400" kern="0" spc="-70" dirty="0">
                          <a:solidFill>
                            <a:srgbClr val="5B9BD5">
                              <a:alpha val="100000"/>
                            </a:srgbClr>
                          </a:solidFill>
                          <a:cs typeface="Wingdings" panose="05000000000000000000"/>
                        </a:rPr>
                        <a:t>.</a:t>
                      </a:r>
                      <a:r>
                        <a:rPr sz="1400" kern="0" spc="-70" dirty="0">
                          <a:solidFill>
                            <a:srgbClr val="000000">
                              <a:alpha val="100000"/>
                            </a:srgbClr>
                          </a:solidFill>
                          <a:cs typeface="微软雅黑" panose="020B0503020204020204" charset="-122"/>
                        </a:rPr>
                        <a:t>各省公司的网络缺乏统一</a:t>
                      </a:r>
                      <a:r>
                        <a:rPr sz="1400" kern="0" spc="-80" dirty="0">
                          <a:solidFill>
                            <a:srgbClr val="000000">
                              <a:alpha val="100000"/>
                            </a:srgbClr>
                          </a:solidFill>
                          <a:cs typeface="微软雅黑" panose="020B0503020204020204" charset="-122"/>
                        </a:rPr>
                        <a:t>规划和管理</a:t>
                      </a:r>
                      <a:endParaRPr lang="en-US" altLang="en-US" sz="1400" dirty="0"/>
                    </a:p>
                    <a:p>
                      <a:pPr algn="l" rtl="0" eaLnBrk="0">
                        <a:lnSpc>
                          <a:spcPct val="114000"/>
                        </a:lnSpc>
                      </a:pPr>
                      <a:endParaRPr lang="en-US" altLang="en-US" sz="400" dirty="0"/>
                    </a:p>
                    <a:p>
                      <a:pPr marL="132715" algn="l" rtl="0" eaLnBrk="0">
                        <a:lnSpc>
                          <a:spcPct val="97000"/>
                        </a:lnSpc>
                        <a:spcBef>
                          <a:spcPts val="5"/>
                        </a:spcBef>
                      </a:pPr>
                      <a:r>
                        <a:rPr sz="1400" kern="0" spc="-70" dirty="0">
                          <a:solidFill>
                            <a:srgbClr val="5B9BD5">
                              <a:alpha val="100000"/>
                            </a:srgbClr>
                          </a:solidFill>
                          <a:cs typeface="Wingdings" panose="05000000000000000000"/>
                        </a:rPr>
                        <a:t>.</a:t>
                      </a:r>
                      <a:r>
                        <a:rPr sz="1400" kern="0" spc="-70" dirty="0">
                          <a:solidFill>
                            <a:srgbClr val="000000">
                              <a:alpha val="100000"/>
                            </a:srgbClr>
                          </a:solidFill>
                          <a:cs typeface="微软雅黑" panose="020B0503020204020204" charset="-122"/>
                        </a:rPr>
                        <a:t>缺乏异地灾备系统，信息安全存在隐患</a:t>
                      </a:r>
                      <a:endParaRPr lang="en-US" altLang="en-US" sz="1400" dirty="0"/>
                    </a:p>
                  </a:txBody>
                  <a:tcPr marL="0" marR="0" marT="0" marB="0" vert="horz">
                    <a:lnL w="9525" cap="flat" cmpd="sng" algn="ctr">
                      <a:solidFill>
                        <a:srgbClr val="2C726F"/>
                      </a:solidFill>
                      <a:prstDash val="solid"/>
                      <a:round/>
                      <a:headEnd type="none" w="med" len="med"/>
                      <a:tailEnd type="none" w="med" len="med"/>
                    </a:lnL>
                    <a:lnR w="9525" cap="flat" cmpd="sng" algn="ctr">
                      <a:solidFill>
                        <a:srgbClr val="2C726F"/>
                      </a:solidFill>
                      <a:prstDash val="solid"/>
                      <a:round/>
                      <a:headEnd type="none" w="med" len="med"/>
                      <a:tailEnd type="none" w="med" len="med"/>
                    </a:lnR>
                    <a:lnT w="9525" cap="flat" cmpd="sng" algn="ctr">
                      <a:solidFill>
                        <a:srgbClr val="2C726F"/>
                      </a:solidFill>
                      <a:prstDash val="solid"/>
                      <a:round/>
                      <a:headEnd type="none" w="med" len="med"/>
                      <a:tailEnd type="none" w="med" len="med"/>
                    </a:lnT>
                    <a:lnB w="9525" cap="flat" cmpd="sng" algn="ctr">
                      <a:solidFill>
                        <a:srgbClr val="2C726F"/>
                      </a:solidFill>
                      <a:prstDash val="solid"/>
                      <a:round/>
                      <a:headEnd type="none" w="med" len="med"/>
                      <a:tailEnd type="none" w="med" len="med"/>
                    </a:lnB>
                  </a:tcPr>
                </a:tc>
              </a:tr>
            </a:tbl>
          </a:graphicData>
        </a:graphic>
      </p:graphicFrame>
      <p:pic>
        <p:nvPicPr>
          <p:cNvPr id="738" name="picture 738"/>
          <p:cNvPicPr>
            <a:picLocks noChangeAspect="1"/>
          </p:cNvPicPr>
          <p:nvPr>
            <p:custDataLst>
              <p:tags r:id="rId6"/>
            </p:custDataLst>
          </p:nvPr>
        </p:nvPicPr>
        <p:blipFill>
          <a:blip r:embed="rId7"/>
          <a:stretch>
            <a:fillRect/>
          </a:stretch>
        </p:blipFill>
        <p:spPr>
          <a:xfrm rot="21600000">
            <a:off x="1344168" y="4059935"/>
            <a:ext cx="2131948" cy="428117"/>
          </a:xfrm>
          <a:prstGeom prst="rect">
            <a:avLst/>
          </a:prstGeom>
        </p:spPr>
      </p:pic>
      <p:pic>
        <p:nvPicPr>
          <p:cNvPr id="740" name="picture 740"/>
          <p:cNvPicPr>
            <a:picLocks noChangeAspect="1"/>
          </p:cNvPicPr>
          <p:nvPr>
            <p:custDataLst>
              <p:tags r:id="rId8"/>
            </p:custDataLst>
          </p:nvPr>
        </p:nvPicPr>
        <p:blipFill>
          <a:blip r:embed="rId9"/>
          <a:stretch>
            <a:fillRect/>
          </a:stretch>
        </p:blipFill>
        <p:spPr>
          <a:xfrm rot="21600000">
            <a:off x="6288023" y="4059935"/>
            <a:ext cx="2131948" cy="428117"/>
          </a:xfrm>
          <a:prstGeom prst="rect">
            <a:avLst/>
          </a:prstGeom>
        </p:spPr>
      </p:pic>
      <p:pic>
        <p:nvPicPr>
          <p:cNvPr id="742" name="picture 742"/>
          <p:cNvPicPr>
            <a:picLocks noChangeAspect="1"/>
          </p:cNvPicPr>
          <p:nvPr>
            <p:custDataLst>
              <p:tags r:id="rId10"/>
            </p:custDataLst>
          </p:nvPr>
        </p:nvPicPr>
        <p:blipFill>
          <a:blip r:embed="rId11"/>
          <a:stretch>
            <a:fillRect/>
          </a:stretch>
        </p:blipFill>
        <p:spPr>
          <a:xfrm rot="21600000">
            <a:off x="1344168" y="1493520"/>
            <a:ext cx="2131948" cy="426592"/>
          </a:xfrm>
          <a:prstGeom prst="rect">
            <a:avLst/>
          </a:prstGeom>
        </p:spPr>
      </p:pic>
      <p:pic>
        <p:nvPicPr>
          <p:cNvPr id="744" name="picture 744"/>
          <p:cNvPicPr>
            <a:picLocks noChangeAspect="1"/>
          </p:cNvPicPr>
          <p:nvPr>
            <p:custDataLst>
              <p:tags r:id="rId12"/>
            </p:custDataLst>
          </p:nvPr>
        </p:nvPicPr>
        <p:blipFill>
          <a:blip r:embed="rId13"/>
          <a:stretch>
            <a:fillRect/>
          </a:stretch>
        </p:blipFill>
        <p:spPr>
          <a:xfrm rot="21600000">
            <a:off x="6288023" y="1493520"/>
            <a:ext cx="2131948" cy="426592"/>
          </a:xfrm>
          <a:prstGeom prst="rect">
            <a:avLst/>
          </a:prstGeom>
        </p:spPr>
      </p:pic>
      <p:graphicFrame>
        <p:nvGraphicFramePr>
          <p:cNvPr id="746" name="table 746"/>
          <p:cNvGraphicFramePr>
            <a:graphicFrameLocks noGrp="1"/>
          </p:cNvGraphicFramePr>
          <p:nvPr>
            <p:custDataLst>
              <p:tags r:id="rId14"/>
            </p:custDataLst>
          </p:nvPr>
        </p:nvGraphicFramePr>
        <p:xfrm>
          <a:off x="6283261" y="4055173"/>
          <a:ext cx="2089784" cy="385445"/>
        </p:xfrm>
        <a:graphic>
          <a:graphicData uri="http://schemas.openxmlformats.org/drawingml/2006/table">
            <a:tbl>
              <a:tblPr/>
              <a:tblGrid>
                <a:gridCol w="2089784"/>
              </a:tblGrid>
              <a:tr h="375920">
                <a:tc>
                  <a:txBody>
                    <a:bodyPr/>
                    <a:lstStyle/>
                    <a:p>
                      <a:pPr algn="l" rtl="0" eaLnBrk="0">
                        <a:lnSpc>
                          <a:spcPct val="103000"/>
                        </a:lnSpc>
                      </a:pPr>
                      <a:endParaRPr lang="en-US" altLang="en-US" sz="600" dirty="0"/>
                    </a:p>
                    <a:p>
                      <a:pPr marL="619125" algn="l" rtl="0" eaLnBrk="0">
                        <a:lnSpc>
                          <a:spcPts val="1865"/>
                        </a:lnSpc>
                        <a:spcBef>
                          <a:spcPts val="5"/>
                        </a:spcBef>
                      </a:pPr>
                      <a:r>
                        <a:rPr sz="1500" b="1" kern="0" spc="20" dirty="0">
                          <a:solidFill>
                            <a:srgbClr val="000000">
                              <a:alpha val="100000"/>
                            </a:srgbClr>
                          </a:solidFill>
                          <a:cs typeface="微软雅黑" panose="020B0503020204020204" charset="-122"/>
                        </a:rPr>
                        <a:t>O</a:t>
                      </a:r>
                      <a:r>
                        <a:rPr sz="1500" b="1" kern="0" spc="190" dirty="0">
                          <a:solidFill>
                            <a:srgbClr val="000000">
                              <a:alpha val="100000"/>
                            </a:srgbClr>
                          </a:solidFill>
                          <a:cs typeface="微软雅黑" panose="020B0503020204020204" charset="-122"/>
                        </a:rPr>
                        <a:t> </a:t>
                      </a:r>
                      <a:r>
                        <a:rPr sz="1500" b="1" kern="0" spc="20" dirty="0">
                          <a:solidFill>
                            <a:srgbClr val="000000">
                              <a:alpha val="100000"/>
                            </a:srgbClr>
                          </a:solidFill>
                          <a:cs typeface="微软雅黑" panose="020B0503020204020204" charset="-122"/>
                        </a:rPr>
                        <a:t>- 治理</a:t>
                      </a:r>
                      <a:endParaRPr lang="en-US" altLang="en-US" sz="1500" dirty="0"/>
                    </a:p>
                  </a:txBody>
                  <a:tcPr marL="0" marR="0" marT="0" marB="0" vert="horz">
                    <a:lnL w="9525" cap="flat" cmpd="sng" algn="ctr">
                      <a:solidFill>
                        <a:srgbClr val="2C726F"/>
                      </a:solidFill>
                      <a:prstDash val="solid"/>
                      <a:round/>
                      <a:headEnd type="none" w="med" len="med"/>
                      <a:tailEnd type="none" w="med" len="med"/>
                    </a:lnL>
                    <a:lnR w="9525" cap="flat" cmpd="sng" algn="ctr">
                      <a:solidFill>
                        <a:srgbClr val="2C726F"/>
                      </a:solidFill>
                      <a:prstDash val="solid"/>
                      <a:round/>
                      <a:headEnd type="none" w="med" len="med"/>
                      <a:tailEnd type="none" w="med" len="med"/>
                    </a:lnR>
                    <a:lnT w="9525" cap="flat" cmpd="sng" algn="ctr">
                      <a:solidFill>
                        <a:srgbClr val="2C726F"/>
                      </a:solidFill>
                      <a:prstDash val="solid"/>
                      <a:round/>
                      <a:headEnd type="none" w="med" len="med"/>
                      <a:tailEnd type="none" w="med" len="med"/>
                    </a:lnT>
                    <a:lnB w="9525" cap="flat" cmpd="sng" algn="ctr">
                      <a:solidFill>
                        <a:srgbClr val="2C726F"/>
                      </a:solidFill>
                      <a:prstDash val="solid"/>
                      <a:round/>
                      <a:headEnd type="none" w="med" len="med"/>
                      <a:tailEnd type="none" w="med" len="med"/>
                    </a:lnB>
                  </a:tcPr>
                </a:tc>
              </a:tr>
            </a:tbl>
          </a:graphicData>
        </a:graphic>
      </p:graphicFrame>
      <p:graphicFrame>
        <p:nvGraphicFramePr>
          <p:cNvPr id="748" name="table 748"/>
          <p:cNvGraphicFramePr>
            <a:graphicFrameLocks noGrp="1"/>
          </p:cNvGraphicFramePr>
          <p:nvPr>
            <p:custDataLst>
              <p:tags r:id="rId15"/>
            </p:custDataLst>
          </p:nvPr>
        </p:nvGraphicFramePr>
        <p:xfrm>
          <a:off x="1339405" y="4055173"/>
          <a:ext cx="2089785" cy="385445"/>
        </p:xfrm>
        <a:graphic>
          <a:graphicData uri="http://schemas.openxmlformats.org/drawingml/2006/table">
            <a:tbl>
              <a:tblPr/>
              <a:tblGrid>
                <a:gridCol w="2089785"/>
              </a:tblGrid>
              <a:tr h="375920">
                <a:tc>
                  <a:txBody>
                    <a:bodyPr/>
                    <a:lstStyle/>
                    <a:p>
                      <a:pPr algn="l" rtl="0" eaLnBrk="0">
                        <a:lnSpc>
                          <a:spcPct val="102000"/>
                        </a:lnSpc>
                      </a:pPr>
                      <a:endParaRPr lang="en-US" altLang="en-US" sz="700" dirty="0"/>
                    </a:p>
                    <a:p>
                      <a:pPr marL="635635" algn="l" rtl="0" eaLnBrk="0">
                        <a:lnSpc>
                          <a:spcPts val="1860"/>
                        </a:lnSpc>
                        <a:spcBef>
                          <a:spcPts val="0"/>
                        </a:spcBef>
                      </a:pPr>
                      <a:r>
                        <a:rPr sz="1500" b="1" kern="0" spc="30" dirty="0">
                          <a:solidFill>
                            <a:srgbClr val="000000">
                              <a:alpha val="100000"/>
                            </a:srgbClr>
                          </a:solidFill>
                          <a:cs typeface="微软雅黑" panose="020B0503020204020204" charset="-122"/>
                        </a:rPr>
                        <a:t>T</a:t>
                      </a:r>
                      <a:r>
                        <a:rPr sz="1500" b="1" kern="0" spc="150" dirty="0">
                          <a:solidFill>
                            <a:srgbClr val="000000">
                              <a:alpha val="100000"/>
                            </a:srgbClr>
                          </a:solidFill>
                          <a:cs typeface="微软雅黑" panose="020B0503020204020204" charset="-122"/>
                        </a:rPr>
                        <a:t> </a:t>
                      </a:r>
                      <a:r>
                        <a:rPr sz="1500" b="1" kern="0" spc="30" dirty="0">
                          <a:solidFill>
                            <a:srgbClr val="000000">
                              <a:alpha val="100000"/>
                            </a:srgbClr>
                          </a:solidFill>
                          <a:cs typeface="微软雅黑" panose="020B0503020204020204" charset="-122"/>
                        </a:rPr>
                        <a:t>- 技术</a:t>
                      </a:r>
                      <a:endParaRPr lang="en-US" altLang="en-US" sz="1500" dirty="0"/>
                    </a:p>
                  </a:txBody>
                  <a:tcPr marL="0" marR="0" marT="0" marB="0" vert="horz">
                    <a:lnL w="9525" cap="flat" cmpd="sng" algn="ctr">
                      <a:solidFill>
                        <a:srgbClr val="2C726F"/>
                      </a:solidFill>
                      <a:prstDash val="solid"/>
                      <a:round/>
                      <a:headEnd type="none" w="med" len="med"/>
                      <a:tailEnd type="none" w="med" len="med"/>
                    </a:lnL>
                    <a:lnR w="9525" cap="flat" cmpd="sng" algn="ctr">
                      <a:solidFill>
                        <a:srgbClr val="2C726F"/>
                      </a:solidFill>
                      <a:prstDash val="solid"/>
                      <a:round/>
                      <a:headEnd type="none" w="med" len="med"/>
                      <a:tailEnd type="none" w="med" len="med"/>
                    </a:lnR>
                    <a:lnT w="9525" cap="flat" cmpd="sng" algn="ctr">
                      <a:solidFill>
                        <a:srgbClr val="2C726F"/>
                      </a:solidFill>
                      <a:prstDash val="solid"/>
                      <a:round/>
                      <a:headEnd type="none" w="med" len="med"/>
                      <a:tailEnd type="none" w="med" len="med"/>
                    </a:lnT>
                    <a:lnB w="9525" cap="flat" cmpd="sng" algn="ctr">
                      <a:solidFill>
                        <a:srgbClr val="2C726F"/>
                      </a:solidFill>
                      <a:prstDash val="solid"/>
                      <a:round/>
                      <a:headEnd type="none" w="med" len="med"/>
                      <a:tailEnd type="none" w="med" len="med"/>
                    </a:lnB>
                  </a:tcPr>
                </a:tc>
              </a:tr>
            </a:tbl>
          </a:graphicData>
        </a:graphic>
      </p:graphicFrame>
      <p:graphicFrame>
        <p:nvGraphicFramePr>
          <p:cNvPr id="750" name="table 750"/>
          <p:cNvGraphicFramePr>
            <a:graphicFrameLocks noGrp="1"/>
          </p:cNvGraphicFramePr>
          <p:nvPr>
            <p:custDataLst>
              <p:tags r:id="rId16"/>
            </p:custDataLst>
          </p:nvPr>
        </p:nvGraphicFramePr>
        <p:xfrm>
          <a:off x="6283261" y="1488757"/>
          <a:ext cx="2089784" cy="384175"/>
        </p:xfrm>
        <a:graphic>
          <a:graphicData uri="http://schemas.openxmlformats.org/drawingml/2006/table">
            <a:tbl>
              <a:tblPr/>
              <a:tblGrid>
                <a:gridCol w="2089784"/>
              </a:tblGrid>
              <a:tr h="374650">
                <a:tc>
                  <a:txBody>
                    <a:bodyPr/>
                    <a:lstStyle/>
                    <a:p>
                      <a:pPr algn="l" rtl="0" eaLnBrk="0">
                        <a:lnSpc>
                          <a:spcPct val="107000"/>
                        </a:lnSpc>
                      </a:pPr>
                      <a:endParaRPr lang="en-US" altLang="en-US" sz="700" dirty="0"/>
                    </a:p>
                    <a:p>
                      <a:pPr marL="612140" algn="l" rtl="0" eaLnBrk="0">
                        <a:lnSpc>
                          <a:spcPts val="1855"/>
                        </a:lnSpc>
                        <a:spcBef>
                          <a:spcPts val="0"/>
                        </a:spcBef>
                      </a:pPr>
                      <a:r>
                        <a:rPr sz="1500" b="1" kern="0" spc="30" dirty="0">
                          <a:solidFill>
                            <a:srgbClr val="000000">
                              <a:alpha val="100000"/>
                            </a:srgbClr>
                          </a:solidFill>
                          <a:cs typeface="微软雅黑" panose="020B0503020204020204" charset="-122"/>
                        </a:rPr>
                        <a:t>A</a:t>
                      </a:r>
                      <a:r>
                        <a:rPr sz="1500" b="1" kern="0" spc="170" dirty="0">
                          <a:solidFill>
                            <a:srgbClr val="000000">
                              <a:alpha val="100000"/>
                            </a:srgbClr>
                          </a:solidFill>
                          <a:cs typeface="微软雅黑" panose="020B0503020204020204" charset="-122"/>
                        </a:rPr>
                        <a:t> </a:t>
                      </a:r>
                      <a:r>
                        <a:rPr sz="1500" b="1" kern="0" spc="30" dirty="0">
                          <a:solidFill>
                            <a:srgbClr val="000000">
                              <a:alpha val="100000"/>
                            </a:srgbClr>
                          </a:solidFill>
                          <a:cs typeface="微软雅黑" panose="020B0503020204020204" charset="-122"/>
                        </a:rPr>
                        <a:t>- 应用</a:t>
                      </a:r>
                      <a:endParaRPr lang="en-US" altLang="en-US" sz="1500" dirty="0"/>
                    </a:p>
                  </a:txBody>
                  <a:tcPr marL="0" marR="0" marT="0" marB="0" vert="horz">
                    <a:lnL w="9525" cap="flat" cmpd="sng" algn="ctr">
                      <a:solidFill>
                        <a:srgbClr val="2C726F"/>
                      </a:solidFill>
                      <a:prstDash val="solid"/>
                      <a:round/>
                      <a:headEnd type="none" w="med" len="med"/>
                      <a:tailEnd type="none" w="med" len="med"/>
                    </a:lnL>
                    <a:lnR w="9525" cap="flat" cmpd="sng" algn="ctr">
                      <a:solidFill>
                        <a:srgbClr val="2C726F"/>
                      </a:solidFill>
                      <a:prstDash val="solid"/>
                      <a:round/>
                      <a:headEnd type="none" w="med" len="med"/>
                      <a:tailEnd type="none" w="med" len="med"/>
                    </a:lnR>
                    <a:lnT w="9525" cap="flat" cmpd="sng" algn="ctr">
                      <a:solidFill>
                        <a:srgbClr val="2C726F"/>
                      </a:solidFill>
                      <a:prstDash val="solid"/>
                      <a:round/>
                      <a:headEnd type="none" w="med" len="med"/>
                      <a:tailEnd type="none" w="med" len="med"/>
                    </a:lnT>
                    <a:lnB w="9525" cap="flat" cmpd="sng" algn="ctr">
                      <a:solidFill>
                        <a:srgbClr val="2C726F"/>
                      </a:solidFill>
                      <a:prstDash val="solid"/>
                      <a:round/>
                      <a:headEnd type="none" w="med" len="med"/>
                      <a:tailEnd type="none" w="med" len="med"/>
                    </a:lnB>
                  </a:tcPr>
                </a:tc>
              </a:tr>
            </a:tbl>
          </a:graphicData>
        </a:graphic>
      </p:graphicFrame>
      <p:sp>
        <p:nvSpPr>
          <p:cNvPr id="754" name="rect"/>
          <p:cNvSpPr/>
          <p:nvPr/>
        </p:nvSpPr>
        <p:spPr>
          <a:xfrm>
            <a:off x="1423416" y="5966459"/>
            <a:ext cx="2663951" cy="108203"/>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756" name="rect"/>
          <p:cNvSpPr/>
          <p:nvPr/>
        </p:nvSpPr>
        <p:spPr>
          <a:xfrm>
            <a:off x="6400800" y="3720083"/>
            <a:ext cx="1888235" cy="106679"/>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758" name="path"/>
          <p:cNvSpPr/>
          <p:nvPr/>
        </p:nvSpPr>
        <p:spPr>
          <a:xfrm>
            <a:off x="1339405" y="1801177"/>
            <a:ext cx="2089785" cy="72009"/>
          </a:xfrm>
          <a:custGeom>
            <a:avLst/>
            <a:gdLst/>
            <a:ahLst/>
            <a:cxnLst/>
            <a:rect l="0" t="0" r="0" b="0"/>
            <a:pathLst>
              <a:path w="3291" h="113">
                <a:moveTo>
                  <a:pt x="3283" y="7"/>
                </a:moveTo>
                <a:cubicBezTo>
                  <a:pt x="3283" y="61"/>
                  <a:pt x="3239" y="105"/>
                  <a:pt x="3185" y="105"/>
                </a:cubicBezTo>
                <a:lnTo>
                  <a:pt x="105" y="105"/>
                </a:lnTo>
                <a:cubicBezTo>
                  <a:pt x="51" y="105"/>
                  <a:pt x="7" y="61"/>
                  <a:pt x="7" y="7"/>
                </a:cubicBezTo>
              </a:path>
            </a:pathLst>
          </a:custGeom>
          <a:noFill/>
          <a:ln w="9525" cap="flat">
            <a:solidFill>
              <a:srgbClr val="2C726F">
                <a:alpha val="100000"/>
              </a:srgbClr>
            </a:solidFill>
            <a:prstDash val="solid"/>
            <a:round/>
          </a:ln>
        </p:spPr>
        <p:txBody>
          <a:bodyPr rtlCol="0"/>
          <a:lstStyle/>
          <a:p>
            <a:pPr algn="ctr"/>
            <a:endParaRPr lang="zh-CN" altLang="en-US"/>
          </a:p>
        </p:txBody>
      </p:sp>
      <p:sp>
        <p:nvSpPr>
          <p:cNvPr id="760" name="textbox 760"/>
          <p:cNvSpPr/>
          <p:nvPr>
            <p:custDataLst>
              <p:tags r:id="rId17"/>
            </p:custDataLst>
          </p:nvPr>
        </p:nvSpPr>
        <p:spPr>
          <a:xfrm>
            <a:off x="1976736" y="1570995"/>
            <a:ext cx="712469"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5"/>
              </a:lnSpc>
            </a:pPr>
            <a:r>
              <a:rPr sz="1500" b="1" kern="0" spc="20" dirty="0">
                <a:solidFill>
                  <a:schemeClr val="dk1"/>
                </a:solidFill>
                <a:cs typeface="微软雅黑" panose="020B0503020204020204" charset="-122"/>
              </a:rPr>
              <a:t>I – 数据</a:t>
            </a:r>
            <a:endParaRPr lang="en-US" altLang="en-US" sz="1500" b="1" kern="0" spc="20" dirty="0">
              <a:solidFill>
                <a:schemeClr val="dk1"/>
              </a:solidFill>
              <a:cs typeface="微软雅黑" panose="020B0503020204020204" charset="-122"/>
            </a:endParaRPr>
          </a:p>
        </p:txBody>
      </p:sp>
      <p:sp>
        <p:nvSpPr>
          <p:cNvPr id="762" name="rect"/>
          <p:cNvSpPr/>
          <p:nvPr/>
        </p:nvSpPr>
        <p:spPr>
          <a:xfrm>
            <a:off x="6371844" y="5966459"/>
            <a:ext cx="1243584" cy="108203"/>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764" name="rect"/>
          <p:cNvSpPr/>
          <p:nvPr/>
        </p:nvSpPr>
        <p:spPr>
          <a:xfrm>
            <a:off x="1423416" y="3720083"/>
            <a:ext cx="576072" cy="108204"/>
          </a:xfrm>
          <a:prstGeom prst="rect">
            <a:avLst/>
          </a:prstGeom>
          <a:solidFill>
            <a:srgbClr val="000000">
              <a:alpha val="100000"/>
            </a:srgbClr>
          </a:solidFill>
          <a:ln cap="flat">
            <a:noFill/>
            <a:prstDash val="solid"/>
            <a:miter lim="0"/>
          </a:ln>
        </p:spPr>
        <p:txBody>
          <a:bodyPr rtlCol="0"/>
          <a:lstStyle/>
          <a:p>
            <a:pPr algn="ctr"/>
            <a:endParaRPr lang="zh-CN" altLang="en-US"/>
          </a:p>
        </p:txBody>
      </p:sp>
      <p:sp>
        <p:nvSpPr>
          <p:cNvPr id="766" name="rect"/>
          <p:cNvSpPr/>
          <p:nvPr/>
        </p:nvSpPr>
        <p:spPr>
          <a:xfrm>
            <a:off x="1339405" y="1556004"/>
            <a:ext cx="9525" cy="249935"/>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768" name="rect"/>
          <p:cNvSpPr/>
          <p:nvPr/>
        </p:nvSpPr>
        <p:spPr>
          <a:xfrm>
            <a:off x="3419665" y="1556004"/>
            <a:ext cx="9525" cy="249935"/>
          </a:xfrm>
          <a:prstGeom prst="rect">
            <a:avLst/>
          </a:prstGeom>
          <a:solidFill>
            <a:schemeClr val="accent1">
              <a:alpha val="100000"/>
            </a:schemeClr>
          </a:solidFill>
          <a:ln cap="flat">
            <a:noFill/>
            <a:prstDash val="solid"/>
            <a:miter lim="0"/>
          </a:ln>
        </p:spPr>
        <p:txBody>
          <a:bodyPr rtlCol="0"/>
          <a:lstStyle/>
          <a:p>
            <a:pPr algn="ctr"/>
            <a:endParaRPr lang="zh-CN" altLang="en-US"/>
          </a:p>
        </p:txBody>
      </p:sp>
    </p:spTree>
    <p:custDataLst>
      <p:tags r:id="rId18"/>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 name="textbox 772"/>
          <p:cNvSpPr/>
          <p:nvPr>
            <p:custDataLst>
              <p:tags r:id="rId1"/>
            </p:custDataLst>
          </p:nvPr>
        </p:nvSpPr>
        <p:spPr>
          <a:xfrm>
            <a:off x="1037392" y="358870"/>
            <a:ext cx="10187940" cy="593090"/>
          </a:xfrm>
          <a:prstGeom prst="rect">
            <a:avLst/>
          </a:prstGeom>
        </p:spPr>
        <p:txBody>
          <a:bodyPr vert="horz" wrap="square" lIns="0" tIns="0" rIns="0" bIns="0"/>
          <a:lstStyle/>
          <a:p>
            <a:pPr algn="l" rtl="0" eaLnBrk="0">
              <a:lnSpc>
                <a:spcPct val="87000"/>
              </a:lnSpc>
            </a:pPr>
            <a:endParaRPr lang="en-US" altLang="en-US" sz="100" dirty="0">
              <a:solidFill>
                <a:schemeClr val="dk1"/>
              </a:solidFill>
            </a:endParaRPr>
          </a:p>
          <a:p>
            <a:pPr marL="12700" indent="-635" algn="l" rtl="0" eaLnBrk="0">
              <a:lnSpc>
                <a:spcPct val="93000"/>
              </a:lnSpc>
            </a:pPr>
            <a:r>
              <a:rPr sz="2000" b="1" kern="0" spc="0" dirty="0">
                <a:solidFill>
                  <a:schemeClr val="dk1"/>
                </a:solidFill>
                <a:cs typeface="微软雅黑" panose="020B0503020204020204" charset="-122"/>
              </a:rPr>
              <a:t>从信息的规范和标准、采集与存放、传递与共享、加工与利用等维度对XX的信息管理 全过程进行考察和评估</a:t>
            </a:r>
            <a:endParaRPr lang="en-US" altLang="en-US" sz="2000" b="1" kern="0" spc="0" dirty="0">
              <a:solidFill>
                <a:schemeClr val="dk1"/>
              </a:solidFill>
              <a:cs typeface="微软雅黑" panose="020B0503020204020204" charset="-122"/>
            </a:endParaRPr>
          </a:p>
        </p:txBody>
      </p:sp>
      <p:grpSp>
        <p:nvGrpSpPr>
          <p:cNvPr id="54" name="group 54"/>
          <p:cNvGrpSpPr/>
          <p:nvPr/>
        </p:nvGrpSpPr>
        <p:grpSpPr>
          <a:xfrm rot="21600000">
            <a:off x="1961387" y="2572511"/>
            <a:ext cx="1794764" cy="752347"/>
            <a:chOff x="0" y="0"/>
            <a:chExt cx="1794764" cy="752347"/>
          </a:xfrm>
        </p:grpSpPr>
        <p:sp>
          <p:nvSpPr>
            <p:cNvPr id="774" name="rect"/>
            <p:cNvSpPr/>
            <p:nvPr/>
          </p:nvSpPr>
          <p:spPr>
            <a:xfrm>
              <a:off x="25400" y="25400"/>
              <a:ext cx="1769364" cy="726947"/>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776" name="rect"/>
            <p:cNvSpPr/>
            <p:nvPr/>
          </p:nvSpPr>
          <p:spPr>
            <a:xfrm>
              <a:off x="0" y="0"/>
              <a:ext cx="1769364" cy="726947"/>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778" name="textbox 778"/>
            <p:cNvSpPr/>
            <p:nvPr>
              <p:custDataLst>
                <p:tags r:id="rId2"/>
              </p:custDataLst>
            </p:nvPr>
          </p:nvSpPr>
          <p:spPr>
            <a:xfrm>
              <a:off x="175029" y="225056"/>
              <a:ext cx="1442719" cy="2609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b="1" kern="0" spc="90" dirty="0">
                  <a:solidFill>
                    <a:schemeClr val="dk1"/>
                  </a:solidFill>
                  <a:cs typeface="微软雅黑" panose="020B0503020204020204" charset="-122"/>
                </a:rPr>
                <a:t>信息传递与共享</a:t>
              </a:r>
              <a:endParaRPr lang="en-US" altLang="en-US" sz="1500" b="1" kern="0" spc="90" dirty="0">
                <a:solidFill>
                  <a:schemeClr val="dk1"/>
                </a:solidFill>
                <a:cs typeface="微软雅黑" panose="020B0503020204020204" charset="-122"/>
              </a:endParaRPr>
            </a:p>
          </p:txBody>
        </p:sp>
      </p:grpSp>
      <p:graphicFrame>
        <p:nvGraphicFramePr>
          <p:cNvPr id="780" name="table 780"/>
          <p:cNvGraphicFramePr>
            <a:graphicFrameLocks noGrp="1"/>
          </p:cNvGraphicFramePr>
          <p:nvPr>
            <p:custDataLst>
              <p:tags r:id="rId3"/>
            </p:custDataLst>
          </p:nvPr>
        </p:nvGraphicFramePr>
        <p:xfrm>
          <a:off x="3727822" y="2569336"/>
          <a:ext cx="6656705" cy="742315"/>
        </p:xfrm>
        <a:graphic>
          <a:graphicData uri="http://schemas.openxmlformats.org/drawingml/2006/table">
            <a:tbl>
              <a:tblPr/>
              <a:tblGrid>
                <a:gridCol w="6656705"/>
              </a:tblGrid>
              <a:tr h="735965">
                <a:tc>
                  <a:txBody>
                    <a:bodyPr/>
                    <a:lstStyle/>
                    <a:p>
                      <a:pPr algn="l" rtl="0" eaLnBrk="0">
                        <a:lnSpc>
                          <a:spcPct val="123000"/>
                        </a:lnSpc>
                      </a:pPr>
                      <a:endParaRPr lang="en-US" altLang="en-US" sz="1000" dirty="0"/>
                    </a:p>
                    <a:p>
                      <a:pPr marL="362585" algn="l" rtl="0" eaLnBrk="0">
                        <a:lnSpc>
                          <a:spcPct val="99000"/>
                        </a:lnSpc>
                        <a:spcBef>
                          <a:spcPts val="5"/>
                        </a:spcBef>
                      </a:pPr>
                      <a:r>
                        <a:rPr sz="1400" b="1" kern="0" spc="0" dirty="0">
                          <a:solidFill>
                            <a:srgbClr val="000000">
                              <a:alpha val="100000"/>
                            </a:srgbClr>
                          </a:solidFill>
                          <a:cs typeface="微软雅黑" panose="020B0503020204020204" charset="-122"/>
                        </a:rPr>
                        <a:t>部分信息可以在系统之间进行传递，但是数据共享程度还不高，系统间数据交   </a:t>
                      </a:r>
                      <a:r>
                        <a:rPr sz="1400" b="1" kern="0" spc="-10" dirty="0">
                          <a:solidFill>
                            <a:srgbClr val="000000">
                              <a:alpha val="100000"/>
                            </a:srgbClr>
                          </a:solidFill>
                          <a:cs typeface="微软雅黑" panose="020B0503020204020204" charset="-122"/>
                        </a:rPr>
                        <a:t>  互存在信息断点</a:t>
                      </a:r>
                      <a:endParaRPr lang="en-US" altLang="en-US" sz="1400" dirty="0"/>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pSp>
        <p:nvGrpSpPr>
          <p:cNvPr id="56" name="group 56"/>
          <p:cNvGrpSpPr/>
          <p:nvPr/>
        </p:nvGrpSpPr>
        <p:grpSpPr>
          <a:xfrm rot="21600000">
            <a:off x="1961387" y="4547616"/>
            <a:ext cx="1794764" cy="752347"/>
            <a:chOff x="0" y="0"/>
            <a:chExt cx="1794764" cy="752347"/>
          </a:xfrm>
        </p:grpSpPr>
        <p:sp>
          <p:nvSpPr>
            <p:cNvPr id="782" name="rect"/>
            <p:cNvSpPr/>
            <p:nvPr/>
          </p:nvSpPr>
          <p:spPr>
            <a:xfrm>
              <a:off x="25400" y="25400"/>
              <a:ext cx="1769364" cy="726947"/>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784" name="rect"/>
            <p:cNvSpPr/>
            <p:nvPr/>
          </p:nvSpPr>
          <p:spPr>
            <a:xfrm>
              <a:off x="0" y="0"/>
              <a:ext cx="1769364" cy="726947"/>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786" name="textbox 786"/>
            <p:cNvSpPr/>
            <p:nvPr>
              <p:custDataLst>
                <p:tags r:id="rId4"/>
              </p:custDataLst>
            </p:nvPr>
          </p:nvSpPr>
          <p:spPr>
            <a:xfrm>
              <a:off x="201568" y="225304"/>
              <a:ext cx="1442085" cy="2609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b="1" kern="0" spc="90" dirty="0">
                  <a:solidFill>
                    <a:schemeClr val="dk1"/>
                  </a:solidFill>
                  <a:cs typeface="微软雅黑" panose="020B0503020204020204" charset="-122"/>
                </a:rPr>
                <a:t>信息规范和标准</a:t>
              </a:r>
              <a:endParaRPr lang="en-US" altLang="en-US" sz="1500" b="1" kern="0" spc="90" dirty="0">
                <a:solidFill>
                  <a:schemeClr val="dk1"/>
                </a:solidFill>
                <a:cs typeface="微软雅黑" panose="020B0503020204020204" charset="-122"/>
              </a:endParaRPr>
            </a:p>
          </p:txBody>
        </p:sp>
      </p:grpSp>
      <p:graphicFrame>
        <p:nvGraphicFramePr>
          <p:cNvPr id="788" name="table 788"/>
          <p:cNvGraphicFramePr>
            <a:graphicFrameLocks noGrp="1"/>
          </p:cNvGraphicFramePr>
          <p:nvPr>
            <p:custDataLst>
              <p:tags r:id="rId5"/>
            </p:custDataLst>
          </p:nvPr>
        </p:nvGraphicFramePr>
        <p:xfrm>
          <a:off x="3727822" y="4544441"/>
          <a:ext cx="6656705" cy="742314"/>
        </p:xfrm>
        <a:graphic>
          <a:graphicData uri="http://schemas.openxmlformats.org/drawingml/2006/table">
            <a:tbl>
              <a:tblPr/>
              <a:tblGrid>
                <a:gridCol w="6656705"/>
              </a:tblGrid>
              <a:tr h="735964">
                <a:tc>
                  <a:txBody>
                    <a:bodyPr/>
                    <a:lstStyle/>
                    <a:p>
                      <a:pPr algn="l" rtl="0" eaLnBrk="0">
                        <a:lnSpc>
                          <a:spcPct val="123000"/>
                        </a:lnSpc>
                      </a:pPr>
                      <a:endParaRPr lang="en-US" altLang="en-US" sz="1000" dirty="0"/>
                    </a:p>
                    <a:p>
                      <a:pPr marL="387350" algn="l" rtl="0" eaLnBrk="0">
                        <a:lnSpc>
                          <a:spcPct val="99000"/>
                        </a:lnSpc>
                        <a:spcBef>
                          <a:spcPts val="5"/>
                        </a:spcBef>
                      </a:pPr>
                      <a:r>
                        <a:rPr sz="1400" b="1" kern="0" spc="-20" dirty="0">
                          <a:solidFill>
                            <a:srgbClr val="000000">
                              <a:alpha val="100000"/>
                            </a:srgbClr>
                          </a:solidFill>
                          <a:cs typeface="微软雅黑" panose="020B0503020204020204" charset="-122"/>
                        </a:rPr>
                        <a:t>缺乏公司层面的信息标准与管理规范，</a:t>
                      </a:r>
                      <a:r>
                        <a:rPr sz="1400" b="1" kern="0" spc="230" dirty="0">
                          <a:solidFill>
                            <a:srgbClr val="000000">
                              <a:alpha val="100000"/>
                            </a:srgbClr>
                          </a:solidFill>
                          <a:cs typeface="微软雅黑" panose="020B0503020204020204" charset="-122"/>
                        </a:rPr>
                        <a:t> </a:t>
                      </a:r>
                      <a:r>
                        <a:rPr sz="1400" b="1" kern="0" spc="-20" dirty="0">
                          <a:solidFill>
                            <a:srgbClr val="000000">
                              <a:alpha val="100000"/>
                            </a:srgbClr>
                          </a:solidFill>
                          <a:cs typeface="微软雅黑" panose="020B0503020204020204" charset="-122"/>
                        </a:rPr>
                        <a:t>缺乏企业级的数据治理机制，缺</a:t>
                      </a:r>
                      <a:r>
                        <a:rPr sz="1400" b="1" kern="0" spc="-30" dirty="0">
                          <a:solidFill>
                            <a:srgbClr val="000000">
                              <a:alpha val="100000"/>
                            </a:srgbClr>
                          </a:solidFill>
                          <a:cs typeface="微软雅黑" panose="020B0503020204020204" charset="-122"/>
                        </a:rPr>
                        <a:t>主数据     </a:t>
                      </a:r>
                      <a:r>
                        <a:rPr sz="1400" b="1" kern="0" spc="0" dirty="0">
                          <a:solidFill>
                            <a:srgbClr val="000000">
                              <a:alpha val="100000"/>
                            </a:srgbClr>
                          </a:solidFill>
                          <a:cs typeface="微软雅黑" panose="020B0503020204020204" charset="-122"/>
                        </a:rPr>
                        <a:t>管理，数据影响了信息化对管理的进一步支持</a:t>
                      </a:r>
                      <a:endParaRPr lang="en-US" altLang="en-US" sz="1400" dirty="0"/>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pSp>
        <p:nvGrpSpPr>
          <p:cNvPr id="58" name="group 58"/>
          <p:cNvGrpSpPr/>
          <p:nvPr/>
        </p:nvGrpSpPr>
        <p:grpSpPr>
          <a:xfrm rot="21600000">
            <a:off x="1961387" y="1653540"/>
            <a:ext cx="1794764" cy="752347"/>
            <a:chOff x="0" y="0"/>
            <a:chExt cx="1794764" cy="752347"/>
          </a:xfrm>
        </p:grpSpPr>
        <p:sp>
          <p:nvSpPr>
            <p:cNvPr id="790" name="rect"/>
            <p:cNvSpPr/>
            <p:nvPr/>
          </p:nvSpPr>
          <p:spPr>
            <a:xfrm>
              <a:off x="25400" y="25400"/>
              <a:ext cx="1769364" cy="726947"/>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792" name="rect"/>
            <p:cNvSpPr/>
            <p:nvPr/>
          </p:nvSpPr>
          <p:spPr>
            <a:xfrm>
              <a:off x="0" y="0"/>
              <a:ext cx="1769364" cy="726947"/>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794" name="textbox 794"/>
            <p:cNvSpPr/>
            <p:nvPr>
              <p:custDataLst>
                <p:tags r:id="rId6"/>
              </p:custDataLst>
            </p:nvPr>
          </p:nvSpPr>
          <p:spPr>
            <a:xfrm>
              <a:off x="175025" y="225303"/>
              <a:ext cx="1442085"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60"/>
                </a:lnSpc>
              </a:pPr>
              <a:r>
                <a:rPr sz="1500" b="1" kern="0" spc="90" dirty="0">
                  <a:solidFill>
                    <a:schemeClr val="dk1"/>
                  </a:solidFill>
                  <a:cs typeface="微软雅黑" panose="020B0503020204020204" charset="-122"/>
                </a:rPr>
                <a:t>信息采集与存放</a:t>
              </a:r>
              <a:endParaRPr lang="en-US" altLang="en-US" sz="1500" b="1" kern="0" spc="90" dirty="0">
                <a:solidFill>
                  <a:schemeClr val="dk1"/>
                </a:solidFill>
                <a:cs typeface="微软雅黑" panose="020B0503020204020204" charset="-122"/>
              </a:endParaRPr>
            </a:p>
          </p:txBody>
        </p:sp>
      </p:grpSp>
      <p:graphicFrame>
        <p:nvGraphicFramePr>
          <p:cNvPr id="796" name="table 796"/>
          <p:cNvGraphicFramePr>
            <a:graphicFrameLocks noGrp="1"/>
          </p:cNvGraphicFramePr>
          <p:nvPr>
            <p:custDataLst>
              <p:tags r:id="rId7"/>
            </p:custDataLst>
          </p:nvPr>
        </p:nvGraphicFramePr>
        <p:xfrm>
          <a:off x="3727822" y="1650365"/>
          <a:ext cx="6656705" cy="742315"/>
        </p:xfrm>
        <a:graphic>
          <a:graphicData uri="http://schemas.openxmlformats.org/drawingml/2006/table">
            <a:tbl>
              <a:tblPr/>
              <a:tblGrid>
                <a:gridCol w="6656705"/>
              </a:tblGrid>
              <a:tr h="735965">
                <a:tc>
                  <a:txBody>
                    <a:bodyPr/>
                    <a:lstStyle/>
                    <a:p>
                      <a:pPr algn="l" rtl="0" eaLnBrk="0">
                        <a:lnSpc>
                          <a:spcPct val="101000"/>
                        </a:lnSpc>
                      </a:pPr>
                      <a:endParaRPr lang="en-US" altLang="en-US" sz="900" dirty="0"/>
                    </a:p>
                    <a:p>
                      <a:pPr algn="l" rtl="0" eaLnBrk="0">
                        <a:lnSpc>
                          <a:spcPct val="9000"/>
                        </a:lnSpc>
                      </a:pPr>
                      <a:endParaRPr lang="en-US" altLang="en-US" sz="100" dirty="0"/>
                    </a:p>
                    <a:p>
                      <a:pPr marL="360680" algn="l" rtl="0" eaLnBrk="0">
                        <a:lnSpc>
                          <a:spcPct val="99000"/>
                        </a:lnSpc>
                      </a:pPr>
                      <a:r>
                        <a:rPr sz="1400" b="1" kern="0" spc="-20" dirty="0">
                          <a:solidFill>
                            <a:srgbClr val="000000">
                              <a:alpha val="100000"/>
                            </a:srgbClr>
                          </a:solidFill>
                          <a:cs typeface="微软雅黑" panose="020B0503020204020204" charset="-122"/>
                        </a:rPr>
                        <a:t>信息采集是其中比较薄弱的环节，</a:t>
                      </a:r>
                      <a:r>
                        <a:rPr sz="1400" b="1" kern="0" spc="-30" dirty="0">
                          <a:solidFill>
                            <a:srgbClr val="000000">
                              <a:alpha val="100000"/>
                            </a:srgbClr>
                          </a:solidFill>
                          <a:cs typeface="微软雅黑" panose="020B0503020204020204" charset="-122"/>
                        </a:rPr>
                        <a:t>数据漏录、补录、错录等现象较普遍，</a:t>
                      </a:r>
                      <a:r>
                        <a:rPr sz="1400" b="1" kern="0" spc="210" dirty="0">
                          <a:solidFill>
                            <a:srgbClr val="000000">
                              <a:alpha val="100000"/>
                            </a:srgbClr>
                          </a:solidFill>
                          <a:cs typeface="微软雅黑" panose="020B0503020204020204" charset="-122"/>
                        </a:rPr>
                        <a:t> </a:t>
                      </a:r>
                      <a:r>
                        <a:rPr sz="1400" b="1" kern="0" spc="-30" dirty="0">
                          <a:solidFill>
                            <a:srgbClr val="000000">
                              <a:alpha val="100000"/>
                            </a:srgbClr>
                          </a:solidFill>
                          <a:cs typeface="微软雅黑" panose="020B0503020204020204" charset="-122"/>
                        </a:rPr>
                        <a:t>数据      </a:t>
                      </a:r>
                      <a:r>
                        <a:rPr sz="1400" b="1" kern="0" spc="0" dirty="0">
                          <a:solidFill>
                            <a:srgbClr val="000000">
                              <a:alpha val="100000"/>
                            </a:srgbClr>
                          </a:solidFill>
                          <a:cs typeface="微软雅黑" panose="020B0503020204020204" charset="-122"/>
                        </a:rPr>
                        <a:t>采集的质量有待提高</a:t>
                      </a:r>
                      <a:endParaRPr lang="en-US" altLang="en-US" sz="1400" dirty="0"/>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pSp>
        <p:nvGrpSpPr>
          <p:cNvPr id="60" name="group 60"/>
          <p:cNvGrpSpPr/>
          <p:nvPr/>
        </p:nvGrpSpPr>
        <p:grpSpPr>
          <a:xfrm rot="21600000">
            <a:off x="1961387" y="3570732"/>
            <a:ext cx="1794764" cy="752347"/>
            <a:chOff x="0" y="0"/>
            <a:chExt cx="1794764" cy="752347"/>
          </a:xfrm>
        </p:grpSpPr>
        <p:sp>
          <p:nvSpPr>
            <p:cNvPr id="798" name="rect"/>
            <p:cNvSpPr/>
            <p:nvPr/>
          </p:nvSpPr>
          <p:spPr>
            <a:xfrm>
              <a:off x="25400" y="25400"/>
              <a:ext cx="1769364" cy="726947"/>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800" name="rect"/>
            <p:cNvSpPr/>
            <p:nvPr/>
          </p:nvSpPr>
          <p:spPr>
            <a:xfrm>
              <a:off x="0" y="0"/>
              <a:ext cx="1769364" cy="726947"/>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802" name="textbox 802"/>
            <p:cNvSpPr/>
            <p:nvPr>
              <p:custDataLst>
                <p:tags r:id="rId8"/>
              </p:custDataLst>
            </p:nvPr>
          </p:nvSpPr>
          <p:spPr>
            <a:xfrm>
              <a:off x="168294" y="224795"/>
              <a:ext cx="1442085" cy="2609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5"/>
                </a:lnSpc>
              </a:pPr>
              <a:r>
                <a:rPr sz="1500" b="1" kern="0" spc="90" dirty="0">
                  <a:solidFill>
                    <a:schemeClr val="dk1"/>
                  </a:solidFill>
                  <a:cs typeface="微软雅黑" panose="020B0503020204020204" charset="-122"/>
                </a:rPr>
                <a:t>信息加工与利用</a:t>
              </a:r>
              <a:endParaRPr lang="en-US" altLang="en-US" sz="1500" b="1" kern="0" spc="90" dirty="0">
                <a:solidFill>
                  <a:schemeClr val="dk1"/>
                </a:solidFill>
                <a:cs typeface="微软雅黑" panose="020B0503020204020204" charset="-122"/>
              </a:endParaRPr>
            </a:p>
          </p:txBody>
        </p:sp>
      </p:grpSp>
      <p:graphicFrame>
        <p:nvGraphicFramePr>
          <p:cNvPr id="804" name="table 804"/>
          <p:cNvGraphicFramePr>
            <a:graphicFrameLocks noGrp="1"/>
          </p:cNvGraphicFramePr>
          <p:nvPr>
            <p:custDataLst>
              <p:tags r:id="rId9"/>
            </p:custDataLst>
          </p:nvPr>
        </p:nvGraphicFramePr>
        <p:xfrm>
          <a:off x="3727822" y="3567557"/>
          <a:ext cx="6656705" cy="742314"/>
        </p:xfrm>
        <a:graphic>
          <a:graphicData uri="http://schemas.openxmlformats.org/drawingml/2006/table">
            <a:tbl>
              <a:tblPr/>
              <a:tblGrid>
                <a:gridCol w="6656705"/>
              </a:tblGrid>
              <a:tr h="735964">
                <a:tc>
                  <a:txBody>
                    <a:bodyPr/>
                    <a:lstStyle/>
                    <a:p>
                      <a:pPr algn="l" rtl="0" eaLnBrk="0">
                        <a:lnSpc>
                          <a:spcPct val="123000"/>
                        </a:lnSpc>
                      </a:pPr>
                      <a:endParaRPr lang="en-US" altLang="en-US" sz="1000" dirty="0"/>
                    </a:p>
                    <a:p>
                      <a:pPr marL="360680" indent="10795" algn="l" rtl="0" eaLnBrk="0">
                        <a:lnSpc>
                          <a:spcPct val="99000"/>
                        </a:lnSpc>
                        <a:spcBef>
                          <a:spcPts val="5"/>
                        </a:spcBef>
                      </a:pPr>
                      <a:r>
                        <a:rPr sz="1400" b="1" kern="0" spc="-30" dirty="0">
                          <a:solidFill>
                            <a:srgbClr val="000000">
                              <a:alpha val="100000"/>
                            </a:srgbClr>
                          </a:solidFill>
                          <a:cs typeface="微软雅黑" panose="020B0503020204020204" charset="-122"/>
                        </a:rPr>
                        <a:t>目前在经营分析上对信息有初步的利用，但缺乏指标体系，</a:t>
                      </a:r>
                      <a:r>
                        <a:rPr sz="1400" b="1" kern="0" spc="280" dirty="0">
                          <a:solidFill>
                            <a:srgbClr val="000000">
                              <a:alpha val="100000"/>
                            </a:srgbClr>
                          </a:solidFill>
                          <a:cs typeface="微软雅黑" panose="020B0503020204020204" charset="-122"/>
                        </a:rPr>
                        <a:t> </a:t>
                      </a:r>
                      <a:r>
                        <a:rPr sz="1400" b="1" kern="0" spc="-30" dirty="0">
                          <a:solidFill>
                            <a:srgbClr val="000000">
                              <a:alpha val="100000"/>
                            </a:srgbClr>
                          </a:solidFill>
                          <a:cs typeface="微软雅黑" panose="020B0503020204020204" charset="-122"/>
                        </a:rPr>
                        <a:t>对信息还缺乏深度      </a:t>
                      </a:r>
                      <a:r>
                        <a:rPr sz="1400" b="1" kern="0" spc="-10" dirty="0">
                          <a:solidFill>
                            <a:srgbClr val="000000">
                              <a:alpha val="100000"/>
                            </a:srgbClr>
                          </a:solidFill>
                          <a:cs typeface="微软雅黑" panose="020B0503020204020204" charset="-122"/>
                        </a:rPr>
                        <a:t>的加工和利用</a:t>
                      </a:r>
                      <a:endParaRPr lang="en-US" altLang="en-US" sz="1400" dirty="0"/>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808" name="picture 808"/>
          <p:cNvPicPr>
            <a:picLocks noChangeAspect="1"/>
          </p:cNvPicPr>
          <p:nvPr>
            <p:custDataLst>
              <p:tags r:id="rId10"/>
            </p:custDataLst>
          </p:nvPr>
        </p:nvPicPr>
        <p:blipFill>
          <a:blip r:embed="rId11"/>
          <a:stretch>
            <a:fillRect/>
          </a:stretch>
        </p:blipFill>
        <p:spPr>
          <a:xfrm rot="21600000">
            <a:off x="11915619" y="63196"/>
            <a:ext cx="251252" cy="227508"/>
          </a:xfrm>
          <a:prstGeom prst="rect">
            <a:avLst/>
          </a:prstGeom>
        </p:spPr>
      </p:pic>
      <p:pic>
        <p:nvPicPr>
          <p:cNvPr id="810" name="picture 810"/>
          <p:cNvPicPr>
            <a:picLocks noChangeAspect="1"/>
          </p:cNvPicPr>
          <p:nvPr>
            <p:custDataLst>
              <p:tags r:id="rId12"/>
            </p:custDataLst>
          </p:nvPr>
        </p:nvPicPr>
        <p:blipFill>
          <a:blip r:embed="rId13"/>
          <a:stretch>
            <a:fillRect/>
          </a:stretch>
        </p:blipFill>
        <p:spPr>
          <a:xfrm rot="21600000">
            <a:off x="11940745" y="391654"/>
            <a:ext cx="251252" cy="224971"/>
          </a:xfrm>
          <a:prstGeom prst="rect">
            <a:avLst/>
          </a:prstGeom>
        </p:spPr>
      </p:pic>
      <p:graphicFrame>
        <p:nvGraphicFramePr>
          <p:cNvPr id="812" name="table 812"/>
          <p:cNvGraphicFramePr>
            <a:graphicFrameLocks noGrp="1"/>
          </p:cNvGraphicFramePr>
          <p:nvPr>
            <p:custDataLst>
              <p:tags r:id="rId14"/>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ED7D31">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BFBFBF">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B0B0B0">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B0B0B0">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sp>
        <p:nvSpPr>
          <p:cNvPr id="814" name="path"/>
          <p:cNvSpPr/>
          <p:nvPr/>
        </p:nvSpPr>
        <p:spPr>
          <a:xfrm>
            <a:off x="3727822" y="2571288"/>
            <a:ext cx="159783" cy="738542"/>
          </a:xfrm>
          <a:custGeom>
            <a:avLst/>
            <a:gdLst/>
            <a:ahLst/>
            <a:cxnLst/>
            <a:rect l="0" t="0" r="0" b="0"/>
            <a:pathLst>
              <a:path w="251" h="1163">
                <a:moveTo>
                  <a:pt x="4" y="1"/>
                </a:moveTo>
                <a:lnTo>
                  <a:pt x="247" y="582"/>
                </a:lnTo>
                <a:lnTo>
                  <a:pt x="4" y="1161"/>
                </a:lnTo>
              </a:path>
            </a:pathLst>
          </a:custGeom>
          <a:noFill/>
          <a:ln w="6350" cap="flat">
            <a:solidFill>
              <a:srgbClr val="000000">
                <a:alpha val="100000"/>
              </a:srgbClr>
            </a:solidFill>
            <a:prstDash val="solid"/>
            <a:round/>
          </a:ln>
        </p:spPr>
        <p:txBody>
          <a:bodyPr rtlCol="0"/>
          <a:lstStyle/>
          <a:p>
            <a:pPr algn="ctr"/>
            <a:endParaRPr lang="zh-CN" altLang="en-US"/>
          </a:p>
        </p:txBody>
      </p:sp>
      <p:sp>
        <p:nvSpPr>
          <p:cNvPr id="816" name="path"/>
          <p:cNvSpPr/>
          <p:nvPr/>
        </p:nvSpPr>
        <p:spPr>
          <a:xfrm>
            <a:off x="3727822" y="4546393"/>
            <a:ext cx="159783" cy="738542"/>
          </a:xfrm>
          <a:custGeom>
            <a:avLst/>
            <a:gdLst/>
            <a:ahLst/>
            <a:cxnLst/>
            <a:rect l="0" t="0" r="0" b="0"/>
            <a:pathLst>
              <a:path w="251" h="1163">
                <a:moveTo>
                  <a:pt x="4" y="1"/>
                </a:moveTo>
                <a:lnTo>
                  <a:pt x="247" y="582"/>
                </a:lnTo>
                <a:lnTo>
                  <a:pt x="4" y="1161"/>
                </a:lnTo>
              </a:path>
            </a:pathLst>
          </a:custGeom>
          <a:noFill/>
          <a:ln w="6350" cap="flat">
            <a:solidFill>
              <a:srgbClr val="000000">
                <a:alpha val="100000"/>
              </a:srgbClr>
            </a:solidFill>
            <a:prstDash val="solid"/>
            <a:round/>
          </a:ln>
        </p:spPr>
        <p:txBody>
          <a:bodyPr rtlCol="0"/>
          <a:lstStyle/>
          <a:p>
            <a:pPr algn="ctr"/>
            <a:endParaRPr lang="zh-CN" altLang="en-US"/>
          </a:p>
        </p:txBody>
      </p:sp>
      <p:sp>
        <p:nvSpPr>
          <p:cNvPr id="818" name="path"/>
          <p:cNvSpPr/>
          <p:nvPr/>
        </p:nvSpPr>
        <p:spPr>
          <a:xfrm>
            <a:off x="3727822" y="3569508"/>
            <a:ext cx="159783" cy="738541"/>
          </a:xfrm>
          <a:custGeom>
            <a:avLst/>
            <a:gdLst/>
            <a:ahLst/>
            <a:cxnLst/>
            <a:rect l="0" t="0" r="0" b="0"/>
            <a:pathLst>
              <a:path w="251" h="1163">
                <a:moveTo>
                  <a:pt x="4" y="1"/>
                </a:moveTo>
                <a:lnTo>
                  <a:pt x="247" y="582"/>
                </a:lnTo>
                <a:lnTo>
                  <a:pt x="4" y="1161"/>
                </a:lnTo>
              </a:path>
            </a:pathLst>
          </a:custGeom>
          <a:noFill/>
          <a:ln w="6350" cap="flat">
            <a:solidFill>
              <a:srgbClr val="000000">
                <a:alpha val="100000"/>
              </a:srgbClr>
            </a:solidFill>
            <a:prstDash val="solid"/>
            <a:round/>
          </a:ln>
        </p:spPr>
        <p:txBody>
          <a:bodyPr rtlCol="0"/>
          <a:lstStyle/>
          <a:p>
            <a:pPr algn="ctr"/>
            <a:endParaRPr lang="zh-CN" altLang="en-US"/>
          </a:p>
        </p:txBody>
      </p:sp>
      <p:sp>
        <p:nvSpPr>
          <p:cNvPr id="820" name="path"/>
          <p:cNvSpPr/>
          <p:nvPr/>
        </p:nvSpPr>
        <p:spPr>
          <a:xfrm>
            <a:off x="3727822" y="1652316"/>
            <a:ext cx="159783" cy="738541"/>
          </a:xfrm>
          <a:custGeom>
            <a:avLst/>
            <a:gdLst/>
            <a:ahLst/>
            <a:cxnLst/>
            <a:rect l="0" t="0" r="0" b="0"/>
            <a:pathLst>
              <a:path w="251" h="1163">
                <a:moveTo>
                  <a:pt x="4" y="1"/>
                </a:moveTo>
                <a:lnTo>
                  <a:pt x="247" y="582"/>
                </a:lnTo>
                <a:lnTo>
                  <a:pt x="4" y="1161"/>
                </a:lnTo>
              </a:path>
            </a:pathLst>
          </a:custGeom>
          <a:noFill/>
          <a:ln w="6350" cap="flat">
            <a:solidFill>
              <a:srgbClr val="000000">
                <a:alpha val="100000"/>
              </a:srgbClr>
            </a:solidFill>
            <a:prstDash val="solid"/>
            <a:round/>
          </a:ln>
        </p:spPr>
        <p:txBody>
          <a:bodyPr rtlCol="0"/>
          <a:lstStyle/>
          <a:p>
            <a:pPr algn="ctr"/>
            <a:endParaRPr lang="zh-CN" altLang="en-US"/>
          </a:p>
        </p:txBody>
      </p:sp>
    </p:spTree>
    <p:custDataLst>
      <p:tags r:id="rId15"/>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group 62"/>
          <p:cNvGrpSpPr/>
          <p:nvPr/>
        </p:nvGrpSpPr>
        <p:grpSpPr>
          <a:xfrm rot="21600000">
            <a:off x="1442466" y="1285494"/>
            <a:ext cx="8779764" cy="4802123"/>
            <a:chOff x="0" y="0"/>
            <a:chExt cx="8779764" cy="4802123"/>
          </a:xfrm>
        </p:grpSpPr>
        <p:sp>
          <p:nvSpPr>
            <p:cNvPr id="822" name="path"/>
            <p:cNvSpPr/>
            <p:nvPr/>
          </p:nvSpPr>
          <p:spPr>
            <a:xfrm>
              <a:off x="0" y="0"/>
              <a:ext cx="8779764" cy="3518916"/>
            </a:xfrm>
            <a:custGeom>
              <a:avLst/>
              <a:gdLst/>
              <a:ahLst/>
              <a:cxnLst/>
              <a:rect l="0" t="0" r="0" b="0"/>
              <a:pathLst>
                <a:path w="13826" h="5541">
                  <a:moveTo>
                    <a:pt x="7339" y="960"/>
                  </a:moveTo>
                  <a:lnTo>
                    <a:pt x="9489" y="960"/>
                  </a:lnTo>
                  <a:lnTo>
                    <a:pt x="9489" y="427"/>
                  </a:lnTo>
                  <a:lnTo>
                    <a:pt x="7339" y="427"/>
                  </a:lnTo>
                  <a:lnTo>
                    <a:pt x="7339" y="960"/>
                  </a:lnTo>
                  <a:close/>
                </a:path>
                <a:path w="13826" h="5541">
                  <a:moveTo>
                    <a:pt x="11678" y="960"/>
                  </a:moveTo>
                  <a:lnTo>
                    <a:pt x="13826" y="960"/>
                  </a:lnTo>
                  <a:lnTo>
                    <a:pt x="13826" y="0"/>
                  </a:lnTo>
                  <a:lnTo>
                    <a:pt x="11678" y="0"/>
                  </a:lnTo>
                  <a:lnTo>
                    <a:pt x="11678" y="960"/>
                  </a:lnTo>
                  <a:close/>
                </a:path>
                <a:path w="13826" h="5541">
                  <a:moveTo>
                    <a:pt x="0" y="2678"/>
                  </a:moveTo>
                  <a:lnTo>
                    <a:pt x="940" y="2678"/>
                  </a:lnTo>
                  <a:lnTo>
                    <a:pt x="940" y="976"/>
                  </a:lnTo>
                  <a:lnTo>
                    <a:pt x="0" y="976"/>
                  </a:lnTo>
                  <a:lnTo>
                    <a:pt x="0" y="2678"/>
                  </a:lnTo>
                  <a:close/>
                </a:path>
                <a:path w="13826" h="5541">
                  <a:moveTo>
                    <a:pt x="0" y="5541"/>
                  </a:moveTo>
                  <a:lnTo>
                    <a:pt x="940" y="5541"/>
                  </a:lnTo>
                  <a:lnTo>
                    <a:pt x="940" y="2704"/>
                  </a:lnTo>
                  <a:lnTo>
                    <a:pt x="0" y="2704"/>
                  </a:lnTo>
                  <a:lnTo>
                    <a:pt x="0" y="5541"/>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824" name="path"/>
            <p:cNvSpPr/>
            <p:nvPr/>
          </p:nvSpPr>
          <p:spPr>
            <a:xfrm>
              <a:off x="603504" y="620267"/>
              <a:ext cx="8176260" cy="4181855"/>
            </a:xfrm>
            <a:custGeom>
              <a:avLst/>
              <a:gdLst/>
              <a:ahLst/>
              <a:cxnLst/>
              <a:rect l="0" t="0" r="0" b="0"/>
              <a:pathLst>
                <a:path w="12876" h="6585">
                  <a:moveTo>
                    <a:pt x="6388" y="6585"/>
                  </a:moveTo>
                  <a:lnTo>
                    <a:pt x="8539" y="6585"/>
                  </a:lnTo>
                  <a:lnTo>
                    <a:pt x="8539" y="0"/>
                  </a:lnTo>
                  <a:lnTo>
                    <a:pt x="6388" y="0"/>
                  </a:lnTo>
                  <a:lnTo>
                    <a:pt x="6388" y="6585"/>
                  </a:lnTo>
                  <a:close/>
                </a:path>
                <a:path w="12876" h="6585">
                  <a:moveTo>
                    <a:pt x="10728" y="6585"/>
                  </a:moveTo>
                  <a:lnTo>
                    <a:pt x="12876" y="6585"/>
                  </a:lnTo>
                  <a:lnTo>
                    <a:pt x="12876" y="0"/>
                  </a:lnTo>
                  <a:lnTo>
                    <a:pt x="10728" y="0"/>
                  </a:lnTo>
                  <a:lnTo>
                    <a:pt x="10728" y="6585"/>
                  </a:lnTo>
                  <a:close/>
                </a:path>
                <a:path w="12876" h="6585">
                  <a:moveTo>
                    <a:pt x="2157" y="6585"/>
                  </a:moveTo>
                  <a:lnTo>
                    <a:pt x="4307" y="6585"/>
                  </a:lnTo>
                  <a:lnTo>
                    <a:pt x="4307" y="0"/>
                  </a:lnTo>
                  <a:lnTo>
                    <a:pt x="2157" y="0"/>
                  </a:lnTo>
                  <a:lnTo>
                    <a:pt x="2157" y="6585"/>
                  </a:lnTo>
                  <a:close/>
                </a:path>
                <a:path w="12876" h="6585">
                  <a:moveTo>
                    <a:pt x="0" y="6585"/>
                  </a:moveTo>
                  <a:lnTo>
                    <a:pt x="2152" y="6585"/>
                  </a:lnTo>
                  <a:lnTo>
                    <a:pt x="2152" y="0"/>
                  </a:lnTo>
                  <a:lnTo>
                    <a:pt x="0" y="0"/>
                  </a:lnTo>
                  <a:lnTo>
                    <a:pt x="0" y="6585"/>
                  </a:lnTo>
                  <a:close/>
                </a:path>
                <a:path w="12876" h="6585">
                  <a:moveTo>
                    <a:pt x="4291" y="6585"/>
                  </a:moveTo>
                  <a:lnTo>
                    <a:pt x="6441" y="6585"/>
                  </a:lnTo>
                  <a:lnTo>
                    <a:pt x="6441" y="0"/>
                  </a:lnTo>
                  <a:lnTo>
                    <a:pt x="4291" y="0"/>
                  </a:lnTo>
                  <a:lnTo>
                    <a:pt x="4291" y="6585"/>
                  </a:lnTo>
                  <a:close/>
                </a:path>
                <a:path w="12876" h="6585">
                  <a:moveTo>
                    <a:pt x="8553" y="6585"/>
                  </a:moveTo>
                  <a:lnTo>
                    <a:pt x="10701" y="6585"/>
                  </a:lnTo>
                  <a:lnTo>
                    <a:pt x="10701" y="0"/>
                  </a:lnTo>
                  <a:lnTo>
                    <a:pt x="8553" y="0"/>
                  </a:lnTo>
                  <a:lnTo>
                    <a:pt x="8553" y="6585"/>
                  </a:lnTo>
                  <a:close/>
                </a:path>
              </a:pathLst>
            </a:custGeom>
            <a:solidFill>
              <a:srgbClr val="EDEDED">
                <a:alpha val="100000"/>
              </a:srgbClr>
            </a:solidFill>
            <a:ln cap="flat">
              <a:noFill/>
              <a:prstDash val="solid"/>
              <a:miter lim="0"/>
            </a:ln>
          </p:spPr>
          <p:txBody>
            <a:bodyPr rtlCol="0"/>
            <a:lstStyle/>
            <a:p>
              <a:pPr algn="ctr"/>
              <a:endParaRPr lang="zh-CN" altLang="en-US"/>
            </a:p>
          </p:txBody>
        </p:sp>
        <p:sp>
          <p:nvSpPr>
            <p:cNvPr id="826" name="path"/>
            <p:cNvSpPr/>
            <p:nvPr/>
          </p:nvSpPr>
          <p:spPr>
            <a:xfrm>
              <a:off x="3343655" y="3047"/>
              <a:ext cx="4053840" cy="327659"/>
            </a:xfrm>
            <a:custGeom>
              <a:avLst/>
              <a:gdLst/>
              <a:ahLst/>
              <a:cxnLst/>
              <a:rect l="0" t="0" r="0" b="0"/>
              <a:pathLst>
                <a:path w="6384" h="515">
                  <a:moveTo>
                    <a:pt x="0" y="515"/>
                  </a:moveTo>
                  <a:lnTo>
                    <a:pt x="6384" y="515"/>
                  </a:lnTo>
                  <a:lnTo>
                    <a:pt x="6384" y="0"/>
                  </a:lnTo>
                  <a:lnTo>
                    <a:pt x="0" y="0"/>
                  </a:lnTo>
                  <a:lnTo>
                    <a:pt x="0" y="515"/>
                  </a:lnTo>
                  <a:close/>
                </a:path>
              </a:pathLst>
            </a:custGeom>
            <a:solidFill>
              <a:schemeClr val="accent3">
                <a:alpha val="100000"/>
              </a:schemeClr>
            </a:solidFill>
            <a:ln cap="flat">
              <a:noFill/>
              <a:prstDash val="solid"/>
              <a:miter lim="0"/>
            </a:ln>
          </p:spPr>
          <p:txBody>
            <a:bodyPr rtlCol="0"/>
            <a:lstStyle/>
            <a:p>
              <a:pPr algn="ctr"/>
              <a:endParaRPr lang="zh-CN" altLang="en-US"/>
            </a:p>
          </p:txBody>
        </p:sp>
      </p:grpSp>
      <p:sp>
        <p:nvSpPr>
          <p:cNvPr id="830" name="rect"/>
          <p:cNvSpPr/>
          <p:nvPr/>
        </p:nvSpPr>
        <p:spPr>
          <a:xfrm>
            <a:off x="1423416" y="1886711"/>
            <a:ext cx="635507" cy="381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832" name="rect"/>
          <p:cNvSpPr/>
          <p:nvPr/>
        </p:nvSpPr>
        <p:spPr>
          <a:xfrm>
            <a:off x="4770882" y="1537715"/>
            <a:ext cx="1365503" cy="376428"/>
          </a:xfrm>
          <a:prstGeom prst="rect">
            <a:avLst/>
          </a:prstGeom>
          <a:solidFill>
            <a:schemeClr val="accent3">
              <a:alpha val="100000"/>
            </a:schemeClr>
          </a:solidFill>
          <a:ln cap="flat">
            <a:noFill/>
            <a:prstDash val="solid"/>
            <a:miter lim="0"/>
          </a:ln>
        </p:spPr>
        <p:txBody>
          <a:bodyPr rtlCol="0"/>
          <a:lstStyle/>
          <a:p>
            <a:pPr algn="ctr"/>
            <a:endParaRPr lang="zh-CN" altLang="en-US"/>
          </a:p>
        </p:txBody>
      </p:sp>
      <p:sp>
        <p:nvSpPr>
          <p:cNvPr id="834" name="path"/>
          <p:cNvSpPr/>
          <p:nvPr/>
        </p:nvSpPr>
        <p:spPr>
          <a:xfrm>
            <a:off x="6117335" y="1537715"/>
            <a:ext cx="38100" cy="376428"/>
          </a:xfrm>
          <a:custGeom>
            <a:avLst/>
            <a:gdLst/>
            <a:ahLst/>
            <a:cxnLst/>
            <a:rect l="0" t="0" r="0" b="0"/>
            <a:pathLst>
              <a:path w="60" h="592">
                <a:moveTo>
                  <a:pt x="30" y="562"/>
                </a:moveTo>
                <a:lnTo>
                  <a:pt x="30" y="30"/>
                </a:lnTo>
              </a:path>
            </a:pathLst>
          </a:custGeom>
          <a:noFill/>
          <a:ln w="38100" cap="rnd">
            <a:solidFill>
              <a:srgbClr val="FFFFFF">
                <a:alpha val="100000"/>
              </a:srgbClr>
            </a:solidFill>
            <a:prstDash val="solid"/>
            <a:miter lim="1000000"/>
          </a:ln>
        </p:spPr>
        <p:txBody>
          <a:bodyPr rtlCol="0"/>
          <a:lstStyle/>
          <a:p>
            <a:pPr algn="ctr"/>
            <a:endParaRPr lang="zh-CN" altLang="en-US"/>
          </a:p>
        </p:txBody>
      </p:sp>
      <p:graphicFrame>
        <p:nvGraphicFramePr>
          <p:cNvPr id="836" name="table 836"/>
          <p:cNvGraphicFramePr>
            <a:graphicFrameLocks noGrp="1"/>
          </p:cNvGraphicFramePr>
          <p:nvPr>
            <p:custDataLst>
              <p:tags r:id="rId1"/>
            </p:custDataLst>
          </p:nvPr>
        </p:nvGraphicFramePr>
        <p:xfrm>
          <a:off x="2026920" y="1266444"/>
          <a:ext cx="8214360" cy="657859"/>
        </p:xfrm>
        <a:graphic>
          <a:graphicData uri="http://schemas.openxmlformats.org/drawingml/2006/table">
            <a:tbl>
              <a:tblPr/>
              <a:tblGrid>
                <a:gridCol w="1386205"/>
                <a:gridCol w="1368425"/>
                <a:gridCol w="1515110"/>
                <a:gridCol w="999490"/>
                <a:gridCol w="1562100"/>
                <a:gridCol w="1383030"/>
              </a:tblGrid>
              <a:tr h="349250">
                <a:tc rowSpan="2">
                  <a:txBody>
                    <a:bodyPr/>
                    <a:lstStyle/>
                    <a:p>
                      <a:pPr algn="l" rtl="0" eaLnBrk="0">
                        <a:lnSpc>
                          <a:spcPct val="156000"/>
                        </a:lnSpc>
                      </a:pPr>
                      <a:endParaRPr lang="en-US" altLang="en-US" sz="1000" dirty="0"/>
                    </a:p>
                    <a:p>
                      <a:pPr algn="l" rtl="0" eaLnBrk="0">
                        <a:lnSpc>
                          <a:spcPct val="9000"/>
                        </a:lnSpc>
                      </a:pPr>
                      <a:endParaRPr lang="en-US" altLang="en-US" sz="100" dirty="0"/>
                    </a:p>
                    <a:p>
                      <a:pPr marL="87630" algn="l" rtl="0" eaLnBrk="0">
                        <a:lnSpc>
                          <a:spcPct val="95000"/>
                        </a:lnSpc>
                      </a:pPr>
                      <a:r>
                        <a:rPr sz="1400" kern="0" spc="-10" dirty="0">
                          <a:ln w="5103" cap="flat" cmpd="sng">
                            <a:solidFill>
                              <a:srgbClr val="FFFFFF">
                                <a:alpha val="100000"/>
                              </a:srgbClr>
                            </a:solidFill>
                            <a:prstDash val="solid"/>
                            <a:miter lim="10"/>
                          </a:ln>
                          <a:solidFill>
                            <a:srgbClr val="FFFFFF">
                              <a:alpha val="100000"/>
                            </a:srgbClr>
                          </a:solidFill>
                          <a:cs typeface="宋体" panose="02010600030101010101" pitchFamily="2" charset="-122"/>
                        </a:rPr>
                        <a:t>管理产品与销售</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767171"/>
                    </a:solidFill>
                  </a:tcPr>
                </a:tc>
                <a:tc rowSpan="2">
                  <a:txBody>
                    <a:bodyPr/>
                    <a:lstStyle/>
                    <a:p>
                      <a:pPr algn="l" rtl="0" eaLnBrk="0">
                        <a:lnSpc>
                          <a:spcPct val="156000"/>
                        </a:lnSpc>
                      </a:pPr>
                      <a:endParaRPr lang="en-US" altLang="en-US" sz="1000" dirty="0"/>
                    </a:p>
                    <a:p>
                      <a:pPr algn="l" rtl="0" eaLnBrk="0">
                        <a:lnSpc>
                          <a:spcPct val="9000"/>
                        </a:lnSpc>
                      </a:pPr>
                      <a:endParaRPr lang="en-US" altLang="en-US" sz="100" dirty="0"/>
                    </a:p>
                    <a:p>
                      <a:pPr marL="160020" algn="l" rtl="0" eaLnBrk="0">
                        <a:lnSpc>
                          <a:spcPct val="95000"/>
                        </a:lnSpc>
                      </a:pPr>
                      <a:r>
                        <a:rPr sz="1400" kern="0" spc="-10" dirty="0">
                          <a:ln w="5103" cap="flat" cmpd="sng">
                            <a:solidFill>
                              <a:srgbClr val="FFFFFF">
                                <a:alpha val="100000"/>
                              </a:srgbClr>
                            </a:solidFill>
                            <a:prstDash val="solid"/>
                            <a:miter lim="10"/>
                          </a:ln>
                          <a:solidFill>
                            <a:srgbClr val="FFFFFF">
                              <a:alpha val="100000"/>
                            </a:srgbClr>
                          </a:solidFill>
                          <a:cs typeface="宋体" panose="02010600030101010101" pitchFamily="2" charset="-122"/>
                        </a:rPr>
                        <a:t>管理客户服务</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767171"/>
                    </a:solidFill>
                  </a:tcPr>
                </a:tc>
                <a:tc gridSpan="3">
                  <a:txBody>
                    <a:bodyPr/>
                    <a:lstStyle/>
                    <a:p>
                      <a:pPr algn="l" rtl="0" eaLnBrk="0">
                        <a:lnSpc>
                          <a:spcPct val="110000"/>
                        </a:lnSpc>
                      </a:pPr>
                      <a:endParaRPr lang="en-US" altLang="en-US" sz="600" dirty="0"/>
                    </a:p>
                    <a:p>
                      <a:pPr marL="1684655" algn="l" rtl="0" eaLnBrk="0">
                        <a:lnSpc>
                          <a:spcPct val="95000"/>
                        </a:lnSpc>
                        <a:spcBef>
                          <a:spcPts val="5"/>
                        </a:spcBef>
                      </a:pPr>
                      <a:r>
                        <a:rPr sz="1400" kern="0" spc="-20" dirty="0">
                          <a:ln w="5094" cap="flat" cmpd="sng">
                            <a:solidFill>
                              <a:srgbClr val="FFFFFF">
                                <a:alpha val="100000"/>
                              </a:srgbClr>
                            </a:solidFill>
                            <a:prstDash val="solid"/>
                            <a:miter lim="10"/>
                          </a:ln>
                          <a:solidFill>
                            <a:srgbClr val="FFFFFF">
                              <a:alpha val="100000"/>
                            </a:srgbClr>
                          </a:solidFill>
                          <a:cs typeface="宋体" panose="02010600030101010101" pitchFamily="2" charset="-122"/>
                        </a:rPr>
                        <a:t>管理营运</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h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h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rowSpan="2">
                  <a:txBody>
                    <a:bodyPr/>
                    <a:lstStyle/>
                    <a:p>
                      <a:pPr algn="l" rtl="0" eaLnBrk="0">
                        <a:lnSpc>
                          <a:spcPct val="156000"/>
                        </a:lnSpc>
                      </a:pPr>
                      <a:endParaRPr lang="en-US" altLang="en-US" sz="1000" dirty="0"/>
                    </a:p>
                    <a:p>
                      <a:pPr algn="l" rtl="0" eaLnBrk="0">
                        <a:lnSpc>
                          <a:spcPct val="9000"/>
                        </a:lnSpc>
                      </a:pPr>
                      <a:endParaRPr lang="en-US" altLang="en-US" sz="100" dirty="0"/>
                    </a:p>
                    <a:p>
                      <a:pPr marL="156845" algn="l" rtl="0" eaLnBrk="0">
                        <a:lnSpc>
                          <a:spcPct val="95000"/>
                        </a:lnSpc>
                      </a:pPr>
                      <a:r>
                        <a:rPr sz="1400" kern="0" spc="-10" dirty="0">
                          <a:ln w="5103" cap="flat" cmpd="sng">
                            <a:solidFill>
                              <a:srgbClr val="FFFFFF">
                                <a:alpha val="100000"/>
                              </a:srgbClr>
                            </a:solidFill>
                            <a:prstDash val="solid"/>
                            <a:miter lim="10"/>
                          </a:ln>
                          <a:solidFill>
                            <a:srgbClr val="FFFFFF">
                              <a:alpha val="100000"/>
                            </a:srgbClr>
                          </a:solidFill>
                          <a:cs typeface="宋体" panose="02010600030101010101" pitchFamily="2" charset="-122"/>
                        </a:rPr>
                        <a:t>管理营运设备</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308609">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rtl="0" eaLnBrk="0">
                        <a:lnSpc>
                          <a:spcPct val="129000"/>
                        </a:lnSpc>
                      </a:pPr>
                      <a:endParaRPr lang="en-US" altLang="en-US" sz="100" dirty="0"/>
                    </a:p>
                    <a:p>
                      <a:pPr marL="235585" algn="l" rtl="0" eaLnBrk="0">
                        <a:lnSpc>
                          <a:spcPct val="95000"/>
                        </a:lnSpc>
                      </a:pPr>
                      <a:r>
                        <a:rPr sz="1400" kern="0" spc="-20" dirty="0">
                          <a:ln w="5094" cap="flat" cmpd="sng">
                            <a:solidFill>
                              <a:srgbClr val="FFFFFF">
                                <a:alpha val="100000"/>
                              </a:srgbClr>
                            </a:solidFill>
                            <a:prstDash val="solid"/>
                            <a:miter lim="10"/>
                          </a:ln>
                          <a:solidFill>
                            <a:srgbClr val="FFFFFF">
                              <a:alpha val="100000"/>
                            </a:srgbClr>
                          </a:solidFill>
                          <a:cs typeface="宋体" panose="02010600030101010101" pitchFamily="2" charset="-122"/>
                        </a:rPr>
                        <a:t>管理收派件</a:t>
                      </a:r>
                      <a:endParaRPr lang="en-US" altLang="en-US" sz="1400" dirty="0"/>
                    </a:p>
                  </a:txBody>
                  <a:tcPr marL="0" marR="0" marT="0" marB="0" vert="horz">
                    <a:lnL w="38100" cap="flat" cmpd="sng" algn="ctr">
                      <a:solidFill>
                        <a:srgbClr val="FFFFFF"/>
                      </a:solidFill>
                      <a:prstDash val="solid"/>
                      <a:round/>
                      <a:headEnd type="none" w="med" len="med"/>
                      <a:tailEnd type="none" w="med" len="med"/>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rtl="0" eaLnBrk="0">
                        <a:lnSpc>
                          <a:spcPct val="129000"/>
                        </a:lnSpc>
                      </a:pPr>
                      <a:endParaRPr lang="en-US" altLang="en-US" sz="100" dirty="0"/>
                    </a:p>
                    <a:p>
                      <a:pPr marL="140970" algn="l" rtl="0" eaLnBrk="0">
                        <a:lnSpc>
                          <a:spcPct val="95000"/>
                        </a:lnSpc>
                      </a:pPr>
                      <a:r>
                        <a:rPr sz="1400" kern="0" spc="-20" dirty="0">
                          <a:ln w="5094" cap="flat" cmpd="sng">
                            <a:solidFill>
                              <a:srgbClr val="FFFFFF">
                                <a:alpha val="100000"/>
                              </a:srgbClr>
                            </a:solidFill>
                            <a:prstDash val="solid"/>
                            <a:miter lim="10"/>
                          </a:ln>
                          <a:solidFill>
                            <a:srgbClr val="FFFFFF">
                              <a:alpha val="100000"/>
                            </a:srgbClr>
                          </a:solidFill>
                          <a:cs typeface="宋体" panose="02010600030101010101" pitchFamily="2" charset="-122"/>
                        </a:rPr>
                        <a:t>管理中转</a:t>
                      </a:r>
                      <a:endParaRPr lang="en-US" altLang="en-US" sz="1400" dirty="0"/>
                    </a:p>
                  </a:txBody>
                  <a:tcPr marL="0" marR="0" marT="0" marB="0" vert="horz">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rtl="0" eaLnBrk="0">
                        <a:lnSpc>
                          <a:spcPct val="169000"/>
                        </a:lnSpc>
                      </a:pPr>
                      <a:endParaRPr lang="en-US" altLang="en-US" sz="100" dirty="0"/>
                    </a:p>
                    <a:p>
                      <a:pPr marL="516890" algn="l" rtl="0" eaLnBrk="0">
                        <a:lnSpc>
                          <a:spcPct val="95000"/>
                        </a:lnSpc>
                      </a:pPr>
                      <a:r>
                        <a:rPr sz="1400" kern="0" spc="-20" dirty="0">
                          <a:ln w="5094" cap="flat" cmpd="sng">
                            <a:solidFill>
                              <a:srgbClr val="FFFFFF">
                                <a:alpha val="100000"/>
                              </a:srgbClr>
                            </a:solidFill>
                            <a:prstDash val="solid"/>
                            <a:miter lim="10"/>
                          </a:ln>
                          <a:solidFill>
                            <a:srgbClr val="FFFFFF">
                              <a:alpha val="100000"/>
                            </a:srgbClr>
                          </a:solidFill>
                          <a:cs typeface="宋体" panose="02010600030101010101" pitchFamily="2" charset="-122"/>
                        </a:rPr>
                        <a:t>管理运输</a:t>
                      </a:r>
                      <a:endParaRPr lang="en-US" altLang="en-US" sz="1400" dirty="0"/>
                    </a:p>
                  </a:txBody>
                  <a:tcPr marL="0" marR="0" marT="0" marB="0" vert="horz">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767171"/>
                    </a:solidFill>
                  </a:tcPr>
                </a:tc>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bl>
          </a:graphicData>
        </a:graphic>
      </p:graphicFrame>
      <p:graphicFrame>
        <p:nvGraphicFramePr>
          <p:cNvPr id="838" name="table 838"/>
          <p:cNvGraphicFramePr>
            <a:graphicFrameLocks noGrp="1"/>
          </p:cNvGraphicFramePr>
          <p:nvPr>
            <p:custDataLst>
              <p:tags r:id="rId2"/>
            </p:custDataLst>
          </p:nvPr>
        </p:nvGraphicFramePr>
        <p:xfrm>
          <a:off x="1397508" y="1886711"/>
          <a:ext cx="667384" cy="4219575"/>
        </p:xfrm>
        <a:graphic>
          <a:graphicData uri="http://schemas.openxmlformats.org/drawingml/2006/table">
            <a:tbl>
              <a:tblPr/>
              <a:tblGrid>
                <a:gridCol w="667384"/>
              </a:tblGrid>
              <a:tr h="1103630">
                <a:tc>
                  <a:txBody>
                    <a:bodyPr/>
                    <a:lstStyle/>
                    <a:p>
                      <a:pPr algn="l" rtl="0" eaLnBrk="0">
                        <a:lnSpc>
                          <a:spcPct val="103000"/>
                        </a:lnSpc>
                      </a:pPr>
                      <a:endParaRPr lang="en-US" altLang="en-US" sz="1000" dirty="0"/>
                    </a:p>
                    <a:p>
                      <a:pPr algn="l" rtl="0" eaLnBrk="0">
                        <a:lnSpc>
                          <a:spcPct val="104000"/>
                        </a:lnSpc>
                      </a:pPr>
                      <a:endParaRPr lang="en-US" altLang="en-US" sz="1000" dirty="0"/>
                    </a:p>
                    <a:p>
                      <a:pPr algn="l" rtl="0" eaLnBrk="0">
                        <a:lnSpc>
                          <a:spcPct val="104000"/>
                        </a:lnSpc>
                      </a:pPr>
                      <a:endParaRPr lang="en-US" altLang="en-US" sz="1000" dirty="0"/>
                    </a:p>
                    <a:p>
                      <a:pPr marL="169545" algn="l" rtl="0" eaLnBrk="0">
                        <a:lnSpc>
                          <a:spcPct val="96000"/>
                        </a:lnSpc>
                        <a:spcBef>
                          <a:spcPts val="5"/>
                        </a:spcBef>
                      </a:pPr>
                      <a:r>
                        <a:rPr sz="1400" kern="0" spc="-20" dirty="0">
                          <a:ln w="5103" cap="flat" cmpd="sng">
                            <a:solidFill>
                              <a:srgbClr val="FFFFFF">
                                <a:alpha val="100000"/>
                              </a:srgbClr>
                            </a:solidFill>
                            <a:prstDash val="solid"/>
                            <a:miter lim="10"/>
                          </a:ln>
                          <a:solidFill>
                            <a:srgbClr val="FFFFFF">
                              <a:alpha val="100000"/>
                            </a:srgbClr>
                          </a:solidFill>
                          <a:cs typeface="宋体" panose="02010600030101010101" pitchFamily="2" charset="-122"/>
                        </a:rPr>
                        <a:t>规划</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w="38100" cap="flat" cmpd="sng" algn="ctr">
                      <a:solidFill>
                        <a:srgbClr val="FFFFFF"/>
                      </a:solidFill>
                      <a:prstDash val="solid"/>
                      <a:round/>
                      <a:headEnd type="none" w="med" len="med"/>
                      <a:tailEnd type="none" w="med" len="med"/>
                    </a:lnB>
                    <a:solidFill>
                      <a:srgbClr val="5378B3"/>
                    </a:solidFill>
                  </a:tcPr>
                </a:tc>
              </a:tr>
              <a:tr h="1824354">
                <a:tc>
                  <a:txBody>
                    <a:bodyPr/>
                    <a:lstStyle/>
                    <a:p>
                      <a:pPr algn="l" rtl="0" eaLnBrk="0">
                        <a:lnSpc>
                          <a:spcPct val="108000"/>
                        </a:lnSpc>
                      </a:pPr>
                      <a:endParaRPr lang="en-US" altLang="en-US" sz="1000" dirty="0"/>
                    </a:p>
                    <a:p>
                      <a:pPr algn="l" rtl="0" eaLnBrk="0">
                        <a:lnSpc>
                          <a:spcPct val="109000"/>
                        </a:lnSpc>
                      </a:pPr>
                      <a:endParaRPr lang="en-US" altLang="en-US" sz="1000" dirty="0"/>
                    </a:p>
                    <a:p>
                      <a:pPr algn="l" rtl="0" eaLnBrk="0">
                        <a:lnSpc>
                          <a:spcPct val="109000"/>
                        </a:lnSpc>
                      </a:pPr>
                      <a:endParaRPr lang="en-US" altLang="en-US" sz="1000" dirty="0"/>
                    </a:p>
                    <a:p>
                      <a:pPr algn="l" rtl="0" eaLnBrk="0">
                        <a:lnSpc>
                          <a:spcPct val="109000"/>
                        </a:lnSpc>
                      </a:pPr>
                      <a:endParaRPr lang="en-US" altLang="en-US" sz="1000" dirty="0"/>
                    </a:p>
                    <a:p>
                      <a:pPr algn="l" rtl="0" eaLnBrk="0">
                        <a:lnSpc>
                          <a:spcPct val="109000"/>
                        </a:lnSpc>
                      </a:pPr>
                      <a:endParaRPr lang="en-US" altLang="en-US" sz="1000" dirty="0"/>
                    </a:p>
                    <a:p>
                      <a:pPr marL="173355" algn="l" rtl="0" eaLnBrk="0">
                        <a:lnSpc>
                          <a:spcPct val="95000"/>
                        </a:lnSpc>
                        <a:spcBef>
                          <a:spcPts val="5"/>
                        </a:spcBef>
                      </a:pPr>
                      <a:r>
                        <a:rPr sz="1400" kern="0" spc="-30" dirty="0">
                          <a:ln w="5103" cap="flat" cmpd="sng">
                            <a:solidFill>
                              <a:srgbClr val="FFFFFF">
                                <a:alpha val="100000"/>
                              </a:srgbClr>
                            </a:solidFill>
                            <a:prstDash val="solid"/>
                            <a:miter lim="10"/>
                          </a:ln>
                          <a:solidFill>
                            <a:srgbClr val="FFFFFF">
                              <a:alpha val="100000"/>
                            </a:srgbClr>
                          </a:solidFill>
                          <a:cs typeface="宋体" panose="02010600030101010101" pitchFamily="2" charset="-122"/>
                        </a:rPr>
                        <a:t>管理</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378B3"/>
                    </a:solidFill>
                  </a:tcPr>
                </a:tc>
              </a:tr>
              <a:tr h="1291589">
                <a:tc>
                  <a:txBody>
                    <a:bodyPr/>
                    <a:lstStyle/>
                    <a:p>
                      <a:pPr algn="l" rtl="0" eaLnBrk="0">
                        <a:lnSpc>
                          <a:spcPct val="120000"/>
                        </a:lnSpc>
                      </a:pPr>
                      <a:endParaRPr lang="en-US" altLang="en-US" sz="1000" dirty="0"/>
                    </a:p>
                    <a:p>
                      <a:pPr algn="l" rtl="0" eaLnBrk="0">
                        <a:lnSpc>
                          <a:spcPct val="120000"/>
                        </a:lnSpc>
                      </a:pPr>
                      <a:endParaRPr lang="en-US" altLang="en-US" sz="1000" dirty="0"/>
                    </a:p>
                    <a:p>
                      <a:pPr algn="l" rtl="0" eaLnBrk="0">
                        <a:lnSpc>
                          <a:spcPct val="121000"/>
                        </a:lnSpc>
                      </a:pPr>
                      <a:endParaRPr lang="en-US" altLang="en-US" sz="1000" dirty="0"/>
                    </a:p>
                    <a:p>
                      <a:pPr marL="168910" algn="l" rtl="0" eaLnBrk="0">
                        <a:lnSpc>
                          <a:spcPct val="95000"/>
                        </a:lnSpc>
                      </a:pPr>
                      <a:r>
                        <a:rPr sz="1400" kern="0" spc="-20" dirty="0">
                          <a:ln w="5094" cap="flat" cmpd="sng">
                            <a:solidFill>
                              <a:srgbClr val="FFFFFF">
                                <a:alpha val="100000"/>
                              </a:srgbClr>
                            </a:solidFill>
                            <a:prstDash val="solid"/>
                            <a:miter lim="10"/>
                          </a:ln>
                          <a:solidFill>
                            <a:srgbClr val="FFFFFF">
                              <a:alpha val="100000"/>
                            </a:srgbClr>
                          </a:solidFill>
                          <a:cs typeface="宋体" panose="02010600030101010101" pitchFamily="2" charset="-122"/>
                        </a:rPr>
                        <a:t>执行</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solidFill>
                      <a:srgbClr val="767171"/>
                    </a:solidFill>
                  </a:tcPr>
                </a:tc>
              </a:tr>
            </a:tbl>
          </a:graphicData>
        </a:graphic>
      </p:graphicFrame>
      <p:sp>
        <p:nvSpPr>
          <p:cNvPr id="840" name="path"/>
          <p:cNvSpPr/>
          <p:nvPr/>
        </p:nvSpPr>
        <p:spPr>
          <a:xfrm>
            <a:off x="1423416" y="6059423"/>
            <a:ext cx="8817864" cy="47244"/>
          </a:xfrm>
          <a:custGeom>
            <a:avLst/>
            <a:gdLst/>
            <a:ahLst/>
            <a:cxnLst/>
            <a:rect l="0" t="0" r="0" b="0"/>
            <a:pathLst>
              <a:path w="13886" h="74">
                <a:moveTo>
                  <a:pt x="30" y="30"/>
                </a:moveTo>
                <a:lnTo>
                  <a:pt x="970" y="30"/>
                </a:lnTo>
                <a:moveTo>
                  <a:pt x="7369" y="44"/>
                </a:moveTo>
                <a:lnTo>
                  <a:pt x="9519" y="44"/>
                </a:lnTo>
                <a:moveTo>
                  <a:pt x="11708" y="44"/>
                </a:moveTo>
                <a:lnTo>
                  <a:pt x="13856" y="44"/>
                </a:lnTo>
                <a:moveTo>
                  <a:pt x="3137" y="44"/>
                </a:moveTo>
                <a:lnTo>
                  <a:pt x="5288" y="44"/>
                </a:lnTo>
                <a:moveTo>
                  <a:pt x="980" y="44"/>
                </a:moveTo>
                <a:lnTo>
                  <a:pt x="3133" y="44"/>
                </a:lnTo>
                <a:moveTo>
                  <a:pt x="5271" y="44"/>
                </a:moveTo>
                <a:lnTo>
                  <a:pt x="7421" y="44"/>
                </a:lnTo>
                <a:moveTo>
                  <a:pt x="9534" y="44"/>
                </a:moveTo>
                <a:lnTo>
                  <a:pt x="11682" y="44"/>
                </a:lnTo>
              </a:path>
            </a:pathLst>
          </a:custGeom>
          <a:noFill/>
          <a:ln w="38100" cap="rnd">
            <a:solidFill>
              <a:srgbClr val="FFFFFF">
                <a:alpha val="100000"/>
              </a:srgbClr>
            </a:solidFill>
            <a:prstDash val="solid"/>
            <a:miter lim="1000000"/>
          </a:ln>
        </p:spPr>
        <p:txBody>
          <a:bodyPr rtlCol="0"/>
          <a:lstStyle/>
          <a:p>
            <a:pPr algn="ctr"/>
            <a:endParaRPr lang="zh-CN" altLang="en-US"/>
          </a:p>
        </p:txBody>
      </p:sp>
      <p:sp>
        <p:nvSpPr>
          <p:cNvPr id="842" name="rect"/>
          <p:cNvSpPr/>
          <p:nvPr/>
        </p:nvSpPr>
        <p:spPr>
          <a:xfrm>
            <a:off x="3393947" y="1886711"/>
            <a:ext cx="38100" cy="4219955"/>
          </a:xfrm>
          <a:prstGeom prst="rect">
            <a:avLst/>
          </a:prstGeom>
          <a:solidFill>
            <a:srgbClr val="FFFFFF">
              <a:alpha val="100000"/>
            </a:srgbClr>
          </a:solidFill>
          <a:ln cap="flat">
            <a:noFill/>
            <a:prstDash val="solid"/>
            <a:miter lim="0"/>
          </a:ln>
        </p:spPr>
        <p:txBody>
          <a:bodyPr rtlCol="0"/>
          <a:lstStyle/>
          <a:p>
            <a:pPr algn="ctr"/>
            <a:endParaRPr lang="zh-CN" altLang="en-US"/>
          </a:p>
        </p:txBody>
      </p:sp>
      <p:graphicFrame>
        <p:nvGraphicFramePr>
          <p:cNvPr id="844" name="table 844"/>
          <p:cNvGraphicFramePr>
            <a:graphicFrameLocks noGrp="1"/>
          </p:cNvGraphicFramePr>
          <p:nvPr>
            <p:custDataLst>
              <p:tags r:id="rId3"/>
            </p:custDataLst>
          </p:nvPr>
        </p:nvGraphicFramePr>
        <p:xfrm>
          <a:off x="2137917" y="3023361"/>
          <a:ext cx="2546985" cy="1784985"/>
        </p:xfrm>
        <a:graphic>
          <a:graphicData uri="http://schemas.openxmlformats.org/drawingml/2006/table">
            <a:tbl>
              <a:tblPr/>
              <a:tblGrid>
                <a:gridCol w="1167764"/>
                <a:gridCol w="216534"/>
                <a:gridCol w="1162685"/>
              </a:tblGrid>
              <a:tr h="214629">
                <a:tc>
                  <a:txBody>
                    <a:bodyPr/>
                    <a:lstStyle/>
                    <a:p>
                      <a:pPr algn="l" rtl="0" eaLnBrk="0">
                        <a:lnSpc>
                          <a:spcPct val="144000"/>
                        </a:lnSpc>
                      </a:pPr>
                      <a:endParaRPr lang="en-US" altLang="en-US" sz="200" dirty="0"/>
                    </a:p>
                    <a:p>
                      <a:pPr marL="213995" algn="l" rtl="0" eaLnBrk="0">
                        <a:lnSpc>
                          <a:spcPts val="1120"/>
                        </a:lnSpc>
                        <a:spcBef>
                          <a:spcPts val="0"/>
                        </a:spcBef>
                      </a:pPr>
                      <a:r>
                        <a:rPr sz="900" kern="0" spc="80" dirty="0">
                          <a:solidFill>
                            <a:srgbClr val="000000">
                              <a:alpha val="100000"/>
                            </a:srgbClr>
                          </a:solidFill>
                          <a:cs typeface="宋体" panose="02010600030101010101" pitchFamily="2" charset="-122"/>
                        </a:rPr>
                        <a:t>产品组合管理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c rowSpan="4">
                  <a:txBody>
                    <a:bodyPr/>
                    <a:lstStyle/>
                    <a:p>
                      <a:pPr algn="l" rtl="0" eaLnBrk="0">
                        <a:lnSpc>
                          <a:spcPct val="100000"/>
                        </a:lnSpc>
                      </a:pPr>
                      <a:endParaRPr lang="en-US" altLang="en-US" sz="10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20000"/>
                        </a:lnSpc>
                      </a:pPr>
                      <a:endParaRPr lang="en-US" altLang="en-US" sz="300" dirty="0"/>
                    </a:p>
                    <a:p>
                      <a:pPr marL="203835" algn="l" rtl="0" eaLnBrk="0">
                        <a:lnSpc>
                          <a:spcPts val="1120"/>
                        </a:lnSpc>
                      </a:pPr>
                      <a:r>
                        <a:rPr sz="900" kern="0" spc="80" dirty="0">
                          <a:solidFill>
                            <a:srgbClr val="000000">
                              <a:alpha val="100000"/>
                            </a:srgbClr>
                          </a:solidFill>
                          <a:cs typeface="宋体" panose="02010600030101010101" pitchFamily="2" charset="-122"/>
                        </a:rPr>
                        <a:t>客户忠诚管理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241300">
                <a:tc>
                  <a:txBody>
                    <a:bodyPr/>
                    <a:lstStyle/>
                    <a:p>
                      <a:pPr algn="l" rtl="0" eaLnBrk="0">
                        <a:lnSpc>
                          <a:spcPct val="112000"/>
                        </a:lnSpc>
                      </a:pPr>
                      <a:endParaRPr lang="en-US" altLang="en-US" sz="300" dirty="0"/>
                    </a:p>
                    <a:p>
                      <a:pPr marL="150495" algn="l" rtl="0" eaLnBrk="0">
                        <a:lnSpc>
                          <a:spcPts val="1115"/>
                        </a:lnSpc>
                        <a:spcBef>
                          <a:spcPts val="5"/>
                        </a:spcBef>
                      </a:pPr>
                      <a:r>
                        <a:rPr sz="900" kern="0" spc="80" dirty="0">
                          <a:solidFill>
                            <a:srgbClr val="000000">
                              <a:alpha val="100000"/>
                            </a:srgbClr>
                          </a:solidFill>
                          <a:cs typeface="宋体" panose="02010600030101010101" pitchFamily="2" charset="-122"/>
                        </a:rPr>
                        <a:t>价格与折扣管理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c vMerge="1">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3000"/>
                        </a:lnSpc>
                      </a:pPr>
                      <a:endParaRPr lang="en-US" altLang="en-US" sz="500" dirty="0"/>
                    </a:p>
                    <a:p>
                      <a:pPr marL="203200" algn="l" rtl="0" eaLnBrk="0">
                        <a:lnSpc>
                          <a:spcPts val="1120"/>
                        </a:lnSpc>
                        <a:spcBef>
                          <a:spcPts val="0"/>
                        </a:spcBef>
                      </a:pPr>
                      <a:r>
                        <a:rPr sz="900" kern="0" spc="80" dirty="0">
                          <a:solidFill>
                            <a:srgbClr val="000000">
                              <a:alpha val="100000"/>
                            </a:srgbClr>
                          </a:solidFill>
                          <a:cs typeface="宋体" panose="02010600030101010101" pitchFamily="2" charset="-122"/>
                        </a:rPr>
                        <a:t>服务质量管理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224789">
                <a:tc>
                  <a:txBody>
                    <a:bodyPr/>
                    <a:lstStyle/>
                    <a:p>
                      <a:pPr algn="l" rtl="0" eaLnBrk="0">
                        <a:lnSpc>
                          <a:spcPct val="114000"/>
                        </a:lnSpc>
                      </a:pPr>
                      <a:endParaRPr lang="en-US" altLang="en-US" sz="200" dirty="0"/>
                    </a:p>
                    <a:p>
                      <a:pPr marL="160020" algn="l" rtl="0" eaLnBrk="0">
                        <a:lnSpc>
                          <a:spcPts val="1120"/>
                        </a:lnSpc>
                        <a:spcBef>
                          <a:spcPts val="0"/>
                        </a:spcBef>
                      </a:pPr>
                      <a:r>
                        <a:rPr sz="900" kern="0" spc="70" dirty="0">
                          <a:solidFill>
                            <a:srgbClr val="000000">
                              <a:alpha val="100000"/>
                            </a:srgbClr>
                          </a:solidFill>
                          <a:cs typeface="宋体" panose="02010600030101010101" pitchFamily="2" charset="-122"/>
                        </a:rPr>
                        <a:t>品牌与推广管理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c vMerge="1">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23000"/>
                        </a:lnSpc>
                      </a:pPr>
                      <a:endParaRPr lang="en-US" altLang="en-US" sz="400" dirty="0"/>
                    </a:p>
                    <a:p>
                      <a:pPr marL="203200" algn="l" rtl="0" eaLnBrk="0">
                        <a:lnSpc>
                          <a:spcPts val="1120"/>
                        </a:lnSpc>
                        <a:spcBef>
                          <a:spcPts val="5"/>
                        </a:spcBef>
                      </a:pPr>
                      <a:r>
                        <a:rPr sz="900" kern="0" spc="80" dirty="0">
                          <a:solidFill>
                            <a:srgbClr val="000000">
                              <a:alpha val="100000"/>
                            </a:srgbClr>
                          </a:solidFill>
                          <a:cs typeface="宋体" panose="02010600030101010101" pitchFamily="2" charset="-122"/>
                        </a:rPr>
                        <a:t>服务标准管理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235584">
                <a:tc>
                  <a:txBody>
                    <a:bodyPr/>
                    <a:lstStyle/>
                    <a:p>
                      <a:pPr algn="l" rtl="0" eaLnBrk="0">
                        <a:lnSpc>
                          <a:spcPct val="120000"/>
                        </a:lnSpc>
                      </a:pPr>
                      <a:endParaRPr lang="en-US" altLang="en-US" sz="200" dirty="0"/>
                    </a:p>
                    <a:p>
                      <a:pPr marL="214630" algn="l" rtl="0" eaLnBrk="0">
                        <a:lnSpc>
                          <a:spcPts val="1115"/>
                        </a:lnSpc>
                      </a:pPr>
                      <a:r>
                        <a:rPr sz="900" kern="0" spc="80" dirty="0">
                          <a:solidFill>
                            <a:srgbClr val="000000">
                              <a:alpha val="100000"/>
                            </a:srgbClr>
                          </a:solidFill>
                          <a:cs typeface="宋体" panose="02010600030101010101" pitchFamily="2" charset="-122"/>
                        </a:rPr>
                        <a:t>客户价值管理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vMerge="1">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16000"/>
                        </a:lnSpc>
                      </a:pPr>
                      <a:endParaRPr lang="en-US" altLang="en-US" sz="500" dirty="0"/>
                    </a:p>
                    <a:p>
                      <a:pPr marL="203200" algn="l" rtl="0" eaLnBrk="0">
                        <a:lnSpc>
                          <a:spcPts val="1110"/>
                        </a:lnSpc>
                      </a:pPr>
                      <a:r>
                        <a:rPr sz="900" kern="0" spc="80" dirty="0">
                          <a:solidFill>
                            <a:srgbClr val="000000">
                              <a:alpha val="100000"/>
                            </a:srgbClr>
                          </a:solidFill>
                          <a:cs typeface="宋体" panose="02010600030101010101" pitchFamily="2" charset="-122"/>
                        </a:rPr>
                        <a:t>服务渠道管理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205104">
                <a:tc>
                  <a:txBody>
                    <a:bodyPr/>
                    <a:lstStyle/>
                    <a:p>
                      <a:pPr algn="l" rtl="0" eaLnBrk="0">
                        <a:lnSpc>
                          <a:spcPct val="152000"/>
                        </a:lnSpc>
                      </a:pPr>
                      <a:endParaRPr lang="en-US" altLang="en-US" sz="100" dirty="0"/>
                    </a:p>
                    <a:p>
                      <a:pPr marL="214630" algn="l" rtl="0" eaLnBrk="0">
                        <a:lnSpc>
                          <a:spcPts val="1120"/>
                        </a:lnSpc>
                      </a:pPr>
                      <a:r>
                        <a:rPr sz="900" kern="0" spc="80" dirty="0">
                          <a:solidFill>
                            <a:srgbClr val="000000">
                              <a:alpha val="100000"/>
                            </a:srgbClr>
                          </a:solidFill>
                          <a:cs typeface="宋体" panose="02010600030101010101" pitchFamily="2" charset="-122"/>
                        </a:rPr>
                        <a:t>销售执行管理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rowSpan="3" gridSpan="2">
                  <a:txBody>
                    <a:bodyPr/>
                    <a:lstStyle/>
                    <a:p>
                      <a:pPr algn="l" rtl="0" eaLnBrk="0">
                        <a:lnSpc>
                          <a:spcPct val="100000"/>
                        </a:lnSpc>
                      </a:pPr>
                      <a:endParaRPr lang="en-US" altLang="en-US" sz="1000" dirty="0"/>
                    </a:p>
                  </a:txBody>
                  <a:tcPr marL="0" marR="0" marT="0" marB="0" vert="horz">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hMerge="1">
                  <a:tcPr marL="0" marR="0" marT="0" marB="0" vert="horz">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43839">
                <a:tc>
                  <a:txBody>
                    <a:bodyPr/>
                    <a:lstStyle/>
                    <a:p>
                      <a:pPr algn="l" rtl="0" eaLnBrk="0">
                        <a:lnSpc>
                          <a:spcPct val="136000"/>
                        </a:lnSpc>
                      </a:pPr>
                      <a:endParaRPr lang="en-US" altLang="en-US" sz="200" dirty="0"/>
                    </a:p>
                    <a:p>
                      <a:pPr marL="214630" algn="l" rtl="0" eaLnBrk="0">
                        <a:lnSpc>
                          <a:spcPts val="1120"/>
                        </a:lnSpc>
                        <a:spcBef>
                          <a:spcPts val="0"/>
                        </a:spcBef>
                      </a:pPr>
                      <a:r>
                        <a:rPr sz="900" kern="0" spc="80" dirty="0">
                          <a:solidFill>
                            <a:srgbClr val="000000">
                              <a:alpha val="100000"/>
                            </a:srgbClr>
                          </a:solidFill>
                          <a:cs typeface="宋体" panose="02010600030101010101" pitchFamily="2" charset="-122"/>
                        </a:rPr>
                        <a:t>客户信用管理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vMerge="1" gridSpan="2">
                  <a:tcPr marL="0" marR="0" marT="0" marB="0" vert="horz">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hMerge="1">
                  <a:tcPr marL="0" marR="0" marT="0" marB="0" vert="horz">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03834">
                <a:tc>
                  <a:txBody>
                    <a:bodyPr/>
                    <a:lstStyle/>
                    <a:p>
                      <a:pPr algn="l" rtl="0" eaLnBrk="0">
                        <a:lnSpc>
                          <a:spcPct val="134000"/>
                        </a:lnSpc>
                      </a:pPr>
                      <a:endParaRPr lang="en-US" altLang="en-US" sz="100" dirty="0"/>
                    </a:p>
                    <a:p>
                      <a:pPr marL="214630" algn="l" rtl="0" eaLnBrk="0">
                        <a:lnSpc>
                          <a:spcPts val="1120"/>
                        </a:lnSpc>
                        <a:spcBef>
                          <a:spcPts val="0"/>
                        </a:spcBef>
                      </a:pPr>
                      <a:r>
                        <a:rPr sz="900" kern="0" spc="80" dirty="0">
                          <a:solidFill>
                            <a:srgbClr val="000000">
                              <a:alpha val="100000"/>
                            </a:srgbClr>
                          </a:solidFill>
                          <a:cs typeface="宋体" panose="02010600030101010101" pitchFamily="2" charset="-122"/>
                        </a:rPr>
                        <a:t>销售渠道管理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vMerge="1" gridSpan="2">
                  <a:tcPr marL="0" marR="0" marT="0" marB="0" vert="horz">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hMerge="1">
                  <a:tcPr marL="0" marR="0" marT="0" marB="0" vert="horz">
                    <a:lnL w="9525" cap="flat" cmpd="sng" algn="ctr">
                      <a:solidFill>
                        <a:srgbClr val="000000"/>
                      </a:solidFill>
                      <a:prstDash val="solid"/>
                      <a:round/>
                      <a:headEnd type="none" w="med" len="med"/>
                      <a:tailEnd type="none" w="med" len="med"/>
                    </a:lnL>
                    <a:lnR>
                      <a:noFill/>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15900">
                <a:tc gridSpan="3">
                  <a:txBody>
                    <a:bodyPr/>
                    <a:lstStyle/>
                    <a:p>
                      <a:pPr algn="l" rtl="0" eaLnBrk="0">
                        <a:lnSpc>
                          <a:spcPct val="143000"/>
                        </a:lnSpc>
                      </a:pPr>
                      <a:endParaRPr lang="en-US" altLang="en-US" sz="200" dirty="0"/>
                    </a:p>
                    <a:p>
                      <a:pPr marL="899160" algn="l" rtl="0" eaLnBrk="0">
                        <a:lnSpc>
                          <a:spcPts val="1120"/>
                        </a:lnSpc>
                        <a:spcBef>
                          <a:spcPts val="0"/>
                        </a:spcBef>
                      </a:pPr>
                      <a:r>
                        <a:rPr sz="900" kern="0" spc="80" dirty="0">
                          <a:solidFill>
                            <a:srgbClr val="000000">
                              <a:alpha val="100000"/>
                            </a:srgbClr>
                          </a:solidFill>
                          <a:cs typeface="宋体" panose="02010600030101010101" pitchFamily="2" charset="-122"/>
                        </a:rPr>
                        <a:t>客户信息管理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c hMerge="1">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c hMerge="1">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848" name="table 848"/>
          <p:cNvGraphicFramePr>
            <a:graphicFrameLocks noGrp="1"/>
          </p:cNvGraphicFramePr>
          <p:nvPr>
            <p:custDataLst>
              <p:tags r:id="rId4"/>
            </p:custDataLst>
          </p:nvPr>
        </p:nvGraphicFramePr>
        <p:xfrm>
          <a:off x="9351009" y="761746"/>
          <a:ext cx="2056130" cy="439420"/>
        </p:xfrm>
        <a:graphic>
          <a:graphicData uri="http://schemas.openxmlformats.org/drawingml/2006/table">
            <a:tbl>
              <a:tblPr/>
              <a:tblGrid>
                <a:gridCol w="2056130"/>
              </a:tblGrid>
              <a:tr h="426720">
                <a:tc>
                  <a:txBody>
                    <a:bodyPr/>
                    <a:lstStyle/>
                    <a:p>
                      <a:pPr algn="l" rtl="0" eaLnBrk="0">
                        <a:lnSpc>
                          <a:spcPct val="114000"/>
                        </a:lnSpc>
                      </a:pPr>
                      <a:endParaRPr lang="en-US" altLang="en-US" sz="600" dirty="0"/>
                    </a:p>
                    <a:p>
                      <a:pPr marL="236220" algn="l" rtl="0" eaLnBrk="0">
                        <a:lnSpc>
                          <a:spcPct val="94000"/>
                        </a:lnSpc>
                        <a:spcBef>
                          <a:spcPts val="5"/>
                        </a:spcBef>
                      </a:pPr>
                      <a:r>
                        <a:rPr sz="1800" kern="0" spc="-10" dirty="0">
                          <a:solidFill>
                            <a:srgbClr val="000000">
                              <a:alpha val="100000"/>
                            </a:srgbClr>
                          </a:solidFill>
                          <a:cs typeface="宋体" panose="02010600030101010101" pitchFamily="2" charset="-122"/>
                        </a:rPr>
                        <a:t>业务覆盖度评估</a:t>
                      </a:r>
                      <a:endParaRPr lang="en-US" altLang="en-US" sz="1800" dirty="0"/>
                    </a:p>
                  </a:txBody>
                  <a:tcPr marL="0" marR="0" marT="0" marB="0" vert="horz">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r>
            </a:tbl>
          </a:graphicData>
        </a:graphic>
      </p:graphicFrame>
      <p:sp>
        <p:nvSpPr>
          <p:cNvPr id="850" name="path"/>
          <p:cNvSpPr/>
          <p:nvPr/>
        </p:nvSpPr>
        <p:spPr>
          <a:xfrm>
            <a:off x="7458456" y="1537715"/>
            <a:ext cx="38100" cy="376428"/>
          </a:xfrm>
          <a:custGeom>
            <a:avLst/>
            <a:gdLst/>
            <a:ahLst/>
            <a:cxnLst/>
            <a:rect l="0" t="0" r="0" b="0"/>
            <a:pathLst>
              <a:path w="60" h="592">
                <a:moveTo>
                  <a:pt x="30" y="30"/>
                </a:moveTo>
                <a:lnTo>
                  <a:pt x="30" y="562"/>
                </a:lnTo>
              </a:path>
            </a:pathLst>
          </a:custGeom>
          <a:noFill/>
          <a:ln w="38100" cap="rnd">
            <a:solidFill>
              <a:srgbClr val="FFFFFF">
                <a:alpha val="100000"/>
              </a:srgbClr>
            </a:solidFill>
            <a:prstDash val="solid"/>
            <a:miter lim="1000000"/>
          </a:ln>
        </p:spPr>
        <p:txBody>
          <a:bodyPr rtlCol="0"/>
          <a:lstStyle/>
          <a:p>
            <a:pPr algn="ctr"/>
            <a:endParaRPr lang="zh-CN" altLang="en-US"/>
          </a:p>
        </p:txBody>
      </p:sp>
      <p:sp>
        <p:nvSpPr>
          <p:cNvPr id="852" name="rect"/>
          <p:cNvSpPr/>
          <p:nvPr/>
        </p:nvSpPr>
        <p:spPr>
          <a:xfrm>
            <a:off x="7458456" y="1886711"/>
            <a:ext cx="38100" cy="4219955"/>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854" name="rect"/>
          <p:cNvSpPr/>
          <p:nvPr/>
        </p:nvSpPr>
        <p:spPr>
          <a:xfrm>
            <a:off x="6117335" y="1886711"/>
            <a:ext cx="38100" cy="4219955"/>
          </a:xfrm>
          <a:prstGeom prst="rect">
            <a:avLst/>
          </a:prstGeom>
          <a:solidFill>
            <a:srgbClr val="FFFFFF">
              <a:alpha val="100000"/>
            </a:srgbClr>
          </a:solidFill>
          <a:ln cap="flat">
            <a:noFill/>
            <a:prstDash val="solid"/>
            <a:miter lim="0"/>
          </a:ln>
        </p:spPr>
        <p:txBody>
          <a:bodyPr rtlCol="0"/>
          <a:lstStyle/>
          <a:p>
            <a:pPr algn="ctr"/>
            <a:endParaRPr lang="zh-CN" altLang="en-US"/>
          </a:p>
        </p:txBody>
      </p:sp>
      <p:graphicFrame>
        <p:nvGraphicFramePr>
          <p:cNvPr id="856" name="table 856"/>
          <p:cNvGraphicFramePr>
            <a:graphicFrameLocks noGrp="1"/>
          </p:cNvGraphicFramePr>
          <p:nvPr>
            <p:custDataLst>
              <p:tags r:id="rId5"/>
            </p:custDataLst>
          </p:nvPr>
        </p:nvGraphicFramePr>
        <p:xfrm>
          <a:off x="4891785" y="3034029"/>
          <a:ext cx="3857625" cy="213359"/>
        </p:xfrm>
        <a:graphic>
          <a:graphicData uri="http://schemas.openxmlformats.org/drawingml/2006/table">
            <a:tbl>
              <a:tblPr>
                <a:solidFill>
                  <a:srgbClr val="FFFFFF"/>
                </a:solidFill>
              </a:tblPr>
              <a:tblGrid>
                <a:gridCol w="3857625"/>
              </a:tblGrid>
              <a:tr h="203834">
                <a:tc>
                  <a:txBody>
                    <a:bodyPr/>
                    <a:lstStyle/>
                    <a:p>
                      <a:pPr algn="l" rtl="0" eaLnBrk="0">
                        <a:lnSpc>
                          <a:spcPct val="145000"/>
                        </a:lnSpc>
                      </a:pPr>
                      <a:endParaRPr lang="en-US" altLang="en-US" sz="200" dirty="0"/>
                    </a:p>
                    <a:p>
                      <a:pPr marL="988060" algn="l" rtl="0" eaLnBrk="0">
                        <a:lnSpc>
                          <a:spcPts val="1115"/>
                        </a:lnSpc>
                      </a:pPr>
                      <a:r>
                        <a:rPr sz="900" kern="0" spc="90" dirty="0">
                          <a:solidFill>
                            <a:srgbClr val="000000">
                              <a:alpha val="100000"/>
                            </a:srgbClr>
                          </a:solidFill>
                          <a:cs typeface="宋体" panose="02010600030101010101" pitchFamily="2" charset="-122"/>
                        </a:rPr>
                        <a:t>营运质量、成本与标准管理和优化</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58" name="table 858"/>
          <p:cNvGraphicFramePr>
            <a:graphicFrameLocks noGrp="1"/>
          </p:cNvGraphicFramePr>
          <p:nvPr>
            <p:custDataLst>
              <p:tags r:id="rId6"/>
            </p:custDataLst>
          </p:nvPr>
        </p:nvGraphicFramePr>
        <p:xfrm>
          <a:off x="4891785" y="1968754"/>
          <a:ext cx="3857625" cy="213359"/>
        </p:xfrm>
        <a:graphic>
          <a:graphicData uri="http://schemas.openxmlformats.org/drawingml/2006/table">
            <a:tbl>
              <a:tblPr>
                <a:solidFill>
                  <a:srgbClr val="FFFFFF"/>
                </a:solidFill>
              </a:tblPr>
              <a:tblGrid>
                <a:gridCol w="3857625"/>
              </a:tblGrid>
              <a:tr h="203834">
                <a:tc>
                  <a:txBody>
                    <a:bodyPr/>
                    <a:lstStyle/>
                    <a:p>
                      <a:pPr algn="l" rtl="0" eaLnBrk="0">
                        <a:lnSpc>
                          <a:spcPct val="145000"/>
                        </a:lnSpc>
                      </a:pPr>
                      <a:endParaRPr lang="en-US" altLang="en-US" sz="200" dirty="0"/>
                    </a:p>
                    <a:p>
                      <a:pPr marL="1303655" algn="l" rtl="0" eaLnBrk="0">
                        <a:lnSpc>
                          <a:spcPts val="1125"/>
                        </a:lnSpc>
                      </a:pPr>
                      <a:r>
                        <a:rPr sz="900" kern="0" spc="80" dirty="0">
                          <a:solidFill>
                            <a:srgbClr val="000000">
                              <a:alpha val="100000"/>
                            </a:srgbClr>
                          </a:solidFill>
                          <a:cs typeface="宋体" panose="02010600030101010101" pitchFamily="2" charset="-122"/>
                        </a:rPr>
                        <a:t>营运、资源及网络规划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pic>
        <p:nvPicPr>
          <p:cNvPr id="862" name="picture 862"/>
          <p:cNvPicPr>
            <a:picLocks noChangeAspect="1"/>
          </p:cNvPicPr>
          <p:nvPr>
            <p:custDataLst>
              <p:tags r:id="rId7"/>
            </p:custDataLst>
          </p:nvPr>
        </p:nvPicPr>
        <p:blipFill>
          <a:blip r:embed="rId8"/>
          <a:stretch>
            <a:fillRect/>
          </a:stretch>
        </p:blipFill>
        <p:spPr>
          <a:xfrm rot="21600000">
            <a:off x="11915619" y="63196"/>
            <a:ext cx="251252" cy="227508"/>
          </a:xfrm>
          <a:prstGeom prst="rect">
            <a:avLst/>
          </a:prstGeom>
        </p:spPr>
      </p:pic>
      <p:pic>
        <p:nvPicPr>
          <p:cNvPr id="864" name="picture 864"/>
          <p:cNvPicPr>
            <a:picLocks noChangeAspect="1"/>
          </p:cNvPicPr>
          <p:nvPr>
            <p:custDataLst>
              <p:tags r:id="rId9"/>
            </p:custDataLst>
          </p:nvPr>
        </p:nvPicPr>
        <p:blipFill>
          <a:blip r:embed="rId10"/>
          <a:stretch>
            <a:fillRect/>
          </a:stretch>
        </p:blipFill>
        <p:spPr>
          <a:xfrm rot="21600000">
            <a:off x="11940745" y="391654"/>
            <a:ext cx="251252" cy="224971"/>
          </a:xfrm>
          <a:prstGeom prst="rect">
            <a:avLst/>
          </a:prstGeom>
        </p:spPr>
      </p:pic>
      <p:graphicFrame>
        <p:nvGraphicFramePr>
          <p:cNvPr id="866" name="table 866"/>
          <p:cNvGraphicFramePr>
            <a:graphicFrameLocks noGrp="1"/>
          </p:cNvGraphicFramePr>
          <p:nvPr>
            <p:custDataLst>
              <p:tags r:id="rId11"/>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ED7D31">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B0B0B0">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B0B0B0">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graphicFrame>
        <p:nvGraphicFramePr>
          <p:cNvPr id="870" name="table 870"/>
          <p:cNvGraphicFramePr>
            <a:graphicFrameLocks noGrp="1"/>
          </p:cNvGraphicFramePr>
          <p:nvPr>
            <p:custDataLst>
              <p:tags r:id="rId12"/>
            </p:custDataLst>
          </p:nvPr>
        </p:nvGraphicFramePr>
        <p:xfrm>
          <a:off x="6210045" y="5324602"/>
          <a:ext cx="1173480" cy="215264"/>
        </p:xfrm>
        <a:graphic>
          <a:graphicData uri="http://schemas.openxmlformats.org/drawingml/2006/table">
            <a:tbl>
              <a:tblPr>
                <a:solidFill>
                  <a:srgbClr val="A9D18E"/>
                </a:solidFill>
              </a:tblPr>
              <a:tblGrid>
                <a:gridCol w="1173480"/>
              </a:tblGrid>
              <a:tr h="205739">
                <a:tc>
                  <a:txBody>
                    <a:bodyPr/>
                    <a:lstStyle/>
                    <a:p>
                      <a:pPr algn="l" rtl="0" eaLnBrk="0">
                        <a:lnSpc>
                          <a:spcPct val="148000"/>
                        </a:lnSpc>
                      </a:pPr>
                      <a:endParaRPr lang="en-US" altLang="en-US" sz="200" dirty="0"/>
                    </a:p>
                    <a:p>
                      <a:pPr marL="288925" algn="l" rtl="0" eaLnBrk="0">
                        <a:lnSpc>
                          <a:spcPts val="1120"/>
                        </a:lnSpc>
                        <a:spcBef>
                          <a:spcPts val="0"/>
                        </a:spcBef>
                      </a:pPr>
                      <a:r>
                        <a:rPr sz="900" kern="0" spc="60" dirty="0">
                          <a:solidFill>
                            <a:srgbClr val="000000">
                              <a:alpha val="100000"/>
                            </a:srgbClr>
                          </a:solidFill>
                          <a:cs typeface="宋体" panose="02010600030101010101" pitchFamily="2" charset="-122"/>
                        </a:rPr>
                        <a:t>问题件处理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872" name="table 872"/>
          <p:cNvGraphicFramePr>
            <a:graphicFrameLocks noGrp="1"/>
          </p:cNvGraphicFramePr>
          <p:nvPr>
            <p:custDataLst>
              <p:tags r:id="rId13"/>
            </p:custDataLst>
          </p:nvPr>
        </p:nvGraphicFramePr>
        <p:xfrm>
          <a:off x="6210045" y="3536950"/>
          <a:ext cx="1170940" cy="215264"/>
        </p:xfrm>
        <a:graphic>
          <a:graphicData uri="http://schemas.openxmlformats.org/drawingml/2006/table">
            <a:tbl>
              <a:tblPr>
                <a:solidFill>
                  <a:srgbClr val="FFFFFF"/>
                </a:solidFill>
              </a:tblPr>
              <a:tblGrid>
                <a:gridCol w="1170940"/>
              </a:tblGrid>
              <a:tr h="205739">
                <a:tc>
                  <a:txBody>
                    <a:bodyPr/>
                    <a:lstStyle/>
                    <a:p>
                      <a:pPr algn="l" rtl="0" eaLnBrk="0">
                        <a:lnSpc>
                          <a:spcPct val="147000"/>
                        </a:lnSpc>
                      </a:pPr>
                      <a:endParaRPr lang="en-US" altLang="en-US" sz="200" dirty="0"/>
                    </a:p>
                    <a:p>
                      <a:pPr marL="222885" algn="l" rtl="0" eaLnBrk="0">
                        <a:lnSpc>
                          <a:spcPts val="1125"/>
                        </a:lnSpc>
                        <a:spcBef>
                          <a:spcPts val="0"/>
                        </a:spcBef>
                      </a:pPr>
                      <a:r>
                        <a:rPr sz="900" kern="0" spc="70" dirty="0">
                          <a:solidFill>
                            <a:srgbClr val="000000">
                              <a:alpha val="100000"/>
                            </a:srgbClr>
                          </a:solidFill>
                          <a:cs typeface="宋体" panose="02010600030101010101" pitchFamily="2" charset="-122"/>
                        </a:rPr>
                        <a:t>中转人员排班</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74" name="table 874"/>
          <p:cNvGraphicFramePr>
            <a:graphicFrameLocks noGrp="1"/>
          </p:cNvGraphicFramePr>
          <p:nvPr>
            <p:custDataLst>
              <p:tags r:id="rId14"/>
            </p:custDataLst>
          </p:nvPr>
        </p:nvGraphicFramePr>
        <p:xfrm>
          <a:off x="6210045" y="2471674"/>
          <a:ext cx="1170940" cy="215265"/>
        </p:xfrm>
        <a:graphic>
          <a:graphicData uri="http://schemas.openxmlformats.org/drawingml/2006/table">
            <a:tbl>
              <a:tblPr>
                <a:solidFill>
                  <a:srgbClr val="FFFFFF"/>
                </a:solidFill>
              </a:tblPr>
              <a:tblGrid>
                <a:gridCol w="1170940"/>
              </a:tblGrid>
              <a:tr h="205740">
                <a:tc>
                  <a:txBody>
                    <a:bodyPr/>
                    <a:lstStyle/>
                    <a:p>
                      <a:pPr algn="l" rtl="0" eaLnBrk="0">
                        <a:lnSpc>
                          <a:spcPct val="146000"/>
                        </a:lnSpc>
                      </a:pPr>
                      <a:endParaRPr lang="en-US" altLang="en-US" sz="200" dirty="0"/>
                    </a:p>
                    <a:p>
                      <a:pPr marL="222885" algn="l" rtl="0" eaLnBrk="0">
                        <a:lnSpc>
                          <a:spcPts val="1125"/>
                        </a:lnSpc>
                        <a:spcBef>
                          <a:spcPts val="0"/>
                        </a:spcBef>
                      </a:pPr>
                      <a:r>
                        <a:rPr sz="900" kern="0" spc="70" dirty="0">
                          <a:solidFill>
                            <a:srgbClr val="000000">
                              <a:alpha val="100000"/>
                            </a:srgbClr>
                          </a:solidFill>
                          <a:cs typeface="宋体" panose="02010600030101010101" pitchFamily="2" charset="-122"/>
                        </a:rPr>
                        <a:t>中转容量规划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76" name="table 876"/>
          <p:cNvGraphicFramePr>
            <a:graphicFrameLocks noGrp="1"/>
          </p:cNvGraphicFramePr>
          <p:nvPr>
            <p:custDataLst>
              <p:tags r:id="rId15"/>
            </p:custDataLst>
          </p:nvPr>
        </p:nvGraphicFramePr>
        <p:xfrm>
          <a:off x="7577073" y="3765550"/>
          <a:ext cx="1169034" cy="215264"/>
        </p:xfrm>
        <a:graphic>
          <a:graphicData uri="http://schemas.openxmlformats.org/drawingml/2006/table">
            <a:tbl>
              <a:tblPr>
                <a:solidFill>
                  <a:srgbClr val="FFC000"/>
                </a:solidFill>
              </a:tblPr>
              <a:tblGrid>
                <a:gridCol w="1169034"/>
              </a:tblGrid>
              <a:tr h="205739">
                <a:tc>
                  <a:txBody>
                    <a:bodyPr/>
                    <a:lstStyle/>
                    <a:p>
                      <a:pPr algn="l" rtl="0" eaLnBrk="0">
                        <a:lnSpc>
                          <a:spcPct val="147000"/>
                        </a:lnSpc>
                      </a:pPr>
                      <a:endParaRPr lang="en-US" altLang="en-US" sz="200" dirty="0"/>
                    </a:p>
                    <a:p>
                      <a:pPr marL="209550" algn="l" rtl="0" eaLnBrk="0">
                        <a:lnSpc>
                          <a:spcPts val="1120"/>
                        </a:lnSpc>
                        <a:spcBef>
                          <a:spcPts val="0"/>
                        </a:spcBef>
                      </a:pPr>
                      <a:r>
                        <a:rPr sz="900" kern="0" spc="80" dirty="0">
                          <a:solidFill>
                            <a:srgbClr val="000000">
                              <a:alpha val="100000"/>
                            </a:srgbClr>
                          </a:solidFill>
                          <a:cs typeface="宋体" panose="02010600030101010101" pitchFamily="2" charset="-122"/>
                        </a:rPr>
                        <a:t>运输绩效管理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878" name="table 878"/>
          <p:cNvGraphicFramePr>
            <a:graphicFrameLocks noGrp="1"/>
          </p:cNvGraphicFramePr>
          <p:nvPr>
            <p:custDataLst>
              <p:tags r:id="rId16"/>
            </p:custDataLst>
          </p:nvPr>
        </p:nvGraphicFramePr>
        <p:xfrm>
          <a:off x="7577073" y="5324602"/>
          <a:ext cx="1169034" cy="215264"/>
        </p:xfrm>
        <a:graphic>
          <a:graphicData uri="http://schemas.openxmlformats.org/drawingml/2006/table">
            <a:tbl>
              <a:tblPr>
                <a:solidFill>
                  <a:srgbClr val="A9D18E"/>
                </a:solidFill>
              </a:tblPr>
              <a:tblGrid>
                <a:gridCol w="1169034"/>
              </a:tblGrid>
              <a:tr h="205739">
                <a:tc>
                  <a:txBody>
                    <a:bodyPr/>
                    <a:lstStyle/>
                    <a:p>
                      <a:pPr algn="l" rtl="0" eaLnBrk="0">
                        <a:lnSpc>
                          <a:spcPct val="148000"/>
                        </a:lnSpc>
                      </a:pPr>
                      <a:endParaRPr lang="en-US" altLang="en-US" sz="200" dirty="0"/>
                    </a:p>
                    <a:p>
                      <a:pPr marL="209550" algn="l" rtl="0" eaLnBrk="0">
                        <a:lnSpc>
                          <a:spcPts val="1120"/>
                        </a:lnSpc>
                        <a:spcBef>
                          <a:spcPts val="0"/>
                        </a:spcBef>
                      </a:pPr>
                      <a:r>
                        <a:rPr sz="900" kern="0" spc="80" dirty="0">
                          <a:solidFill>
                            <a:srgbClr val="000000">
                              <a:alpha val="100000"/>
                            </a:srgbClr>
                          </a:solidFill>
                          <a:cs typeface="宋体" panose="02010600030101010101" pitchFamily="2" charset="-122"/>
                        </a:rPr>
                        <a:t>运输状态反馈</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880" name="table 880"/>
          <p:cNvGraphicFramePr>
            <a:graphicFrameLocks noGrp="1"/>
          </p:cNvGraphicFramePr>
          <p:nvPr>
            <p:custDataLst>
              <p:tags r:id="rId17"/>
            </p:custDataLst>
          </p:nvPr>
        </p:nvGraphicFramePr>
        <p:xfrm>
          <a:off x="8954769" y="1974850"/>
          <a:ext cx="1169034" cy="215265"/>
        </p:xfrm>
        <a:graphic>
          <a:graphicData uri="http://schemas.openxmlformats.org/drawingml/2006/table">
            <a:tbl>
              <a:tblPr>
                <a:solidFill>
                  <a:srgbClr val="FFFFFF"/>
                </a:solidFill>
              </a:tblPr>
              <a:tblGrid>
                <a:gridCol w="1169034"/>
              </a:tblGrid>
              <a:tr h="205740">
                <a:tc>
                  <a:txBody>
                    <a:bodyPr/>
                    <a:lstStyle/>
                    <a:p>
                      <a:pPr algn="l" rtl="0" eaLnBrk="0">
                        <a:lnSpc>
                          <a:spcPct val="144000"/>
                        </a:lnSpc>
                      </a:pPr>
                      <a:endParaRPr lang="en-US" altLang="en-US" sz="200" dirty="0"/>
                    </a:p>
                    <a:p>
                      <a:pPr marL="88900" algn="l" rtl="0" eaLnBrk="0">
                        <a:lnSpc>
                          <a:spcPts val="1125"/>
                        </a:lnSpc>
                        <a:spcBef>
                          <a:spcPts val="0"/>
                        </a:spcBef>
                      </a:pPr>
                      <a:r>
                        <a:rPr sz="900" kern="0" spc="80" dirty="0">
                          <a:solidFill>
                            <a:srgbClr val="000000">
                              <a:alpha val="100000"/>
                            </a:srgbClr>
                          </a:solidFill>
                          <a:cs typeface="宋体" panose="02010600030101010101" pitchFamily="2" charset="-122"/>
                        </a:rPr>
                        <a:t>营运设备维护策略</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82" name="table 882"/>
          <p:cNvGraphicFramePr>
            <a:graphicFrameLocks noGrp="1"/>
          </p:cNvGraphicFramePr>
          <p:nvPr>
            <p:custDataLst>
              <p:tags r:id="rId18"/>
            </p:custDataLst>
          </p:nvPr>
        </p:nvGraphicFramePr>
        <p:xfrm>
          <a:off x="8954769" y="3038602"/>
          <a:ext cx="1169034" cy="215265"/>
        </p:xfrm>
        <a:graphic>
          <a:graphicData uri="http://schemas.openxmlformats.org/drawingml/2006/table">
            <a:tbl>
              <a:tblPr>
                <a:solidFill>
                  <a:srgbClr val="FFFFFF"/>
                </a:solidFill>
              </a:tblPr>
              <a:tblGrid>
                <a:gridCol w="1169034"/>
              </a:tblGrid>
              <a:tr h="205740">
                <a:tc>
                  <a:txBody>
                    <a:bodyPr/>
                    <a:lstStyle/>
                    <a:p>
                      <a:pPr algn="l" rtl="0" eaLnBrk="0">
                        <a:lnSpc>
                          <a:spcPct val="146000"/>
                        </a:lnSpc>
                      </a:pPr>
                      <a:endParaRPr lang="en-US" altLang="en-US" sz="200" dirty="0"/>
                    </a:p>
                    <a:p>
                      <a:pPr marL="212090" algn="l" rtl="0" eaLnBrk="0">
                        <a:lnSpc>
                          <a:spcPts val="1120"/>
                        </a:lnSpc>
                        <a:spcBef>
                          <a:spcPts val="0"/>
                        </a:spcBef>
                      </a:pPr>
                      <a:r>
                        <a:rPr sz="900" kern="0" spc="80" dirty="0">
                          <a:solidFill>
                            <a:srgbClr val="000000">
                              <a:alpha val="100000"/>
                            </a:srgbClr>
                          </a:solidFill>
                          <a:cs typeface="宋体" panose="02010600030101010101" pitchFamily="2" charset="-122"/>
                        </a:rPr>
                        <a:t>维护计划管理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84" name="table 884"/>
          <p:cNvGraphicFramePr>
            <a:graphicFrameLocks noGrp="1"/>
          </p:cNvGraphicFramePr>
          <p:nvPr>
            <p:custDataLst>
              <p:tags r:id="rId19"/>
            </p:custDataLst>
          </p:nvPr>
        </p:nvGraphicFramePr>
        <p:xfrm>
          <a:off x="7577073" y="2471674"/>
          <a:ext cx="1169034" cy="215265"/>
        </p:xfrm>
        <a:graphic>
          <a:graphicData uri="http://schemas.openxmlformats.org/drawingml/2006/table">
            <a:tbl>
              <a:tblPr>
                <a:solidFill>
                  <a:srgbClr val="A9D18E"/>
                </a:solidFill>
              </a:tblPr>
              <a:tblGrid>
                <a:gridCol w="1169034"/>
              </a:tblGrid>
              <a:tr h="205740">
                <a:tc>
                  <a:txBody>
                    <a:bodyPr/>
                    <a:lstStyle/>
                    <a:p>
                      <a:pPr algn="l" rtl="0" eaLnBrk="0">
                        <a:lnSpc>
                          <a:spcPct val="146000"/>
                        </a:lnSpc>
                      </a:pPr>
                      <a:endParaRPr lang="en-US" altLang="en-US" sz="200" dirty="0"/>
                    </a:p>
                    <a:p>
                      <a:pPr marL="336550" algn="l" rtl="0" eaLnBrk="0">
                        <a:lnSpc>
                          <a:spcPts val="1120"/>
                        </a:lnSpc>
                        <a:spcBef>
                          <a:spcPts val="0"/>
                        </a:spcBef>
                      </a:pPr>
                      <a:r>
                        <a:rPr sz="900" kern="0" spc="80" dirty="0">
                          <a:solidFill>
                            <a:srgbClr val="000000">
                              <a:alpha val="100000"/>
                            </a:srgbClr>
                          </a:solidFill>
                          <a:cs typeface="宋体" panose="02010600030101010101" pitchFamily="2" charset="-122"/>
                        </a:rPr>
                        <a:t>路线规划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886" name="table 886"/>
          <p:cNvGraphicFramePr>
            <a:graphicFrameLocks noGrp="1"/>
          </p:cNvGraphicFramePr>
          <p:nvPr>
            <p:custDataLst>
              <p:tags r:id="rId20"/>
            </p:custDataLst>
          </p:nvPr>
        </p:nvGraphicFramePr>
        <p:xfrm>
          <a:off x="4882641" y="2471674"/>
          <a:ext cx="1169034" cy="215265"/>
        </p:xfrm>
        <a:graphic>
          <a:graphicData uri="http://schemas.openxmlformats.org/drawingml/2006/table">
            <a:tbl>
              <a:tblPr>
                <a:solidFill>
                  <a:srgbClr val="A9D18E"/>
                </a:solidFill>
              </a:tblPr>
              <a:tblGrid>
                <a:gridCol w="1169034"/>
              </a:tblGrid>
              <a:tr h="205740">
                <a:tc>
                  <a:txBody>
                    <a:bodyPr/>
                    <a:lstStyle/>
                    <a:p>
                      <a:pPr algn="l" rtl="0" eaLnBrk="0">
                        <a:lnSpc>
                          <a:spcPct val="146000"/>
                        </a:lnSpc>
                      </a:pPr>
                      <a:endParaRPr lang="en-US" altLang="en-US" sz="200" dirty="0"/>
                    </a:p>
                    <a:p>
                      <a:pPr marL="151765" algn="l" rtl="0" eaLnBrk="0">
                        <a:lnSpc>
                          <a:spcPts val="1120"/>
                        </a:lnSpc>
                        <a:spcBef>
                          <a:spcPts val="0"/>
                        </a:spcBef>
                      </a:pPr>
                      <a:r>
                        <a:rPr sz="900" kern="0" spc="80" dirty="0">
                          <a:solidFill>
                            <a:srgbClr val="000000">
                              <a:alpha val="100000"/>
                            </a:srgbClr>
                          </a:solidFill>
                          <a:cs typeface="宋体" panose="02010600030101010101" pitchFamily="2" charset="-122"/>
                        </a:rPr>
                        <a:t>收派件区域规划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888" name="table 888"/>
          <p:cNvGraphicFramePr>
            <a:graphicFrameLocks noGrp="1"/>
          </p:cNvGraphicFramePr>
          <p:nvPr>
            <p:custDataLst>
              <p:tags r:id="rId21"/>
            </p:custDataLst>
          </p:nvPr>
        </p:nvGraphicFramePr>
        <p:xfrm>
          <a:off x="3504945" y="5562345"/>
          <a:ext cx="1167765" cy="215264"/>
        </p:xfrm>
        <a:graphic>
          <a:graphicData uri="http://schemas.openxmlformats.org/drawingml/2006/table">
            <a:tbl>
              <a:tblPr>
                <a:solidFill>
                  <a:srgbClr val="FFFFFF"/>
                </a:solidFill>
              </a:tblPr>
              <a:tblGrid>
                <a:gridCol w="1167765"/>
              </a:tblGrid>
              <a:tr h="205739">
                <a:tc>
                  <a:txBody>
                    <a:bodyPr/>
                    <a:lstStyle/>
                    <a:p>
                      <a:pPr algn="l" rtl="0" eaLnBrk="0">
                        <a:lnSpc>
                          <a:spcPct val="149000"/>
                        </a:lnSpc>
                      </a:pPr>
                      <a:endParaRPr lang="en-US" altLang="en-US" sz="200" dirty="0"/>
                    </a:p>
                    <a:p>
                      <a:pPr marL="210185" algn="l" rtl="0" eaLnBrk="0">
                        <a:lnSpc>
                          <a:spcPts val="1125"/>
                        </a:lnSpc>
                        <a:spcBef>
                          <a:spcPts val="0"/>
                        </a:spcBef>
                      </a:pPr>
                      <a:r>
                        <a:rPr sz="900" kern="0" spc="80" dirty="0">
                          <a:solidFill>
                            <a:srgbClr val="000000">
                              <a:alpha val="100000"/>
                            </a:srgbClr>
                          </a:solidFill>
                          <a:cs typeface="宋体" panose="02010600030101010101" pitchFamily="2" charset="-122"/>
                        </a:rPr>
                        <a:t>客户关系维护</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90" name="table 890"/>
          <p:cNvGraphicFramePr>
            <a:graphicFrameLocks noGrp="1"/>
          </p:cNvGraphicFramePr>
          <p:nvPr>
            <p:custDataLst>
              <p:tags r:id="rId22"/>
            </p:custDataLst>
          </p:nvPr>
        </p:nvGraphicFramePr>
        <p:xfrm>
          <a:off x="3506470" y="1980946"/>
          <a:ext cx="1167765" cy="215265"/>
        </p:xfrm>
        <a:graphic>
          <a:graphicData uri="http://schemas.openxmlformats.org/drawingml/2006/table">
            <a:tbl>
              <a:tblPr>
                <a:solidFill>
                  <a:srgbClr val="FFFFFF"/>
                </a:solidFill>
              </a:tblPr>
              <a:tblGrid>
                <a:gridCol w="1167765"/>
              </a:tblGrid>
              <a:tr h="205740">
                <a:tc>
                  <a:txBody>
                    <a:bodyPr/>
                    <a:lstStyle/>
                    <a:p>
                      <a:pPr algn="l" rtl="0" eaLnBrk="0">
                        <a:lnSpc>
                          <a:spcPct val="146000"/>
                        </a:lnSpc>
                      </a:pPr>
                      <a:endParaRPr lang="en-US" altLang="en-US" sz="200" dirty="0"/>
                    </a:p>
                    <a:p>
                      <a:pPr marL="210185" algn="l" rtl="0" eaLnBrk="0">
                        <a:lnSpc>
                          <a:spcPts val="1120"/>
                        </a:lnSpc>
                        <a:spcBef>
                          <a:spcPts val="0"/>
                        </a:spcBef>
                      </a:pPr>
                      <a:r>
                        <a:rPr sz="900" kern="0" spc="80" dirty="0">
                          <a:solidFill>
                            <a:srgbClr val="000000">
                              <a:alpha val="100000"/>
                            </a:srgbClr>
                          </a:solidFill>
                          <a:cs typeface="宋体" panose="02010600030101010101" pitchFamily="2" charset="-122"/>
                        </a:rPr>
                        <a:t>客户服务策略</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92" name="table 892"/>
          <p:cNvGraphicFramePr>
            <a:graphicFrameLocks noGrp="1"/>
          </p:cNvGraphicFramePr>
          <p:nvPr>
            <p:custDataLst>
              <p:tags r:id="rId23"/>
            </p:custDataLst>
          </p:nvPr>
        </p:nvGraphicFramePr>
        <p:xfrm>
          <a:off x="6210045" y="4843017"/>
          <a:ext cx="1173480" cy="213360"/>
        </p:xfrm>
        <a:graphic>
          <a:graphicData uri="http://schemas.openxmlformats.org/drawingml/2006/table">
            <a:tbl>
              <a:tblPr>
                <a:solidFill>
                  <a:srgbClr val="A9D18E"/>
                </a:solidFill>
              </a:tblPr>
              <a:tblGrid>
                <a:gridCol w="1173480"/>
              </a:tblGrid>
              <a:tr h="203835">
                <a:tc>
                  <a:txBody>
                    <a:bodyPr/>
                    <a:lstStyle/>
                    <a:p>
                      <a:pPr algn="l" rtl="0" eaLnBrk="0">
                        <a:lnSpc>
                          <a:spcPct val="144000"/>
                        </a:lnSpc>
                      </a:pPr>
                      <a:endParaRPr lang="en-US" altLang="en-US" sz="200" dirty="0"/>
                    </a:p>
                    <a:p>
                      <a:pPr marL="338455" algn="l" rtl="0" eaLnBrk="0">
                        <a:lnSpc>
                          <a:spcPts val="1120"/>
                        </a:lnSpc>
                        <a:spcBef>
                          <a:spcPts val="0"/>
                        </a:spcBef>
                      </a:pPr>
                      <a:r>
                        <a:rPr sz="900" kern="0" spc="80" dirty="0">
                          <a:solidFill>
                            <a:srgbClr val="000000">
                              <a:alpha val="100000"/>
                            </a:srgbClr>
                          </a:solidFill>
                          <a:cs typeface="宋体" panose="02010600030101010101" pitchFamily="2" charset="-122"/>
                        </a:rPr>
                        <a:t>仓管操作</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894" name="table 894"/>
          <p:cNvGraphicFramePr>
            <a:graphicFrameLocks noGrp="1"/>
          </p:cNvGraphicFramePr>
          <p:nvPr>
            <p:custDataLst>
              <p:tags r:id="rId24"/>
            </p:custDataLst>
          </p:nvPr>
        </p:nvGraphicFramePr>
        <p:xfrm>
          <a:off x="6210045" y="5083809"/>
          <a:ext cx="1173480" cy="213360"/>
        </p:xfrm>
        <a:graphic>
          <a:graphicData uri="http://schemas.openxmlformats.org/drawingml/2006/table">
            <a:tbl>
              <a:tblPr>
                <a:solidFill>
                  <a:srgbClr val="A9D18E"/>
                </a:solidFill>
              </a:tblPr>
              <a:tblGrid>
                <a:gridCol w="1173480"/>
              </a:tblGrid>
              <a:tr h="203835">
                <a:tc>
                  <a:txBody>
                    <a:bodyPr/>
                    <a:lstStyle/>
                    <a:p>
                      <a:pPr algn="l" rtl="0" eaLnBrk="0">
                        <a:lnSpc>
                          <a:spcPct val="146000"/>
                        </a:lnSpc>
                      </a:pPr>
                      <a:endParaRPr lang="en-US" altLang="en-US" sz="200" dirty="0"/>
                    </a:p>
                    <a:p>
                      <a:pPr marL="350520" algn="l" rtl="0" eaLnBrk="0">
                        <a:lnSpc>
                          <a:spcPts val="1120"/>
                        </a:lnSpc>
                        <a:spcBef>
                          <a:spcPts val="0"/>
                        </a:spcBef>
                      </a:pPr>
                      <a:r>
                        <a:rPr sz="900" kern="0" spc="60" dirty="0">
                          <a:solidFill>
                            <a:srgbClr val="000000">
                              <a:alpha val="100000"/>
                            </a:srgbClr>
                          </a:solidFill>
                          <a:cs typeface="宋体" panose="02010600030101010101" pitchFamily="2" charset="-122"/>
                        </a:rPr>
                        <a:t>中转操作</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896" name="table 896"/>
          <p:cNvGraphicFramePr>
            <a:graphicFrameLocks noGrp="1"/>
          </p:cNvGraphicFramePr>
          <p:nvPr>
            <p:custDataLst>
              <p:tags r:id="rId25"/>
            </p:custDataLst>
          </p:nvPr>
        </p:nvGraphicFramePr>
        <p:xfrm>
          <a:off x="2145538" y="5560821"/>
          <a:ext cx="1164590" cy="215264"/>
        </p:xfrm>
        <a:graphic>
          <a:graphicData uri="http://schemas.openxmlformats.org/drawingml/2006/table">
            <a:tbl>
              <a:tblPr>
                <a:solidFill>
                  <a:srgbClr val="FFFFFF"/>
                </a:solidFill>
              </a:tblPr>
              <a:tblGrid>
                <a:gridCol w="1164590"/>
              </a:tblGrid>
              <a:tr h="205739">
                <a:tc>
                  <a:txBody>
                    <a:bodyPr/>
                    <a:lstStyle/>
                    <a:p>
                      <a:pPr algn="l" rtl="0" eaLnBrk="0">
                        <a:lnSpc>
                          <a:spcPct val="149000"/>
                        </a:lnSpc>
                      </a:pPr>
                      <a:endParaRPr lang="en-US" altLang="en-US" sz="200" dirty="0"/>
                    </a:p>
                    <a:p>
                      <a:pPr marL="210820" algn="l" rtl="0" eaLnBrk="0">
                        <a:lnSpc>
                          <a:spcPts val="1120"/>
                        </a:lnSpc>
                        <a:spcBef>
                          <a:spcPts val="0"/>
                        </a:spcBef>
                      </a:pPr>
                      <a:r>
                        <a:rPr sz="900" kern="0" spc="80" dirty="0">
                          <a:solidFill>
                            <a:srgbClr val="000000">
                              <a:alpha val="100000"/>
                            </a:srgbClr>
                          </a:solidFill>
                          <a:cs typeface="宋体" panose="02010600030101010101" pitchFamily="2" charset="-122"/>
                        </a:rPr>
                        <a:t>收集市场信息</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98" name="table 898"/>
          <p:cNvGraphicFramePr>
            <a:graphicFrameLocks noGrp="1"/>
          </p:cNvGraphicFramePr>
          <p:nvPr>
            <p:custDataLst>
              <p:tags r:id="rId26"/>
            </p:custDataLst>
          </p:nvPr>
        </p:nvGraphicFramePr>
        <p:xfrm>
          <a:off x="2145538" y="2241550"/>
          <a:ext cx="1164590" cy="215265"/>
        </p:xfrm>
        <a:graphic>
          <a:graphicData uri="http://schemas.openxmlformats.org/drawingml/2006/table">
            <a:tbl>
              <a:tblPr>
                <a:solidFill>
                  <a:srgbClr val="FFFFFF"/>
                </a:solidFill>
              </a:tblPr>
              <a:tblGrid>
                <a:gridCol w="1164590"/>
              </a:tblGrid>
              <a:tr h="205740">
                <a:tc>
                  <a:txBody>
                    <a:bodyPr/>
                    <a:lstStyle/>
                    <a:p>
                      <a:pPr algn="l" rtl="0" eaLnBrk="0">
                        <a:lnSpc>
                          <a:spcPct val="146000"/>
                        </a:lnSpc>
                      </a:pPr>
                      <a:endParaRPr lang="en-US" altLang="en-US" sz="200" dirty="0"/>
                    </a:p>
                    <a:p>
                      <a:pPr marL="209550" algn="l" rtl="0" eaLnBrk="0">
                        <a:lnSpc>
                          <a:spcPts val="1120"/>
                        </a:lnSpc>
                        <a:spcBef>
                          <a:spcPts val="0"/>
                        </a:spcBef>
                      </a:pPr>
                      <a:r>
                        <a:rPr sz="900" kern="0" spc="80" dirty="0">
                          <a:solidFill>
                            <a:srgbClr val="000000">
                              <a:alpha val="100000"/>
                            </a:srgbClr>
                          </a:solidFill>
                          <a:cs typeface="宋体" panose="02010600030101010101" pitchFamily="2" charset="-122"/>
                        </a:rPr>
                        <a:t>市场营销策略</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00" name="table 900"/>
          <p:cNvGraphicFramePr>
            <a:graphicFrameLocks noGrp="1"/>
          </p:cNvGraphicFramePr>
          <p:nvPr>
            <p:custDataLst>
              <p:tags r:id="rId27"/>
            </p:custDataLst>
          </p:nvPr>
        </p:nvGraphicFramePr>
        <p:xfrm>
          <a:off x="6210045" y="4023105"/>
          <a:ext cx="1170940" cy="213360"/>
        </p:xfrm>
        <a:graphic>
          <a:graphicData uri="http://schemas.openxmlformats.org/drawingml/2006/table">
            <a:tbl>
              <a:tblPr>
                <a:solidFill>
                  <a:srgbClr val="FFC000"/>
                </a:solidFill>
              </a:tblPr>
              <a:tblGrid>
                <a:gridCol w="1170940"/>
              </a:tblGrid>
              <a:tr h="203835">
                <a:tc>
                  <a:txBody>
                    <a:bodyPr/>
                    <a:lstStyle/>
                    <a:p>
                      <a:pPr algn="l" rtl="0" eaLnBrk="0">
                        <a:lnSpc>
                          <a:spcPct val="146000"/>
                        </a:lnSpc>
                      </a:pPr>
                      <a:endParaRPr lang="en-US" altLang="en-US" sz="200" dirty="0"/>
                    </a:p>
                    <a:p>
                      <a:pPr marL="222885" algn="l" rtl="0" eaLnBrk="0">
                        <a:lnSpc>
                          <a:spcPts val="1120"/>
                        </a:lnSpc>
                        <a:spcBef>
                          <a:spcPts val="0"/>
                        </a:spcBef>
                      </a:pPr>
                      <a:r>
                        <a:rPr sz="900" kern="0" spc="70" dirty="0">
                          <a:solidFill>
                            <a:srgbClr val="000000">
                              <a:alpha val="100000"/>
                            </a:srgbClr>
                          </a:solidFill>
                          <a:cs typeface="宋体" panose="02010600030101010101" pitchFamily="2" charset="-122"/>
                        </a:rPr>
                        <a:t>中转绩效管理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902" name="table 902"/>
          <p:cNvGraphicFramePr>
            <a:graphicFrameLocks noGrp="1"/>
          </p:cNvGraphicFramePr>
          <p:nvPr>
            <p:custDataLst>
              <p:tags r:id="rId28"/>
            </p:custDataLst>
          </p:nvPr>
        </p:nvGraphicFramePr>
        <p:xfrm>
          <a:off x="6210045" y="3779265"/>
          <a:ext cx="1170940" cy="213360"/>
        </p:xfrm>
        <a:graphic>
          <a:graphicData uri="http://schemas.openxmlformats.org/drawingml/2006/table">
            <a:tbl>
              <a:tblPr>
                <a:solidFill>
                  <a:srgbClr val="FFFFFF"/>
                </a:solidFill>
              </a:tblPr>
              <a:tblGrid>
                <a:gridCol w="1170940"/>
              </a:tblGrid>
              <a:tr h="203835">
                <a:tc>
                  <a:txBody>
                    <a:bodyPr/>
                    <a:lstStyle/>
                    <a:p>
                      <a:pPr algn="l" rtl="0" eaLnBrk="0">
                        <a:lnSpc>
                          <a:spcPct val="142000"/>
                        </a:lnSpc>
                      </a:pPr>
                      <a:endParaRPr lang="en-US" altLang="en-US" sz="200" dirty="0"/>
                    </a:p>
                    <a:p>
                      <a:pPr marL="222885" algn="l" rtl="0" eaLnBrk="0">
                        <a:lnSpc>
                          <a:spcPts val="1120"/>
                        </a:lnSpc>
                        <a:spcBef>
                          <a:spcPts val="0"/>
                        </a:spcBef>
                      </a:pPr>
                      <a:r>
                        <a:rPr sz="900" kern="0" spc="70" dirty="0">
                          <a:solidFill>
                            <a:srgbClr val="000000">
                              <a:alpha val="100000"/>
                            </a:srgbClr>
                          </a:solidFill>
                          <a:cs typeface="宋体" panose="02010600030101010101" pitchFamily="2" charset="-122"/>
                        </a:rPr>
                        <a:t>中转现场管理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04" name="table 904"/>
          <p:cNvGraphicFramePr>
            <a:graphicFrameLocks noGrp="1"/>
          </p:cNvGraphicFramePr>
          <p:nvPr>
            <p:custDataLst>
              <p:tags r:id="rId29"/>
            </p:custDataLst>
          </p:nvPr>
        </p:nvGraphicFramePr>
        <p:xfrm>
          <a:off x="6210045" y="2724658"/>
          <a:ext cx="1170940" cy="213359"/>
        </p:xfrm>
        <a:graphic>
          <a:graphicData uri="http://schemas.openxmlformats.org/drawingml/2006/table">
            <a:tbl>
              <a:tblPr>
                <a:solidFill>
                  <a:srgbClr val="FFFFFF"/>
                </a:solidFill>
              </a:tblPr>
              <a:tblGrid>
                <a:gridCol w="1170940"/>
              </a:tblGrid>
              <a:tr h="203834">
                <a:tc>
                  <a:txBody>
                    <a:bodyPr/>
                    <a:lstStyle/>
                    <a:p>
                      <a:pPr algn="l" rtl="0" eaLnBrk="0">
                        <a:lnSpc>
                          <a:spcPct val="144000"/>
                        </a:lnSpc>
                      </a:pPr>
                      <a:endParaRPr lang="en-US" altLang="en-US" sz="200" dirty="0"/>
                    </a:p>
                    <a:p>
                      <a:pPr marL="222885" algn="l" rtl="0" eaLnBrk="0">
                        <a:lnSpc>
                          <a:spcPts val="1120"/>
                        </a:lnSpc>
                        <a:spcBef>
                          <a:spcPts val="0"/>
                        </a:spcBef>
                      </a:pPr>
                      <a:r>
                        <a:rPr sz="900" kern="0" spc="70" dirty="0">
                          <a:solidFill>
                            <a:srgbClr val="000000">
                              <a:alpha val="100000"/>
                            </a:srgbClr>
                          </a:solidFill>
                          <a:cs typeface="宋体" panose="02010600030101010101" pitchFamily="2" charset="-122"/>
                        </a:rPr>
                        <a:t>中转班次规划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06" name="table 906"/>
          <p:cNvGraphicFramePr>
            <a:graphicFrameLocks noGrp="1"/>
          </p:cNvGraphicFramePr>
          <p:nvPr>
            <p:custDataLst>
              <p:tags r:id="rId30"/>
            </p:custDataLst>
          </p:nvPr>
        </p:nvGraphicFramePr>
        <p:xfrm>
          <a:off x="6210045" y="2220214"/>
          <a:ext cx="1170940" cy="213359"/>
        </p:xfrm>
        <a:graphic>
          <a:graphicData uri="http://schemas.openxmlformats.org/drawingml/2006/table">
            <a:tbl>
              <a:tblPr>
                <a:solidFill>
                  <a:srgbClr val="FFFFFF"/>
                </a:solidFill>
              </a:tblPr>
              <a:tblGrid>
                <a:gridCol w="1170940"/>
              </a:tblGrid>
              <a:tr h="203834">
                <a:tc>
                  <a:txBody>
                    <a:bodyPr/>
                    <a:lstStyle/>
                    <a:p>
                      <a:pPr algn="l" rtl="0" eaLnBrk="0">
                        <a:lnSpc>
                          <a:spcPct val="143000"/>
                        </a:lnSpc>
                      </a:pPr>
                      <a:endParaRPr lang="en-US" altLang="en-US" sz="200" dirty="0"/>
                    </a:p>
                    <a:p>
                      <a:pPr marL="222885" algn="l" rtl="0" eaLnBrk="0">
                        <a:lnSpc>
                          <a:spcPts val="1125"/>
                        </a:lnSpc>
                        <a:spcBef>
                          <a:spcPts val="0"/>
                        </a:spcBef>
                      </a:pPr>
                      <a:r>
                        <a:rPr sz="900" kern="0" spc="70" dirty="0">
                          <a:solidFill>
                            <a:srgbClr val="000000">
                              <a:alpha val="100000"/>
                            </a:srgbClr>
                          </a:solidFill>
                          <a:cs typeface="宋体" panose="02010600030101010101" pitchFamily="2" charset="-122"/>
                        </a:rPr>
                        <a:t>中转选址规划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08" name="table 908"/>
          <p:cNvGraphicFramePr>
            <a:graphicFrameLocks noGrp="1"/>
          </p:cNvGraphicFramePr>
          <p:nvPr>
            <p:custDataLst>
              <p:tags r:id="rId31"/>
            </p:custDataLst>
          </p:nvPr>
        </p:nvGraphicFramePr>
        <p:xfrm>
          <a:off x="7577073" y="5083809"/>
          <a:ext cx="1169034" cy="213360"/>
        </p:xfrm>
        <a:graphic>
          <a:graphicData uri="http://schemas.openxmlformats.org/drawingml/2006/table">
            <a:tbl>
              <a:tblPr>
                <a:solidFill>
                  <a:srgbClr val="A9D18E"/>
                </a:solidFill>
              </a:tblPr>
              <a:tblGrid>
                <a:gridCol w="1169034"/>
              </a:tblGrid>
              <a:tr h="203835">
                <a:tc>
                  <a:txBody>
                    <a:bodyPr/>
                    <a:lstStyle/>
                    <a:p>
                      <a:pPr algn="l" rtl="0" eaLnBrk="0">
                        <a:lnSpc>
                          <a:spcPct val="146000"/>
                        </a:lnSpc>
                      </a:pPr>
                      <a:endParaRPr lang="en-US" altLang="en-US" sz="200" dirty="0"/>
                    </a:p>
                    <a:p>
                      <a:pPr marL="335915" algn="l" rtl="0" eaLnBrk="0">
                        <a:lnSpc>
                          <a:spcPts val="1120"/>
                        </a:lnSpc>
                        <a:spcBef>
                          <a:spcPts val="0"/>
                        </a:spcBef>
                      </a:pPr>
                      <a:r>
                        <a:rPr sz="900" kern="0" spc="80" dirty="0">
                          <a:solidFill>
                            <a:srgbClr val="000000">
                              <a:alpha val="100000"/>
                            </a:srgbClr>
                          </a:solidFill>
                          <a:cs typeface="宋体" panose="02010600030101010101" pitchFamily="2" charset="-122"/>
                        </a:rPr>
                        <a:t>运输执行</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10" name="table 910"/>
          <p:cNvGraphicFramePr>
            <a:graphicFrameLocks noGrp="1"/>
          </p:cNvGraphicFramePr>
          <p:nvPr>
            <p:custDataLst>
              <p:tags r:id="rId32"/>
            </p:custDataLst>
          </p:nvPr>
        </p:nvGraphicFramePr>
        <p:xfrm>
          <a:off x="7577073" y="4843017"/>
          <a:ext cx="1169034" cy="213360"/>
        </p:xfrm>
        <a:graphic>
          <a:graphicData uri="http://schemas.openxmlformats.org/drawingml/2006/table">
            <a:tbl>
              <a:tblPr>
                <a:solidFill>
                  <a:srgbClr val="FFFFFF"/>
                </a:solidFill>
              </a:tblPr>
              <a:tblGrid>
                <a:gridCol w="1169034"/>
              </a:tblGrid>
              <a:tr h="203835">
                <a:tc>
                  <a:txBody>
                    <a:bodyPr/>
                    <a:lstStyle/>
                    <a:p>
                      <a:pPr algn="l" rtl="0" eaLnBrk="0">
                        <a:lnSpc>
                          <a:spcPct val="144000"/>
                        </a:lnSpc>
                      </a:pPr>
                      <a:endParaRPr lang="en-US" altLang="en-US" sz="200" dirty="0"/>
                    </a:p>
                    <a:p>
                      <a:pPr marL="336550" algn="l" rtl="0" eaLnBrk="0">
                        <a:lnSpc>
                          <a:spcPts val="1120"/>
                        </a:lnSpc>
                        <a:spcBef>
                          <a:spcPts val="0"/>
                        </a:spcBef>
                      </a:pPr>
                      <a:r>
                        <a:rPr sz="900" kern="0" spc="80" dirty="0">
                          <a:solidFill>
                            <a:srgbClr val="000000">
                              <a:alpha val="100000"/>
                            </a:srgbClr>
                          </a:solidFill>
                          <a:cs typeface="宋体" panose="02010600030101010101" pitchFamily="2" charset="-122"/>
                        </a:rPr>
                        <a:t>燃油管理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12" name="table 912"/>
          <p:cNvGraphicFramePr>
            <a:graphicFrameLocks noGrp="1"/>
          </p:cNvGraphicFramePr>
          <p:nvPr>
            <p:custDataLst>
              <p:tags r:id="rId33"/>
            </p:custDataLst>
          </p:nvPr>
        </p:nvGraphicFramePr>
        <p:xfrm>
          <a:off x="10753089" y="3529329"/>
          <a:ext cx="1169034" cy="213360"/>
        </p:xfrm>
        <a:graphic>
          <a:graphicData uri="http://schemas.openxmlformats.org/drawingml/2006/table">
            <a:tbl>
              <a:tblPr>
                <a:solidFill>
                  <a:srgbClr val="A9D18E"/>
                </a:solidFill>
              </a:tblPr>
              <a:tblGrid>
                <a:gridCol w="1169034"/>
              </a:tblGrid>
              <a:tr h="203835">
                <a:tc>
                  <a:txBody>
                    <a:bodyPr/>
                    <a:lstStyle/>
                    <a:p>
                      <a:pPr algn="l" rtl="0" eaLnBrk="0">
                        <a:lnSpc>
                          <a:spcPct val="146000"/>
                        </a:lnSpc>
                      </a:pPr>
                      <a:endParaRPr lang="en-US" altLang="en-US" sz="200" dirty="0"/>
                    </a:p>
                    <a:p>
                      <a:pPr marL="463550" algn="l" rtl="0" eaLnBrk="0">
                        <a:lnSpc>
                          <a:spcPts val="1120"/>
                        </a:lnSpc>
                        <a:spcBef>
                          <a:spcPts val="0"/>
                        </a:spcBef>
                      </a:pPr>
                      <a:r>
                        <a:rPr sz="900" kern="0" spc="60" dirty="0">
                          <a:solidFill>
                            <a:srgbClr val="000000">
                              <a:alpha val="100000"/>
                            </a:srgbClr>
                          </a:solidFill>
                          <a:cs typeface="宋体" panose="02010600030101010101" pitchFamily="2" charset="-122"/>
                        </a:rPr>
                        <a:t>支持</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14" name="table 914"/>
          <p:cNvGraphicFramePr>
            <a:graphicFrameLocks noGrp="1"/>
          </p:cNvGraphicFramePr>
          <p:nvPr>
            <p:custDataLst>
              <p:tags r:id="rId34"/>
            </p:custDataLst>
          </p:nvPr>
        </p:nvGraphicFramePr>
        <p:xfrm>
          <a:off x="7577073" y="4259326"/>
          <a:ext cx="1169034" cy="213360"/>
        </p:xfrm>
        <a:graphic>
          <a:graphicData uri="http://schemas.openxmlformats.org/drawingml/2006/table">
            <a:tbl>
              <a:tblPr>
                <a:solidFill>
                  <a:srgbClr val="FFC000"/>
                </a:solidFill>
              </a:tblPr>
              <a:tblGrid>
                <a:gridCol w="1169034"/>
              </a:tblGrid>
              <a:tr h="203835">
                <a:tc>
                  <a:txBody>
                    <a:bodyPr/>
                    <a:lstStyle/>
                    <a:p>
                      <a:pPr algn="l" rtl="0" eaLnBrk="0">
                        <a:lnSpc>
                          <a:spcPct val="144000"/>
                        </a:lnSpc>
                      </a:pPr>
                      <a:endParaRPr lang="en-US" altLang="en-US" sz="200" dirty="0"/>
                    </a:p>
                    <a:p>
                      <a:pPr marL="209550" algn="l" rtl="0" eaLnBrk="0">
                        <a:lnSpc>
                          <a:spcPts val="1120"/>
                        </a:lnSpc>
                        <a:spcBef>
                          <a:spcPts val="0"/>
                        </a:spcBef>
                      </a:pPr>
                      <a:r>
                        <a:rPr sz="900" kern="0" spc="80" dirty="0">
                          <a:solidFill>
                            <a:srgbClr val="000000">
                              <a:alpha val="100000"/>
                            </a:srgbClr>
                          </a:solidFill>
                          <a:cs typeface="宋体" panose="02010600030101010101" pitchFamily="2" charset="-122"/>
                        </a:rPr>
                        <a:t>运输过程监控</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916" name="table 916"/>
          <p:cNvGraphicFramePr>
            <a:graphicFrameLocks noGrp="1"/>
          </p:cNvGraphicFramePr>
          <p:nvPr>
            <p:custDataLst>
              <p:tags r:id="rId35"/>
            </p:custDataLst>
          </p:nvPr>
        </p:nvGraphicFramePr>
        <p:xfrm>
          <a:off x="8954769" y="5795517"/>
          <a:ext cx="1169034" cy="213360"/>
        </p:xfrm>
        <a:graphic>
          <a:graphicData uri="http://schemas.openxmlformats.org/drawingml/2006/table">
            <a:tbl>
              <a:tblPr>
                <a:solidFill>
                  <a:srgbClr val="FFFFFF"/>
                </a:solidFill>
              </a:tblPr>
              <a:tblGrid>
                <a:gridCol w="1169034"/>
              </a:tblGrid>
              <a:tr h="203835">
                <a:tc>
                  <a:txBody>
                    <a:bodyPr/>
                    <a:lstStyle/>
                    <a:p>
                      <a:pPr algn="l" rtl="0" eaLnBrk="0">
                        <a:lnSpc>
                          <a:spcPct val="145000"/>
                        </a:lnSpc>
                      </a:pPr>
                      <a:endParaRPr lang="en-US" altLang="en-US" sz="200" dirty="0"/>
                    </a:p>
                    <a:p>
                      <a:pPr marL="210185" algn="l" rtl="0" eaLnBrk="0">
                        <a:lnSpc>
                          <a:spcPts val="1120"/>
                        </a:lnSpc>
                        <a:spcBef>
                          <a:spcPts val="0"/>
                        </a:spcBef>
                      </a:pPr>
                      <a:r>
                        <a:rPr sz="900" kern="0" spc="80" dirty="0">
                          <a:solidFill>
                            <a:srgbClr val="000000">
                              <a:alpha val="100000"/>
                            </a:srgbClr>
                          </a:solidFill>
                          <a:cs typeface="宋体" panose="02010600030101010101" pitchFamily="2" charset="-122"/>
                        </a:rPr>
                        <a:t>运输工具保险</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18" name="table 918"/>
          <p:cNvGraphicFramePr>
            <a:graphicFrameLocks noGrp="1"/>
          </p:cNvGraphicFramePr>
          <p:nvPr>
            <p:custDataLst>
              <p:tags r:id="rId36"/>
            </p:custDataLst>
          </p:nvPr>
        </p:nvGraphicFramePr>
        <p:xfrm>
          <a:off x="4882641" y="5804661"/>
          <a:ext cx="1169034" cy="213360"/>
        </p:xfrm>
        <a:graphic>
          <a:graphicData uri="http://schemas.openxmlformats.org/drawingml/2006/table">
            <a:tbl>
              <a:tblPr>
                <a:solidFill>
                  <a:srgbClr val="A9D18E"/>
                </a:solidFill>
              </a:tblPr>
              <a:tblGrid>
                <a:gridCol w="1169034"/>
              </a:tblGrid>
              <a:tr h="203835">
                <a:tc>
                  <a:txBody>
                    <a:bodyPr/>
                    <a:lstStyle/>
                    <a:p>
                      <a:pPr algn="l" rtl="0" eaLnBrk="0">
                        <a:lnSpc>
                          <a:spcPct val="146000"/>
                        </a:lnSpc>
                      </a:pPr>
                      <a:endParaRPr lang="en-US" altLang="en-US" sz="200" dirty="0"/>
                    </a:p>
                    <a:p>
                      <a:pPr marL="278130" algn="l" rtl="0" eaLnBrk="0">
                        <a:lnSpc>
                          <a:spcPts val="1120"/>
                        </a:lnSpc>
                        <a:spcBef>
                          <a:spcPts val="0"/>
                        </a:spcBef>
                      </a:pPr>
                      <a:r>
                        <a:rPr sz="900" kern="0" spc="70" dirty="0">
                          <a:solidFill>
                            <a:srgbClr val="000000">
                              <a:alpha val="100000"/>
                            </a:srgbClr>
                          </a:solidFill>
                          <a:cs typeface="宋体" panose="02010600030101010101" pitchFamily="2" charset="-122"/>
                        </a:rPr>
                        <a:t>收派件结算</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20" name="table 920"/>
          <p:cNvGraphicFramePr>
            <a:graphicFrameLocks noGrp="1"/>
          </p:cNvGraphicFramePr>
          <p:nvPr>
            <p:custDataLst>
              <p:tags r:id="rId37"/>
            </p:custDataLst>
          </p:nvPr>
        </p:nvGraphicFramePr>
        <p:xfrm>
          <a:off x="8954769" y="3506470"/>
          <a:ext cx="1169034" cy="213360"/>
        </p:xfrm>
        <a:graphic>
          <a:graphicData uri="http://schemas.openxmlformats.org/drawingml/2006/table">
            <a:tbl>
              <a:tblPr>
                <a:solidFill>
                  <a:srgbClr val="FFFFFF"/>
                </a:solidFill>
              </a:tblPr>
              <a:tblGrid>
                <a:gridCol w="1169034"/>
              </a:tblGrid>
              <a:tr h="203835">
                <a:tc>
                  <a:txBody>
                    <a:bodyPr/>
                    <a:lstStyle/>
                    <a:p>
                      <a:pPr algn="l" rtl="0" eaLnBrk="0">
                        <a:lnSpc>
                          <a:spcPct val="145000"/>
                        </a:lnSpc>
                      </a:pPr>
                      <a:endParaRPr lang="en-US" altLang="en-US" sz="200" dirty="0"/>
                    </a:p>
                    <a:p>
                      <a:pPr marL="343535" algn="l" rtl="0" eaLnBrk="0">
                        <a:lnSpc>
                          <a:spcPts val="1120"/>
                        </a:lnSpc>
                      </a:pPr>
                      <a:r>
                        <a:rPr sz="900" kern="0" spc="70" dirty="0">
                          <a:solidFill>
                            <a:srgbClr val="000000">
                              <a:alpha val="100000"/>
                            </a:srgbClr>
                          </a:solidFill>
                          <a:cs typeface="宋体" panose="02010600030101010101" pitchFamily="2" charset="-122"/>
                        </a:rPr>
                        <a:t>费用管理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22" name="table 922"/>
          <p:cNvGraphicFramePr>
            <a:graphicFrameLocks noGrp="1"/>
          </p:cNvGraphicFramePr>
          <p:nvPr>
            <p:custDataLst>
              <p:tags r:id="rId38"/>
            </p:custDataLst>
          </p:nvPr>
        </p:nvGraphicFramePr>
        <p:xfrm>
          <a:off x="7577073" y="2220214"/>
          <a:ext cx="1169034" cy="213359"/>
        </p:xfrm>
        <a:graphic>
          <a:graphicData uri="http://schemas.openxmlformats.org/drawingml/2006/table">
            <a:tbl>
              <a:tblPr>
                <a:solidFill>
                  <a:srgbClr val="A9D18E"/>
                </a:solidFill>
              </a:tblPr>
              <a:tblGrid>
                <a:gridCol w="1169034"/>
              </a:tblGrid>
              <a:tr h="203834">
                <a:tc>
                  <a:txBody>
                    <a:bodyPr/>
                    <a:lstStyle/>
                    <a:p>
                      <a:pPr algn="l" rtl="0" eaLnBrk="0">
                        <a:lnSpc>
                          <a:spcPct val="143000"/>
                        </a:lnSpc>
                      </a:pPr>
                      <a:endParaRPr lang="en-US" altLang="en-US" sz="200" dirty="0"/>
                    </a:p>
                    <a:p>
                      <a:pPr marL="335280" algn="l" rtl="0" eaLnBrk="0">
                        <a:lnSpc>
                          <a:spcPts val="1120"/>
                        </a:lnSpc>
                        <a:spcBef>
                          <a:spcPts val="0"/>
                        </a:spcBef>
                      </a:pPr>
                      <a:r>
                        <a:rPr sz="900" kern="0" spc="80" dirty="0">
                          <a:solidFill>
                            <a:srgbClr val="000000">
                              <a:alpha val="100000"/>
                            </a:srgbClr>
                          </a:solidFill>
                          <a:cs typeface="宋体" panose="02010600030101010101" pitchFamily="2" charset="-122"/>
                        </a:rPr>
                        <a:t>班次规划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24" name="table 924"/>
          <p:cNvGraphicFramePr>
            <a:graphicFrameLocks noGrp="1"/>
          </p:cNvGraphicFramePr>
          <p:nvPr>
            <p:custDataLst>
              <p:tags r:id="rId39"/>
            </p:custDataLst>
          </p:nvPr>
        </p:nvGraphicFramePr>
        <p:xfrm>
          <a:off x="8954769" y="2220214"/>
          <a:ext cx="1169034" cy="213359"/>
        </p:xfrm>
        <a:graphic>
          <a:graphicData uri="http://schemas.openxmlformats.org/drawingml/2006/table">
            <a:tbl>
              <a:tblPr>
                <a:solidFill>
                  <a:srgbClr val="FFFFFF"/>
                </a:solidFill>
              </a:tblPr>
              <a:tblGrid>
                <a:gridCol w="1169034"/>
              </a:tblGrid>
              <a:tr h="203834">
                <a:tc>
                  <a:txBody>
                    <a:bodyPr/>
                    <a:lstStyle/>
                    <a:p>
                      <a:pPr algn="l" rtl="0" eaLnBrk="0">
                        <a:lnSpc>
                          <a:spcPct val="143000"/>
                        </a:lnSpc>
                      </a:pPr>
                      <a:endParaRPr lang="en-US" altLang="en-US" sz="200" dirty="0"/>
                    </a:p>
                    <a:p>
                      <a:pPr marL="159385" algn="l" rtl="0" eaLnBrk="0">
                        <a:lnSpc>
                          <a:spcPts val="1125"/>
                        </a:lnSpc>
                        <a:spcBef>
                          <a:spcPts val="0"/>
                        </a:spcBef>
                      </a:pPr>
                      <a:r>
                        <a:rPr sz="900" kern="0" spc="70" dirty="0">
                          <a:solidFill>
                            <a:srgbClr val="000000">
                              <a:alpha val="100000"/>
                            </a:srgbClr>
                          </a:solidFill>
                          <a:cs typeface="宋体" panose="02010600030101010101" pitchFamily="2" charset="-122"/>
                        </a:rPr>
                        <a:t>中长期维护计划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26" name="table 926"/>
          <p:cNvGraphicFramePr>
            <a:graphicFrameLocks noGrp="1"/>
          </p:cNvGraphicFramePr>
          <p:nvPr>
            <p:custDataLst>
              <p:tags r:id="rId40"/>
            </p:custDataLst>
          </p:nvPr>
        </p:nvGraphicFramePr>
        <p:xfrm>
          <a:off x="7577073" y="2724658"/>
          <a:ext cx="1169034" cy="213359"/>
        </p:xfrm>
        <a:graphic>
          <a:graphicData uri="http://schemas.openxmlformats.org/drawingml/2006/table">
            <a:tbl>
              <a:tblPr>
                <a:solidFill>
                  <a:srgbClr val="A9D18E"/>
                </a:solidFill>
              </a:tblPr>
              <a:tblGrid>
                <a:gridCol w="1169034"/>
              </a:tblGrid>
              <a:tr h="203834">
                <a:tc>
                  <a:txBody>
                    <a:bodyPr/>
                    <a:lstStyle/>
                    <a:p>
                      <a:pPr algn="l" rtl="0" eaLnBrk="0">
                        <a:lnSpc>
                          <a:spcPct val="144000"/>
                        </a:lnSpc>
                      </a:pPr>
                      <a:endParaRPr lang="en-US" altLang="en-US" sz="200" dirty="0"/>
                    </a:p>
                    <a:p>
                      <a:pPr marL="209550" algn="l" rtl="0" eaLnBrk="0">
                        <a:lnSpc>
                          <a:spcPts val="1120"/>
                        </a:lnSpc>
                        <a:spcBef>
                          <a:spcPts val="0"/>
                        </a:spcBef>
                      </a:pPr>
                      <a:r>
                        <a:rPr sz="900" kern="0" spc="80" dirty="0">
                          <a:solidFill>
                            <a:srgbClr val="000000">
                              <a:alpha val="100000"/>
                            </a:srgbClr>
                          </a:solidFill>
                          <a:cs typeface="宋体" panose="02010600030101010101" pitchFamily="2" charset="-122"/>
                        </a:rPr>
                        <a:t>运输资源规划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28" name="table 928"/>
          <p:cNvGraphicFramePr>
            <a:graphicFrameLocks noGrp="1"/>
          </p:cNvGraphicFramePr>
          <p:nvPr>
            <p:custDataLst>
              <p:tags r:id="rId41"/>
            </p:custDataLst>
          </p:nvPr>
        </p:nvGraphicFramePr>
        <p:xfrm>
          <a:off x="8954769" y="2471674"/>
          <a:ext cx="1169034" cy="213359"/>
        </p:xfrm>
        <a:graphic>
          <a:graphicData uri="http://schemas.openxmlformats.org/drawingml/2006/table">
            <a:tbl>
              <a:tblPr>
                <a:solidFill>
                  <a:srgbClr val="FFFFFF"/>
                </a:solidFill>
              </a:tblPr>
              <a:tblGrid>
                <a:gridCol w="1169034"/>
              </a:tblGrid>
              <a:tr h="203834">
                <a:tc>
                  <a:txBody>
                    <a:bodyPr/>
                    <a:lstStyle/>
                    <a:p>
                      <a:pPr algn="l" rtl="0" eaLnBrk="0">
                        <a:lnSpc>
                          <a:spcPct val="142000"/>
                        </a:lnSpc>
                      </a:pPr>
                      <a:endParaRPr lang="en-US" altLang="en-US" sz="200" dirty="0"/>
                    </a:p>
                    <a:p>
                      <a:pPr marL="147955" algn="l" rtl="0" eaLnBrk="0">
                        <a:lnSpc>
                          <a:spcPts val="1120"/>
                        </a:lnSpc>
                        <a:spcBef>
                          <a:spcPts val="0"/>
                        </a:spcBef>
                      </a:pPr>
                      <a:r>
                        <a:rPr sz="900" kern="0" spc="80" dirty="0">
                          <a:solidFill>
                            <a:srgbClr val="000000">
                              <a:alpha val="100000"/>
                            </a:srgbClr>
                          </a:solidFill>
                          <a:cs typeface="宋体" panose="02010600030101010101" pitchFamily="2" charset="-122"/>
                        </a:rPr>
                        <a:t>零部件需求规划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30" name="table 930"/>
          <p:cNvGraphicFramePr>
            <a:graphicFrameLocks noGrp="1"/>
          </p:cNvGraphicFramePr>
          <p:nvPr>
            <p:custDataLst>
              <p:tags r:id="rId42"/>
            </p:custDataLst>
          </p:nvPr>
        </p:nvGraphicFramePr>
        <p:xfrm>
          <a:off x="8954769" y="3280917"/>
          <a:ext cx="1169034" cy="213359"/>
        </p:xfrm>
        <a:graphic>
          <a:graphicData uri="http://schemas.openxmlformats.org/drawingml/2006/table">
            <a:tbl>
              <a:tblPr>
                <a:solidFill>
                  <a:srgbClr val="FFFFFF"/>
                </a:solidFill>
              </a:tblPr>
              <a:tblGrid>
                <a:gridCol w="1169034"/>
              </a:tblGrid>
              <a:tr h="203834">
                <a:tc>
                  <a:txBody>
                    <a:bodyPr/>
                    <a:lstStyle/>
                    <a:p>
                      <a:pPr algn="l" rtl="0" eaLnBrk="0">
                        <a:lnSpc>
                          <a:spcPct val="143000"/>
                        </a:lnSpc>
                      </a:pPr>
                      <a:endParaRPr lang="en-US" altLang="en-US" sz="200" dirty="0"/>
                    </a:p>
                    <a:p>
                      <a:pPr marL="212090" algn="l" rtl="0" eaLnBrk="0">
                        <a:lnSpc>
                          <a:spcPts val="1120"/>
                        </a:lnSpc>
                        <a:spcBef>
                          <a:spcPts val="0"/>
                        </a:spcBef>
                      </a:pPr>
                      <a:r>
                        <a:rPr sz="900" kern="0" spc="80" dirty="0">
                          <a:solidFill>
                            <a:srgbClr val="000000">
                              <a:alpha val="100000"/>
                            </a:srgbClr>
                          </a:solidFill>
                          <a:cs typeface="宋体" panose="02010600030101010101" pitchFamily="2" charset="-122"/>
                        </a:rPr>
                        <a:t>维修外包管理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32" name="table 932"/>
          <p:cNvGraphicFramePr>
            <a:graphicFrameLocks noGrp="1"/>
          </p:cNvGraphicFramePr>
          <p:nvPr>
            <p:custDataLst>
              <p:tags r:id="rId43"/>
            </p:custDataLst>
          </p:nvPr>
        </p:nvGraphicFramePr>
        <p:xfrm>
          <a:off x="4882641" y="2220214"/>
          <a:ext cx="1169034" cy="213359"/>
        </p:xfrm>
        <a:graphic>
          <a:graphicData uri="http://schemas.openxmlformats.org/drawingml/2006/table">
            <a:tbl>
              <a:tblPr>
                <a:solidFill>
                  <a:srgbClr val="FFFFFF"/>
                </a:solidFill>
              </a:tblPr>
              <a:tblGrid>
                <a:gridCol w="1169034"/>
              </a:tblGrid>
              <a:tr h="203834">
                <a:tc>
                  <a:txBody>
                    <a:bodyPr/>
                    <a:lstStyle/>
                    <a:p>
                      <a:pPr algn="l" rtl="0" eaLnBrk="0">
                        <a:lnSpc>
                          <a:spcPct val="143000"/>
                        </a:lnSpc>
                      </a:pPr>
                      <a:endParaRPr lang="en-US" altLang="en-US" sz="200" dirty="0"/>
                    </a:p>
                    <a:p>
                      <a:pPr marL="346075" algn="l" rtl="0" eaLnBrk="0">
                        <a:lnSpc>
                          <a:spcPts val="1130"/>
                        </a:lnSpc>
                        <a:spcBef>
                          <a:spcPts val="0"/>
                        </a:spcBef>
                      </a:pPr>
                      <a:r>
                        <a:rPr sz="900" kern="0" spc="60" dirty="0">
                          <a:solidFill>
                            <a:srgbClr val="000000">
                              <a:alpha val="100000"/>
                            </a:srgbClr>
                          </a:solidFill>
                          <a:cs typeface="宋体" panose="02010600030101010101" pitchFamily="2" charset="-122"/>
                        </a:rPr>
                        <a:t>网络规划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34" name="table 934"/>
          <p:cNvGraphicFramePr>
            <a:graphicFrameLocks noGrp="1"/>
          </p:cNvGraphicFramePr>
          <p:nvPr>
            <p:custDataLst>
              <p:tags r:id="rId44"/>
            </p:custDataLst>
          </p:nvPr>
        </p:nvGraphicFramePr>
        <p:xfrm>
          <a:off x="4882641" y="3271774"/>
          <a:ext cx="1169034" cy="213359"/>
        </p:xfrm>
        <a:graphic>
          <a:graphicData uri="http://schemas.openxmlformats.org/drawingml/2006/table">
            <a:tbl>
              <a:tblPr>
                <a:solidFill>
                  <a:srgbClr val="FFC000"/>
                </a:solidFill>
              </a:tblPr>
              <a:tblGrid>
                <a:gridCol w="1169034"/>
              </a:tblGrid>
              <a:tr h="203834">
                <a:tc>
                  <a:txBody>
                    <a:bodyPr/>
                    <a:lstStyle/>
                    <a:p>
                      <a:pPr algn="l" rtl="0" eaLnBrk="0">
                        <a:lnSpc>
                          <a:spcPct val="143000"/>
                        </a:lnSpc>
                      </a:pPr>
                      <a:endParaRPr lang="en-US" altLang="en-US" sz="200" dirty="0"/>
                    </a:p>
                    <a:p>
                      <a:pPr marL="219710" algn="l" rtl="0" eaLnBrk="0">
                        <a:lnSpc>
                          <a:spcPts val="1125"/>
                        </a:lnSpc>
                        <a:spcBef>
                          <a:spcPts val="0"/>
                        </a:spcBef>
                      </a:pPr>
                      <a:r>
                        <a:rPr sz="900" kern="0" spc="70" dirty="0">
                          <a:solidFill>
                            <a:srgbClr val="000000">
                              <a:alpha val="100000"/>
                            </a:srgbClr>
                          </a:solidFill>
                          <a:cs typeface="宋体" panose="02010600030101010101" pitchFamily="2" charset="-122"/>
                        </a:rPr>
                        <a:t>网点过程监控</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936" name="table 936"/>
          <p:cNvGraphicFramePr>
            <a:graphicFrameLocks noGrp="1"/>
          </p:cNvGraphicFramePr>
          <p:nvPr>
            <p:custDataLst>
              <p:tags r:id="rId45"/>
            </p:custDataLst>
          </p:nvPr>
        </p:nvGraphicFramePr>
        <p:xfrm>
          <a:off x="4882641" y="2724658"/>
          <a:ext cx="1169034" cy="213359"/>
        </p:xfrm>
        <a:graphic>
          <a:graphicData uri="http://schemas.openxmlformats.org/drawingml/2006/table">
            <a:tbl>
              <a:tblPr>
                <a:solidFill>
                  <a:srgbClr val="FFFFFF"/>
                </a:solidFill>
              </a:tblPr>
              <a:tblGrid>
                <a:gridCol w="1169034"/>
              </a:tblGrid>
              <a:tr h="203834">
                <a:tc>
                  <a:txBody>
                    <a:bodyPr/>
                    <a:lstStyle/>
                    <a:p>
                      <a:pPr algn="l" rtl="0" eaLnBrk="0">
                        <a:lnSpc>
                          <a:spcPct val="144000"/>
                        </a:lnSpc>
                      </a:pPr>
                      <a:endParaRPr lang="en-US" altLang="en-US" sz="200" dirty="0"/>
                    </a:p>
                    <a:p>
                      <a:pPr marL="219710" algn="l" rtl="0" eaLnBrk="0">
                        <a:lnSpc>
                          <a:spcPts val="1120"/>
                        </a:lnSpc>
                        <a:spcBef>
                          <a:spcPts val="0"/>
                        </a:spcBef>
                      </a:pPr>
                      <a:r>
                        <a:rPr sz="900" kern="0" spc="70" dirty="0">
                          <a:solidFill>
                            <a:srgbClr val="000000">
                              <a:alpha val="100000"/>
                            </a:srgbClr>
                          </a:solidFill>
                          <a:cs typeface="宋体" panose="02010600030101010101" pitchFamily="2" charset="-122"/>
                        </a:rPr>
                        <a:t>网点班次规划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38" name="table 938"/>
          <p:cNvGraphicFramePr>
            <a:graphicFrameLocks noGrp="1"/>
          </p:cNvGraphicFramePr>
          <p:nvPr>
            <p:custDataLst>
              <p:tags r:id="rId46"/>
            </p:custDataLst>
          </p:nvPr>
        </p:nvGraphicFramePr>
        <p:xfrm>
          <a:off x="4882641" y="3507994"/>
          <a:ext cx="1169034" cy="213360"/>
        </p:xfrm>
        <a:graphic>
          <a:graphicData uri="http://schemas.openxmlformats.org/drawingml/2006/table">
            <a:tbl>
              <a:tblPr>
                <a:solidFill>
                  <a:srgbClr val="FFC000"/>
                </a:solidFill>
              </a:tblPr>
              <a:tblGrid>
                <a:gridCol w="1169034"/>
              </a:tblGrid>
              <a:tr h="203835">
                <a:tc>
                  <a:txBody>
                    <a:bodyPr/>
                    <a:lstStyle/>
                    <a:p>
                      <a:pPr algn="l" rtl="0" eaLnBrk="0">
                        <a:lnSpc>
                          <a:spcPct val="144000"/>
                        </a:lnSpc>
                      </a:pPr>
                      <a:endParaRPr lang="en-US" altLang="en-US" sz="200" dirty="0"/>
                    </a:p>
                    <a:p>
                      <a:pPr marL="219710" algn="l" rtl="0" eaLnBrk="0">
                        <a:lnSpc>
                          <a:spcPts val="1120"/>
                        </a:lnSpc>
                        <a:spcBef>
                          <a:spcPts val="0"/>
                        </a:spcBef>
                      </a:pPr>
                      <a:r>
                        <a:rPr sz="900" kern="0" spc="70" dirty="0">
                          <a:solidFill>
                            <a:srgbClr val="000000">
                              <a:alpha val="100000"/>
                            </a:srgbClr>
                          </a:solidFill>
                          <a:cs typeface="宋体" panose="02010600030101010101" pitchFamily="2" charset="-122"/>
                        </a:rPr>
                        <a:t>网点绩效管理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940" name="table 940"/>
          <p:cNvGraphicFramePr>
            <a:graphicFrameLocks noGrp="1"/>
          </p:cNvGraphicFramePr>
          <p:nvPr>
            <p:custDataLst>
              <p:tags r:id="rId47"/>
            </p:custDataLst>
          </p:nvPr>
        </p:nvGraphicFramePr>
        <p:xfrm>
          <a:off x="8954769" y="4843017"/>
          <a:ext cx="1167765" cy="213360"/>
        </p:xfrm>
        <a:graphic>
          <a:graphicData uri="http://schemas.openxmlformats.org/drawingml/2006/table">
            <a:tbl>
              <a:tblPr>
                <a:solidFill>
                  <a:srgbClr val="FFFFFF"/>
                </a:solidFill>
              </a:tblPr>
              <a:tblGrid>
                <a:gridCol w="1167765"/>
              </a:tblGrid>
              <a:tr h="203835">
                <a:tc>
                  <a:txBody>
                    <a:bodyPr/>
                    <a:lstStyle/>
                    <a:p>
                      <a:pPr algn="l" rtl="0" eaLnBrk="0">
                        <a:lnSpc>
                          <a:spcPct val="144000"/>
                        </a:lnSpc>
                      </a:pPr>
                      <a:endParaRPr lang="en-US" altLang="en-US" sz="200" dirty="0"/>
                    </a:p>
                    <a:p>
                      <a:pPr marL="87630" algn="l" rtl="0" eaLnBrk="0">
                        <a:lnSpc>
                          <a:spcPts val="1120"/>
                        </a:lnSpc>
                        <a:spcBef>
                          <a:spcPts val="0"/>
                        </a:spcBef>
                      </a:pPr>
                      <a:r>
                        <a:rPr sz="900" kern="0" spc="80" dirty="0">
                          <a:solidFill>
                            <a:srgbClr val="000000">
                              <a:alpha val="100000"/>
                            </a:srgbClr>
                          </a:solidFill>
                          <a:cs typeface="宋体" panose="02010600030101010101" pitchFamily="2" charset="-122"/>
                        </a:rPr>
                        <a:t>营运设备档案管理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42" name="table 942"/>
          <p:cNvGraphicFramePr>
            <a:graphicFrameLocks noGrp="1"/>
          </p:cNvGraphicFramePr>
          <p:nvPr>
            <p:custDataLst>
              <p:tags r:id="rId48"/>
            </p:custDataLst>
          </p:nvPr>
        </p:nvGraphicFramePr>
        <p:xfrm>
          <a:off x="8954769" y="3981957"/>
          <a:ext cx="1167765" cy="213360"/>
        </p:xfrm>
        <a:graphic>
          <a:graphicData uri="http://schemas.openxmlformats.org/drawingml/2006/table">
            <a:tbl>
              <a:tblPr>
                <a:solidFill>
                  <a:srgbClr val="FFFFFF"/>
                </a:solidFill>
              </a:tblPr>
              <a:tblGrid>
                <a:gridCol w="1167765"/>
              </a:tblGrid>
              <a:tr h="203835">
                <a:tc>
                  <a:txBody>
                    <a:bodyPr/>
                    <a:lstStyle/>
                    <a:p>
                      <a:pPr algn="l" rtl="0" eaLnBrk="0">
                        <a:lnSpc>
                          <a:spcPct val="145000"/>
                        </a:lnSpc>
                      </a:pPr>
                      <a:endParaRPr lang="en-US" altLang="en-US" sz="200" dirty="0"/>
                    </a:p>
                    <a:p>
                      <a:pPr marL="83185" algn="l" rtl="0" eaLnBrk="0">
                        <a:lnSpc>
                          <a:spcPts val="1120"/>
                        </a:lnSpc>
                      </a:pPr>
                      <a:r>
                        <a:rPr sz="900" kern="0" spc="80" dirty="0">
                          <a:solidFill>
                            <a:srgbClr val="000000">
                              <a:alpha val="100000"/>
                            </a:srgbClr>
                          </a:solidFill>
                          <a:cs typeface="宋体" panose="02010600030101010101" pitchFamily="2" charset="-122"/>
                        </a:rPr>
                        <a:t>运输工具安全管理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44" name="table 944"/>
          <p:cNvGraphicFramePr>
            <a:graphicFrameLocks noGrp="1"/>
          </p:cNvGraphicFramePr>
          <p:nvPr>
            <p:custDataLst>
              <p:tags r:id="rId49"/>
            </p:custDataLst>
          </p:nvPr>
        </p:nvGraphicFramePr>
        <p:xfrm>
          <a:off x="3504945" y="5082285"/>
          <a:ext cx="1167765" cy="213360"/>
        </p:xfrm>
        <a:graphic>
          <a:graphicData uri="http://schemas.openxmlformats.org/drawingml/2006/table">
            <a:tbl>
              <a:tblPr>
                <a:solidFill>
                  <a:srgbClr val="FFFFFF"/>
                </a:solidFill>
              </a:tblPr>
              <a:tblGrid>
                <a:gridCol w="1167765"/>
              </a:tblGrid>
              <a:tr h="203835">
                <a:tc>
                  <a:txBody>
                    <a:bodyPr/>
                    <a:lstStyle/>
                    <a:p>
                      <a:pPr algn="l" rtl="0" eaLnBrk="0">
                        <a:lnSpc>
                          <a:spcPct val="146000"/>
                        </a:lnSpc>
                      </a:pPr>
                      <a:endParaRPr lang="en-US" altLang="en-US" sz="200" dirty="0"/>
                    </a:p>
                    <a:p>
                      <a:pPr marL="356235" algn="l" rtl="0" eaLnBrk="0">
                        <a:lnSpc>
                          <a:spcPts val="1120"/>
                        </a:lnSpc>
                        <a:spcBef>
                          <a:spcPts val="0"/>
                        </a:spcBef>
                      </a:pPr>
                      <a:r>
                        <a:rPr sz="900" kern="0" spc="40" dirty="0">
                          <a:solidFill>
                            <a:srgbClr val="000000">
                              <a:alpha val="100000"/>
                            </a:srgbClr>
                          </a:solidFill>
                          <a:cs typeface="宋体" panose="02010600030101010101" pitchFamily="2" charset="-122"/>
                        </a:rPr>
                        <a:t>自助服务</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46" name="table 946"/>
          <p:cNvGraphicFramePr>
            <a:graphicFrameLocks noGrp="1"/>
          </p:cNvGraphicFramePr>
          <p:nvPr>
            <p:custDataLst>
              <p:tags r:id="rId50"/>
            </p:custDataLst>
          </p:nvPr>
        </p:nvGraphicFramePr>
        <p:xfrm>
          <a:off x="8954769" y="5083809"/>
          <a:ext cx="1167765" cy="213360"/>
        </p:xfrm>
        <a:graphic>
          <a:graphicData uri="http://schemas.openxmlformats.org/drawingml/2006/table">
            <a:tbl>
              <a:tblPr>
                <a:solidFill>
                  <a:srgbClr val="FFFFFF"/>
                </a:solidFill>
              </a:tblPr>
              <a:tblGrid>
                <a:gridCol w="1167765"/>
              </a:tblGrid>
              <a:tr h="203835">
                <a:tc>
                  <a:txBody>
                    <a:bodyPr/>
                    <a:lstStyle/>
                    <a:p>
                      <a:pPr algn="l" rtl="0" eaLnBrk="0">
                        <a:lnSpc>
                          <a:spcPct val="146000"/>
                        </a:lnSpc>
                      </a:pPr>
                      <a:endParaRPr lang="en-US" altLang="en-US" sz="200" dirty="0"/>
                    </a:p>
                    <a:p>
                      <a:pPr marL="213995" algn="l" rtl="0" eaLnBrk="0">
                        <a:lnSpc>
                          <a:spcPts val="1120"/>
                        </a:lnSpc>
                        <a:spcBef>
                          <a:spcPts val="0"/>
                        </a:spcBef>
                      </a:pPr>
                      <a:r>
                        <a:rPr sz="900" kern="0" spc="80" dirty="0">
                          <a:solidFill>
                            <a:srgbClr val="000000">
                              <a:alpha val="100000"/>
                            </a:srgbClr>
                          </a:solidFill>
                          <a:cs typeface="宋体" panose="02010600030101010101" pitchFamily="2" charset="-122"/>
                        </a:rPr>
                        <a:t>营运设备维修</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48" name="table 948"/>
          <p:cNvGraphicFramePr>
            <a:graphicFrameLocks noGrp="1"/>
          </p:cNvGraphicFramePr>
          <p:nvPr>
            <p:custDataLst>
              <p:tags r:id="rId51"/>
            </p:custDataLst>
          </p:nvPr>
        </p:nvGraphicFramePr>
        <p:xfrm>
          <a:off x="8954769" y="5554726"/>
          <a:ext cx="1167765" cy="213360"/>
        </p:xfrm>
        <a:graphic>
          <a:graphicData uri="http://schemas.openxmlformats.org/drawingml/2006/table">
            <a:tbl>
              <a:tblPr>
                <a:solidFill>
                  <a:srgbClr val="FFFFFF"/>
                </a:solidFill>
              </a:tblPr>
              <a:tblGrid>
                <a:gridCol w="1167765"/>
              </a:tblGrid>
              <a:tr h="203835">
                <a:tc>
                  <a:txBody>
                    <a:bodyPr/>
                    <a:lstStyle/>
                    <a:p>
                      <a:pPr algn="l" rtl="0" eaLnBrk="0">
                        <a:lnSpc>
                          <a:spcPct val="144000"/>
                        </a:lnSpc>
                      </a:pPr>
                      <a:endParaRPr lang="en-US" altLang="en-US" sz="200" dirty="0"/>
                    </a:p>
                    <a:p>
                      <a:pPr marL="273050" algn="l" rtl="0" eaLnBrk="0">
                        <a:lnSpc>
                          <a:spcPts val="1120"/>
                        </a:lnSpc>
                        <a:spcBef>
                          <a:spcPts val="0"/>
                        </a:spcBef>
                      </a:pPr>
                      <a:r>
                        <a:rPr sz="900" kern="0" spc="80" dirty="0">
                          <a:solidFill>
                            <a:srgbClr val="000000">
                              <a:alpha val="100000"/>
                            </a:srgbClr>
                          </a:solidFill>
                          <a:cs typeface="宋体" panose="02010600030101010101" pitchFamily="2" charset="-122"/>
                        </a:rPr>
                        <a:t>零部件供应</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50" name="table 950"/>
          <p:cNvGraphicFramePr>
            <a:graphicFrameLocks noGrp="1"/>
          </p:cNvGraphicFramePr>
          <p:nvPr>
            <p:custDataLst>
              <p:tags r:id="rId52"/>
            </p:custDataLst>
          </p:nvPr>
        </p:nvGraphicFramePr>
        <p:xfrm>
          <a:off x="3504945" y="5804661"/>
          <a:ext cx="1167765" cy="213360"/>
        </p:xfrm>
        <a:graphic>
          <a:graphicData uri="http://schemas.openxmlformats.org/drawingml/2006/table">
            <a:tbl>
              <a:tblPr>
                <a:solidFill>
                  <a:srgbClr val="A9D18E"/>
                </a:solidFill>
              </a:tblPr>
              <a:tblGrid>
                <a:gridCol w="1167765"/>
              </a:tblGrid>
              <a:tr h="203835">
                <a:tc>
                  <a:txBody>
                    <a:bodyPr/>
                    <a:lstStyle/>
                    <a:p>
                      <a:pPr algn="l" rtl="0" eaLnBrk="0">
                        <a:lnSpc>
                          <a:spcPct val="146000"/>
                        </a:lnSpc>
                      </a:pPr>
                      <a:endParaRPr lang="en-US" altLang="en-US" sz="200" dirty="0"/>
                    </a:p>
                    <a:p>
                      <a:pPr marL="273050" algn="l" rtl="0" eaLnBrk="0">
                        <a:lnSpc>
                          <a:spcPts val="1120"/>
                        </a:lnSpc>
                        <a:spcBef>
                          <a:spcPts val="0"/>
                        </a:spcBef>
                      </a:pPr>
                      <a:r>
                        <a:rPr sz="900" kern="0" spc="80" dirty="0">
                          <a:solidFill>
                            <a:srgbClr val="000000">
                              <a:alpha val="100000"/>
                            </a:srgbClr>
                          </a:solidFill>
                          <a:cs typeface="宋体" panose="02010600030101010101" pitchFamily="2" charset="-122"/>
                        </a:rPr>
                        <a:t>投诉与理赔</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52" name="table 952"/>
          <p:cNvGraphicFramePr>
            <a:graphicFrameLocks noGrp="1"/>
          </p:cNvGraphicFramePr>
          <p:nvPr>
            <p:custDataLst>
              <p:tags r:id="rId53"/>
            </p:custDataLst>
          </p:nvPr>
        </p:nvGraphicFramePr>
        <p:xfrm>
          <a:off x="3504945" y="5323078"/>
          <a:ext cx="1167765" cy="213360"/>
        </p:xfrm>
        <a:graphic>
          <a:graphicData uri="http://schemas.openxmlformats.org/drawingml/2006/table">
            <a:tbl>
              <a:tblPr>
                <a:solidFill>
                  <a:srgbClr val="A9D18E"/>
                </a:solidFill>
              </a:tblPr>
              <a:tblGrid>
                <a:gridCol w="1167765"/>
              </a:tblGrid>
              <a:tr h="203835">
                <a:tc>
                  <a:txBody>
                    <a:bodyPr/>
                    <a:lstStyle/>
                    <a:p>
                      <a:pPr algn="l" rtl="0" eaLnBrk="0">
                        <a:lnSpc>
                          <a:spcPct val="146000"/>
                        </a:lnSpc>
                      </a:pPr>
                      <a:endParaRPr lang="en-US" altLang="en-US" sz="200" dirty="0"/>
                    </a:p>
                    <a:p>
                      <a:pPr marL="210820" algn="l" rtl="0" eaLnBrk="0">
                        <a:lnSpc>
                          <a:spcPts val="1120"/>
                        </a:lnSpc>
                        <a:spcBef>
                          <a:spcPts val="0"/>
                        </a:spcBef>
                      </a:pPr>
                      <a:r>
                        <a:rPr sz="900" kern="0" spc="80" dirty="0">
                          <a:solidFill>
                            <a:srgbClr val="000000">
                              <a:alpha val="100000"/>
                            </a:srgbClr>
                          </a:solidFill>
                          <a:cs typeface="宋体" panose="02010600030101010101" pitchFamily="2" charset="-122"/>
                        </a:rPr>
                        <a:t>订单执行反馈</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54" name="table 954"/>
          <p:cNvGraphicFramePr>
            <a:graphicFrameLocks noGrp="1"/>
          </p:cNvGraphicFramePr>
          <p:nvPr>
            <p:custDataLst>
              <p:tags r:id="rId54"/>
            </p:custDataLst>
          </p:nvPr>
        </p:nvGraphicFramePr>
        <p:xfrm>
          <a:off x="7577073" y="5557773"/>
          <a:ext cx="1167765" cy="213360"/>
        </p:xfrm>
        <a:graphic>
          <a:graphicData uri="http://schemas.openxmlformats.org/drawingml/2006/table">
            <a:tbl>
              <a:tblPr>
                <a:solidFill>
                  <a:srgbClr val="A9D18E"/>
                </a:solidFill>
              </a:tblPr>
              <a:tblGrid>
                <a:gridCol w="1167765"/>
              </a:tblGrid>
              <a:tr h="203835">
                <a:tc>
                  <a:txBody>
                    <a:bodyPr/>
                    <a:lstStyle/>
                    <a:p>
                      <a:pPr algn="l" rtl="0" eaLnBrk="0">
                        <a:lnSpc>
                          <a:spcPct val="146000"/>
                        </a:lnSpc>
                      </a:pPr>
                      <a:endParaRPr lang="en-US" altLang="en-US" sz="200" dirty="0"/>
                    </a:p>
                    <a:p>
                      <a:pPr marL="209550" algn="l" rtl="0" eaLnBrk="0">
                        <a:lnSpc>
                          <a:spcPts val="1120"/>
                        </a:lnSpc>
                        <a:spcBef>
                          <a:spcPts val="0"/>
                        </a:spcBef>
                      </a:pPr>
                      <a:r>
                        <a:rPr sz="900" kern="0" spc="80" dirty="0">
                          <a:solidFill>
                            <a:srgbClr val="000000">
                              <a:alpha val="100000"/>
                            </a:srgbClr>
                          </a:solidFill>
                          <a:cs typeface="宋体" panose="02010600030101010101" pitchFamily="2" charset="-122"/>
                        </a:rPr>
                        <a:t>运输费用结算</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56" name="table 956"/>
          <p:cNvGraphicFramePr>
            <a:graphicFrameLocks noGrp="1"/>
          </p:cNvGraphicFramePr>
          <p:nvPr>
            <p:custDataLst>
              <p:tags r:id="rId55"/>
            </p:custDataLst>
          </p:nvPr>
        </p:nvGraphicFramePr>
        <p:xfrm>
          <a:off x="2144013" y="2482341"/>
          <a:ext cx="1167764" cy="213359"/>
        </p:xfrm>
        <a:graphic>
          <a:graphicData uri="http://schemas.openxmlformats.org/drawingml/2006/table">
            <a:tbl>
              <a:tblPr>
                <a:solidFill>
                  <a:srgbClr val="FFFFFF"/>
                </a:solidFill>
              </a:tblPr>
              <a:tblGrid>
                <a:gridCol w="1167764"/>
              </a:tblGrid>
              <a:tr h="203834">
                <a:tc>
                  <a:txBody>
                    <a:bodyPr/>
                    <a:lstStyle/>
                    <a:p>
                      <a:pPr algn="l" rtl="0" eaLnBrk="0">
                        <a:lnSpc>
                          <a:spcPct val="142000"/>
                        </a:lnSpc>
                      </a:pPr>
                      <a:endParaRPr lang="en-US" altLang="en-US" sz="200" dirty="0"/>
                    </a:p>
                    <a:p>
                      <a:pPr marL="334645" algn="l" rtl="0" eaLnBrk="0">
                        <a:lnSpc>
                          <a:spcPts val="1125"/>
                        </a:lnSpc>
                        <a:spcBef>
                          <a:spcPts val="0"/>
                        </a:spcBef>
                      </a:pPr>
                      <a:r>
                        <a:rPr sz="900" kern="0" spc="80" dirty="0">
                          <a:solidFill>
                            <a:srgbClr val="000000">
                              <a:alpha val="100000"/>
                            </a:srgbClr>
                          </a:solidFill>
                          <a:cs typeface="宋体" panose="02010600030101010101" pitchFamily="2" charset="-122"/>
                        </a:rPr>
                        <a:t>销售策略</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58" name="table 958"/>
          <p:cNvGraphicFramePr>
            <a:graphicFrameLocks noGrp="1"/>
          </p:cNvGraphicFramePr>
          <p:nvPr>
            <p:custDataLst>
              <p:tags r:id="rId56"/>
            </p:custDataLst>
          </p:nvPr>
        </p:nvGraphicFramePr>
        <p:xfrm>
          <a:off x="2145538" y="1988566"/>
          <a:ext cx="1164590" cy="213359"/>
        </p:xfrm>
        <a:graphic>
          <a:graphicData uri="http://schemas.openxmlformats.org/drawingml/2006/table">
            <a:tbl>
              <a:tblPr>
                <a:solidFill>
                  <a:srgbClr val="FFFFFF"/>
                </a:solidFill>
              </a:tblPr>
              <a:tblGrid>
                <a:gridCol w="1164590"/>
              </a:tblGrid>
              <a:tr h="203834">
                <a:tc>
                  <a:txBody>
                    <a:bodyPr/>
                    <a:lstStyle/>
                    <a:p>
                      <a:pPr algn="l" rtl="0" eaLnBrk="0">
                        <a:lnSpc>
                          <a:spcPct val="142000"/>
                        </a:lnSpc>
                      </a:pPr>
                      <a:endParaRPr lang="en-US" altLang="en-US" sz="200" dirty="0"/>
                    </a:p>
                    <a:p>
                      <a:pPr marL="332740" algn="l" rtl="0" eaLnBrk="0">
                        <a:lnSpc>
                          <a:spcPts val="1120"/>
                        </a:lnSpc>
                        <a:spcBef>
                          <a:spcPts val="0"/>
                        </a:spcBef>
                      </a:pPr>
                      <a:r>
                        <a:rPr sz="900" kern="0" spc="80" dirty="0">
                          <a:solidFill>
                            <a:srgbClr val="000000">
                              <a:alpha val="100000"/>
                            </a:srgbClr>
                          </a:solidFill>
                          <a:cs typeface="宋体" panose="02010600030101010101" pitchFamily="2" charset="-122"/>
                        </a:rPr>
                        <a:t>产品规划</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60" name="table 960"/>
          <p:cNvGraphicFramePr>
            <a:graphicFrameLocks noGrp="1"/>
          </p:cNvGraphicFramePr>
          <p:nvPr>
            <p:custDataLst>
              <p:tags r:id="rId57"/>
            </p:custDataLst>
          </p:nvPr>
        </p:nvGraphicFramePr>
        <p:xfrm>
          <a:off x="6210045" y="3291585"/>
          <a:ext cx="1170940" cy="212090"/>
        </p:xfrm>
        <a:graphic>
          <a:graphicData uri="http://schemas.openxmlformats.org/drawingml/2006/table">
            <a:tbl>
              <a:tblPr>
                <a:solidFill>
                  <a:srgbClr val="FFFFFF"/>
                </a:solidFill>
              </a:tblPr>
              <a:tblGrid>
                <a:gridCol w="1170940"/>
              </a:tblGrid>
              <a:tr h="202565">
                <a:tc>
                  <a:txBody>
                    <a:bodyPr/>
                    <a:lstStyle/>
                    <a:p>
                      <a:pPr algn="l" rtl="0" eaLnBrk="0">
                        <a:lnSpc>
                          <a:spcPct val="142000"/>
                        </a:lnSpc>
                      </a:pPr>
                      <a:endParaRPr lang="en-US" altLang="en-US" sz="200" dirty="0"/>
                    </a:p>
                    <a:p>
                      <a:pPr marL="222885" algn="l" rtl="0" eaLnBrk="0">
                        <a:lnSpc>
                          <a:spcPts val="1125"/>
                        </a:lnSpc>
                        <a:spcBef>
                          <a:spcPts val="0"/>
                        </a:spcBef>
                      </a:pPr>
                      <a:r>
                        <a:rPr sz="900" kern="0" spc="70" dirty="0">
                          <a:solidFill>
                            <a:srgbClr val="000000">
                              <a:alpha val="100000"/>
                            </a:srgbClr>
                          </a:solidFill>
                          <a:cs typeface="宋体" panose="02010600030101010101" pitchFamily="2" charset="-122"/>
                        </a:rPr>
                        <a:t>中转设施分配</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62" name="table 962"/>
          <p:cNvGraphicFramePr>
            <a:graphicFrameLocks noGrp="1"/>
          </p:cNvGraphicFramePr>
          <p:nvPr>
            <p:custDataLst>
              <p:tags r:id="rId58"/>
            </p:custDataLst>
          </p:nvPr>
        </p:nvGraphicFramePr>
        <p:xfrm>
          <a:off x="7577073" y="3529329"/>
          <a:ext cx="1169034" cy="212089"/>
        </p:xfrm>
        <a:graphic>
          <a:graphicData uri="http://schemas.openxmlformats.org/drawingml/2006/table">
            <a:tbl>
              <a:tblPr>
                <a:solidFill>
                  <a:srgbClr val="FFC000"/>
                </a:solidFill>
              </a:tblPr>
              <a:tblGrid>
                <a:gridCol w="1169034"/>
              </a:tblGrid>
              <a:tr h="202564">
                <a:tc>
                  <a:txBody>
                    <a:bodyPr/>
                    <a:lstStyle/>
                    <a:p>
                      <a:pPr algn="l" rtl="0" eaLnBrk="0">
                        <a:lnSpc>
                          <a:spcPct val="143000"/>
                        </a:lnSpc>
                      </a:pPr>
                      <a:endParaRPr lang="en-US" altLang="en-US" sz="200" dirty="0"/>
                    </a:p>
                    <a:p>
                      <a:pPr marL="86995" algn="l" rtl="0" eaLnBrk="0">
                        <a:lnSpc>
                          <a:spcPts val="1120"/>
                        </a:lnSpc>
                        <a:spcBef>
                          <a:spcPts val="0"/>
                        </a:spcBef>
                      </a:pPr>
                      <a:r>
                        <a:rPr sz="900" kern="0" spc="80" dirty="0">
                          <a:solidFill>
                            <a:srgbClr val="000000">
                              <a:alpha val="100000"/>
                            </a:srgbClr>
                          </a:solidFill>
                          <a:cs typeface="宋体" panose="02010600030101010101" pitchFamily="2" charset="-122"/>
                        </a:rPr>
                        <a:t>外包运输资源管理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964" name="table 964"/>
          <p:cNvGraphicFramePr>
            <a:graphicFrameLocks noGrp="1"/>
          </p:cNvGraphicFramePr>
          <p:nvPr>
            <p:custDataLst>
              <p:tags r:id="rId59"/>
            </p:custDataLst>
          </p:nvPr>
        </p:nvGraphicFramePr>
        <p:xfrm>
          <a:off x="7577073" y="3291585"/>
          <a:ext cx="1169034" cy="212090"/>
        </p:xfrm>
        <a:graphic>
          <a:graphicData uri="http://schemas.openxmlformats.org/drawingml/2006/table">
            <a:tbl>
              <a:tblPr>
                <a:solidFill>
                  <a:srgbClr val="FFC000"/>
                </a:solidFill>
              </a:tblPr>
              <a:tblGrid>
                <a:gridCol w="1169034"/>
              </a:tblGrid>
              <a:tr h="202565">
                <a:tc>
                  <a:txBody>
                    <a:bodyPr/>
                    <a:lstStyle/>
                    <a:p>
                      <a:pPr algn="l" rtl="0" eaLnBrk="0">
                        <a:lnSpc>
                          <a:spcPct val="142000"/>
                        </a:lnSpc>
                      </a:pPr>
                      <a:endParaRPr lang="en-US" altLang="en-US" sz="200" dirty="0"/>
                    </a:p>
                    <a:p>
                      <a:pPr marL="105410" algn="l" rtl="0" eaLnBrk="0">
                        <a:lnSpc>
                          <a:spcPts val="1120"/>
                        </a:lnSpc>
                        <a:spcBef>
                          <a:spcPts val="0"/>
                        </a:spcBef>
                      </a:pPr>
                      <a:r>
                        <a:rPr sz="900" kern="0" spc="60" dirty="0">
                          <a:solidFill>
                            <a:srgbClr val="000000">
                              <a:alpha val="100000"/>
                            </a:srgbClr>
                          </a:solidFill>
                          <a:cs typeface="宋体" panose="02010600030101010101" pitchFamily="2" charset="-122"/>
                        </a:rPr>
                        <a:t>自有运输资源调度</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966" name="table 966"/>
          <p:cNvGraphicFramePr>
            <a:graphicFrameLocks noGrp="1"/>
          </p:cNvGraphicFramePr>
          <p:nvPr>
            <p:custDataLst>
              <p:tags r:id="rId60"/>
            </p:custDataLst>
          </p:nvPr>
        </p:nvGraphicFramePr>
        <p:xfrm>
          <a:off x="7577073" y="4010914"/>
          <a:ext cx="1169034" cy="212089"/>
        </p:xfrm>
        <a:graphic>
          <a:graphicData uri="http://schemas.openxmlformats.org/drawingml/2006/table">
            <a:tbl>
              <a:tblPr>
                <a:solidFill>
                  <a:srgbClr val="FFFFFF"/>
                </a:solidFill>
              </a:tblPr>
              <a:tblGrid>
                <a:gridCol w="1169034"/>
              </a:tblGrid>
              <a:tr h="202564">
                <a:tc>
                  <a:txBody>
                    <a:bodyPr/>
                    <a:lstStyle/>
                    <a:p>
                      <a:pPr algn="l" rtl="0" eaLnBrk="0">
                        <a:lnSpc>
                          <a:spcPct val="140000"/>
                        </a:lnSpc>
                      </a:pPr>
                      <a:endParaRPr lang="en-US" altLang="en-US" sz="200" dirty="0"/>
                    </a:p>
                    <a:p>
                      <a:pPr marL="209550" algn="l" rtl="0" eaLnBrk="0">
                        <a:lnSpc>
                          <a:spcPts val="1120"/>
                        </a:lnSpc>
                        <a:spcBef>
                          <a:spcPts val="0"/>
                        </a:spcBef>
                      </a:pPr>
                      <a:r>
                        <a:rPr sz="900" kern="0" spc="80" dirty="0">
                          <a:solidFill>
                            <a:srgbClr val="000000">
                              <a:alpha val="100000"/>
                            </a:srgbClr>
                          </a:solidFill>
                          <a:cs typeface="宋体" panose="02010600030101010101" pitchFamily="2" charset="-122"/>
                        </a:rPr>
                        <a:t>运输安全管理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68" name="table 968"/>
          <p:cNvGraphicFramePr>
            <a:graphicFrameLocks noGrp="1"/>
          </p:cNvGraphicFramePr>
          <p:nvPr>
            <p:custDataLst>
              <p:tags r:id="rId61"/>
            </p:custDataLst>
          </p:nvPr>
        </p:nvGraphicFramePr>
        <p:xfrm>
          <a:off x="8954769" y="5324602"/>
          <a:ext cx="1167765" cy="212089"/>
        </p:xfrm>
        <a:graphic>
          <a:graphicData uri="http://schemas.openxmlformats.org/drawingml/2006/table">
            <a:tbl>
              <a:tblPr>
                <a:solidFill>
                  <a:srgbClr val="FFFFFF"/>
                </a:solidFill>
              </a:tblPr>
              <a:tblGrid>
                <a:gridCol w="1167765"/>
              </a:tblGrid>
              <a:tr h="202564">
                <a:tc>
                  <a:txBody>
                    <a:bodyPr/>
                    <a:lstStyle/>
                    <a:p>
                      <a:pPr algn="l" rtl="0" eaLnBrk="0">
                        <a:lnSpc>
                          <a:spcPct val="145000"/>
                        </a:lnSpc>
                      </a:pPr>
                      <a:endParaRPr lang="en-US" altLang="en-US" sz="200" dirty="0"/>
                    </a:p>
                    <a:p>
                      <a:pPr marL="213995" algn="l" rtl="0" eaLnBrk="0">
                        <a:lnSpc>
                          <a:spcPts val="1120"/>
                        </a:lnSpc>
                      </a:pPr>
                      <a:r>
                        <a:rPr sz="900" kern="0" spc="80" dirty="0">
                          <a:solidFill>
                            <a:srgbClr val="000000">
                              <a:alpha val="100000"/>
                            </a:srgbClr>
                          </a:solidFill>
                          <a:cs typeface="宋体" panose="02010600030101010101" pitchFamily="2" charset="-122"/>
                        </a:rPr>
                        <a:t>营运设备保养</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70" name="table 970"/>
          <p:cNvGraphicFramePr>
            <a:graphicFrameLocks noGrp="1"/>
          </p:cNvGraphicFramePr>
          <p:nvPr>
            <p:custDataLst>
              <p:tags r:id="rId62"/>
            </p:custDataLst>
          </p:nvPr>
        </p:nvGraphicFramePr>
        <p:xfrm>
          <a:off x="10754614" y="2738373"/>
          <a:ext cx="1167765" cy="212090"/>
        </p:xfrm>
        <a:graphic>
          <a:graphicData uri="http://schemas.openxmlformats.org/drawingml/2006/table">
            <a:tbl>
              <a:tblPr/>
              <a:tblGrid>
                <a:gridCol w="1167765"/>
              </a:tblGrid>
              <a:tr h="202565">
                <a:tc>
                  <a:txBody>
                    <a:bodyPr/>
                    <a:lstStyle/>
                    <a:p>
                      <a:pPr algn="l" rtl="0" eaLnBrk="0">
                        <a:lnSpc>
                          <a:spcPct val="142000"/>
                        </a:lnSpc>
                      </a:pPr>
                      <a:endParaRPr lang="en-US" altLang="en-US" sz="200" dirty="0"/>
                    </a:p>
                    <a:p>
                      <a:pPr marL="401320" algn="l" rtl="0" eaLnBrk="0">
                        <a:lnSpc>
                          <a:spcPts val="1120"/>
                        </a:lnSpc>
                        <a:spcBef>
                          <a:spcPts val="0"/>
                        </a:spcBef>
                      </a:pPr>
                      <a:r>
                        <a:rPr sz="900" kern="0" spc="70" dirty="0">
                          <a:solidFill>
                            <a:srgbClr val="000000">
                              <a:alpha val="100000"/>
                            </a:srgbClr>
                          </a:solidFill>
                          <a:cs typeface="宋体" panose="02010600030101010101" pitchFamily="2" charset="-122"/>
                        </a:rPr>
                        <a:t>不支持</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972" name="table 972"/>
          <p:cNvGraphicFramePr>
            <a:graphicFrameLocks noGrp="1"/>
          </p:cNvGraphicFramePr>
          <p:nvPr>
            <p:custDataLst>
              <p:tags r:id="rId63"/>
            </p:custDataLst>
          </p:nvPr>
        </p:nvGraphicFramePr>
        <p:xfrm>
          <a:off x="10754614" y="3105658"/>
          <a:ext cx="1167765" cy="212090"/>
        </p:xfrm>
        <a:graphic>
          <a:graphicData uri="http://schemas.openxmlformats.org/drawingml/2006/table">
            <a:tbl>
              <a:tblPr>
                <a:solidFill>
                  <a:srgbClr val="FFC000"/>
                </a:solidFill>
              </a:tblPr>
              <a:tblGrid>
                <a:gridCol w="1167765"/>
              </a:tblGrid>
              <a:tr h="202565">
                <a:tc>
                  <a:txBody>
                    <a:bodyPr/>
                    <a:lstStyle/>
                    <a:p>
                      <a:pPr algn="l" rtl="0" eaLnBrk="0">
                        <a:lnSpc>
                          <a:spcPct val="142000"/>
                        </a:lnSpc>
                      </a:pPr>
                      <a:endParaRPr lang="en-US" altLang="en-US" sz="200" dirty="0"/>
                    </a:p>
                    <a:p>
                      <a:pPr marL="338455" algn="l" rtl="0" eaLnBrk="0">
                        <a:lnSpc>
                          <a:spcPts val="1120"/>
                        </a:lnSpc>
                        <a:spcBef>
                          <a:spcPts val="0"/>
                        </a:spcBef>
                      </a:pPr>
                      <a:r>
                        <a:rPr sz="900" kern="0" spc="80" dirty="0">
                          <a:solidFill>
                            <a:srgbClr val="000000">
                              <a:alpha val="100000"/>
                            </a:srgbClr>
                          </a:solidFill>
                          <a:cs typeface="宋体" panose="02010600030101010101" pitchFamily="2" charset="-122"/>
                        </a:rPr>
                        <a:t>部分支持</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974" name="table 974"/>
          <p:cNvGraphicFramePr>
            <a:graphicFrameLocks noGrp="1"/>
          </p:cNvGraphicFramePr>
          <p:nvPr>
            <p:custDataLst>
              <p:tags r:id="rId64"/>
            </p:custDataLst>
          </p:nvPr>
        </p:nvGraphicFramePr>
        <p:xfrm>
          <a:off x="3504945" y="4844542"/>
          <a:ext cx="1167765" cy="212089"/>
        </p:xfrm>
        <a:graphic>
          <a:graphicData uri="http://schemas.openxmlformats.org/drawingml/2006/table">
            <a:tbl>
              <a:tblPr>
                <a:solidFill>
                  <a:srgbClr val="A9D18E"/>
                </a:solidFill>
              </a:tblPr>
              <a:tblGrid>
                <a:gridCol w="1167765"/>
              </a:tblGrid>
              <a:tr h="202564">
                <a:tc>
                  <a:txBody>
                    <a:bodyPr/>
                    <a:lstStyle/>
                    <a:p>
                      <a:pPr algn="l" rtl="0" eaLnBrk="0">
                        <a:lnSpc>
                          <a:spcPct val="140000"/>
                        </a:lnSpc>
                      </a:pPr>
                      <a:endParaRPr lang="en-US" altLang="en-US" sz="200" dirty="0"/>
                    </a:p>
                    <a:p>
                      <a:pPr marL="215900" algn="l" rtl="0" eaLnBrk="0">
                        <a:lnSpc>
                          <a:spcPts val="1125"/>
                        </a:lnSpc>
                        <a:spcBef>
                          <a:spcPts val="0"/>
                        </a:spcBef>
                      </a:pPr>
                      <a:r>
                        <a:rPr sz="900" kern="0" spc="70" dirty="0">
                          <a:solidFill>
                            <a:srgbClr val="000000">
                              <a:alpha val="100000"/>
                            </a:srgbClr>
                          </a:solidFill>
                          <a:cs typeface="宋体" panose="02010600030101010101" pitchFamily="2" charset="-122"/>
                        </a:rPr>
                        <a:t>呼叫中心接单</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76" name="table 976"/>
          <p:cNvGraphicFramePr>
            <a:graphicFrameLocks noGrp="1"/>
          </p:cNvGraphicFramePr>
          <p:nvPr>
            <p:custDataLst>
              <p:tags r:id="rId65"/>
            </p:custDataLst>
          </p:nvPr>
        </p:nvGraphicFramePr>
        <p:xfrm>
          <a:off x="8954769" y="3745738"/>
          <a:ext cx="1167765" cy="212089"/>
        </p:xfrm>
        <a:graphic>
          <a:graphicData uri="http://schemas.openxmlformats.org/drawingml/2006/table">
            <a:tbl>
              <a:tblPr>
                <a:solidFill>
                  <a:srgbClr val="FFFFFF"/>
                </a:solidFill>
              </a:tblPr>
              <a:tblGrid>
                <a:gridCol w="1167765"/>
              </a:tblGrid>
              <a:tr h="202564">
                <a:tc>
                  <a:txBody>
                    <a:bodyPr/>
                    <a:lstStyle/>
                    <a:p>
                      <a:pPr algn="l" rtl="0" eaLnBrk="0">
                        <a:lnSpc>
                          <a:spcPct val="140000"/>
                        </a:lnSpc>
                      </a:pPr>
                      <a:endParaRPr lang="en-US" altLang="en-US" sz="200" dirty="0"/>
                    </a:p>
                    <a:p>
                      <a:pPr marL="146685" algn="l" rtl="0" eaLnBrk="0">
                        <a:lnSpc>
                          <a:spcPts val="1120"/>
                        </a:lnSpc>
                        <a:spcBef>
                          <a:spcPts val="0"/>
                        </a:spcBef>
                      </a:pPr>
                      <a:r>
                        <a:rPr sz="900" kern="0" spc="80" dirty="0">
                          <a:solidFill>
                            <a:srgbClr val="000000">
                              <a:alpha val="100000"/>
                            </a:srgbClr>
                          </a:solidFill>
                          <a:cs typeface="宋体" panose="02010600030101010101" pitchFamily="2" charset="-122"/>
                        </a:rPr>
                        <a:t>零部件计划管理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78" name="table 978"/>
          <p:cNvGraphicFramePr>
            <a:graphicFrameLocks noGrp="1"/>
          </p:cNvGraphicFramePr>
          <p:nvPr>
            <p:custDataLst>
              <p:tags r:id="rId66"/>
            </p:custDataLst>
          </p:nvPr>
        </p:nvGraphicFramePr>
        <p:xfrm>
          <a:off x="2145538" y="5806185"/>
          <a:ext cx="1165859" cy="212089"/>
        </p:xfrm>
        <a:graphic>
          <a:graphicData uri="http://schemas.openxmlformats.org/drawingml/2006/table">
            <a:tbl>
              <a:tblPr>
                <a:solidFill>
                  <a:srgbClr val="FFFFFF"/>
                </a:solidFill>
              </a:tblPr>
              <a:tblGrid>
                <a:gridCol w="1165859"/>
              </a:tblGrid>
              <a:tr h="202564">
                <a:tc>
                  <a:txBody>
                    <a:bodyPr/>
                    <a:lstStyle/>
                    <a:p>
                      <a:pPr algn="l" rtl="0" eaLnBrk="0">
                        <a:lnSpc>
                          <a:spcPct val="142000"/>
                        </a:lnSpc>
                      </a:pPr>
                      <a:endParaRPr lang="en-US" altLang="en-US" sz="200" dirty="0"/>
                    </a:p>
                    <a:p>
                      <a:pPr marL="337820" algn="l" rtl="0" eaLnBrk="0">
                        <a:lnSpc>
                          <a:spcPts val="1120"/>
                        </a:lnSpc>
                        <a:spcBef>
                          <a:spcPts val="0"/>
                        </a:spcBef>
                      </a:pPr>
                      <a:r>
                        <a:rPr sz="900" kern="0" spc="70" dirty="0">
                          <a:solidFill>
                            <a:srgbClr val="000000">
                              <a:alpha val="100000"/>
                            </a:srgbClr>
                          </a:solidFill>
                          <a:cs typeface="宋体" panose="02010600030101010101" pitchFamily="2" charset="-122"/>
                        </a:rPr>
                        <a:t>市场研究</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80" name="table 980"/>
          <p:cNvGraphicFramePr>
            <a:graphicFrameLocks noGrp="1"/>
          </p:cNvGraphicFramePr>
          <p:nvPr>
            <p:custDataLst>
              <p:tags r:id="rId67"/>
            </p:custDataLst>
          </p:nvPr>
        </p:nvGraphicFramePr>
        <p:xfrm>
          <a:off x="2145538" y="5082285"/>
          <a:ext cx="1165859" cy="212089"/>
        </p:xfrm>
        <a:graphic>
          <a:graphicData uri="http://schemas.openxmlformats.org/drawingml/2006/table">
            <a:tbl>
              <a:tblPr>
                <a:solidFill>
                  <a:srgbClr val="FFFFFF"/>
                </a:solidFill>
              </a:tblPr>
              <a:tblGrid>
                <a:gridCol w="1165859"/>
              </a:tblGrid>
              <a:tr h="202564">
                <a:tc>
                  <a:txBody>
                    <a:bodyPr/>
                    <a:lstStyle/>
                    <a:p>
                      <a:pPr algn="l" rtl="0" eaLnBrk="0">
                        <a:lnSpc>
                          <a:spcPct val="143000"/>
                        </a:lnSpc>
                      </a:pPr>
                      <a:endParaRPr lang="en-US" altLang="en-US" sz="200" dirty="0"/>
                    </a:p>
                    <a:p>
                      <a:pPr marL="335280" algn="l" rtl="0" eaLnBrk="0">
                        <a:lnSpc>
                          <a:spcPts val="1125"/>
                        </a:lnSpc>
                        <a:spcBef>
                          <a:spcPts val="0"/>
                        </a:spcBef>
                      </a:pPr>
                      <a:r>
                        <a:rPr sz="900" kern="0" spc="80" dirty="0">
                          <a:solidFill>
                            <a:srgbClr val="000000">
                              <a:alpha val="100000"/>
                            </a:srgbClr>
                          </a:solidFill>
                          <a:cs typeface="宋体" panose="02010600030101010101" pitchFamily="2" charset="-122"/>
                        </a:rPr>
                        <a:t>主动销售</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82" name="table 982"/>
          <p:cNvGraphicFramePr>
            <a:graphicFrameLocks noGrp="1"/>
          </p:cNvGraphicFramePr>
          <p:nvPr>
            <p:custDataLst>
              <p:tags r:id="rId68"/>
            </p:custDataLst>
          </p:nvPr>
        </p:nvGraphicFramePr>
        <p:xfrm>
          <a:off x="2145538" y="4844542"/>
          <a:ext cx="1165859" cy="212089"/>
        </p:xfrm>
        <a:graphic>
          <a:graphicData uri="http://schemas.openxmlformats.org/drawingml/2006/table">
            <a:tbl>
              <a:tblPr>
                <a:solidFill>
                  <a:srgbClr val="A9D18E"/>
                </a:solidFill>
              </a:tblPr>
              <a:tblGrid>
                <a:gridCol w="1165859"/>
              </a:tblGrid>
              <a:tr h="202564">
                <a:tc>
                  <a:txBody>
                    <a:bodyPr/>
                    <a:lstStyle/>
                    <a:p>
                      <a:pPr algn="l" rtl="0" eaLnBrk="0">
                        <a:lnSpc>
                          <a:spcPct val="140000"/>
                        </a:lnSpc>
                      </a:pPr>
                      <a:endParaRPr lang="en-US" altLang="en-US" sz="200" dirty="0"/>
                    </a:p>
                    <a:p>
                      <a:pPr marL="334010" algn="l" rtl="0" eaLnBrk="0">
                        <a:lnSpc>
                          <a:spcPts val="1120"/>
                        </a:lnSpc>
                        <a:spcBef>
                          <a:spcPts val="0"/>
                        </a:spcBef>
                      </a:pPr>
                      <a:r>
                        <a:rPr sz="900" kern="0" spc="80" dirty="0">
                          <a:solidFill>
                            <a:srgbClr val="000000">
                              <a:alpha val="100000"/>
                            </a:srgbClr>
                          </a:solidFill>
                          <a:cs typeface="宋体" panose="02010600030101010101" pitchFamily="2" charset="-122"/>
                        </a:rPr>
                        <a:t>产品实现</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84" name="table 984"/>
          <p:cNvGraphicFramePr>
            <a:graphicFrameLocks noGrp="1"/>
          </p:cNvGraphicFramePr>
          <p:nvPr>
            <p:custDataLst>
              <p:tags r:id="rId69"/>
            </p:custDataLst>
          </p:nvPr>
        </p:nvGraphicFramePr>
        <p:xfrm>
          <a:off x="2145538" y="5321554"/>
          <a:ext cx="1165859" cy="212089"/>
        </p:xfrm>
        <a:graphic>
          <a:graphicData uri="http://schemas.openxmlformats.org/drawingml/2006/table">
            <a:tbl>
              <a:tblPr>
                <a:solidFill>
                  <a:srgbClr val="FFFFFF"/>
                </a:solidFill>
              </a:tblPr>
              <a:tblGrid>
                <a:gridCol w="1165859"/>
              </a:tblGrid>
              <a:tr h="202564">
                <a:tc>
                  <a:txBody>
                    <a:bodyPr/>
                    <a:lstStyle/>
                    <a:p>
                      <a:pPr algn="l" rtl="0" eaLnBrk="0">
                        <a:lnSpc>
                          <a:spcPct val="145000"/>
                        </a:lnSpc>
                      </a:pPr>
                      <a:endParaRPr lang="en-US" altLang="en-US" sz="200" dirty="0"/>
                    </a:p>
                    <a:p>
                      <a:pPr marL="207645" algn="l" rtl="0" eaLnBrk="0">
                        <a:lnSpc>
                          <a:spcPts val="1120"/>
                        </a:lnSpc>
                      </a:pPr>
                      <a:r>
                        <a:rPr sz="900" kern="0" spc="80" dirty="0">
                          <a:solidFill>
                            <a:srgbClr val="000000">
                              <a:alpha val="100000"/>
                            </a:srgbClr>
                          </a:solidFill>
                          <a:cs typeface="宋体" panose="02010600030101010101" pitchFamily="2" charset="-122"/>
                        </a:rPr>
                        <a:t>执行营销活动</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86" name="table 986"/>
          <p:cNvGraphicFramePr>
            <a:graphicFrameLocks noGrp="1"/>
          </p:cNvGraphicFramePr>
          <p:nvPr>
            <p:custDataLst>
              <p:tags r:id="rId70"/>
            </p:custDataLst>
          </p:nvPr>
        </p:nvGraphicFramePr>
        <p:xfrm>
          <a:off x="2136394" y="2724658"/>
          <a:ext cx="1181100" cy="203200"/>
        </p:xfrm>
        <a:graphic>
          <a:graphicData uri="http://schemas.openxmlformats.org/drawingml/2006/table">
            <a:tbl>
              <a:tblPr>
                <a:solidFill>
                  <a:srgbClr val="FFFFFF"/>
                </a:solidFill>
              </a:tblPr>
              <a:tblGrid>
                <a:gridCol w="1181100"/>
              </a:tblGrid>
              <a:tr h="193675">
                <a:tc>
                  <a:txBody>
                    <a:bodyPr/>
                    <a:lstStyle/>
                    <a:p>
                      <a:pPr algn="l" rtl="0" eaLnBrk="0">
                        <a:lnSpc>
                          <a:spcPct val="126000"/>
                        </a:lnSpc>
                      </a:pPr>
                      <a:endParaRPr lang="en-US" altLang="en-US" sz="200" dirty="0"/>
                    </a:p>
                    <a:p>
                      <a:pPr marL="342265" algn="l" rtl="0" eaLnBrk="0">
                        <a:lnSpc>
                          <a:spcPts val="1125"/>
                        </a:lnSpc>
                        <a:spcBef>
                          <a:spcPts val="0"/>
                        </a:spcBef>
                      </a:pPr>
                      <a:r>
                        <a:rPr sz="900" kern="0" spc="80" dirty="0">
                          <a:solidFill>
                            <a:srgbClr val="000000">
                              <a:alpha val="100000"/>
                            </a:srgbClr>
                          </a:solidFill>
                          <a:cs typeface="宋体" panose="02010600030101010101" pitchFamily="2" charset="-122"/>
                        </a:rPr>
                        <a:t>销售预测</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988" name="table 988"/>
          <p:cNvGraphicFramePr>
            <a:graphicFrameLocks noGrp="1"/>
          </p:cNvGraphicFramePr>
          <p:nvPr>
            <p:custDataLst>
              <p:tags r:id="rId71"/>
            </p:custDataLst>
          </p:nvPr>
        </p:nvGraphicFramePr>
        <p:xfrm>
          <a:off x="4882641" y="4856733"/>
          <a:ext cx="1169034" cy="200025"/>
        </p:xfrm>
        <a:graphic>
          <a:graphicData uri="http://schemas.openxmlformats.org/drawingml/2006/table">
            <a:tbl>
              <a:tblPr>
                <a:solidFill>
                  <a:srgbClr val="A9D18E"/>
                </a:solidFill>
              </a:tblPr>
              <a:tblGrid>
                <a:gridCol w="1169034"/>
              </a:tblGrid>
              <a:tr h="190500">
                <a:tc>
                  <a:txBody>
                    <a:bodyPr/>
                    <a:lstStyle/>
                    <a:p>
                      <a:pPr algn="l" rtl="0" eaLnBrk="0">
                        <a:lnSpc>
                          <a:spcPct val="122000"/>
                        </a:lnSpc>
                      </a:pPr>
                      <a:endParaRPr lang="en-US" altLang="en-US" sz="200" dirty="0"/>
                    </a:p>
                    <a:p>
                      <a:pPr marL="340360" algn="l" rtl="0" eaLnBrk="0">
                        <a:lnSpc>
                          <a:spcPts val="1120"/>
                        </a:lnSpc>
                        <a:spcBef>
                          <a:spcPts val="0"/>
                        </a:spcBef>
                      </a:pPr>
                      <a:r>
                        <a:rPr sz="900" kern="0" spc="70" dirty="0">
                          <a:solidFill>
                            <a:srgbClr val="000000">
                              <a:alpha val="100000"/>
                            </a:srgbClr>
                          </a:solidFill>
                          <a:cs typeface="宋体" panose="02010600030101010101" pitchFamily="2" charset="-122"/>
                        </a:rPr>
                        <a:t>收件操作</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90" name="table 990"/>
          <p:cNvGraphicFramePr>
            <a:graphicFrameLocks noGrp="1"/>
          </p:cNvGraphicFramePr>
          <p:nvPr>
            <p:custDataLst>
              <p:tags r:id="rId72"/>
            </p:custDataLst>
          </p:nvPr>
        </p:nvGraphicFramePr>
        <p:xfrm>
          <a:off x="4882641" y="5092954"/>
          <a:ext cx="1169034" cy="200025"/>
        </p:xfrm>
        <a:graphic>
          <a:graphicData uri="http://schemas.openxmlformats.org/drawingml/2006/table">
            <a:tbl>
              <a:tblPr>
                <a:solidFill>
                  <a:srgbClr val="A9D18E"/>
                </a:solidFill>
              </a:tblPr>
              <a:tblGrid>
                <a:gridCol w="1169034"/>
              </a:tblGrid>
              <a:tr h="190500">
                <a:tc>
                  <a:txBody>
                    <a:bodyPr/>
                    <a:lstStyle/>
                    <a:p>
                      <a:pPr algn="l" rtl="0" eaLnBrk="0">
                        <a:lnSpc>
                          <a:spcPct val="124000"/>
                        </a:lnSpc>
                      </a:pPr>
                      <a:endParaRPr lang="en-US" altLang="en-US" sz="200" dirty="0"/>
                    </a:p>
                    <a:p>
                      <a:pPr marL="337185" algn="l" rtl="0" eaLnBrk="0">
                        <a:lnSpc>
                          <a:spcPts val="1120"/>
                        </a:lnSpc>
                        <a:spcBef>
                          <a:spcPts val="0"/>
                        </a:spcBef>
                      </a:pPr>
                      <a:r>
                        <a:rPr sz="900" kern="0" spc="80" dirty="0">
                          <a:solidFill>
                            <a:srgbClr val="000000">
                              <a:alpha val="100000"/>
                            </a:srgbClr>
                          </a:solidFill>
                          <a:cs typeface="宋体" panose="02010600030101010101" pitchFamily="2" charset="-122"/>
                        </a:rPr>
                        <a:t>派件操作</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graphicFrame>
        <p:nvGraphicFramePr>
          <p:cNvPr id="992" name="table 992"/>
          <p:cNvGraphicFramePr>
            <a:graphicFrameLocks noGrp="1"/>
          </p:cNvGraphicFramePr>
          <p:nvPr>
            <p:custDataLst>
              <p:tags r:id="rId73"/>
            </p:custDataLst>
          </p:nvPr>
        </p:nvGraphicFramePr>
        <p:xfrm>
          <a:off x="4882641" y="5330697"/>
          <a:ext cx="1169034" cy="200025"/>
        </p:xfrm>
        <a:graphic>
          <a:graphicData uri="http://schemas.openxmlformats.org/drawingml/2006/table">
            <a:tbl>
              <a:tblPr>
                <a:solidFill>
                  <a:srgbClr val="A9D18E"/>
                </a:solidFill>
              </a:tblPr>
              <a:tblGrid>
                <a:gridCol w="1169034"/>
              </a:tblGrid>
              <a:tr h="190500">
                <a:tc>
                  <a:txBody>
                    <a:bodyPr/>
                    <a:lstStyle/>
                    <a:p>
                      <a:pPr algn="l" rtl="0" eaLnBrk="0">
                        <a:lnSpc>
                          <a:spcPct val="125000"/>
                        </a:lnSpc>
                      </a:pPr>
                      <a:endParaRPr lang="en-US" altLang="en-US" sz="200" dirty="0"/>
                    </a:p>
                    <a:p>
                      <a:pPr marL="151765" algn="l" rtl="0" eaLnBrk="0">
                        <a:lnSpc>
                          <a:spcPts val="1120"/>
                        </a:lnSpc>
                      </a:pPr>
                      <a:r>
                        <a:rPr sz="900" kern="0" spc="80" dirty="0">
                          <a:solidFill>
                            <a:srgbClr val="000000">
                              <a:alpha val="100000"/>
                            </a:srgbClr>
                          </a:solidFill>
                          <a:cs typeface="宋体" panose="02010600030101010101" pitchFamily="2" charset="-122"/>
                        </a:rPr>
                        <a:t>收派件状态反馈</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sp>
        <p:nvSpPr>
          <p:cNvPr id="994" name="rect"/>
          <p:cNvSpPr/>
          <p:nvPr/>
        </p:nvSpPr>
        <p:spPr>
          <a:xfrm>
            <a:off x="8822436" y="1886711"/>
            <a:ext cx="54863" cy="4219955"/>
          </a:xfrm>
          <a:prstGeom prst="rect">
            <a:avLst/>
          </a:prstGeom>
          <a:solidFill>
            <a:srgbClr val="FFFFFF">
              <a:alpha val="100000"/>
            </a:srgbClr>
          </a:solidFill>
          <a:ln cap="flat">
            <a:noFill/>
            <a:prstDash val="solid"/>
            <a:miter lim="0"/>
          </a:ln>
        </p:spPr>
        <p:txBody>
          <a:bodyPr rtlCol="0"/>
          <a:lstStyle/>
          <a:p>
            <a:pPr algn="ctr"/>
            <a:endParaRPr lang="zh-CN" altLang="en-US"/>
          </a:p>
        </p:txBody>
      </p:sp>
      <p:graphicFrame>
        <p:nvGraphicFramePr>
          <p:cNvPr id="996" name="table 996"/>
          <p:cNvGraphicFramePr>
            <a:graphicFrameLocks noGrp="1"/>
          </p:cNvGraphicFramePr>
          <p:nvPr>
            <p:custDataLst>
              <p:tags r:id="rId74"/>
            </p:custDataLst>
          </p:nvPr>
        </p:nvGraphicFramePr>
        <p:xfrm>
          <a:off x="4882641" y="5568441"/>
          <a:ext cx="1169034" cy="196850"/>
        </p:xfrm>
        <a:graphic>
          <a:graphicData uri="http://schemas.openxmlformats.org/drawingml/2006/table">
            <a:tbl>
              <a:tblPr>
                <a:solidFill>
                  <a:srgbClr val="A9D18E"/>
                </a:solidFill>
              </a:tblPr>
              <a:tblGrid>
                <a:gridCol w="1169034"/>
              </a:tblGrid>
              <a:tr h="187325">
                <a:tc>
                  <a:txBody>
                    <a:bodyPr/>
                    <a:lstStyle/>
                    <a:p>
                      <a:pPr algn="l" rtl="0" eaLnBrk="0">
                        <a:lnSpc>
                          <a:spcPct val="119000"/>
                        </a:lnSpc>
                      </a:pPr>
                      <a:endParaRPr lang="en-US" altLang="en-US" sz="200" dirty="0"/>
                    </a:p>
                    <a:p>
                      <a:pPr marL="288290" algn="l" rtl="0" eaLnBrk="0">
                        <a:lnSpc>
                          <a:spcPts val="1120"/>
                        </a:lnSpc>
                        <a:spcBef>
                          <a:spcPts val="0"/>
                        </a:spcBef>
                      </a:pPr>
                      <a:r>
                        <a:rPr sz="900" kern="0" spc="60" dirty="0">
                          <a:solidFill>
                            <a:srgbClr val="000000">
                              <a:alpha val="100000"/>
                            </a:srgbClr>
                          </a:solidFill>
                          <a:cs typeface="宋体" panose="02010600030101010101" pitchFamily="2" charset="-122"/>
                        </a:rPr>
                        <a:t>问题件处理</a:t>
                      </a:r>
                      <a:endParaRPr lang="en-US" altLang="en-US" sz="9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A9D18E"/>
                    </a:solidFill>
                  </a:tcPr>
                </a:tc>
              </a:tr>
            </a:tbl>
          </a:graphicData>
        </a:graphic>
      </p:graphicFrame>
      <p:sp>
        <p:nvSpPr>
          <p:cNvPr id="998" name="rect"/>
          <p:cNvSpPr/>
          <p:nvPr/>
        </p:nvSpPr>
        <p:spPr>
          <a:xfrm>
            <a:off x="4751832" y="1886711"/>
            <a:ext cx="38100" cy="4219955"/>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000" name="rect"/>
          <p:cNvSpPr/>
          <p:nvPr/>
        </p:nvSpPr>
        <p:spPr>
          <a:xfrm>
            <a:off x="10203180" y="1886711"/>
            <a:ext cx="38100" cy="4219955"/>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002" name="path"/>
          <p:cNvSpPr/>
          <p:nvPr/>
        </p:nvSpPr>
        <p:spPr>
          <a:xfrm>
            <a:off x="2144013" y="4344670"/>
            <a:ext cx="1167892" cy="11176"/>
          </a:xfrm>
          <a:custGeom>
            <a:avLst/>
            <a:gdLst/>
            <a:ahLst/>
            <a:cxnLst/>
            <a:rect l="0" t="0" r="0" b="0"/>
            <a:pathLst>
              <a:path w="1839" h="17">
                <a:moveTo>
                  <a:pt x="8" y="8"/>
                </a:moveTo>
                <a:lnTo>
                  <a:pt x="1830" y="8"/>
                </a:lnTo>
              </a:path>
            </a:pathLst>
          </a:custGeom>
          <a:noFill/>
          <a:ln w="11175" cap="rnd">
            <a:solidFill>
              <a:srgbClr val="000000">
                <a:alpha val="100000"/>
              </a:srgbClr>
            </a:solidFill>
            <a:prstDash val="solid"/>
            <a:miter lim="1000000"/>
          </a:ln>
        </p:spPr>
        <p:txBody>
          <a:bodyPr rtlCol="0"/>
          <a:lstStyle/>
          <a:p>
            <a:pPr algn="ctr"/>
            <a:endParaRPr lang="zh-CN" altLang="en-US"/>
          </a:p>
        </p:txBody>
      </p:sp>
      <p:sp>
        <p:nvSpPr>
          <p:cNvPr id="1004" name="path"/>
          <p:cNvSpPr/>
          <p:nvPr/>
        </p:nvSpPr>
        <p:spPr>
          <a:xfrm>
            <a:off x="2144013" y="3899661"/>
            <a:ext cx="1167892" cy="11176"/>
          </a:xfrm>
          <a:custGeom>
            <a:avLst/>
            <a:gdLst/>
            <a:ahLst/>
            <a:cxnLst/>
            <a:rect l="0" t="0" r="0" b="0"/>
            <a:pathLst>
              <a:path w="1839" h="17">
                <a:moveTo>
                  <a:pt x="8" y="8"/>
                </a:moveTo>
                <a:lnTo>
                  <a:pt x="1830" y="8"/>
                </a:lnTo>
              </a:path>
            </a:pathLst>
          </a:custGeom>
          <a:noFill/>
          <a:ln w="11175" cap="rnd">
            <a:solidFill>
              <a:srgbClr val="000000">
                <a:alpha val="100000"/>
              </a:srgbClr>
            </a:solidFill>
            <a:prstDash val="solid"/>
            <a:miter lim="1000000"/>
          </a:ln>
        </p:spPr>
        <p:txBody>
          <a:bodyPr rtlCol="0"/>
          <a:lstStyle/>
          <a:p>
            <a:pPr algn="ctr"/>
            <a:endParaRPr lang="zh-CN" altLang="en-US"/>
          </a:p>
        </p:txBody>
      </p:sp>
      <p:sp>
        <p:nvSpPr>
          <p:cNvPr id="1006" name="path"/>
          <p:cNvSpPr/>
          <p:nvPr/>
        </p:nvSpPr>
        <p:spPr>
          <a:xfrm>
            <a:off x="3517137" y="3748785"/>
            <a:ext cx="1167891" cy="11176"/>
          </a:xfrm>
          <a:custGeom>
            <a:avLst/>
            <a:gdLst/>
            <a:ahLst/>
            <a:cxnLst/>
            <a:rect l="0" t="0" r="0" b="0"/>
            <a:pathLst>
              <a:path w="1839" h="17">
                <a:moveTo>
                  <a:pt x="1830" y="8"/>
                </a:moveTo>
                <a:lnTo>
                  <a:pt x="8" y="8"/>
                </a:lnTo>
              </a:path>
            </a:pathLst>
          </a:custGeom>
          <a:noFill/>
          <a:ln w="11175" cap="rnd">
            <a:solidFill>
              <a:srgbClr val="000000">
                <a:alpha val="100000"/>
              </a:srgbClr>
            </a:solidFill>
            <a:prstDash val="solid"/>
            <a:miter lim="1000000"/>
          </a:ln>
        </p:spPr>
        <p:txBody>
          <a:bodyPr rtlCol="0"/>
          <a:lstStyle/>
          <a:p>
            <a:pPr algn="ctr"/>
            <a:endParaRPr lang="zh-CN" altLang="en-US"/>
          </a:p>
        </p:txBody>
      </p:sp>
      <p:sp>
        <p:nvSpPr>
          <p:cNvPr id="1008" name="path"/>
          <p:cNvSpPr/>
          <p:nvPr/>
        </p:nvSpPr>
        <p:spPr>
          <a:xfrm>
            <a:off x="2145538" y="3448558"/>
            <a:ext cx="1164844" cy="11176"/>
          </a:xfrm>
          <a:custGeom>
            <a:avLst/>
            <a:gdLst/>
            <a:ahLst/>
            <a:cxnLst/>
            <a:rect l="0" t="0" r="0" b="0"/>
            <a:pathLst>
              <a:path w="1834" h="17">
                <a:moveTo>
                  <a:pt x="8" y="8"/>
                </a:moveTo>
                <a:lnTo>
                  <a:pt x="1825" y="8"/>
                </a:lnTo>
              </a:path>
            </a:pathLst>
          </a:custGeom>
          <a:noFill/>
          <a:ln w="11175" cap="rnd">
            <a:solidFill>
              <a:srgbClr val="000000">
                <a:alpha val="100000"/>
              </a:srgbClr>
            </a:solidFill>
            <a:prstDash val="solid"/>
            <a:miter lim="1000000"/>
          </a:ln>
        </p:spPr>
        <p:txBody>
          <a:bodyPr rtlCol="0"/>
          <a:lstStyle/>
          <a:p>
            <a:pPr algn="ctr"/>
            <a:endParaRPr lang="zh-CN" altLang="en-US"/>
          </a:p>
        </p:txBody>
      </p:sp>
      <p:sp>
        <p:nvSpPr>
          <p:cNvPr id="2" name="标题 1"/>
          <p:cNvSpPr>
            <a:spLocks noGrp="1"/>
          </p:cNvSpPr>
          <p:nvPr>
            <p:ph type="title"/>
            <p:custDataLst>
              <p:tags r:id="rId75"/>
            </p:custDataLst>
          </p:nvPr>
        </p:nvSpPr>
        <p:spPr>
          <a:xfrm>
            <a:off x="718820" y="189865"/>
            <a:ext cx="8655050" cy="720090"/>
          </a:xfrm>
        </p:spPr>
        <p:txBody>
          <a:bodyPr vert="horz" lIns="0" tIns="0" rIns="0" bIns="0" rtlCol="0" anchor="ctr">
            <a:normAutofit/>
          </a:bodyPr>
          <a:lstStyle>
            <a:lvl1pPr>
              <a:defRPr sz="4400"/>
            </a:lvl1pPr>
          </a:lstStyle>
          <a:p>
            <a:pPr marL="12700" lvl="0" indent="-635" algn="l" eaLnBrk="0">
              <a:lnSpc>
                <a:spcPct val="93000"/>
              </a:lnSpc>
              <a:buClrTx/>
              <a:buSzTx/>
              <a:buFontTx/>
            </a:pPr>
            <a:r>
              <a:rPr sz="2000" kern="0" dirty="0">
                <a:solidFill>
                  <a:schemeClr val="dk1"/>
                </a:solidFill>
                <a:latin typeface="+mn-lt"/>
                <a:ea typeface="+mn-ea"/>
                <a:cs typeface="微软雅黑" panose="020B0503020204020204" charset="-122"/>
                <a:sym typeface="+mn-ea"/>
              </a:rPr>
              <a:t>XX的IT应用已经在一定程度上覆盖了快运业务的核心操作，但在规划和管理层面还有提</a:t>
            </a:r>
            <a:r>
              <a:rPr lang="zh-CN" sz="2000" kern="0" dirty="0">
                <a:solidFill>
                  <a:schemeClr val="dk1"/>
                </a:solidFill>
                <a:latin typeface="+mn-lt"/>
                <a:ea typeface="+mn-ea"/>
                <a:cs typeface="微软雅黑" panose="020B0503020204020204" charset="-122"/>
                <a:sym typeface="+mn-ea"/>
              </a:rPr>
              <a:t>升的地方</a:t>
            </a:r>
            <a:endParaRPr lang="zh-CN" sz="2000" kern="0" dirty="0">
              <a:solidFill>
                <a:schemeClr val="dk1"/>
              </a:solidFill>
              <a:latin typeface="+mn-lt"/>
              <a:ea typeface="+mn-ea"/>
              <a:cs typeface="微软雅黑" panose="020B0503020204020204" charset="-122"/>
              <a:sym typeface="+mn-ea"/>
            </a:endParaRPr>
          </a:p>
        </p:txBody>
      </p:sp>
    </p:spTree>
    <p:custDataLst>
      <p:tags r:id="rId76"/>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0" name="table 1010"/>
          <p:cNvGraphicFramePr>
            <a:graphicFrameLocks noGrp="1"/>
          </p:cNvGraphicFramePr>
          <p:nvPr>
            <p:custDataLst>
              <p:tags r:id="rId1"/>
            </p:custDataLst>
          </p:nvPr>
        </p:nvGraphicFramePr>
        <p:xfrm>
          <a:off x="2092451" y="2345436"/>
          <a:ext cx="7378699" cy="685800"/>
        </p:xfrm>
        <a:graphic>
          <a:graphicData uri="http://schemas.openxmlformats.org/drawingml/2006/table">
            <a:tbl>
              <a:tblPr>
                <a:solidFill>
                  <a:srgbClr val="BFBFBF"/>
                </a:solidFill>
              </a:tblPr>
              <a:tblGrid>
                <a:gridCol w="3033395"/>
                <a:gridCol w="1130300"/>
                <a:gridCol w="546734"/>
                <a:gridCol w="2668270"/>
              </a:tblGrid>
              <a:tr h="685800">
                <a:tc>
                  <a:txBody>
                    <a:bodyPr/>
                    <a:lstStyle/>
                    <a:p>
                      <a:pPr algn="l" rtl="0" eaLnBrk="0">
                        <a:lnSpc>
                          <a:spcPct val="100000"/>
                        </a:lnSpc>
                      </a:pPr>
                      <a:endParaRPr lang="en-US" altLang="en-US" sz="1000" dirty="0"/>
                    </a:p>
                  </a:txBody>
                  <a:tcPr marL="0" marR="0" marT="0" marB="0" vert="horz">
                    <a:lnL w="38100" cap="flat" cmpd="sng" algn="ctr">
                      <a:solidFill>
                        <a:srgbClr val="FFFFFF"/>
                      </a:solidFill>
                      <a:prstDash val="solid"/>
                      <a:round/>
                      <a:headEnd type="none" w="med" len="med"/>
                      <a:tailEnd type="none" w="med" len="med"/>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FBFBF"/>
                    </a:solidFill>
                  </a:tcPr>
                </a:tc>
                <a:tc>
                  <a:txBody>
                    <a:bodyPr/>
                    <a:lstStyle/>
                    <a:p>
                      <a:pPr algn="l" rtl="0" eaLnBrk="0">
                        <a:lnSpc>
                          <a:spcPct val="172000"/>
                        </a:lnSpc>
                      </a:pPr>
                      <a:endParaRPr lang="en-US" altLang="en-US" sz="1000" dirty="0"/>
                    </a:p>
                    <a:p>
                      <a:pPr algn="l" rtl="0" eaLnBrk="0">
                        <a:lnSpc>
                          <a:spcPct val="7000"/>
                        </a:lnSpc>
                      </a:pPr>
                      <a:endParaRPr lang="en-US" altLang="en-US" sz="100" dirty="0"/>
                    </a:p>
                    <a:p>
                      <a:pPr marL="301625" algn="l" rtl="0" eaLnBrk="0">
                        <a:lnSpc>
                          <a:spcPct val="97000"/>
                        </a:lnSpc>
                      </a:pPr>
                      <a:r>
                        <a:rPr sz="1400" b="1" kern="0" spc="-10" dirty="0">
                          <a:solidFill>
                            <a:srgbClr val="FFFFFF">
                              <a:alpha val="100000"/>
                            </a:srgbClr>
                          </a:solidFill>
                          <a:cs typeface="微软雅黑" panose="020B0503020204020204" charset="-122"/>
                        </a:rPr>
                        <a:t>决策分析</a:t>
                      </a:r>
                      <a:endParaRPr lang="en-US" altLang="en-US" sz="1400" dirty="0"/>
                    </a:p>
                  </a:txBody>
                  <a:tcPr marL="0" marR="0" marT="0" marB="0" vert="horz">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FBFBF"/>
                    </a:solidFill>
                  </a:tcPr>
                </a:tc>
                <a:tc>
                  <a:txBody>
                    <a:bodyPr/>
                    <a:lstStyle/>
                    <a:p>
                      <a:pPr algn="l" rtl="0" eaLnBrk="0">
                        <a:lnSpc>
                          <a:spcPct val="100000"/>
                        </a:lnSpc>
                      </a:pPr>
                      <a:endParaRPr lang="en-US" altLang="en-US" sz="1000" dirty="0"/>
                    </a:p>
                  </a:txBody>
                  <a:tcPr marL="0" marR="0" marT="0" marB="0" vert="horz">
                    <a:lnL>
                      <a:noFill/>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FBFBF"/>
                    </a:solidFill>
                  </a:tcPr>
                </a:tc>
                <a:tc>
                  <a:txBody>
                    <a:bodyPr/>
                    <a:lstStyle/>
                    <a:p>
                      <a:pPr algn="l" rtl="0" eaLnBrk="0">
                        <a:lnSpc>
                          <a:spcPct val="100000"/>
                        </a:lnSpc>
                      </a:pPr>
                      <a:endParaRPr lang="en-US" altLang="en-US" sz="1000" dirty="0"/>
                    </a:p>
                  </a:txBody>
                  <a:tcPr marL="0" marR="0" marT="0" marB="0" vert="horz">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FBFBF"/>
                    </a:solidFill>
                  </a:tcPr>
                </a:tc>
              </a:tr>
            </a:tbl>
          </a:graphicData>
        </a:graphic>
      </p:graphicFrame>
      <p:graphicFrame>
        <p:nvGraphicFramePr>
          <p:cNvPr id="1012" name="table 1012"/>
          <p:cNvGraphicFramePr>
            <a:graphicFrameLocks noGrp="1"/>
          </p:cNvGraphicFramePr>
          <p:nvPr>
            <p:custDataLst>
              <p:tags r:id="rId2"/>
            </p:custDataLst>
          </p:nvPr>
        </p:nvGraphicFramePr>
        <p:xfrm>
          <a:off x="6911149" y="2526601"/>
          <a:ext cx="1499869" cy="384175"/>
        </p:xfrm>
        <a:graphic>
          <a:graphicData uri="http://schemas.openxmlformats.org/drawingml/2006/table">
            <a:tbl>
              <a:tblPr>
                <a:solidFill>
                  <a:srgbClr val="FFFFFF"/>
                </a:solidFill>
              </a:tblPr>
              <a:tblGrid>
                <a:gridCol w="1499869"/>
              </a:tblGrid>
              <a:tr h="374650">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sp>
        <p:nvSpPr>
          <p:cNvPr id="1014" name="path"/>
          <p:cNvSpPr/>
          <p:nvPr/>
        </p:nvSpPr>
        <p:spPr>
          <a:xfrm>
            <a:off x="7187899" y="2461237"/>
            <a:ext cx="2443319" cy="649014"/>
          </a:xfrm>
          <a:custGeom>
            <a:avLst/>
            <a:gdLst/>
            <a:ahLst/>
            <a:cxnLst/>
            <a:rect l="0" t="0" r="0" b="0"/>
            <a:pathLst>
              <a:path w="3847" h="1022">
                <a:moveTo>
                  <a:pt x="3846" y="4"/>
                </a:moveTo>
                <a:lnTo>
                  <a:pt x="1" y="1017"/>
                </a:lnTo>
              </a:path>
            </a:pathLst>
          </a:custGeom>
          <a:noFill/>
          <a:ln w="6350" cap="flat">
            <a:solidFill>
              <a:srgbClr val="3B3838">
                <a:alpha val="100000"/>
              </a:srgbClr>
            </a:solidFill>
            <a:prstDash val="solid"/>
            <a:miter lim="800000"/>
          </a:ln>
        </p:spPr>
        <p:txBody>
          <a:bodyPr rtlCol="0"/>
          <a:lstStyle/>
          <a:p>
            <a:pPr algn="ctr"/>
            <a:endParaRPr lang="zh-CN" altLang="en-US"/>
          </a:p>
        </p:txBody>
      </p:sp>
      <p:graphicFrame>
        <p:nvGraphicFramePr>
          <p:cNvPr id="1016" name="table 1016"/>
          <p:cNvGraphicFramePr>
            <a:graphicFrameLocks noGrp="1"/>
          </p:cNvGraphicFramePr>
          <p:nvPr>
            <p:custDataLst>
              <p:tags r:id="rId3"/>
            </p:custDataLst>
          </p:nvPr>
        </p:nvGraphicFramePr>
        <p:xfrm>
          <a:off x="2092451" y="3089147"/>
          <a:ext cx="7378700" cy="1933575"/>
        </p:xfrm>
        <a:graphic>
          <a:graphicData uri="http://schemas.openxmlformats.org/drawingml/2006/table">
            <a:tbl>
              <a:tblPr/>
              <a:tblGrid>
                <a:gridCol w="1341119"/>
                <a:gridCol w="603250"/>
                <a:gridCol w="434975"/>
                <a:gridCol w="951864"/>
                <a:gridCol w="1811655"/>
                <a:gridCol w="689609"/>
                <a:gridCol w="1546225"/>
              </a:tblGrid>
              <a:tr h="989965">
                <a:tc rowSpan="4">
                  <a:txBody>
                    <a:bodyPr/>
                    <a:lstStyle/>
                    <a:p>
                      <a:pPr algn="l" rtl="0" eaLnBrk="0">
                        <a:lnSpc>
                          <a:spcPct val="109000"/>
                        </a:lnSpc>
                      </a:pPr>
                      <a:endParaRPr lang="en-US" altLang="en-US" sz="800" dirty="0"/>
                    </a:p>
                    <a:p>
                      <a:pPr marL="140970" algn="l" rtl="0" eaLnBrk="0">
                        <a:lnSpc>
                          <a:spcPct val="98000"/>
                        </a:lnSpc>
                        <a:spcBef>
                          <a:spcPts val="5"/>
                        </a:spcBef>
                      </a:pPr>
                      <a:r>
                        <a:rPr sz="1400" b="1" kern="0" spc="-10" dirty="0">
                          <a:solidFill>
                            <a:srgbClr val="FFFFFF">
                              <a:alpha val="100000"/>
                            </a:srgbClr>
                          </a:solidFill>
                          <a:cs typeface="微软雅黑" panose="020B0503020204020204" charset="-122"/>
                        </a:rPr>
                        <a:t>客户关系管理</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solidFill>
                      <a:srgbClr val="BFBFBF"/>
                    </a:solidFill>
                  </a:tcPr>
                </a:tc>
                <a:tc gridSpan="2">
                  <a:txBody>
                    <a:bodyPr/>
                    <a:lstStyle/>
                    <a:p>
                      <a:pPr algn="l" rtl="0" eaLnBrk="0">
                        <a:lnSpc>
                          <a:spcPct val="100000"/>
                        </a:lnSpc>
                      </a:pPr>
                      <a:endParaRPr lang="en-US" altLang="en-US" sz="1000" dirty="0"/>
                    </a:p>
                  </a:txBody>
                  <a:tcPr marL="0" marR="0" marT="0" marB="0" vert="horz">
                    <a:lnL w="38100" cap="flat" cmpd="sng" algn="ctr">
                      <a:solidFill>
                        <a:srgbClr val="FFFFFF"/>
                      </a:solidFill>
                      <a:prstDash val="solid"/>
                      <a:round/>
                      <a:headEnd type="none" w="med" len="med"/>
                      <a:tailEnd type="none" w="med" len="med"/>
                    </a:lnL>
                    <a:lnR>
                      <a:noFill/>
                    </a:lnR>
                    <a:lnT w="38100" cap="flat" cmpd="sng" algn="ctr">
                      <a:solidFill>
                        <a:srgbClr val="FFFFFF"/>
                      </a:solidFill>
                      <a:prstDash val="solid"/>
                      <a:round/>
                      <a:headEnd type="none" w="med" len="med"/>
                      <a:tailEnd type="none" w="med" len="med"/>
                    </a:lnT>
                    <a:lnB>
                      <a:noFill/>
                    </a:lnB>
                    <a:solidFill>
                      <a:srgbClr val="BFBFBF"/>
                    </a:solidFill>
                  </a:tcPr>
                </a:tc>
                <a:tc hMerge="1">
                  <a:tcPr marL="0" marR="0" marT="0" marB="0" vert="horz">
                    <a:lnL w="38100" cap="flat" cmpd="sng" algn="ctr">
                      <a:solidFill>
                        <a:srgbClr val="FFFFFF"/>
                      </a:solidFill>
                      <a:prstDash val="solid"/>
                      <a:round/>
                      <a:headEnd type="none" w="med" len="med"/>
                      <a:tailEnd type="none" w="med" len="med"/>
                    </a:lnL>
                    <a:lnR>
                      <a:noFill/>
                    </a:lnR>
                    <a:lnT w="38100" cap="flat" cmpd="sng" algn="ctr">
                      <a:solidFill>
                        <a:srgbClr val="FFFFFF"/>
                      </a:solidFill>
                      <a:prstDash val="solid"/>
                      <a:round/>
                      <a:headEnd type="none" w="med" len="med"/>
                      <a:tailEnd type="none" w="med" len="med"/>
                    </a:lnT>
                    <a:lnB>
                      <a:noFill/>
                    </a:lnB>
                    <a:solidFill>
                      <a:srgbClr val="BFBFBF"/>
                    </a:solidFill>
                  </a:tcPr>
                </a:tc>
                <a:tc gridSpan="2">
                  <a:txBody>
                    <a:bodyPr/>
                    <a:lstStyle/>
                    <a:p>
                      <a:pPr algn="l" rtl="0" eaLnBrk="0">
                        <a:lnSpc>
                          <a:spcPct val="100000"/>
                        </a:lnSpc>
                      </a:pPr>
                      <a:endParaRPr lang="en-US" altLang="en-US" sz="1000" dirty="0"/>
                    </a:p>
                  </a:txBody>
                  <a:tcPr marL="0" marR="0" marT="0" marB="0" vert="horz">
                    <a:lnL>
                      <a:noFill/>
                    </a:lnL>
                    <a:lnR>
                      <a:noFill/>
                    </a:lnR>
                    <a:lnT w="38100" cap="flat" cmpd="sng" algn="ctr">
                      <a:solidFill>
                        <a:srgbClr val="FFFFFF"/>
                      </a:solidFill>
                      <a:prstDash val="solid"/>
                      <a:round/>
                      <a:headEnd type="none" w="med" len="med"/>
                      <a:tailEnd type="none" w="med" len="med"/>
                    </a:lnT>
                    <a:lnB>
                      <a:noFill/>
                    </a:lnB>
                    <a:solidFill>
                      <a:srgbClr val="BFBFBF"/>
                    </a:solidFill>
                  </a:tcPr>
                </a:tc>
                <a:tc hMerge="1">
                  <a:tcPr marL="0" marR="0" marT="0" marB="0" vert="horz">
                    <a:lnL>
                      <a:noFill/>
                    </a:lnL>
                    <a:lnR>
                      <a:noFill/>
                    </a:lnR>
                    <a:lnT w="38100" cap="flat" cmpd="sng" algn="ctr">
                      <a:solidFill>
                        <a:srgbClr val="FFFFFF"/>
                      </a:solidFill>
                      <a:prstDash val="solid"/>
                      <a:round/>
                      <a:headEnd type="none" w="med" len="med"/>
                      <a:tailEnd type="none" w="med" len="med"/>
                    </a:lnT>
                    <a:lnB>
                      <a:noFill/>
                    </a:lnB>
                    <a:solidFill>
                      <a:srgbClr val="BFBFBF"/>
                    </a:solidFill>
                  </a:tcPr>
                </a:tc>
                <a:tc rowSpan="2">
                  <a:txBody>
                    <a:bodyPr/>
                    <a:lstStyle/>
                    <a:p>
                      <a:pPr algn="l" rtl="0" eaLnBrk="0">
                        <a:lnSpc>
                          <a:spcPct val="100000"/>
                        </a:lnSpc>
                      </a:pPr>
                      <a:endParaRPr lang="en-US" altLang="en-US" sz="1000" dirty="0"/>
                    </a:p>
                  </a:txBody>
                  <a:tcPr marL="0" marR="0" marT="0" marB="0" vert="horz">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9525" cap="flat" cmpd="sng" algn="ctr">
                      <a:solidFill>
                        <a:srgbClr val="000000"/>
                      </a:solidFill>
                      <a:prstDash val="dot"/>
                      <a:round/>
                      <a:headEnd type="none" w="med" len="med"/>
                      <a:tailEnd type="none" w="med" len="med"/>
                    </a:lnB>
                    <a:solidFill>
                      <a:srgbClr val="BFBFBF"/>
                    </a:solidFill>
                  </a:tcPr>
                </a:tc>
                <a:tc rowSpan="4">
                  <a:txBody>
                    <a:bodyPr/>
                    <a:lstStyle/>
                    <a:p>
                      <a:pPr algn="l" rtl="0" eaLnBrk="0">
                        <a:lnSpc>
                          <a:spcPct val="101000"/>
                        </a:lnSpc>
                      </a:pPr>
                      <a:endParaRPr lang="en-US" altLang="en-US" sz="900" dirty="0"/>
                    </a:p>
                    <a:p>
                      <a:pPr marL="418465" algn="l" rtl="0" eaLnBrk="0">
                        <a:lnSpc>
                          <a:spcPct val="98000"/>
                        </a:lnSpc>
                        <a:spcBef>
                          <a:spcPts val="5"/>
                        </a:spcBef>
                      </a:pPr>
                      <a:r>
                        <a:rPr sz="1400" b="1" kern="0" spc="-10" dirty="0">
                          <a:solidFill>
                            <a:srgbClr val="FFFFFF">
                              <a:alpha val="100000"/>
                            </a:srgbClr>
                          </a:solidFill>
                          <a:cs typeface="微软雅黑" panose="020B0503020204020204" charset="-122"/>
                        </a:rPr>
                        <a:t>管理支持</a:t>
                      </a:r>
                      <a:r>
                        <a:rPr sz="1400" b="1" kern="0" spc="10" dirty="0">
                          <a:solidFill>
                            <a:srgbClr val="FFFFFF">
                              <a:alpha val="100000"/>
                            </a:srgbClr>
                          </a:solidFill>
                          <a:cs typeface="微软雅黑" panose="020B0503020204020204" charset="-122"/>
                        </a:rPr>
                        <a:t>  </a:t>
                      </a:r>
                      <a:endParaRPr lang="en-US" altLang="en-US" sz="14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FBFBF"/>
                    </a:solidFill>
                  </a:tcPr>
                </a:tc>
              </a:tr>
              <a:tr h="399415">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tcPr>
                </a:tc>
                <a:tc gridSpan="3">
                  <a:txBody>
                    <a:bodyPr/>
                    <a:lstStyle/>
                    <a:p>
                      <a:pPr algn="l" rtl="0" eaLnBrk="0">
                        <a:lnSpc>
                          <a:spcPct val="100000"/>
                        </a:lnSpc>
                      </a:pPr>
                      <a:endParaRPr lang="en-US" altLang="en-US" sz="1000" dirty="0"/>
                    </a:p>
                  </a:txBody>
                  <a:tcPr marL="0" marR="0" marT="0" marB="0" vert="horz">
                    <a:lnL w="38100" cap="flat" cmpd="sng" algn="ctr">
                      <a:solidFill>
                        <a:srgbClr val="FFFFFF"/>
                      </a:solidFill>
                      <a:prstDash val="solid"/>
                      <a:round/>
                      <a:headEnd type="none" w="med" len="med"/>
                      <a:tailEnd type="none" w="med" len="med"/>
                    </a:lnL>
                    <a:lnR>
                      <a:noFill/>
                    </a:lnR>
                    <a:lnT>
                      <a:noFill/>
                    </a:lnT>
                    <a:lnB w="9525" cap="flat" cmpd="sng" algn="ctr">
                      <a:solidFill>
                        <a:srgbClr val="000000"/>
                      </a:solidFill>
                      <a:prstDash val="dot"/>
                      <a:round/>
                      <a:headEnd type="none" w="med" len="med"/>
                      <a:tailEnd type="none" w="med" len="med"/>
                    </a:lnB>
                    <a:solidFill>
                      <a:srgbClr val="BFBFBF"/>
                    </a:solidFill>
                  </a:tcPr>
                </a:tc>
                <a:tc hMerge="1">
                  <a:tcPr marL="0" marR="0" marT="0" marB="0" vert="horz">
                    <a:lnL w="38100" cap="flat" cmpd="sng" algn="ctr">
                      <a:solidFill>
                        <a:srgbClr val="FFFFFF"/>
                      </a:solidFill>
                      <a:prstDash val="solid"/>
                      <a:round/>
                      <a:headEnd type="none" w="med" len="med"/>
                      <a:tailEnd type="none" w="med" len="med"/>
                    </a:lnL>
                    <a:lnR>
                      <a:noFill/>
                    </a:lnR>
                    <a:lnT>
                      <a:noFill/>
                    </a:lnT>
                    <a:lnB w="9525" cap="flat" cmpd="sng" algn="ctr">
                      <a:solidFill>
                        <a:srgbClr val="000000"/>
                      </a:solidFill>
                      <a:prstDash val="dot"/>
                      <a:round/>
                      <a:headEnd type="none" w="med" len="med"/>
                      <a:tailEnd type="none" w="med" len="med"/>
                    </a:lnB>
                    <a:solidFill>
                      <a:srgbClr val="BFBFBF"/>
                    </a:solidFill>
                  </a:tcPr>
                </a:tc>
                <a:tc hMerge="1">
                  <a:tcPr marL="0" marR="0" marT="0" marB="0" vert="horz">
                    <a:lnL w="38100" cap="flat" cmpd="sng" algn="ctr">
                      <a:solidFill>
                        <a:srgbClr val="FFFFFF"/>
                      </a:solidFill>
                      <a:prstDash val="solid"/>
                      <a:round/>
                      <a:headEnd type="none" w="med" len="med"/>
                      <a:tailEnd type="none" w="med" len="med"/>
                    </a:lnL>
                    <a:lnR>
                      <a:noFill/>
                    </a:lnR>
                    <a:lnT>
                      <a:noFill/>
                    </a:lnT>
                    <a:lnB w="9525" cap="flat" cmpd="sng" algn="ctr">
                      <a:solidFill>
                        <a:srgbClr val="000000"/>
                      </a:solidFill>
                      <a:prstDash val="dot"/>
                      <a:round/>
                      <a:headEnd type="none" w="med" len="med"/>
                      <a:tailEnd type="none" w="med" len="med"/>
                    </a:lnB>
                    <a:solidFill>
                      <a:srgbClr val="BFBFBF"/>
                    </a:solidFill>
                  </a:tcPr>
                </a:tc>
                <a:tc>
                  <a:txBody>
                    <a:bodyPr/>
                    <a:lstStyle/>
                    <a:p>
                      <a:pPr algn="l" rtl="0" eaLnBrk="0">
                        <a:lnSpc>
                          <a:spcPct val="100000"/>
                        </a:lnSpc>
                      </a:pPr>
                      <a:endParaRPr lang="en-US" altLang="en-US" sz="1000" dirty="0"/>
                    </a:p>
                  </a:txBody>
                  <a:tcPr marL="0" marR="0" marT="0" marB="0" vert="horz">
                    <a:lnL>
                      <a:noFill/>
                    </a:lnL>
                    <a:lnR>
                      <a:noFill/>
                    </a:lnR>
                    <a:lnT>
                      <a:noFill/>
                    </a:lnT>
                    <a:lnB w="9525" cap="flat" cmpd="sng" algn="ctr">
                      <a:solidFill>
                        <a:srgbClr val="000000"/>
                      </a:solidFill>
                      <a:prstDash val="dot"/>
                      <a:round/>
                      <a:headEnd type="none" w="med" len="med"/>
                      <a:tailEnd type="none" w="med" len="med"/>
                    </a:lnB>
                    <a:solidFill>
                      <a:srgbClr val="BFBFBF"/>
                    </a:solidFill>
                  </a:tcPr>
                </a:tc>
                <a:tc vMerge="1">
                  <a:tcPr marL="0" marR="0" marT="0" marB="0" vert="horz">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9525" cap="flat" cmpd="sng" algn="ctr">
                      <a:solidFill>
                        <a:srgbClr val="000000"/>
                      </a:solidFill>
                      <a:prstDash val="dot"/>
                      <a:round/>
                      <a:headEnd type="none" w="med" len="med"/>
                      <a:tailEnd type="none" w="med" len="med"/>
                    </a:lnB>
                  </a:tcPr>
                </a:tc>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440690">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tcPr>
                </a:tc>
                <a:tc>
                  <a:txBody>
                    <a:bodyPr/>
                    <a:lstStyle/>
                    <a:p>
                      <a:pPr algn="l" rtl="0" eaLnBrk="0">
                        <a:lnSpc>
                          <a:spcPct val="107000"/>
                        </a:lnSpc>
                      </a:pPr>
                      <a:endParaRPr lang="en-US" altLang="en-US" sz="1000" dirty="0"/>
                    </a:p>
                    <a:p>
                      <a:pPr algn="l" rtl="0" eaLnBrk="0">
                        <a:lnSpc>
                          <a:spcPct val="7000"/>
                        </a:lnSpc>
                      </a:pPr>
                      <a:endParaRPr lang="en-US" altLang="en-US" sz="100" dirty="0"/>
                    </a:p>
                    <a:p>
                      <a:pPr marL="159385" algn="l" rtl="0" eaLnBrk="0">
                        <a:lnSpc>
                          <a:spcPct val="98000"/>
                        </a:lnSpc>
                      </a:pPr>
                      <a:r>
                        <a:rPr sz="1400" kern="0" spc="-20" dirty="0">
                          <a:solidFill>
                            <a:srgbClr val="FFFFFF">
                              <a:alpha val="100000"/>
                            </a:srgbClr>
                          </a:solidFill>
                          <a:cs typeface="微软雅黑" panose="020B0503020204020204" charset="-122"/>
                        </a:rPr>
                        <a:t>营销</a:t>
                      </a:r>
                      <a:endParaRPr lang="en-US" altLang="en-US" sz="1400" dirty="0"/>
                    </a:p>
                  </a:txBody>
                  <a:tcPr marL="0" marR="0" marT="0" marB="0" vert="horz">
                    <a:lnL w="38100" cap="flat" cmpd="sng" algn="ctr">
                      <a:solidFill>
                        <a:srgbClr val="FFFFFF"/>
                      </a:solidFill>
                      <a:prstDash val="solid"/>
                      <a:round/>
                      <a:headEnd type="none" w="med" len="med"/>
                      <a:tailEnd type="none" w="med" len="med"/>
                    </a:lnL>
                    <a:lnR>
                      <a:noFill/>
                    </a:lnR>
                    <a:lnT w="9525" cap="flat" cmpd="sng" algn="ctr">
                      <a:solidFill>
                        <a:srgbClr val="000000"/>
                      </a:solidFill>
                      <a:prstDash val="dot"/>
                      <a:round/>
                      <a:headEnd type="none" w="med" len="med"/>
                      <a:tailEnd type="none" w="med" len="med"/>
                    </a:lnT>
                    <a:lnB>
                      <a:noFill/>
                    </a:lnB>
                    <a:solidFill>
                      <a:srgbClr val="BFBFBF"/>
                    </a:solidFill>
                  </a:tcPr>
                </a:tc>
                <a:tc gridSpan="4">
                  <a:txBody>
                    <a:bodyPr/>
                    <a:lstStyle/>
                    <a:p>
                      <a:pPr algn="l" rtl="0" eaLnBrk="0">
                        <a:lnSpc>
                          <a:spcPct val="100000"/>
                        </a:lnSpc>
                      </a:pPr>
                      <a:endParaRPr lang="en-US" altLang="en-US" sz="1000" dirty="0"/>
                    </a:p>
                  </a:txBody>
                  <a:tcPr marL="0" marR="0" marT="0" marB="0" vert="horz">
                    <a:lnL>
                      <a:noFill/>
                    </a:lnL>
                    <a:lnR w="38100" cap="flat" cmpd="sng" algn="ctr">
                      <a:solidFill>
                        <a:srgbClr val="FFFFFF"/>
                      </a:solidFill>
                      <a:prstDash val="solid"/>
                      <a:round/>
                      <a:headEnd type="none" w="med" len="med"/>
                      <a:tailEnd type="none" w="med" len="med"/>
                    </a:lnR>
                    <a:lnT w="9525" cap="flat" cmpd="sng" algn="ctr">
                      <a:solidFill>
                        <a:srgbClr val="000000"/>
                      </a:solidFill>
                      <a:prstDash val="dot"/>
                      <a:round/>
                      <a:headEnd type="none" w="med" len="med"/>
                      <a:tailEnd type="none" w="med" len="med"/>
                    </a:lnT>
                    <a:lnB>
                      <a:noFill/>
                    </a:lnB>
                    <a:solidFill>
                      <a:srgbClr val="BFBFBF"/>
                    </a:solidFill>
                  </a:tcPr>
                </a:tc>
                <a:tc hMerge="1">
                  <a:tcPr marL="0" marR="0" marT="0" marB="0" vert="horz">
                    <a:lnL>
                      <a:noFill/>
                    </a:lnL>
                    <a:lnR w="38100" cap="flat" cmpd="sng" algn="ctr">
                      <a:solidFill>
                        <a:srgbClr val="FFFFFF"/>
                      </a:solidFill>
                      <a:prstDash val="solid"/>
                      <a:round/>
                      <a:headEnd type="none" w="med" len="med"/>
                      <a:tailEnd type="none" w="med" len="med"/>
                    </a:lnR>
                    <a:lnT w="9525" cap="flat" cmpd="sng" algn="ctr">
                      <a:solidFill>
                        <a:srgbClr val="000000"/>
                      </a:solidFill>
                      <a:prstDash val="dot"/>
                      <a:round/>
                      <a:headEnd type="none" w="med" len="med"/>
                      <a:tailEnd type="none" w="med" len="med"/>
                    </a:lnT>
                    <a:lnB>
                      <a:noFill/>
                    </a:lnB>
                    <a:solidFill>
                      <a:srgbClr val="BFBFBF"/>
                    </a:solidFill>
                  </a:tcPr>
                </a:tc>
                <a:tc hMerge="1">
                  <a:tcPr marL="0" marR="0" marT="0" marB="0" vert="horz">
                    <a:lnL>
                      <a:noFill/>
                    </a:lnL>
                    <a:lnR w="38100" cap="flat" cmpd="sng" algn="ctr">
                      <a:solidFill>
                        <a:srgbClr val="FFFFFF"/>
                      </a:solidFill>
                      <a:prstDash val="solid"/>
                      <a:round/>
                      <a:headEnd type="none" w="med" len="med"/>
                      <a:tailEnd type="none" w="med" len="med"/>
                    </a:lnR>
                    <a:lnT w="9525" cap="flat" cmpd="sng" algn="ctr">
                      <a:solidFill>
                        <a:srgbClr val="000000"/>
                      </a:solidFill>
                      <a:prstDash val="dot"/>
                      <a:round/>
                      <a:headEnd type="none" w="med" len="med"/>
                      <a:tailEnd type="none" w="med" len="med"/>
                    </a:lnT>
                    <a:lnB>
                      <a:noFill/>
                    </a:lnB>
                    <a:solidFill>
                      <a:srgbClr val="BFBFBF"/>
                    </a:solidFill>
                  </a:tcPr>
                </a:tc>
                <a:tc hMerge="1">
                  <a:tcPr marL="0" marR="0" marT="0" marB="0" vert="horz">
                    <a:lnL>
                      <a:noFill/>
                    </a:lnL>
                    <a:lnR w="38100" cap="flat" cmpd="sng" algn="ctr">
                      <a:solidFill>
                        <a:srgbClr val="FFFFFF"/>
                      </a:solidFill>
                      <a:prstDash val="solid"/>
                      <a:round/>
                      <a:headEnd type="none" w="med" len="med"/>
                      <a:tailEnd type="none" w="med" len="med"/>
                    </a:lnR>
                    <a:lnT w="9525" cap="flat" cmpd="sng" algn="ctr">
                      <a:solidFill>
                        <a:srgbClr val="000000"/>
                      </a:solidFill>
                      <a:prstDash val="dot"/>
                      <a:round/>
                      <a:headEnd type="none" w="med" len="med"/>
                      <a:tailEnd type="none" w="med" len="med"/>
                    </a:lnT>
                    <a:lnB>
                      <a:noFill/>
                    </a:lnB>
                    <a:solidFill>
                      <a:srgbClr val="BFBFBF"/>
                    </a:solidFill>
                  </a:tcPr>
                </a:tc>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0">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tcPr>
                </a:tc>
                <a:tc gridSpan="5">
                  <a:txBody>
                    <a:bodyPr/>
                    <a:lstStyle/>
                    <a:p>
                      <a:pPr algn="l" rtl="0" eaLnBrk="0">
                        <a:lnSpc>
                          <a:spcPts val="765"/>
                        </a:lnSpc>
                      </a:pPr>
                      <a:endParaRPr lang="en-US" altLang="en-US" sz="600" dirty="0"/>
                    </a:p>
                  </a:txBody>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a:noFill/>
                    </a:lnB>
                    <a:solidFill>
                      <a:srgbClr val="BFBFBF"/>
                    </a:solidFill>
                  </a:tcPr>
                </a:tc>
                <a:tc h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a:noFill/>
                    </a:lnB>
                    <a:solidFill>
                      <a:srgbClr val="BFBFBF"/>
                    </a:solidFill>
                  </a:tcPr>
                </a:tc>
                <a:tc h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a:noFill/>
                    </a:lnB>
                    <a:solidFill>
                      <a:srgbClr val="BFBFBF"/>
                    </a:solidFill>
                  </a:tcPr>
                </a:tc>
                <a:tc h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a:noFill/>
                    </a:lnB>
                    <a:solidFill>
                      <a:srgbClr val="BFBFBF"/>
                    </a:solidFill>
                  </a:tcPr>
                </a:tc>
                <a:tc h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a:noFill/>
                    </a:lnB>
                    <a:solidFill>
                      <a:srgbClr val="BFBFBF"/>
                    </a:solidFill>
                  </a:tcPr>
                </a:tc>
                <a:tc vMerge="1">
                  <a:tcPr marL="0" marR="0" marT="0" marB="0" vert="horz">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bl>
          </a:graphicData>
        </a:graphic>
      </p:graphicFrame>
      <p:grpSp>
        <p:nvGrpSpPr>
          <p:cNvPr id="64" name="group 64"/>
          <p:cNvGrpSpPr/>
          <p:nvPr/>
        </p:nvGrpSpPr>
        <p:grpSpPr>
          <a:xfrm rot="21600000">
            <a:off x="9079494" y="3174238"/>
            <a:ext cx="322071" cy="322071"/>
            <a:chOff x="0" y="0"/>
            <a:chExt cx="322071" cy="322071"/>
          </a:xfrm>
        </p:grpSpPr>
        <p:sp>
          <p:nvSpPr>
            <p:cNvPr id="1018" name="path"/>
            <p:cNvSpPr/>
            <p:nvPr/>
          </p:nvSpPr>
          <p:spPr>
            <a:xfrm>
              <a:off x="6350" y="6350"/>
              <a:ext cx="309371" cy="309371"/>
            </a:xfrm>
            <a:custGeom>
              <a:avLst/>
              <a:gdLst/>
              <a:ahLst/>
              <a:cxnLst/>
              <a:rect l="0" t="0" r="0" b="0"/>
              <a:pathLst>
                <a:path w="487" h="487">
                  <a:moveTo>
                    <a:pt x="0" y="243"/>
                  </a:moveTo>
                  <a:cubicBezTo>
                    <a:pt x="0" y="108"/>
                    <a:pt x="109" y="0"/>
                    <a:pt x="243" y="0"/>
                  </a:cubicBezTo>
                  <a:cubicBezTo>
                    <a:pt x="378" y="0"/>
                    <a:pt x="487" y="108"/>
                    <a:pt x="487" y="243"/>
                  </a:cubicBezTo>
                  <a:cubicBezTo>
                    <a:pt x="487" y="378"/>
                    <a:pt x="378" y="487"/>
                    <a:pt x="243" y="487"/>
                  </a:cubicBezTo>
                  <a:cubicBezTo>
                    <a:pt x="109" y="487"/>
                    <a:pt x="0" y="378"/>
                    <a:pt x="0" y="243"/>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020" name="path"/>
            <p:cNvSpPr/>
            <p:nvPr/>
          </p:nvSpPr>
          <p:spPr>
            <a:xfrm>
              <a:off x="0" y="0"/>
              <a:ext cx="322071" cy="322071"/>
            </a:xfrm>
            <a:custGeom>
              <a:avLst/>
              <a:gdLst/>
              <a:ahLst/>
              <a:cxnLst/>
              <a:rect l="0" t="0" r="0" b="0"/>
              <a:pathLst>
                <a:path w="507" h="507">
                  <a:moveTo>
                    <a:pt x="10" y="253"/>
                  </a:moveTo>
                  <a:cubicBezTo>
                    <a:pt x="10" y="118"/>
                    <a:pt x="119" y="10"/>
                    <a:pt x="253" y="10"/>
                  </a:cubicBezTo>
                  <a:cubicBezTo>
                    <a:pt x="388" y="10"/>
                    <a:pt x="497" y="118"/>
                    <a:pt x="497" y="253"/>
                  </a:cubicBezTo>
                  <a:cubicBezTo>
                    <a:pt x="497" y="388"/>
                    <a:pt x="388" y="497"/>
                    <a:pt x="253" y="497"/>
                  </a:cubicBezTo>
                  <a:cubicBezTo>
                    <a:pt x="119" y="497"/>
                    <a:pt x="10" y="388"/>
                    <a:pt x="10" y="253"/>
                  </a:cubicBezTo>
                </a:path>
              </a:pathLst>
            </a:custGeom>
            <a:noFill/>
            <a:ln w="12700" cap="flat">
              <a:solidFill>
                <a:srgbClr val="FF0000">
                  <a:alpha val="100000"/>
                </a:srgbClr>
              </a:solidFill>
              <a:prstDash val="solid"/>
              <a:round/>
            </a:ln>
          </p:spPr>
          <p:txBody>
            <a:bodyPr rtlCol="0"/>
            <a:lstStyle/>
            <a:p>
              <a:pPr algn="ctr"/>
              <a:endParaRPr lang="zh-CN" altLang="en-US"/>
            </a:p>
          </p:txBody>
        </p:sp>
        <p:sp>
          <p:nvSpPr>
            <p:cNvPr id="1022" name="path"/>
            <p:cNvSpPr/>
            <p:nvPr/>
          </p:nvSpPr>
          <p:spPr>
            <a:xfrm>
              <a:off x="161797" y="6350"/>
              <a:ext cx="153923" cy="153923"/>
            </a:xfrm>
            <a:custGeom>
              <a:avLst/>
              <a:gdLst/>
              <a:ahLst/>
              <a:cxnLst/>
              <a:rect l="0" t="0" r="0" b="0"/>
              <a:pathLst>
                <a:path w="242" h="242">
                  <a:moveTo>
                    <a:pt x="0" y="0"/>
                  </a:moveTo>
                  <a:cubicBezTo>
                    <a:pt x="133" y="0"/>
                    <a:pt x="242" y="108"/>
                    <a:pt x="242" y="242"/>
                  </a:cubicBezTo>
                  <a:lnTo>
                    <a:pt x="0" y="242"/>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1024" name="path"/>
            <p:cNvSpPr/>
            <p:nvPr/>
          </p:nvSpPr>
          <p:spPr>
            <a:xfrm>
              <a:off x="155447" y="0"/>
              <a:ext cx="166623" cy="166623"/>
            </a:xfrm>
            <a:custGeom>
              <a:avLst/>
              <a:gdLst/>
              <a:ahLst/>
              <a:cxnLst/>
              <a:rect l="0" t="0" r="0" b="0"/>
              <a:pathLst>
                <a:path w="262" h="262">
                  <a:moveTo>
                    <a:pt x="10" y="10"/>
                  </a:moveTo>
                  <a:cubicBezTo>
                    <a:pt x="143" y="10"/>
                    <a:pt x="252" y="118"/>
                    <a:pt x="252" y="252"/>
                  </a:cubicBezTo>
                </a:path>
              </a:pathLst>
            </a:custGeom>
            <a:noFill/>
            <a:ln w="12700" cap="flat">
              <a:solidFill>
                <a:srgbClr val="FF0000">
                  <a:alpha val="100000"/>
                </a:srgbClr>
              </a:solidFill>
              <a:prstDash val="solid"/>
              <a:round/>
            </a:ln>
          </p:spPr>
          <p:txBody>
            <a:bodyPr rtlCol="0"/>
            <a:lstStyle/>
            <a:p>
              <a:pPr algn="ctr"/>
              <a:endParaRPr lang="zh-CN" altLang="en-US"/>
            </a:p>
          </p:txBody>
        </p:sp>
      </p:grpSp>
      <p:graphicFrame>
        <p:nvGraphicFramePr>
          <p:cNvPr id="1030" name="table 1030"/>
          <p:cNvGraphicFramePr>
            <a:graphicFrameLocks noGrp="1"/>
          </p:cNvGraphicFramePr>
          <p:nvPr>
            <p:custDataLst>
              <p:tags r:id="rId4"/>
            </p:custDataLst>
          </p:nvPr>
        </p:nvGraphicFramePr>
        <p:xfrm>
          <a:off x="2092451" y="1594104"/>
          <a:ext cx="7378700" cy="685800"/>
        </p:xfrm>
        <a:graphic>
          <a:graphicData uri="http://schemas.openxmlformats.org/drawingml/2006/table">
            <a:tbl>
              <a:tblPr/>
              <a:tblGrid>
                <a:gridCol w="2759075"/>
                <a:gridCol w="4619625"/>
              </a:tblGrid>
              <a:tr h="685800">
                <a:tc>
                  <a:txBody>
                    <a:bodyPr/>
                    <a:lstStyle/>
                    <a:p>
                      <a:pPr algn="l" rtl="0" eaLnBrk="0">
                        <a:lnSpc>
                          <a:spcPct val="100000"/>
                        </a:lnSpc>
                      </a:pPr>
                      <a:endParaRPr lang="en-US" altLang="en-US" sz="1000" dirty="0"/>
                    </a:p>
                  </a:txBody>
                  <a:tcPr marL="0" marR="0" marT="0" marB="0" vert="horz">
                    <a:lnL w="38100" cap="flat" cmpd="sng" algn="ctr">
                      <a:solidFill>
                        <a:srgbClr val="FFFFFF"/>
                      </a:solidFill>
                      <a:prstDash val="solid"/>
                      <a:round/>
                      <a:headEnd type="none" w="med" len="med"/>
                      <a:tailEnd type="none" w="med" len="med"/>
                    </a:lnL>
                    <a:lnR>
                      <a:noFill/>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FBFBF"/>
                    </a:solidFill>
                  </a:tcPr>
                </a:tc>
                <a:tc>
                  <a:txBody>
                    <a:bodyPr/>
                    <a:lstStyle/>
                    <a:p>
                      <a:pPr algn="l" rtl="0" eaLnBrk="0">
                        <a:lnSpc>
                          <a:spcPct val="172000"/>
                        </a:lnSpc>
                      </a:pPr>
                      <a:endParaRPr lang="en-US" altLang="en-US" sz="1000" dirty="0"/>
                    </a:p>
                    <a:p>
                      <a:pPr algn="l" rtl="0" eaLnBrk="0">
                        <a:lnSpc>
                          <a:spcPct val="7000"/>
                        </a:lnSpc>
                      </a:pPr>
                      <a:endParaRPr lang="en-US" altLang="en-US" sz="100" dirty="0"/>
                    </a:p>
                    <a:p>
                      <a:pPr marL="454660" algn="l" rtl="0" eaLnBrk="0">
                        <a:lnSpc>
                          <a:spcPct val="97000"/>
                        </a:lnSpc>
                        <a:tabLst>
                          <a:tab pos="576580" algn="l"/>
                        </a:tabLst>
                      </a:pPr>
                      <a:r>
                        <a:rPr sz="1400" kern="0" spc="0" dirty="0">
                          <a:solidFill>
                            <a:srgbClr val="FFFFFF">
                              <a:alpha val="100000"/>
                            </a:srgbClr>
                          </a:solidFill>
                          <a:cs typeface="微软雅黑" panose="020B0503020204020204" charset="-122"/>
                        </a:rPr>
                        <a:t>	</a:t>
                      </a:r>
                      <a:r>
                        <a:rPr sz="1400" b="1" kern="0" spc="-10" dirty="0">
                          <a:solidFill>
                            <a:srgbClr val="FFFFFF">
                              <a:alpha val="100000"/>
                            </a:srgbClr>
                          </a:solidFill>
                          <a:cs typeface="微软雅黑" panose="020B0503020204020204" charset="-122"/>
                        </a:rPr>
                        <a:t>渠道交互</a:t>
                      </a:r>
                      <a:endParaRPr lang="en-US" altLang="en-US" sz="1400" dirty="0"/>
                    </a:p>
                  </a:txBody>
                  <a:tcPr marL="0" marR="0" marT="0" marB="0" vert="horz">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FBFBF"/>
                    </a:solidFill>
                  </a:tcPr>
                </a:tc>
              </a:tr>
            </a:tbl>
          </a:graphicData>
        </a:graphic>
      </p:graphicFrame>
      <p:grpSp>
        <p:nvGrpSpPr>
          <p:cNvPr id="66" name="group 66"/>
          <p:cNvGrpSpPr/>
          <p:nvPr/>
        </p:nvGrpSpPr>
        <p:grpSpPr>
          <a:xfrm rot="21600000">
            <a:off x="4983225" y="1773682"/>
            <a:ext cx="323596" cy="323596"/>
            <a:chOff x="0" y="0"/>
            <a:chExt cx="323596" cy="323596"/>
          </a:xfrm>
        </p:grpSpPr>
        <p:sp>
          <p:nvSpPr>
            <p:cNvPr id="1032" name="path"/>
            <p:cNvSpPr/>
            <p:nvPr/>
          </p:nvSpPr>
          <p:spPr>
            <a:xfrm>
              <a:off x="6350" y="6350"/>
              <a:ext cx="309372" cy="309372"/>
            </a:xfrm>
            <a:custGeom>
              <a:avLst/>
              <a:gdLst/>
              <a:ahLst/>
              <a:cxnLst/>
              <a:rect l="0" t="0" r="0" b="0"/>
              <a:pathLst>
                <a:path w="487" h="487">
                  <a:moveTo>
                    <a:pt x="0" y="243"/>
                  </a:moveTo>
                  <a:cubicBezTo>
                    <a:pt x="0" y="109"/>
                    <a:pt x="109" y="0"/>
                    <a:pt x="243" y="0"/>
                  </a:cubicBezTo>
                  <a:cubicBezTo>
                    <a:pt x="378" y="0"/>
                    <a:pt x="487" y="109"/>
                    <a:pt x="487" y="243"/>
                  </a:cubicBezTo>
                  <a:cubicBezTo>
                    <a:pt x="487" y="378"/>
                    <a:pt x="378" y="487"/>
                    <a:pt x="243" y="487"/>
                  </a:cubicBezTo>
                  <a:cubicBezTo>
                    <a:pt x="109" y="487"/>
                    <a:pt x="0" y="378"/>
                    <a:pt x="0" y="243"/>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034" name="path"/>
            <p:cNvSpPr/>
            <p:nvPr/>
          </p:nvSpPr>
          <p:spPr>
            <a:xfrm>
              <a:off x="0" y="0"/>
              <a:ext cx="322072" cy="322072"/>
            </a:xfrm>
            <a:custGeom>
              <a:avLst/>
              <a:gdLst/>
              <a:ahLst/>
              <a:cxnLst/>
              <a:rect l="0" t="0" r="0" b="0"/>
              <a:pathLst>
                <a:path w="507" h="507">
                  <a:moveTo>
                    <a:pt x="10" y="253"/>
                  </a:moveTo>
                  <a:cubicBezTo>
                    <a:pt x="10" y="119"/>
                    <a:pt x="119" y="10"/>
                    <a:pt x="253" y="10"/>
                  </a:cubicBezTo>
                  <a:cubicBezTo>
                    <a:pt x="388" y="10"/>
                    <a:pt x="497" y="119"/>
                    <a:pt x="497" y="253"/>
                  </a:cubicBezTo>
                  <a:cubicBezTo>
                    <a:pt x="497" y="388"/>
                    <a:pt x="388" y="497"/>
                    <a:pt x="253" y="497"/>
                  </a:cubicBezTo>
                  <a:cubicBezTo>
                    <a:pt x="119" y="497"/>
                    <a:pt x="10" y="388"/>
                    <a:pt x="10" y="253"/>
                  </a:cubicBezTo>
                </a:path>
              </a:pathLst>
            </a:custGeom>
            <a:noFill/>
            <a:ln w="12700" cap="flat">
              <a:solidFill>
                <a:srgbClr val="FF0000">
                  <a:alpha val="100000"/>
                </a:srgbClr>
              </a:solidFill>
              <a:prstDash val="solid"/>
              <a:round/>
            </a:ln>
          </p:spPr>
          <p:txBody>
            <a:bodyPr rtlCol="0"/>
            <a:lstStyle/>
            <a:p>
              <a:pPr algn="ctr"/>
              <a:endParaRPr lang="zh-CN" altLang="en-US"/>
            </a:p>
          </p:txBody>
        </p:sp>
        <p:sp>
          <p:nvSpPr>
            <p:cNvPr id="1036" name="path"/>
            <p:cNvSpPr/>
            <p:nvPr/>
          </p:nvSpPr>
          <p:spPr>
            <a:xfrm>
              <a:off x="6350" y="6350"/>
              <a:ext cx="310896" cy="310896"/>
            </a:xfrm>
            <a:custGeom>
              <a:avLst/>
              <a:gdLst/>
              <a:ahLst/>
              <a:cxnLst/>
              <a:rect l="0" t="0" r="0" b="0"/>
              <a:pathLst>
                <a:path w="489" h="489">
                  <a:moveTo>
                    <a:pt x="244" y="0"/>
                  </a:moveTo>
                  <a:cubicBezTo>
                    <a:pt x="380" y="0"/>
                    <a:pt x="489" y="109"/>
                    <a:pt x="489" y="244"/>
                  </a:cubicBezTo>
                  <a:cubicBezTo>
                    <a:pt x="489" y="380"/>
                    <a:pt x="380" y="489"/>
                    <a:pt x="244" y="489"/>
                  </a:cubicBezTo>
                  <a:cubicBezTo>
                    <a:pt x="109" y="489"/>
                    <a:pt x="0" y="380"/>
                    <a:pt x="0" y="244"/>
                  </a:cubicBezTo>
                  <a:lnTo>
                    <a:pt x="244" y="244"/>
                  </a:lnTo>
                  <a:lnTo>
                    <a:pt x="244"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1038" name="path"/>
            <p:cNvSpPr/>
            <p:nvPr/>
          </p:nvSpPr>
          <p:spPr>
            <a:xfrm>
              <a:off x="0" y="0"/>
              <a:ext cx="323596" cy="323596"/>
            </a:xfrm>
            <a:custGeom>
              <a:avLst/>
              <a:gdLst/>
              <a:ahLst/>
              <a:cxnLst/>
              <a:rect l="0" t="0" r="0" b="0"/>
              <a:pathLst>
                <a:path w="509" h="509">
                  <a:moveTo>
                    <a:pt x="254" y="10"/>
                  </a:moveTo>
                  <a:cubicBezTo>
                    <a:pt x="390" y="10"/>
                    <a:pt x="499" y="119"/>
                    <a:pt x="499" y="254"/>
                  </a:cubicBezTo>
                  <a:cubicBezTo>
                    <a:pt x="499" y="390"/>
                    <a:pt x="390" y="499"/>
                    <a:pt x="254" y="499"/>
                  </a:cubicBezTo>
                  <a:cubicBezTo>
                    <a:pt x="119" y="499"/>
                    <a:pt x="10" y="390"/>
                    <a:pt x="10" y="254"/>
                  </a:cubicBezTo>
                </a:path>
              </a:pathLst>
            </a:custGeom>
            <a:noFill/>
            <a:ln w="12700" cap="flat">
              <a:solidFill>
                <a:srgbClr val="FF0000">
                  <a:alpha val="100000"/>
                </a:srgbClr>
              </a:solidFill>
              <a:prstDash val="solid"/>
              <a:round/>
            </a:ln>
          </p:spPr>
          <p:txBody>
            <a:bodyPr rtlCol="0"/>
            <a:lstStyle/>
            <a:p>
              <a:pPr algn="ctr"/>
              <a:endParaRPr lang="zh-CN" altLang="en-US"/>
            </a:p>
          </p:txBody>
        </p:sp>
      </p:grpSp>
      <p:sp>
        <p:nvSpPr>
          <p:cNvPr id="1040" name="rect"/>
          <p:cNvSpPr/>
          <p:nvPr/>
        </p:nvSpPr>
        <p:spPr>
          <a:xfrm>
            <a:off x="2111501" y="5060442"/>
            <a:ext cx="7341107" cy="550163"/>
          </a:xfrm>
          <a:prstGeom prst="rect">
            <a:avLst/>
          </a:prstGeom>
          <a:solidFill>
            <a:srgbClr val="BFBFBF">
              <a:alpha val="100000"/>
            </a:srgbClr>
          </a:solidFill>
          <a:ln cap="flat">
            <a:noFill/>
            <a:prstDash val="solid"/>
            <a:miter lim="0"/>
          </a:ln>
        </p:spPr>
        <p:txBody>
          <a:bodyPr rtlCol="0"/>
          <a:lstStyle/>
          <a:p>
            <a:pPr algn="ctr"/>
            <a:endParaRPr lang="zh-CN" altLang="en-US"/>
          </a:p>
        </p:txBody>
      </p:sp>
      <p:graphicFrame>
        <p:nvGraphicFramePr>
          <p:cNvPr id="1042" name="table 1042"/>
          <p:cNvGraphicFramePr>
            <a:graphicFrameLocks noGrp="1"/>
          </p:cNvGraphicFramePr>
          <p:nvPr>
            <p:custDataLst>
              <p:tags r:id="rId5"/>
            </p:custDataLst>
          </p:nvPr>
        </p:nvGraphicFramePr>
        <p:xfrm>
          <a:off x="9735122" y="3727513"/>
          <a:ext cx="2018030" cy="1208404"/>
        </p:xfrm>
        <a:graphic>
          <a:graphicData uri="http://schemas.openxmlformats.org/drawingml/2006/table">
            <a:tbl>
              <a:tblPr/>
              <a:tblGrid>
                <a:gridCol w="2018030"/>
              </a:tblGrid>
              <a:tr h="1198879">
                <a:tc>
                  <a:txBody>
                    <a:bodyPr/>
                    <a:lstStyle/>
                    <a:p>
                      <a:pPr algn="l" rtl="0" eaLnBrk="0">
                        <a:lnSpc>
                          <a:spcPct val="114000"/>
                        </a:lnSpc>
                      </a:pPr>
                      <a:endParaRPr lang="en-US" altLang="en-US" sz="400" dirty="0"/>
                    </a:p>
                    <a:p>
                      <a:pPr marL="99695" algn="l" rtl="0" eaLnBrk="0">
                        <a:lnSpc>
                          <a:spcPct val="100000"/>
                        </a:lnSpc>
                        <a:spcBef>
                          <a:spcPts val="5"/>
                        </a:spcBef>
                      </a:pPr>
                      <a:r>
                        <a:rPr sz="1200" kern="0" spc="-60" dirty="0">
                          <a:solidFill>
                            <a:srgbClr val="000000">
                              <a:alpha val="100000"/>
                            </a:srgbClr>
                          </a:solidFill>
                          <a:cs typeface="微软雅黑" panose="020B0503020204020204" charset="-122"/>
                        </a:rPr>
                        <a:t>在管理支持领域，对人事、</a:t>
                      </a:r>
                      <a:r>
                        <a:rPr sz="1200" kern="0" spc="0" dirty="0">
                          <a:solidFill>
                            <a:srgbClr val="000000">
                              <a:alpha val="100000"/>
                            </a:srgbClr>
                          </a:solidFill>
                          <a:cs typeface="微软雅黑" panose="020B0503020204020204" charset="-122"/>
                        </a:rPr>
                        <a:t>     采购/工程层面缺乏</a:t>
                      </a:r>
                      <a:r>
                        <a:rPr sz="1200" kern="0" spc="-10" dirty="0">
                          <a:solidFill>
                            <a:srgbClr val="000000">
                              <a:alpha val="100000"/>
                            </a:srgbClr>
                          </a:solidFill>
                          <a:cs typeface="微软雅黑" panose="020B0503020204020204" charset="-122"/>
                        </a:rPr>
                        <a:t>系统支</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持，财务与业务系统也还      没有集成，总体上未形成      人、财、物的一体化集成      管控</a:t>
                      </a:r>
                      <a:endParaRPr lang="en-US" altLang="en-US" sz="1200" dirty="0"/>
                    </a:p>
                  </a:txBody>
                  <a:tcPr marL="0" marR="0" marT="0" marB="0" vert="horz">
                    <a:lnL w="9525" cap="flat" cmpd="sng" algn="ctr">
                      <a:solidFill>
                        <a:srgbClr val="ED7D31"/>
                      </a:solidFill>
                      <a:prstDash val="solid"/>
                      <a:round/>
                      <a:headEnd type="none" w="med" len="med"/>
                      <a:tailEnd type="none" w="med" len="med"/>
                    </a:lnL>
                    <a:lnR w="9525" cap="flat" cmpd="sng" algn="ctr">
                      <a:solidFill>
                        <a:srgbClr val="ED7D31"/>
                      </a:solidFill>
                      <a:prstDash val="solid"/>
                      <a:round/>
                      <a:headEnd type="none" w="med" len="med"/>
                      <a:tailEnd type="none" w="med" len="med"/>
                    </a:lnR>
                    <a:lnT w="9525" cap="flat" cmpd="sng" algn="ctr">
                      <a:solidFill>
                        <a:srgbClr val="ED7D31"/>
                      </a:solidFill>
                      <a:prstDash val="solid"/>
                      <a:round/>
                      <a:headEnd type="none" w="med" len="med"/>
                      <a:tailEnd type="none" w="med" len="med"/>
                    </a:lnT>
                    <a:lnB w="9525" cap="flat" cmpd="sng" algn="ctr">
                      <a:solidFill>
                        <a:srgbClr val="ED7D31"/>
                      </a:solidFill>
                      <a:prstDash val="solid"/>
                      <a:round/>
                      <a:headEnd type="none" w="med" len="med"/>
                      <a:tailEnd type="none" w="med" len="med"/>
                    </a:lnB>
                  </a:tcPr>
                </a:tc>
              </a:tr>
            </a:tbl>
          </a:graphicData>
        </a:graphic>
      </p:graphicFrame>
      <p:graphicFrame>
        <p:nvGraphicFramePr>
          <p:cNvPr id="1044" name="table 1044"/>
          <p:cNvGraphicFramePr>
            <a:graphicFrameLocks noGrp="1"/>
          </p:cNvGraphicFramePr>
          <p:nvPr>
            <p:custDataLst>
              <p:tags r:id="rId6"/>
            </p:custDataLst>
          </p:nvPr>
        </p:nvGraphicFramePr>
        <p:xfrm>
          <a:off x="7090981" y="894397"/>
          <a:ext cx="4736465" cy="469265"/>
        </p:xfrm>
        <a:graphic>
          <a:graphicData uri="http://schemas.openxmlformats.org/drawingml/2006/table">
            <a:tbl>
              <a:tblPr/>
              <a:tblGrid>
                <a:gridCol w="4736465"/>
              </a:tblGrid>
              <a:tr h="459740">
                <a:tc>
                  <a:txBody>
                    <a:bodyPr/>
                    <a:lstStyle/>
                    <a:p>
                      <a:pPr algn="l" rtl="0" eaLnBrk="0">
                        <a:lnSpc>
                          <a:spcPct val="116000"/>
                        </a:lnSpc>
                      </a:pPr>
                      <a:endParaRPr lang="en-US" altLang="en-US" sz="400" dirty="0"/>
                    </a:p>
                    <a:p>
                      <a:pPr marL="99060" indent="1270" algn="l" rtl="0" eaLnBrk="0">
                        <a:lnSpc>
                          <a:spcPct val="99000"/>
                        </a:lnSpc>
                        <a:spcBef>
                          <a:spcPts val="5"/>
                        </a:spcBef>
                      </a:pPr>
                      <a:r>
                        <a:rPr sz="1200" kern="0" spc="-10" dirty="0">
                          <a:solidFill>
                            <a:srgbClr val="000000">
                              <a:alpha val="100000"/>
                            </a:srgbClr>
                          </a:solidFill>
                          <a:cs typeface="微软雅黑" panose="020B0503020204020204" charset="-122"/>
                        </a:rPr>
                        <a:t>XX在渠道应用领域提供了较全面的信息化支撑，已支持多样      </a:t>
                      </a:r>
                      <a:r>
                        <a:rPr sz="1200" kern="0" spc="0" dirty="0">
                          <a:solidFill>
                            <a:srgbClr val="000000">
                              <a:alpha val="100000"/>
                            </a:srgbClr>
                          </a:solidFill>
                          <a:cs typeface="微软雅黑" panose="020B0503020204020204" charset="-122"/>
                        </a:rPr>
                        <a:t>化的服务渠道，未来需要加强与生产作业系统</a:t>
                      </a:r>
                      <a:r>
                        <a:rPr sz="1200" kern="0" spc="-10" dirty="0">
                          <a:solidFill>
                            <a:srgbClr val="000000">
                              <a:alpha val="100000"/>
                            </a:srgbClr>
                          </a:solidFill>
                          <a:cs typeface="微软雅黑" panose="020B0503020204020204" charset="-122"/>
                        </a:rPr>
                        <a:t>的集成</a:t>
                      </a:r>
                      <a:endParaRPr lang="en-US" altLang="en-US" sz="1200" dirty="0"/>
                    </a:p>
                  </a:txBody>
                  <a:tcPr marL="0" marR="0" marT="0" marB="0" vert="horz">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graphicFrame>
        <p:nvGraphicFramePr>
          <p:cNvPr id="1046" name="table 1046"/>
          <p:cNvGraphicFramePr>
            <a:graphicFrameLocks noGrp="1"/>
          </p:cNvGraphicFramePr>
          <p:nvPr>
            <p:custDataLst>
              <p:tags r:id="rId7"/>
            </p:custDataLst>
          </p:nvPr>
        </p:nvGraphicFramePr>
        <p:xfrm>
          <a:off x="9625393" y="1952053"/>
          <a:ext cx="2069465" cy="1024254"/>
        </p:xfrm>
        <a:graphic>
          <a:graphicData uri="http://schemas.openxmlformats.org/drawingml/2006/table">
            <a:tbl>
              <a:tblPr/>
              <a:tblGrid>
                <a:gridCol w="2069465"/>
              </a:tblGrid>
              <a:tr h="1014729">
                <a:tc>
                  <a:txBody>
                    <a:bodyPr/>
                    <a:lstStyle/>
                    <a:p>
                      <a:pPr algn="l" rtl="0" eaLnBrk="0">
                        <a:lnSpc>
                          <a:spcPct val="101000"/>
                        </a:lnSpc>
                      </a:pPr>
                      <a:endParaRPr lang="en-US" altLang="en-US" sz="500" dirty="0"/>
                    </a:p>
                    <a:p>
                      <a:pPr marL="97790" algn="l" rtl="0" eaLnBrk="0">
                        <a:lnSpc>
                          <a:spcPct val="99000"/>
                        </a:lnSpc>
                        <a:spcBef>
                          <a:spcPts val="5"/>
                        </a:spcBef>
                      </a:pPr>
                      <a:r>
                        <a:rPr sz="1200" kern="0" spc="0" dirty="0">
                          <a:solidFill>
                            <a:srgbClr val="000000">
                              <a:alpha val="100000"/>
                            </a:srgbClr>
                          </a:solidFill>
                          <a:cs typeface="微软雅黑" panose="020B0503020204020204" charset="-122"/>
                        </a:rPr>
                        <a:t>银河系统基本满足业</a:t>
                      </a:r>
                      <a:r>
                        <a:rPr sz="1200" kern="0" spc="-10" dirty="0">
                          <a:solidFill>
                            <a:srgbClr val="000000">
                              <a:alpha val="100000"/>
                            </a:srgbClr>
                          </a:solidFill>
                          <a:cs typeface="微软雅黑" panose="020B0503020204020204" charset="-122"/>
                        </a:rPr>
                        <a:t>务的操</a:t>
                      </a:r>
                      <a:r>
                        <a:rPr sz="1200" kern="0" spc="0" dirty="0">
                          <a:solidFill>
                            <a:srgbClr val="000000">
                              <a:alpha val="100000"/>
                            </a:srgbClr>
                          </a:solidFill>
                          <a:cs typeface="微软雅黑" panose="020B0503020204020204" charset="-122"/>
                        </a:rPr>
                        <a:t>    作需要，但关键环节信息</a:t>
                      </a:r>
                      <a:r>
                        <a:rPr sz="1200" kern="0" spc="-10" dirty="0">
                          <a:solidFill>
                            <a:srgbClr val="000000">
                              <a:alpha val="100000"/>
                            </a:srgbClr>
                          </a:solidFill>
                          <a:cs typeface="微软雅黑" panose="020B0503020204020204" charset="-122"/>
                        </a:rPr>
                        <a:t>采</a:t>
                      </a:r>
                      <a:r>
                        <a:rPr sz="1200" kern="0" spc="0" dirty="0">
                          <a:solidFill>
                            <a:srgbClr val="000000">
                              <a:alpha val="100000"/>
                            </a:srgbClr>
                          </a:solidFill>
                          <a:cs typeface="微软雅黑" panose="020B0503020204020204" charset="-122"/>
                        </a:rPr>
                        <a:t>    集不完整、不准确，运</a:t>
                      </a:r>
                      <a:r>
                        <a:rPr sz="1200" kern="0" spc="-10" dirty="0">
                          <a:solidFill>
                            <a:srgbClr val="000000">
                              <a:alpha val="100000"/>
                            </a:srgbClr>
                          </a:solidFill>
                          <a:cs typeface="微软雅黑" panose="020B0503020204020204" charset="-122"/>
                        </a:rPr>
                        <a:t>营管    </a:t>
                      </a:r>
                      <a:r>
                        <a:rPr sz="1200" kern="0" spc="0" dirty="0">
                          <a:solidFill>
                            <a:srgbClr val="000000">
                              <a:alpha val="100000"/>
                            </a:srgbClr>
                          </a:solidFill>
                          <a:cs typeface="微软雅黑" panose="020B0503020204020204" charset="-122"/>
                        </a:rPr>
                        <a:t>理和监控分析是最亟待</a:t>
                      </a:r>
                      <a:r>
                        <a:rPr sz="1200" kern="0" spc="-10" dirty="0">
                          <a:solidFill>
                            <a:srgbClr val="000000">
                              <a:alpha val="100000"/>
                            </a:srgbClr>
                          </a:solidFill>
                          <a:cs typeface="微软雅黑" panose="020B0503020204020204" charset="-122"/>
                        </a:rPr>
                        <a:t>改进    之处</a:t>
                      </a:r>
                      <a:endParaRPr lang="en-US" altLang="en-US" sz="1200" dirty="0"/>
                    </a:p>
                  </a:txBody>
                  <a:tcPr marL="0" marR="0" marT="0" marB="0" vert="horz">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graphicFrame>
        <p:nvGraphicFramePr>
          <p:cNvPr id="1048" name="table 1048"/>
          <p:cNvGraphicFramePr>
            <a:graphicFrameLocks noGrp="1"/>
          </p:cNvGraphicFramePr>
          <p:nvPr>
            <p:custDataLst>
              <p:tags r:id="rId8"/>
            </p:custDataLst>
          </p:nvPr>
        </p:nvGraphicFramePr>
        <p:xfrm>
          <a:off x="383857" y="3418141"/>
          <a:ext cx="1495425" cy="1393189"/>
        </p:xfrm>
        <a:graphic>
          <a:graphicData uri="http://schemas.openxmlformats.org/drawingml/2006/table">
            <a:tbl>
              <a:tblPr/>
              <a:tblGrid>
                <a:gridCol w="1495425"/>
              </a:tblGrid>
              <a:tr h="1383664">
                <a:tc>
                  <a:txBody>
                    <a:bodyPr/>
                    <a:lstStyle/>
                    <a:p>
                      <a:pPr algn="l" rtl="0" eaLnBrk="0">
                        <a:lnSpc>
                          <a:spcPct val="111000"/>
                        </a:lnSpc>
                      </a:pPr>
                      <a:endParaRPr lang="en-US" altLang="en-US" sz="400" dirty="0"/>
                    </a:p>
                    <a:p>
                      <a:pPr marL="95885" algn="l" rtl="0" eaLnBrk="0">
                        <a:lnSpc>
                          <a:spcPct val="100000"/>
                        </a:lnSpc>
                        <a:spcBef>
                          <a:spcPts val="5"/>
                        </a:spcBef>
                      </a:pPr>
                      <a:r>
                        <a:rPr sz="1200" kern="0" spc="-10" dirty="0">
                          <a:solidFill>
                            <a:srgbClr val="000000">
                              <a:alpha val="100000"/>
                            </a:srgbClr>
                          </a:solidFill>
                          <a:cs typeface="微软雅黑" panose="020B0503020204020204" charset="-122"/>
                        </a:rPr>
                        <a:t>客服环节目前只覆</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盖了基本的客户信</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息管理和工单服务</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功能，缺乏统一完</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整的客户关系管理</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系统，无法支持客</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户分析与客户挖掘</a:t>
                      </a:r>
                      <a:endParaRPr lang="en-US" altLang="en-US" sz="1200" dirty="0"/>
                    </a:p>
                  </a:txBody>
                  <a:tcPr marL="0" marR="0" marT="0" marB="0" vert="horz">
                    <a:lnL w="9525" cap="flat" cmpd="sng" algn="ctr">
                      <a:solidFill>
                        <a:srgbClr val="ED7D31"/>
                      </a:solidFill>
                      <a:prstDash val="solid"/>
                      <a:round/>
                      <a:headEnd type="none" w="med" len="med"/>
                      <a:tailEnd type="none" w="med" len="med"/>
                    </a:lnL>
                    <a:lnR w="9525" cap="flat" cmpd="sng" algn="ctr">
                      <a:solidFill>
                        <a:srgbClr val="ED7D31"/>
                      </a:solidFill>
                      <a:prstDash val="solid"/>
                      <a:round/>
                      <a:headEnd type="none" w="med" len="med"/>
                      <a:tailEnd type="none" w="med" len="med"/>
                    </a:lnR>
                    <a:lnT w="9525" cap="flat" cmpd="sng" algn="ctr">
                      <a:solidFill>
                        <a:srgbClr val="ED7D31"/>
                      </a:solidFill>
                      <a:prstDash val="solid"/>
                      <a:round/>
                      <a:headEnd type="none" w="med" len="med"/>
                      <a:tailEnd type="none" w="med" len="med"/>
                    </a:lnT>
                    <a:lnB w="9525" cap="flat" cmpd="sng" algn="ctr">
                      <a:solidFill>
                        <a:srgbClr val="ED7D31"/>
                      </a:solidFill>
                      <a:prstDash val="solid"/>
                      <a:round/>
                      <a:headEnd type="none" w="med" len="med"/>
                      <a:tailEnd type="none" w="med" len="med"/>
                    </a:lnB>
                  </a:tcPr>
                </a:tc>
              </a:tr>
            </a:tbl>
          </a:graphicData>
        </a:graphic>
      </p:graphicFrame>
      <p:graphicFrame>
        <p:nvGraphicFramePr>
          <p:cNvPr id="1050" name="table 1050"/>
          <p:cNvGraphicFramePr>
            <a:graphicFrameLocks noGrp="1"/>
          </p:cNvGraphicFramePr>
          <p:nvPr>
            <p:custDataLst>
              <p:tags r:id="rId9"/>
            </p:custDataLst>
          </p:nvPr>
        </p:nvGraphicFramePr>
        <p:xfrm>
          <a:off x="383857" y="1718881"/>
          <a:ext cx="1609725" cy="1025525"/>
        </p:xfrm>
        <a:graphic>
          <a:graphicData uri="http://schemas.openxmlformats.org/drawingml/2006/table">
            <a:tbl>
              <a:tblPr/>
              <a:tblGrid>
                <a:gridCol w="1609725"/>
              </a:tblGrid>
              <a:tr h="1016000">
                <a:tc>
                  <a:txBody>
                    <a:bodyPr/>
                    <a:lstStyle/>
                    <a:p>
                      <a:pPr algn="l" rtl="0" eaLnBrk="0">
                        <a:lnSpc>
                          <a:spcPct val="102000"/>
                        </a:lnSpc>
                      </a:pPr>
                      <a:endParaRPr lang="en-US" altLang="en-US" sz="500" dirty="0"/>
                    </a:p>
                    <a:p>
                      <a:pPr marL="97155" algn="l" rtl="0" eaLnBrk="0">
                        <a:lnSpc>
                          <a:spcPct val="99000"/>
                        </a:lnSpc>
                        <a:spcBef>
                          <a:spcPts val="5"/>
                        </a:spcBef>
                      </a:pPr>
                      <a:r>
                        <a:rPr sz="1200" kern="0" spc="-10" dirty="0">
                          <a:solidFill>
                            <a:srgbClr val="000000">
                              <a:alpha val="100000"/>
                            </a:srgbClr>
                          </a:solidFill>
                          <a:cs typeface="微软雅黑" panose="020B0503020204020204" charset="-122"/>
                        </a:rPr>
                        <a:t>在决策分析领域，问</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题主要表现在数据不</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准确，以明细报表为</a:t>
                      </a:r>
                      <a:r>
                        <a:rPr sz="1200" kern="0" spc="10" dirty="0">
                          <a:solidFill>
                            <a:srgbClr val="000000">
                              <a:alpha val="100000"/>
                            </a:srgbClr>
                          </a:solidFill>
                          <a:cs typeface="微软雅黑" panose="020B0503020204020204" charset="-122"/>
                        </a:rPr>
                        <a:t>    </a:t>
                      </a:r>
                      <a:r>
                        <a:rPr sz="1200" kern="0" spc="-90" dirty="0">
                          <a:solidFill>
                            <a:srgbClr val="000000">
                              <a:alpha val="100000"/>
                            </a:srgbClr>
                          </a:solidFill>
                          <a:cs typeface="微软雅黑" panose="020B0503020204020204" charset="-122"/>
                        </a:rPr>
                        <a:t>主，缺乏汇总与分析，</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BI性能需要提升</a:t>
                      </a:r>
                      <a:endParaRPr lang="en-US" altLang="en-US" sz="1200" dirty="0"/>
                    </a:p>
                  </a:txBody>
                  <a:tcPr marL="0" marR="0" marT="0" marB="0" vert="horz">
                    <a:lnL w="9525" cap="flat" cmpd="sng" algn="ctr">
                      <a:solidFill>
                        <a:srgbClr val="ED7D31"/>
                      </a:solidFill>
                      <a:prstDash val="solid"/>
                      <a:round/>
                      <a:headEnd type="none" w="med" len="med"/>
                      <a:tailEnd type="none" w="med" len="med"/>
                    </a:lnL>
                    <a:lnR w="9525" cap="flat" cmpd="sng" algn="ctr">
                      <a:solidFill>
                        <a:srgbClr val="ED7D31"/>
                      </a:solidFill>
                      <a:prstDash val="solid"/>
                      <a:round/>
                      <a:headEnd type="none" w="med" len="med"/>
                      <a:tailEnd type="none" w="med" len="med"/>
                    </a:lnR>
                    <a:lnT w="9525" cap="flat" cmpd="sng" algn="ctr">
                      <a:solidFill>
                        <a:srgbClr val="ED7D31"/>
                      </a:solidFill>
                      <a:prstDash val="solid"/>
                      <a:round/>
                      <a:headEnd type="none" w="med" len="med"/>
                      <a:tailEnd type="none" w="med" len="med"/>
                    </a:lnT>
                    <a:lnB w="9525" cap="flat" cmpd="sng" algn="ctr">
                      <a:solidFill>
                        <a:srgbClr val="ED7D31"/>
                      </a:solidFill>
                      <a:prstDash val="solid"/>
                      <a:round/>
                      <a:headEnd type="none" w="med" len="med"/>
                      <a:tailEnd type="none" w="med" len="med"/>
                    </a:lnB>
                  </a:tcPr>
                </a:tc>
              </a:tr>
            </a:tbl>
          </a:graphicData>
        </a:graphic>
      </p:graphicFrame>
      <p:graphicFrame>
        <p:nvGraphicFramePr>
          <p:cNvPr id="1052" name="table 1052"/>
          <p:cNvGraphicFramePr>
            <a:graphicFrameLocks noGrp="1"/>
          </p:cNvGraphicFramePr>
          <p:nvPr>
            <p:custDataLst>
              <p:tags r:id="rId10"/>
            </p:custDataLst>
          </p:nvPr>
        </p:nvGraphicFramePr>
        <p:xfrm>
          <a:off x="2427541" y="5769673"/>
          <a:ext cx="5055234" cy="285115"/>
        </p:xfrm>
        <a:graphic>
          <a:graphicData uri="http://schemas.openxmlformats.org/drawingml/2006/table">
            <a:tbl>
              <a:tblPr/>
              <a:tblGrid>
                <a:gridCol w="5055234"/>
              </a:tblGrid>
              <a:tr h="275590">
                <a:tc>
                  <a:txBody>
                    <a:bodyPr/>
                    <a:lstStyle/>
                    <a:p>
                      <a:pPr algn="l" rtl="0" eaLnBrk="0">
                        <a:lnSpc>
                          <a:spcPct val="121000"/>
                        </a:lnSpc>
                      </a:pPr>
                      <a:endParaRPr lang="en-US" altLang="en-US" sz="400" dirty="0"/>
                    </a:p>
                    <a:p>
                      <a:pPr marL="99060" algn="l" rtl="0" eaLnBrk="0">
                        <a:lnSpc>
                          <a:spcPct val="97000"/>
                        </a:lnSpc>
                        <a:spcBef>
                          <a:spcPts val="5"/>
                        </a:spcBef>
                      </a:pPr>
                      <a:r>
                        <a:rPr sz="1200" kern="0" spc="0" dirty="0">
                          <a:solidFill>
                            <a:srgbClr val="000000">
                              <a:alpha val="100000"/>
                            </a:srgbClr>
                          </a:solidFill>
                          <a:cs typeface="微软雅黑" panose="020B0503020204020204" charset="-122"/>
                        </a:rPr>
                        <a:t>基础服务建设相对完备，但具体实际应用仍有改善空间，如GIS</a:t>
                      </a:r>
                      <a:r>
                        <a:rPr sz="1200" kern="0" spc="-10" dirty="0">
                          <a:solidFill>
                            <a:srgbClr val="000000">
                              <a:alpha val="100000"/>
                            </a:srgbClr>
                          </a:solidFill>
                          <a:cs typeface="微软雅黑" panose="020B0503020204020204" charset="-122"/>
                        </a:rPr>
                        <a:t>地址库</a:t>
                      </a:r>
                      <a:endParaRPr lang="en-US" altLang="en-US" sz="1200" dirty="0"/>
                    </a:p>
                  </a:txBody>
                  <a:tcPr marL="0" marR="0" marT="0" marB="0" vert="horz">
                    <a:lnL w="9525" cap="flat" cmpd="sng" algn="ctr">
                      <a:solidFill>
                        <a:srgbClr val="A6A6A6"/>
                      </a:solidFill>
                      <a:prstDash val="solid"/>
                      <a:round/>
                      <a:headEnd type="none" w="med" len="med"/>
                      <a:tailEnd type="none" w="med" len="med"/>
                    </a:lnL>
                    <a:lnR w="9525" cap="flat" cmpd="sng" algn="ctr">
                      <a:solidFill>
                        <a:srgbClr val="A6A6A6"/>
                      </a:solidFill>
                      <a:prstDash val="solid"/>
                      <a:round/>
                      <a:headEnd type="none" w="med" len="med"/>
                      <a:tailEnd type="none" w="med" len="med"/>
                    </a:lnR>
                    <a:lnT w="9525" cap="flat" cmpd="sng" algn="ctr">
                      <a:solidFill>
                        <a:srgbClr val="A6A6A6"/>
                      </a:solidFill>
                      <a:prstDash val="solid"/>
                      <a:round/>
                      <a:headEnd type="none" w="med" len="med"/>
                      <a:tailEnd type="none" w="med" len="med"/>
                    </a:lnT>
                    <a:lnB w="9525" cap="flat" cmpd="sng" algn="ctr">
                      <a:solidFill>
                        <a:srgbClr val="A6A6A6"/>
                      </a:solidFill>
                      <a:prstDash val="solid"/>
                      <a:round/>
                      <a:headEnd type="none" w="med" len="med"/>
                      <a:tailEnd type="none" w="med" len="med"/>
                    </a:lnB>
                  </a:tcPr>
                </a:tc>
              </a:tr>
            </a:tbl>
          </a:graphicData>
        </a:graphic>
      </p:graphicFrame>
      <p:graphicFrame>
        <p:nvGraphicFramePr>
          <p:cNvPr id="1056" name="table 1056"/>
          <p:cNvGraphicFramePr>
            <a:graphicFrameLocks noGrp="1"/>
          </p:cNvGraphicFramePr>
          <p:nvPr>
            <p:custDataLst>
              <p:tags r:id="rId11"/>
            </p:custDataLst>
          </p:nvPr>
        </p:nvGraphicFramePr>
        <p:xfrm>
          <a:off x="2226373" y="3756469"/>
          <a:ext cx="1088389" cy="570229"/>
        </p:xfrm>
        <a:graphic>
          <a:graphicData uri="http://schemas.openxmlformats.org/drawingml/2006/table">
            <a:tbl>
              <a:tblPr>
                <a:solidFill>
                  <a:srgbClr val="FFFFFF"/>
                </a:solidFill>
              </a:tblPr>
              <a:tblGrid>
                <a:gridCol w="1088389"/>
              </a:tblGrid>
              <a:tr h="560704">
                <a:tc>
                  <a:txBody>
                    <a:bodyPr/>
                    <a:lstStyle/>
                    <a:p>
                      <a:pPr algn="l" rtl="0" eaLnBrk="0">
                        <a:lnSpc>
                          <a:spcPct val="136000"/>
                        </a:lnSpc>
                      </a:pPr>
                      <a:endParaRPr lang="en-US" altLang="en-US" sz="1000" dirty="0"/>
                    </a:p>
                    <a:p>
                      <a:pPr algn="l" rtl="0" eaLnBrk="0">
                        <a:lnSpc>
                          <a:spcPct val="9000"/>
                        </a:lnSpc>
                      </a:pPr>
                      <a:endParaRPr lang="en-US" altLang="en-US" sz="100" dirty="0"/>
                    </a:p>
                    <a:p>
                      <a:pPr marL="54610" algn="l" rtl="0" eaLnBrk="0">
                        <a:lnSpc>
                          <a:spcPct val="97000"/>
                        </a:lnSpc>
                      </a:pPr>
                      <a:r>
                        <a:rPr sz="1200" kern="0" spc="-10" dirty="0">
                          <a:solidFill>
                            <a:srgbClr val="000000">
                              <a:alpha val="100000"/>
                            </a:srgbClr>
                          </a:solidFill>
                          <a:cs typeface="微软雅黑" panose="020B0503020204020204" charset="-122"/>
                        </a:rPr>
                        <a:t>银河-客户管理</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058" name="table 1058"/>
          <p:cNvGraphicFramePr>
            <a:graphicFrameLocks noGrp="1"/>
          </p:cNvGraphicFramePr>
          <p:nvPr>
            <p:custDataLst>
              <p:tags r:id="rId12"/>
            </p:custDataLst>
          </p:nvPr>
        </p:nvGraphicFramePr>
        <p:xfrm>
          <a:off x="5449633" y="3485197"/>
          <a:ext cx="883920" cy="563879"/>
        </p:xfrm>
        <a:graphic>
          <a:graphicData uri="http://schemas.openxmlformats.org/drawingml/2006/table">
            <a:tbl>
              <a:tblPr>
                <a:solidFill>
                  <a:srgbClr val="FFFFFF"/>
                </a:solidFill>
              </a:tblPr>
              <a:tblGrid>
                <a:gridCol w="883920"/>
              </a:tblGrid>
              <a:tr h="554354">
                <a:tc>
                  <a:txBody>
                    <a:bodyPr/>
                    <a:lstStyle/>
                    <a:p>
                      <a:pPr algn="l" rtl="0" eaLnBrk="0">
                        <a:lnSpc>
                          <a:spcPct val="134000"/>
                        </a:lnSpc>
                      </a:pPr>
                      <a:endParaRPr lang="en-US" altLang="en-US" sz="1000" dirty="0"/>
                    </a:p>
                    <a:p>
                      <a:pPr marL="141605" algn="l" rtl="0" eaLnBrk="0">
                        <a:lnSpc>
                          <a:spcPct val="98000"/>
                        </a:lnSpc>
                        <a:spcBef>
                          <a:spcPts val="5"/>
                        </a:spcBef>
                      </a:pPr>
                      <a:r>
                        <a:rPr sz="1200" kern="0" spc="-10" dirty="0">
                          <a:solidFill>
                            <a:srgbClr val="000000">
                              <a:alpha val="100000"/>
                            </a:srgbClr>
                          </a:solidFill>
                          <a:cs typeface="微软雅黑" panose="020B0503020204020204" charset="-122"/>
                        </a:rPr>
                        <a:t>市场管理</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sp>
        <p:nvSpPr>
          <p:cNvPr id="1060" name="textbox 1060"/>
          <p:cNvSpPr/>
          <p:nvPr>
            <p:custDataLst>
              <p:tags r:id="rId13"/>
            </p:custDataLst>
          </p:nvPr>
        </p:nvSpPr>
        <p:spPr>
          <a:xfrm>
            <a:off x="3569208" y="4114800"/>
            <a:ext cx="1823085" cy="273050"/>
          </a:xfrm>
          <a:prstGeom prst="rect">
            <a:avLst/>
          </a:prstGeom>
          <a:solidFill>
            <a:srgbClr val="FFFFFF"/>
          </a:solidFill>
        </p:spPr>
        <p:txBody>
          <a:bodyPr vert="horz" wrap="square" lIns="0" tIns="0" rIns="0" bIns="0">
            <a:normAutofit/>
          </a:bodyPr>
          <a:lstStyle/>
          <a:p>
            <a:pPr algn="l" rtl="0" eaLnBrk="0">
              <a:lnSpc>
                <a:spcPct val="129000"/>
              </a:lnSpc>
            </a:pPr>
            <a:endParaRPr lang="en-US" altLang="en-US" sz="300" dirty="0">
              <a:solidFill>
                <a:schemeClr val="dk1"/>
              </a:solidFill>
            </a:endParaRPr>
          </a:p>
          <a:p>
            <a:pPr marL="607060" algn="l" rtl="0" eaLnBrk="0">
              <a:lnSpc>
                <a:spcPct val="97000"/>
              </a:lnSpc>
              <a:spcBef>
                <a:spcPts val="5"/>
              </a:spcBef>
            </a:pPr>
            <a:r>
              <a:rPr sz="1200" kern="0" spc="-10" dirty="0">
                <a:solidFill>
                  <a:schemeClr val="dk1"/>
                </a:solidFill>
                <a:cs typeface="微软雅黑" panose="020B0503020204020204" charset="-122"/>
              </a:rPr>
              <a:t>质控管理</a:t>
            </a:r>
            <a:endParaRPr lang="en-US" altLang="en-US" sz="1200" kern="0" spc="-10" dirty="0">
              <a:solidFill>
                <a:schemeClr val="dk1"/>
              </a:solidFill>
              <a:cs typeface="微软雅黑" panose="020B0503020204020204" charset="-122"/>
            </a:endParaRPr>
          </a:p>
        </p:txBody>
      </p:sp>
      <p:sp>
        <p:nvSpPr>
          <p:cNvPr id="1062" name="textbox 1062"/>
          <p:cNvSpPr/>
          <p:nvPr>
            <p:custDataLst>
              <p:tags r:id="rId14"/>
            </p:custDataLst>
          </p:nvPr>
        </p:nvSpPr>
        <p:spPr>
          <a:xfrm>
            <a:off x="5454395" y="4101083"/>
            <a:ext cx="1705610" cy="287020"/>
          </a:xfrm>
          <a:prstGeom prst="rect">
            <a:avLst/>
          </a:prstGeom>
          <a:solidFill>
            <a:srgbClr val="FFFFFF"/>
          </a:solidFill>
        </p:spPr>
        <p:txBody>
          <a:bodyPr vert="horz" wrap="square" lIns="0" tIns="0" rIns="0" bIns="0">
            <a:normAutofit/>
          </a:bodyPr>
          <a:lstStyle/>
          <a:p>
            <a:pPr algn="l" rtl="0" eaLnBrk="0">
              <a:lnSpc>
                <a:spcPct val="110000"/>
              </a:lnSpc>
            </a:pPr>
            <a:endParaRPr lang="en-US" altLang="en-US" sz="400" dirty="0">
              <a:solidFill>
                <a:schemeClr val="dk1"/>
              </a:solidFill>
            </a:endParaRPr>
          </a:p>
          <a:p>
            <a:pPr marL="439420" algn="l" rtl="0" eaLnBrk="0">
              <a:lnSpc>
                <a:spcPct val="94000"/>
              </a:lnSpc>
              <a:spcBef>
                <a:spcPts val="0"/>
              </a:spcBef>
            </a:pPr>
            <a:r>
              <a:rPr sz="1200" kern="0" spc="-10" dirty="0">
                <a:solidFill>
                  <a:schemeClr val="dk1"/>
                </a:solidFill>
                <a:cs typeface="微软雅黑" panose="020B0503020204020204" charset="-122"/>
              </a:rPr>
              <a:t>TMS（G7）</a:t>
            </a:r>
            <a:endParaRPr lang="en-US" altLang="en-US" sz="1200" kern="0" spc="-10" dirty="0">
              <a:solidFill>
                <a:schemeClr val="dk1"/>
              </a:solidFill>
              <a:cs typeface="微软雅黑" panose="020B0503020204020204" charset="-122"/>
            </a:endParaRPr>
          </a:p>
        </p:txBody>
      </p:sp>
      <p:graphicFrame>
        <p:nvGraphicFramePr>
          <p:cNvPr id="1064" name="table 1064"/>
          <p:cNvGraphicFramePr>
            <a:graphicFrameLocks noGrp="1"/>
          </p:cNvGraphicFramePr>
          <p:nvPr>
            <p:custDataLst>
              <p:tags r:id="rId15"/>
            </p:custDataLst>
          </p:nvPr>
        </p:nvGraphicFramePr>
        <p:xfrm>
          <a:off x="2214181" y="2526601"/>
          <a:ext cx="1316990" cy="367665"/>
        </p:xfrm>
        <a:graphic>
          <a:graphicData uri="http://schemas.openxmlformats.org/drawingml/2006/table">
            <a:tbl>
              <a:tblPr>
                <a:solidFill>
                  <a:srgbClr val="FFFFFF"/>
                </a:solidFill>
              </a:tblPr>
              <a:tblGrid>
                <a:gridCol w="1316990"/>
              </a:tblGrid>
              <a:tr h="358140">
                <a:tc>
                  <a:txBody>
                    <a:bodyPr/>
                    <a:lstStyle/>
                    <a:p>
                      <a:pPr algn="l" rtl="0" eaLnBrk="0">
                        <a:lnSpc>
                          <a:spcPct val="100000"/>
                        </a:lnSpc>
                      </a:pPr>
                      <a:endParaRPr lang="en-US" altLang="en-US" sz="700" dirty="0"/>
                    </a:p>
                    <a:p>
                      <a:pPr marL="450850" algn="l" rtl="0" eaLnBrk="0">
                        <a:lnSpc>
                          <a:spcPct val="97000"/>
                        </a:lnSpc>
                        <a:spcBef>
                          <a:spcPts val="5"/>
                        </a:spcBef>
                      </a:pPr>
                      <a:r>
                        <a:rPr sz="1200" kern="0" spc="-40" dirty="0">
                          <a:solidFill>
                            <a:srgbClr val="000000">
                              <a:alpha val="100000"/>
                            </a:srgbClr>
                          </a:solidFill>
                          <a:cs typeface="微软雅黑" panose="020B0503020204020204" charset="-122"/>
                        </a:rPr>
                        <a:t>BI系统</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066" name="table 1066"/>
          <p:cNvGraphicFramePr>
            <a:graphicFrameLocks noGrp="1"/>
          </p:cNvGraphicFramePr>
          <p:nvPr>
            <p:custDataLst>
              <p:tags r:id="rId16"/>
            </p:custDataLst>
          </p:nvPr>
        </p:nvGraphicFramePr>
        <p:xfrm>
          <a:off x="8265985" y="1718881"/>
          <a:ext cx="1040765" cy="454025"/>
        </p:xfrm>
        <a:graphic>
          <a:graphicData uri="http://schemas.openxmlformats.org/drawingml/2006/table">
            <a:tbl>
              <a:tblPr>
                <a:solidFill>
                  <a:srgbClr val="FFFFFF"/>
                </a:solidFill>
              </a:tblPr>
              <a:tblGrid>
                <a:gridCol w="1040765"/>
              </a:tblGrid>
              <a:tr h="444500">
                <a:tc>
                  <a:txBody>
                    <a:bodyPr/>
                    <a:lstStyle/>
                    <a:p>
                      <a:pPr algn="l" rtl="0" eaLnBrk="0">
                        <a:lnSpc>
                          <a:spcPct val="109000"/>
                        </a:lnSpc>
                      </a:pPr>
                      <a:endParaRPr lang="en-US" altLang="en-US" sz="900" dirty="0"/>
                    </a:p>
                    <a:p>
                      <a:pPr marL="243205" algn="l" rtl="0" eaLnBrk="0">
                        <a:lnSpc>
                          <a:spcPct val="98000"/>
                        </a:lnSpc>
                      </a:pPr>
                      <a:r>
                        <a:rPr sz="1200" kern="0" spc="-30" dirty="0">
                          <a:solidFill>
                            <a:srgbClr val="000000">
                              <a:alpha val="100000"/>
                            </a:srgbClr>
                          </a:solidFill>
                          <a:cs typeface="微软雅黑" panose="020B0503020204020204" charset="-122"/>
                        </a:rPr>
                        <a:t>B2B接口</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pic>
        <p:nvPicPr>
          <p:cNvPr id="1068" name="picture 1068"/>
          <p:cNvPicPr>
            <a:picLocks noChangeAspect="1"/>
          </p:cNvPicPr>
          <p:nvPr>
            <p:custDataLst>
              <p:tags r:id="rId17"/>
            </p:custDataLst>
          </p:nvPr>
        </p:nvPicPr>
        <p:blipFill>
          <a:blip r:embed="rId18"/>
          <a:stretch>
            <a:fillRect/>
          </a:stretch>
        </p:blipFill>
        <p:spPr>
          <a:xfrm rot="21600000">
            <a:off x="11915619" y="63196"/>
            <a:ext cx="251252" cy="227508"/>
          </a:xfrm>
          <a:prstGeom prst="rect">
            <a:avLst/>
          </a:prstGeom>
        </p:spPr>
      </p:pic>
      <p:pic>
        <p:nvPicPr>
          <p:cNvPr id="1070" name="picture 1070"/>
          <p:cNvPicPr>
            <a:picLocks noChangeAspect="1"/>
          </p:cNvPicPr>
          <p:nvPr>
            <p:custDataLst>
              <p:tags r:id="rId19"/>
            </p:custDataLst>
          </p:nvPr>
        </p:nvPicPr>
        <p:blipFill>
          <a:blip r:embed="rId20"/>
          <a:stretch>
            <a:fillRect/>
          </a:stretch>
        </p:blipFill>
        <p:spPr>
          <a:xfrm rot="21600000">
            <a:off x="11940745" y="391654"/>
            <a:ext cx="251252" cy="224971"/>
          </a:xfrm>
          <a:prstGeom prst="rect">
            <a:avLst/>
          </a:prstGeom>
        </p:spPr>
      </p:pic>
      <p:graphicFrame>
        <p:nvGraphicFramePr>
          <p:cNvPr id="1072" name="table 1072"/>
          <p:cNvGraphicFramePr>
            <a:graphicFrameLocks noGrp="1"/>
          </p:cNvGraphicFramePr>
          <p:nvPr>
            <p:custDataLst>
              <p:tags r:id="rId21"/>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ED7D31">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B0B0B0">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B0B0B0">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graphicFrame>
        <p:nvGraphicFramePr>
          <p:cNvPr id="1074" name="table 1074"/>
          <p:cNvGraphicFramePr>
            <a:graphicFrameLocks noGrp="1"/>
          </p:cNvGraphicFramePr>
          <p:nvPr>
            <p:custDataLst>
              <p:tags r:id="rId22"/>
            </p:custDataLst>
          </p:nvPr>
        </p:nvGraphicFramePr>
        <p:xfrm>
          <a:off x="7049834" y="1711261"/>
          <a:ext cx="995044" cy="458470"/>
        </p:xfrm>
        <a:graphic>
          <a:graphicData uri="http://schemas.openxmlformats.org/drawingml/2006/table">
            <a:tbl>
              <a:tblPr>
                <a:solidFill>
                  <a:srgbClr val="FFFFFF"/>
                </a:solidFill>
              </a:tblPr>
              <a:tblGrid>
                <a:gridCol w="995044"/>
              </a:tblGrid>
              <a:tr h="448945">
                <a:tc>
                  <a:txBody>
                    <a:bodyPr/>
                    <a:lstStyle/>
                    <a:p>
                      <a:pPr algn="l" rtl="0" eaLnBrk="0">
                        <a:lnSpc>
                          <a:spcPct val="100000"/>
                        </a:lnSpc>
                      </a:pPr>
                      <a:endParaRPr lang="en-US" altLang="en-US" sz="1000" dirty="0"/>
                    </a:p>
                    <a:p>
                      <a:pPr marL="202565" algn="l" rtl="0" eaLnBrk="0">
                        <a:lnSpc>
                          <a:spcPct val="97000"/>
                        </a:lnSpc>
                      </a:pPr>
                      <a:r>
                        <a:rPr sz="1200" kern="0" spc="-20" dirty="0">
                          <a:solidFill>
                            <a:srgbClr val="000000">
                              <a:alpha val="100000"/>
                            </a:srgbClr>
                          </a:solidFill>
                          <a:cs typeface="微软雅黑" panose="020B0503020204020204" charset="-122"/>
                        </a:rPr>
                        <a:t>官方微信</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sp>
        <p:nvSpPr>
          <p:cNvPr id="1076" name="textbox 1076"/>
          <p:cNvSpPr/>
          <p:nvPr>
            <p:custDataLst>
              <p:tags r:id="rId23"/>
            </p:custDataLst>
          </p:nvPr>
        </p:nvSpPr>
        <p:spPr>
          <a:xfrm>
            <a:off x="6384035" y="3467100"/>
            <a:ext cx="768350" cy="589915"/>
          </a:xfrm>
          <a:prstGeom prst="rect">
            <a:avLst/>
          </a:prstGeom>
          <a:solidFill>
            <a:srgbClr val="FFFFFF"/>
          </a:solidFill>
        </p:spPr>
        <p:txBody>
          <a:bodyPr vert="horz" wrap="square" lIns="0" tIns="0" rIns="0" bIns="0">
            <a:normAutofit/>
          </a:bodyPr>
          <a:lstStyle/>
          <a:p>
            <a:pPr algn="l" rtl="0" eaLnBrk="0">
              <a:lnSpc>
                <a:spcPct val="148000"/>
              </a:lnSpc>
            </a:pPr>
            <a:endParaRPr lang="en-US" altLang="en-US" sz="1000" dirty="0">
              <a:solidFill>
                <a:schemeClr val="dk1"/>
              </a:solidFill>
            </a:endParaRPr>
          </a:p>
          <a:p>
            <a:pPr marL="242570" algn="l" rtl="0" eaLnBrk="0">
              <a:lnSpc>
                <a:spcPct val="83000"/>
              </a:lnSpc>
              <a:spcBef>
                <a:spcPts val="5"/>
              </a:spcBef>
            </a:pPr>
            <a:r>
              <a:rPr sz="1200" kern="0" spc="-50" dirty="0">
                <a:solidFill>
                  <a:schemeClr val="dk1"/>
                </a:solidFill>
                <a:cs typeface="微软雅黑" panose="020B0503020204020204" charset="-122"/>
              </a:rPr>
              <a:t>PDA</a:t>
            </a:r>
            <a:endParaRPr lang="en-US" altLang="en-US" sz="1200" kern="0" spc="-50" dirty="0">
              <a:solidFill>
                <a:schemeClr val="dk1"/>
              </a:solidFill>
              <a:cs typeface="微软雅黑" panose="020B0503020204020204" charset="-122"/>
            </a:endParaRPr>
          </a:p>
        </p:txBody>
      </p:sp>
      <p:graphicFrame>
        <p:nvGraphicFramePr>
          <p:cNvPr id="1078" name="table 1078"/>
          <p:cNvGraphicFramePr>
            <a:graphicFrameLocks noGrp="1"/>
          </p:cNvGraphicFramePr>
          <p:nvPr>
            <p:custDataLst>
              <p:tags r:id="rId24"/>
            </p:custDataLst>
          </p:nvPr>
        </p:nvGraphicFramePr>
        <p:xfrm>
          <a:off x="2241613" y="1708213"/>
          <a:ext cx="882650" cy="454025"/>
        </p:xfrm>
        <a:graphic>
          <a:graphicData uri="http://schemas.openxmlformats.org/drawingml/2006/table">
            <a:tbl>
              <a:tblPr>
                <a:solidFill>
                  <a:srgbClr val="FFFFFF"/>
                </a:solidFill>
              </a:tblPr>
              <a:tblGrid>
                <a:gridCol w="882650"/>
              </a:tblGrid>
              <a:tr h="444500">
                <a:tc>
                  <a:txBody>
                    <a:bodyPr/>
                    <a:lstStyle/>
                    <a:p>
                      <a:pPr algn="l" rtl="0" eaLnBrk="0">
                        <a:lnSpc>
                          <a:spcPct val="109000"/>
                        </a:lnSpc>
                      </a:pPr>
                      <a:endParaRPr lang="en-US" altLang="en-US" sz="900" dirty="0"/>
                    </a:p>
                    <a:p>
                      <a:pPr algn="l" rtl="0" eaLnBrk="0">
                        <a:lnSpc>
                          <a:spcPct val="8000"/>
                        </a:lnSpc>
                      </a:pPr>
                      <a:endParaRPr lang="en-US" altLang="en-US" sz="100" dirty="0"/>
                    </a:p>
                    <a:p>
                      <a:pPr marL="146050" algn="l" rtl="0" eaLnBrk="0">
                        <a:lnSpc>
                          <a:spcPct val="97000"/>
                        </a:lnSpc>
                      </a:pPr>
                      <a:r>
                        <a:rPr sz="1200" kern="0" spc="-20" dirty="0">
                          <a:solidFill>
                            <a:srgbClr val="000000">
                              <a:alpha val="100000"/>
                            </a:srgbClr>
                          </a:solidFill>
                          <a:cs typeface="微软雅黑" panose="020B0503020204020204" charset="-122"/>
                        </a:rPr>
                        <a:t>呼叫中心</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080" name="table 1080"/>
          <p:cNvGraphicFramePr>
            <a:graphicFrameLocks noGrp="1"/>
          </p:cNvGraphicFramePr>
          <p:nvPr>
            <p:custDataLst>
              <p:tags r:id="rId25"/>
            </p:custDataLst>
          </p:nvPr>
        </p:nvGraphicFramePr>
        <p:xfrm>
          <a:off x="8090725" y="3512629"/>
          <a:ext cx="1252855" cy="316864"/>
        </p:xfrm>
        <a:graphic>
          <a:graphicData uri="http://schemas.openxmlformats.org/drawingml/2006/table">
            <a:tbl>
              <a:tblPr>
                <a:solidFill>
                  <a:srgbClr val="FFFFFF"/>
                </a:solidFill>
              </a:tblPr>
              <a:tblGrid>
                <a:gridCol w="1252855"/>
              </a:tblGrid>
              <a:tr h="307339">
                <a:tc>
                  <a:txBody>
                    <a:bodyPr/>
                    <a:lstStyle/>
                    <a:p>
                      <a:pPr algn="l" rtl="0" eaLnBrk="0">
                        <a:lnSpc>
                          <a:spcPct val="107000"/>
                        </a:lnSpc>
                      </a:pPr>
                      <a:endParaRPr lang="en-US" altLang="en-US" sz="500" dirty="0"/>
                    </a:p>
                    <a:p>
                      <a:pPr marL="171450" algn="l" rtl="0" eaLnBrk="0">
                        <a:lnSpc>
                          <a:spcPct val="97000"/>
                        </a:lnSpc>
                        <a:spcBef>
                          <a:spcPts val="0"/>
                        </a:spcBef>
                      </a:pPr>
                      <a:r>
                        <a:rPr sz="1200" kern="0" spc="-10" dirty="0">
                          <a:solidFill>
                            <a:srgbClr val="000000">
                              <a:alpha val="100000"/>
                            </a:srgbClr>
                          </a:solidFill>
                          <a:cs typeface="微软雅黑" panose="020B0503020204020204" charset="-122"/>
                        </a:rPr>
                        <a:t>金蝶财务系统</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082" name="table 1082"/>
          <p:cNvGraphicFramePr>
            <a:graphicFrameLocks noGrp="1"/>
          </p:cNvGraphicFramePr>
          <p:nvPr>
            <p:custDataLst>
              <p:tags r:id="rId26"/>
            </p:custDataLst>
          </p:nvPr>
        </p:nvGraphicFramePr>
        <p:xfrm>
          <a:off x="3601021" y="2518981"/>
          <a:ext cx="1222375" cy="324484"/>
        </p:xfrm>
        <a:graphic>
          <a:graphicData uri="http://schemas.openxmlformats.org/drawingml/2006/table">
            <a:tbl>
              <a:tblPr>
                <a:solidFill>
                  <a:srgbClr val="FFFFFF"/>
                </a:solidFill>
              </a:tblPr>
              <a:tblGrid>
                <a:gridCol w="1222375"/>
              </a:tblGrid>
              <a:tr h="314959">
                <a:tc>
                  <a:txBody>
                    <a:bodyPr/>
                    <a:lstStyle/>
                    <a:p>
                      <a:pPr algn="l" rtl="0" eaLnBrk="0">
                        <a:lnSpc>
                          <a:spcPct val="112000"/>
                        </a:lnSpc>
                      </a:pPr>
                      <a:endParaRPr lang="en-US" altLang="en-US" sz="500" dirty="0"/>
                    </a:p>
                    <a:p>
                      <a:pPr marL="121920" algn="l" rtl="0" eaLnBrk="0">
                        <a:lnSpc>
                          <a:spcPct val="97000"/>
                        </a:lnSpc>
                        <a:spcBef>
                          <a:spcPts val="5"/>
                        </a:spcBef>
                      </a:pPr>
                      <a:r>
                        <a:rPr sz="1200" kern="0" spc="-10" dirty="0">
                          <a:solidFill>
                            <a:srgbClr val="000000">
                              <a:alpha val="100000"/>
                            </a:srgbClr>
                          </a:solidFill>
                          <a:cs typeface="微软雅黑" panose="020B0503020204020204" charset="-122"/>
                        </a:rPr>
                        <a:t>银河-我的壹米</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084" name="table 1084"/>
          <p:cNvGraphicFramePr>
            <a:graphicFrameLocks noGrp="1"/>
          </p:cNvGraphicFramePr>
          <p:nvPr>
            <p:custDataLst>
              <p:tags r:id="rId27"/>
            </p:custDataLst>
          </p:nvPr>
        </p:nvGraphicFramePr>
        <p:xfrm>
          <a:off x="2169985" y="5161597"/>
          <a:ext cx="1042670" cy="361314"/>
        </p:xfrm>
        <a:graphic>
          <a:graphicData uri="http://schemas.openxmlformats.org/drawingml/2006/table">
            <a:tbl>
              <a:tblPr>
                <a:solidFill>
                  <a:srgbClr val="FFFFFF"/>
                </a:solidFill>
              </a:tblPr>
              <a:tblGrid>
                <a:gridCol w="1042670"/>
              </a:tblGrid>
              <a:tr h="351789">
                <a:tc>
                  <a:txBody>
                    <a:bodyPr/>
                    <a:lstStyle/>
                    <a:p>
                      <a:pPr algn="l" rtl="0" eaLnBrk="0">
                        <a:lnSpc>
                          <a:spcPct val="103000"/>
                        </a:lnSpc>
                      </a:pPr>
                      <a:endParaRPr lang="en-US" altLang="en-US" sz="700" dirty="0"/>
                    </a:p>
                    <a:p>
                      <a:pPr marL="406400" algn="l" rtl="0" eaLnBrk="0">
                        <a:lnSpc>
                          <a:spcPct val="84000"/>
                        </a:lnSpc>
                        <a:spcBef>
                          <a:spcPts val="5"/>
                        </a:spcBef>
                      </a:pPr>
                      <a:r>
                        <a:rPr sz="1200" kern="0" spc="-30" dirty="0">
                          <a:solidFill>
                            <a:srgbClr val="000000">
                              <a:alpha val="100000"/>
                            </a:srgbClr>
                          </a:solidFill>
                          <a:cs typeface="微软雅黑" panose="020B0503020204020204" charset="-122"/>
                        </a:rPr>
                        <a:t>GIS</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086" name="table 1086"/>
          <p:cNvGraphicFramePr>
            <a:graphicFrameLocks noGrp="1"/>
          </p:cNvGraphicFramePr>
          <p:nvPr>
            <p:custDataLst>
              <p:tags r:id="rId28"/>
            </p:custDataLst>
          </p:nvPr>
        </p:nvGraphicFramePr>
        <p:xfrm>
          <a:off x="8102917" y="3934777"/>
          <a:ext cx="1240790" cy="303529"/>
        </p:xfrm>
        <a:graphic>
          <a:graphicData uri="http://schemas.openxmlformats.org/drawingml/2006/table">
            <a:tbl>
              <a:tblPr>
                <a:solidFill>
                  <a:srgbClr val="FFFFFF"/>
                </a:solidFill>
              </a:tblPr>
              <a:tblGrid>
                <a:gridCol w="1240790"/>
              </a:tblGrid>
              <a:tr h="294004">
                <a:tc>
                  <a:txBody>
                    <a:bodyPr/>
                    <a:lstStyle/>
                    <a:p>
                      <a:pPr algn="l" rtl="0" eaLnBrk="0">
                        <a:lnSpc>
                          <a:spcPct val="107000"/>
                        </a:lnSpc>
                      </a:pPr>
                      <a:endParaRPr lang="en-US" altLang="en-US" sz="500" dirty="0"/>
                    </a:p>
                    <a:p>
                      <a:pPr marL="514350" algn="l" rtl="0" eaLnBrk="0">
                        <a:lnSpc>
                          <a:spcPct val="84000"/>
                        </a:lnSpc>
                        <a:spcBef>
                          <a:spcPts val="5"/>
                        </a:spcBef>
                      </a:pPr>
                      <a:r>
                        <a:rPr sz="1200" kern="0" spc="-40" dirty="0">
                          <a:solidFill>
                            <a:srgbClr val="000000">
                              <a:alpha val="100000"/>
                            </a:srgbClr>
                          </a:solidFill>
                          <a:cs typeface="微软雅黑" panose="020B0503020204020204" charset="-122"/>
                        </a:rPr>
                        <a:t>OA</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088" name="table 1088"/>
          <p:cNvGraphicFramePr>
            <a:graphicFrameLocks noGrp="1"/>
          </p:cNvGraphicFramePr>
          <p:nvPr>
            <p:custDataLst>
              <p:tags r:id="rId29"/>
            </p:custDataLst>
          </p:nvPr>
        </p:nvGraphicFramePr>
        <p:xfrm>
          <a:off x="8185213" y="5155501"/>
          <a:ext cx="1027430" cy="365760"/>
        </p:xfrm>
        <a:graphic>
          <a:graphicData uri="http://schemas.openxmlformats.org/drawingml/2006/table">
            <a:tbl>
              <a:tblPr>
                <a:solidFill>
                  <a:srgbClr val="FFFFFF"/>
                </a:solidFill>
              </a:tblPr>
              <a:tblGrid>
                <a:gridCol w="1027430"/>
              </a:tblGrid>
              <a:tr h="356235">
                <a:tc>
                  <a:txBody>
                    <a:bodyPr/>
                    <a:lstStyle/>
                    <a:p>
                      <a:pPr algn="l" rtl="0" eaLnBrk="0">
                        <a:lnSpc>
                          <a:spcPct val="100000"/>
                        </a:lnSpc>
                      </a:pPr>
                      <a:endParaRPr lang="en-US" altLang="en-US" sz="700" dirty="0"/>
                    </a:p>
                    <a:p>
                      <a:pPr marL="212090" algn="l" rtl="0" eaLnBrk="0">
                        <a:lnSpc>
                          <a:spcPct val="97000"/>
                        </a:lnSpc>
                        <a:spcBef>
                          <a:spcPts val="5"/>
                        </a:spcBef>
                      </a:pPr>
                      <a:r>
                        <a:rPr sz="1200" kern="0" spc="-10" dirty="0">
                          <a:solidFill>
                            <a:srgbClr val="000000">
                              <a:alpha val="100000"/>
                            </a:srgbClr>
                          </a:solidFill>
                          <a:cs typeface="微软雅黑" panose="020B0503020204020204" charset="-122"/>
                        </a:rPr>
                        <a:t>终端设备</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090" name="table 1090"/>
          <p:cNvGraphicFramePr>
            <a:graphicFrameLocks noGrp="1"/>
          </p:cNvGraphicFramePr>
          <p:nvPr>
            <p:custDataLst>
              <p:tags r:id="rId30"/>
            </p:custDataLst>
          </p:nvPr>
        </p:nvGraphicFramePr>
        <p:xfrm>
          <a:off x="8102917" y="4373689"/>
          <a:ext cx="1240790" cy="301625"/>
        </p:xfrm>
        <a:graphic>
          <a:graphicData uri="http://schemas.openxmlformats.org/drawingml/2006/table">
            <a:tbl>
              <a:tblPr>
                <a:solidFill>
                  <a:srgbClr val="FFFFFF"/>
                </a:solidFill>
              </a:tblPr>
              <a:tblGrid>
                <a:gridCol w="1240790"/>
              </a:tblGrid>
              <a:tr h="292100">
                <a:tc>
                  <a:txBody>
                    <a:bodyPr/>
                    <a:lstStyle/>
                    <a:p>
                      <a:pPr algn="l" rtl="0" eaLnBrk="0">
                        <a:lnSpc>
                          <a:spcPct val="120000"/>
                        </a:lnSpc>
                      </a:pPr>
                      <a:endParaRPr lang="en-US" altLang="en-US" sz="400" dirty="0"/>
                    </a:p>
                    <a:p>
                      <a:pPr marL="316865" algn="l" rtl="0" eaLnBrk="0">
                        <a:lnSpc>
                          <a:spcPct val="98000"/>
                        </a:lnSpc>
                        <a:spcBef>
                          <a:spcPts val="5"/>
                        </a:spcBef>
                      </a:pPr>
                      <a:r>
                        <a:rPr sz="1200" kern="0" spc="-10" dirty="0">
                          <a:solidFill>
                            <a:srgbClr val="000000">
                              <a:alpha val="100000"/>
                            </a:srgbClr>
                          </a:solidFill>
                          <a:cs typeface="微软雅黑" panose="020B0503020204020204" charset="-122"/>
                        </a:rPr>
                        <a:t>企业邮箱</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sp>
        <p:nvSpPr>
          <p:cNvPr id="1092" name="textbox 1092"/>
          <p:cNvSpPr/>
          <p:nvPr>
            <p:custDataLst>
              <p:tags r:id="rId31"/>
            </p:custDataLst>
          </p:nvPr>
        </p:nvSpPr>
        <p:spPr>
          <a:xfrm>
            <a:off x="5308377" y="3161538"/>
            <a:ext cx="1151255" cy="367665"/>
          </a:xfrm>
          <a:prstGeom prst="rect">
            <a:avLst/>
          </a:prstGeom>
        </p:spPr>
        <p:txBody>
          <a:bodyPr vert="horz" wrap="square" lIns="0" tIns="0" rIns="0" bIns="0">
            <a:normAutofit/>
          </a:bodyPr>
          <a:lstStyle/>
          <a:p>
            <a:pPr algn="l" rtl="0" eaLnBrk="0">
              <a:lnSpc>
                <a:spcPct val="132000"/>
              </a:lnSpc>
            </a:pPr>
            <a:endParaRPr lang="en-US" altLang="en-US" sz="300" dirty="0">
              <a:solidFill>
                <a:schemeClr val="tx1"/>
              </a:solidFill>
            </a:endParaRPr>
          </a:p>
          <a:p>
            <a:pPr marL="12700" algn="l" rtl="0" eaLnBrk="0">
              <a:lnSpc>
                <a:spcPct val="98000"/>
              </a:lnSpc>
              <a:spcBef>
                <a:spcPts val="5"/>
              </a:spcBef>
            </a:pPr>
            <a:r>
              <a:rPr sz="1400" b="1" kern="0" spc="-10" dirty="0">
                <a:solidFill>
                  <a:schemeClr val="tx1"/>
                </a:solidFill>
                <a:cs typeface="微软雅黑" panose="020B0503020204020204" charset="-122"/>
              </a:rPr>
              <a:t>运营管理</a:t>
            </a:r>
            <a:r>
              <a:rPr sz="1400" b="1" kern="0" spc="10" dirty="0">
                <a:solidFill>
                  <a:schemeClr val="tx1"/>
                </a:solidFill>
                <a:cs typeface="微软雅黑" panose="020B0503020204020204" charset="-122"/>
              </a:rPr>
              <a:t>  </a:t>
            </a:r>
            <a:endParaRPr lang="en-US" altLang="en-US" sz="1400" b="1" kern="0" spc="10" dirty="0">
              <a:solidFill>
                <a:schemeClr val="tx1"/>
              </a:solidFill>
              <a:cs typeface="微软雅黑" panose="020B0503020204020204" charset="-122"/>
            </a:endParaRPr>
          </a:p>
        </p:txBody>
      </p:sp>
      <p:grpSp>
        <p:nvGrpSpPr>
          <p:cNvPr id="68" name="group 68"/>
          <p:cNvGrpSpPr/>
          <p:nvPr/>
        </p:nvGrpSpPr>
        <p:grpSpPr>
          <a:xfrm rot="21600000">
            <a:off x="6118383" y="3174238"/>
            <a:ext cx="323595" cy="323596"/>
            <a:chOff x="0" y="0"/>
            <a:chExt cx="323595" cy="323596"/>
          </a:xfrm>
        </p:grpSpPr>
        <p:sp>
          <p:nvSpPr>
            <p:cNvPr id="1094" name="path"/>
            <p:cNvSpPr/>
            <p:nvPr/>
          </p:nvSpPr>
          <p:spPr>
            <a:xfrm>
              <a:off x="6350" y="6350"/>
              <a:ext cx="309371" cy="309371"/>
            </a:xfrm>
            <a:custGeom>
              <a:avLst/>
              <a:gdLst/>
              <a:ahLst/>
              <a:cxnLst/>
              <a:rect l="0" t="0" r="0" b="0"/>
              <a:pathLst>
                <a:path w="487" h="487">
                  <a:moveTo>
                    <a:pt x="0" y="243"/>
                  </a:moveTo>
                  <a:cubicBezTo>
                    <a:pt x="0" y="108"/>
                    <a:pt x="108" y="0"/>
                    <a:pt x="243" y="0"/>
                  </a:cubicBezTo>
                  <a:cubicBezTo>
                    <a:pt x="378" y="0"/>
                    <a:pt x="487" y="108"/>
                    <a:pt x="487" y="243"/>
                  </a:cubicBezTo>
                  <a:cubicBezTo>
                    <a:pt x="487" y="378"/>
                    <a:pt x="378" y="487"/>
                    <a:pt x="243" y="487"/>
                  </a:cubicBezTo>
                  <a:cubicBezTo>
                    <a:pt x="108" y="487"/>
                    <a:pt x="0" y="378"/>
                    <a:pt x="0" y="243"/>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096" name="path"/>
            <p:cNvSpPr/>
            <p:nvPr/>
          </p:nvSpPr>
          <p:spPr>
            <a:xfrm>
              <a:off x="0" y="0"/>
              <a:ext cx="322071" cy="322071"/>
            </a:xfrm>
            <a:custGeom>
              <a:avLst/>
              <a:gdLst/>
              <a:ahLst/>
              <a:cxnLst/>
              <a:rect l="0" t="0" r="0" b="0"/>
              <a:pathLst>
                <a:path w="507" h="507">
                  <a:moveTo>
                    <a:pt x="10" y="253"/>
                  </a:moveTo>
                  <a:cubicBezTo>
                    <a:pt x="10" y="118"/>
                    <a:pt x="118" y="10"/>
                    <a:pt x="253" y="10"/>
                  </a:cubicBezTo>
                  <a:cubicBezTo>
                    <a:pt x="388" y="10"/>
                    <a:pt x="497" y="118"/>
                    <a:pt x="497" y="253"/>
                  </a:cubicBezTo>
                  <a:cubicBezTo>
                    <a:pt x="497" y="388"/>
                    <a:pt x="388" y="497"/>
                    <a:pt x="253" y="497"/>
                  </a:cubicBezTo>
                  <a:cubicBezTo>
                    <a:pt x="118" y="497"/>
                    <a:pt x="10" y="388"/>
                    <a:pt x="10" y="253"/>
                  </a:cubicBezTo>
                </a:path>
              </a:pathLst>
            </a:custGeom>
            <a:noFill/>
            <a:ln w="12700" cap="flat">
              <a:solidFill>
                <a:srgbClr val="FF0000">
                  <a:alpha val="100000"/>
                </a:srgbClr>
              </a:solidFill>
              <a:prstDash val="solid"/>
              <a:round/>
            </a:ln>
          </p:spPr>
          <p:txBody>
            <a:bodyPr rtlCol="0"/>
            <a:lstStyle/>
            <a:p>
              <a:pPr algn="ctr"/>
              <a:endParaRPr lang="zh-CN" altLang="en-US"/>
            </a:p>
          </p:txBody>
        </p:sp>
        <p:sp>
          <p:nvSpPr>
            <p:cNvPr id="1098" name="path"/>
            <p:cNvSpPr/>
            <p:nvPr/>
          </p:nvSpPr>
          <p:spPr>
            <a:xfrm>
              <a:off x="7873" y="6350"/>
              <a:ext cx="309371" cy="310896"/>
            </a:xfrm>
            <a:custGeom>
              <a:avLst/>
              <a:gdLst/>
              <a:ahLst/>
              <a:cxnLst/>
              <a:rect l="0" t="0" r="0" b="0"/>
              <a:pathLst>
                <a:path w="487" h="489">
                  <a:moveTo>
                    <a:pt x="243" y="0"/>
                  </a:moveTo>
                  <a:cubicBezTo>
                    <a:pt x="378" y="0"/>
                    <a:pt x="487" y="109"/>
                    <a:pt x="487" y="244"/>
                  </a:cubicBezTo>
                  <a:cubicBezTo>
                    <a:pt x="487" y="380"/>
                    <a:pt x="378" y="489"/>
                    <a:pt x="243" y="489"/>
                  </a:cubicBezTo>
                  <a:cubicBezTo>
                    <a:pt x="109" y="489"/>
                    <a:pt x="0" y="380"/>
                    <a:pt x="0" y="244"/>
                  </a:cubicBezTo>
                  <a:lnTo>
                    <a:pt x="243" y="244"/>
                  </a:lnTo>
                  <a:lnTo>
                    <a:pt x="243"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1100" name="path"/>
            <p:cNvSpPr/>
            <p:nvPr/>
          </p:nvSpPr>
          <p:spPr>
            <a:xfrm>
              <a:off x="1523" y="0"/>
              <a:ext cx="322071" cy="323596"/>
            </a:xfrm>
            <a:custGeom>
              <a:avLst/>
              <a:gdLst/>
              <a:ahLst/>
              <a:cxnLst/>
              <a:rect l="0" t="0" r="0" b="0"/>
              <a:pathLst>
                <a:path w="507" h="509">
                  <a:moveTo>
                    <a:pt x="253" y="10"/>
                  </a:moveTo>
                  <a:cubicBezTo>
                    <a:pt x="388" y="10"/>
                    <a:pt x="497" y="119"/>
                    <a:pt x="497" y="254"/>
                  </a:cubicBezTo>
                  <a:cubicBezTo>
                    <a:pt x="497" y="390"/>
                    <a:pt x="388" y="499"/>
                    <a:pt x="253" y="499"/>
                  </a:cubicBezTo>
                  <a:cubicBezTo>
                    <a:pt x="119" y="499"/>
                    <a:pt x="10" y="390"/>
                    <a:pt x="10" y="254"/>
                  </a:cubicBezTo>
                </a:path>
              </a:pathLst>
            </a:custGeom>
            <a:noFill/>
            <a:ln w="12700" cap="flat">
              <a:solidFill>
                <a:srgbClr val="FF0000">
                  <a:alpha val="100000"/>
                </a:srgbClr>
              </a:solidFill>
              <a:prstDash val="solid"/>
              <a:round/>
            </a:ln>
          </p:spPr>
          <p:txBody>
            <a:bodyPr rtlCol="0"/>
            <a:lstStyle/>
            <a:p>
              <a:pPr algn="ctr"/>
              <a:endParaRPr lang="zh-CN" altLang="en-US"/>
            </a:p>
          </p:txBody>
        </p:sp>
      </p:grpSp>
      <p:sp>
        <p:nvSpPr>
          <p:cNvPr id="1102" name="path"/>
          <p:cNvSpPr/>
          <p:nvPr/>
        </p:nvSpPr>
        <p:spPr>
          <a:xfrm>
            <a:off x="8055303" y="1356282"/>
            <a:ext cx="1405614" cy="257964"/>
          </a:xfrm>
          <a:custGeom>
            <a:avLst/>
            <a:gdLst/>
            <a:ahLst/>
            <a:cxnLst/>
            <a:rect l="0" t="0" r="0" b="0"/>
            <a:pathLst>
              <a:path w="2213" h="406">
                <a:moveTo>
                  <a:pt x="2212" y="4"/>
                </a:moveTo>
                <a:lnTo>
                  <a:pt x="0" y="401"/>
                </a:lnTo>
              </a:path>
            </a:pathLst>
          </a:custGeom>
          <a:noFill/>
          <a:ln w="6350" cap="flat">
            <a:solidFill>
              <a:srgbClr val="7F7F7F">
                <a:alpha val="100000"/>
              </a:srgbClr>
            </a:solidFill>
            <a:prstDash val="solid"/>
            <a:miter lim="800000"/>
          </a:ln>
        </p:spPr>
        <p:txBody>
          <a:bodyPr rtlCol="0"/>
          <a:lstStyle/>
          <a:p>
            <a:pPr algn="ctr"/>
            <a:endParaRPr lang="zh-CN" altLang="en-US"/>
          </a:p>
        </p:txBody>
      </p:sp>
      <p:graphicFrame>
        <p:nvGraphicFramePr>
          <p:cNvPr id="1104" name="table 1104"/>
          <p:cNvGraphicFramePr>
            <a:graphicFrameLocks noGrp="1"/>
          </p:cNvGraphicFramePr>
          <p:nvPr>
            <p:custDataLst>
              <p:tags r:id="rId32"/>
            </p:custDataLst>
          </p:nvPr>
        </p:nvGraphicFramePr>
        <p:xfrm>
          <a:off x="4035361" y="5157025"/>
          <a:ext cx="955675" cy="372110"/>
        </p:xfrm>
        <a:graphic>
          <a:graphicData uri="http://schemas.openxmlformats.org/drawingml/2006/table">
            <a:tbl>
              <a:tblPr>
                <a:solidFill>
                  <a:srgbClr val="FFFFFF"/>
                </a:solidFill>
              </a:tblPr>
              <a:tblGrid>
                <a:gridCol w="955675"/>
              </a:tblGrid>
              <a:tr h="362585">
                <a:tc>
                  <a:txBody>
                    <a:bodyPr/>
                    <a:lstStyle/>
                    <a:p>
                      <a:pPr algn="l" rtl="0" eaLnBrk="0">
                        <a:lnSpc>
                          <a:spcPct val="101000"/>
                        </a:lnSpc>
                      </a:pPr>
                      <a:endParaRPr lang="en-US" altLang="en-US" sz="700" dirty="0"/>
                    </a:p>
                    <a:p>
                      <a:pPr algn="l" rtl="0" eaLnBrk="0">
                        <a:lnSpc>
                          <a:spcPct val="7000"/>
                        </a:lnSpc>
                      </a:pPr>
                      <a:endParaRPr lang="en-US" altLang="en-US" sz="100" dirty="0"/>
                    </a:p>
                    <a:p>
                      <a:pPr marL="174625" algn="l" rtl="0" eaLnBrk="0">
                        <a:lnSpc>
                          <a:spcPct val="97000"/>
                        </a:lnSpc>
                      </a:pPr>
                      <a:r>
                        <a:rPr sz="1200" kern="0" spc="-10" dirty="0">
                          <a:solidFill>
                            <a:srgbClr val="000000">
                              <a:alpha val="100000"/>
                            </a:srgbClr>
                          </a:solidFill>
                          <a:cs typeface="微软雅黑" panose="020B0503020204020204" charset="-122"/>
                        </a:rPr>
                        <a:t>数据仓库</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06" name="table 1106"/>
          <p:cNvGraphicFramePr>
            <a:graphicFrameLocks noGrp="1"/>
          </p:cNvGraphicFramePr>
          <p:nvPr>
            <p:custDataLst>
              <p:tags r:id="rId33"/>
            </p:custDataLst>
          </p:nvPr>
        </p:nvGraphicFramePr>
        <p:xfrm>
          <a:off x="7116889" y="5157025"/>
          <a:ext cx="943609" cy="373380"/>
        </p:xfrm>
        <a:graphic>
          <a:graphicData uri="http://schemas.openxmlformats.org/drawingml/2006/table">
            <a:tbl>
              <a:tblPr>
                <a:solidFill>
                  <a:srgbClr val="FFFFFF"/>
                </a:solidFill>
              </a:tblPr>
              <a:tblGrid>
                <a:gridCol w="943609"/>
              </a:tblGrid>
              <a:tr h="363855">
                <a:tc>
                  <a:txBody>
                    <a:bodyPr/>
                    <a:lstStyle/>
                    <a:p>
                      <a:pPr algn="l" rtl="0" eaLnBrk="0">
                        <a:lnSpc>
                          <a:spcPct val="102000"/>
                        </a:lnSpc>
                      </a:pPr>
                      <a:endParaRPr lang="en-US" altLang="en-US" sz="700" dirty="0"/>
                    </a:p>
                    <a:p>
                      <a:pPr marL="168910" algn="l" rtl="0" eaLnBrk="0">
                        <a:lnSpc>
                          <a:spcPct val="97000"/>
                        </a:lnSpc>
                        <a:spcBef>
                          <a:spcPts val="5"/>
                        </a:spcBef>
                      </a:pPr>
                      <a:r>
                        <a:rPr sz="1200" kern="0" spc="-10" dirty="0">
                          <a:solidFill>
                            <a:srgbClr val="000000">
                              <a:alpha val="100000"/>
                            </a:srgbClr>
                          </a:solidFill>
                          <a:cs typeface="微软雅黑" panose="020B0503020204020204" charset="-122"/>
                        </a:rPr>
                        <a:t>数据总线</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08" name="table 1108"/>
          <p:cNvGraphicFramePr>
            <a:graphicFrameLocks noGrp="1"/>
          </p:cNvGraphicFramePr>
          <p:nvPr>
            <p:custDataLst>
              <p:tags r:id="rId34"/>
            </p:custDataLst>
          </p:nvPr>
        </p:nvGraphicFramePr>
        <p:xfrm>
          <a:off x="6249733" y="1718881"/>
          <a:ext cx="693419" cy="454025"/>
        </p:xfrm>
        <a:graphic>
          <a:graphicData uri="http://schemas.openxmlformats.org/drawingml/2006/table">
            <a:tbl>
              <a:tblPr>
                <a:solidFill>
                  <a:srgbClr val="FFFFFF"/>
                </a:solidFill>
              </a:tblPr>
              <a:tblGrid>
                <a:gridCol w="693419"/>
              </a:tblGrid>
              <a:tr h="444500">
                <a:tc>
                  <a:txBody>
                    <a:bodyPr/>
                    <a:lstStyle/>
                    <a:p>
                      <a:pPr algn="l" rtl="0" eaLnBrk="0">
                        <a:lnSpc>
                          <a:spcPct val="110000"/>
                        </a:lnSpc>
                      </a:pPr>
                      <a:endParaRPr lang="en-US" altLang="en-US" sz="400" dirty="0"/>
                    </a:p>
                    <a:p>
                      <a:pPr marL="196215" algn="l" rtl="0" eaLnBrk="0">
                        <a:lnSpc>
                          <a:spcPct val="89000"/>
                        </a:lnSpc>
                        <a:spcBef>
                          <a:spcPts val="0"/>
                        </a:spcBef>
                      </a:pPr>
                      <a:r>
                        <a:rPr sz="1200" kern="0" spc="-10" dirty="0">
                          <a:solidFill>
                            <a:srgbClr val="000000">
                              <a:alpha val="100000"/>
                            </a:srgbClr>
                          </a:solidFill>
                          <a:cs typeface="微软雅黑" panose="020B0503020204020204" charset="-122"/>
                        </a:rPr>
                        <a:t>短信</a:t>
                      </a:r>
                      <a:endParaRPr lang="en-US" altLang="en-US" sz="1200" dirty="0"/>
                    </a:p>
                    <a:p>
                      <a:pPr marL="198755" algn="l" rtl="0" eaLnBrk="0">
                        <a:lnSpc>
                          <a:spcPct val="98000"/>
                        </a:lnSpc>
                        <a:spcBef>
                          <a:spcPts val="10"/>
                        </a:spcBef>
                      </a:pPr>
                      <a:r>
                        <a:rPr sz="1200" kern="0" spc="-20" dirty="0">
                          <a:solidFill>
                            <a:srgbClr val="000000">
                              <a:alpha val="100000"/>
                            </a:srgbClr>
                          </a:solidFill>
                          <a:cs typeface="微软雅黑" panose="020B0503020204020204" charset="-122"/>
                        </a:rPr>
                        <a:t>下单</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10" name="table 1110"/>
          <p:cNvGraphicFramePr>
            <a:graphicFrameLocks noGrp="1"/>
          </p:cNvGraphicFramePr>
          <p:nvPr>
            <p:custDataLst>
              <p:tags r:id="rId35"/>
            </p:custDataLst>
          </p:nvPr>
        </p:nvGraphicFramePr>
        <p:xfrm>
          <a:off x="4035361" y="1703641"/>
          <a:ext cx="684529" cy="458470"/>
        </p:xfrm>
        <a:graphic>
          <a:graphicData uri="http://schemas.openxmlformats.org/drawingml/2006/table">
            <a:tbl>
              <a:tblPr>
                <a:solidFill>
                  <a:srgbClr val="FFFFFF"/>
                </a:solidFill>
              </a:tblPr>
              <a:tblGrid>
                <a:gridCol w="684529"/>
              </a:tblGrid>
              <a:tr h="448945">
                <a:tc>
                  <a:txBody>
                    <a:bodyPr/>
                    <a:lstStyle/>
                    <a:p>
                      <a:pPr algn="l" rtl="0" eaLnBrk="0">
                        <a:lnSpc>
                          <a:spcPct val="124000"/>
                        </a:lnSpc>
                      </a:pPr>
                      <a:endParaRPr lang="en-US" altLang="en-US" sz="400" dirty="0"/>
                    </a:p>
                    <a:p>
                      <a:pPr marL="259080" algn="l" rtl="0" eaLnBrk="0">
                        <a:lnSpc>
                          <a:spcPct val="84000"/>
                        </a:lnSpc>
                        <a:spcBef>
                          <a:spcPts val="5"/>
                        </a:spcBef>
                      </a:pPr>
                      <a:r>
                        <a:rPr sz="1200" kern="0" spc="-40" dirty="0">
                          <a:solidFill>
                            <a:srgbClr val="000000">
                              <a:alpha val="100000"/>
                            </a:srgbClr>
                          </a:solidFill>
                          <a:cs typeface="微软雅黑" panose="020B0503020204020204" charset="-122"/>
                        </a:rPr>
                        <a:t>PC</a:t>
                      </a:r>
                      <a:endParaRPr lang="en-US" altLang="en-US" sz="1200" dirty="0"/>
                    </a:p>
                    <a:p>
                      <a:pPr marL="113665" algn="l" rtl="0" eaLnBrk="0">
                        <a:lnSpc>
                          <a:spcPct val="97000"/>
                        </a:lnSpc>
                        <a:spcBef>
                          <a:spcPts val="35"/>
                        </a:spcBef>
                      </a:pPr>
                      <a:r>
                        <a:rPr sz="1200" kern="0" spc="-10" dirty="0">
                          <a:solidFill>
                            <a:srgbClr val="000000">
                              <a:alpha val="100000"/>
                            </a:srgbClr>
                          </a:solidFill>
                          <a:cs typeface="微软雅黑" panose="020B0503020204020204" charset="-122"/>
                        </a:rPr>
                        <a:t>客户端</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12" name="table 1112"/>
          <p:cNvGraphicFramePr>
            <a:graphicFrameLocks noGrp="1"/>
          </p:cNvGraphicFramePr>
          <p:nvPr>
            <p:custDataLst>
              <p:tags r:id="rId36"/>
            </p:custDataLst>
          </p:nvPr>
        </p:nvGraphicFramePr>
        <p:xfrm>
          <a:off x="3235261" y="1703641"/>
          <a:ext cx="631189" cy="458470"/>
        </p:xfrm>
        <a:graphic>
          <a:graphicData uri="http://schemas.openxmlformats.org/drawingml/2006/table">
            <a:tbl>
              <a:tblPr>
                <a:solidFill>
                  <a:srgbClr val="FFFFFF"/>
                </a:solidFill>
              </a:tblPr>
              <a:tblGrid>
                <a:gridCol w="631189"/>
              </a:tblGrid>
              <a:tr h="448945">
                <a:tc>
                  <a:txBody>
                    <a:bodyPr/>
                    <a:lstStyle/>
                    <a:p>
                      <a:pPr algn="l" rtl="0" eaLnBrk="0">
                        <a:lnSpc>
                          <a:spcPct val="113000"/>
                        </a:lnSpc>
                      </a:pPr>
                      <a:endParaRPr lang="en-US" altLang="en-US" sz="400" dirty="0"/>
                    </a:p>
                    <a:p>
                      <a:pPr marL="172085" algn="l" rtl="0" eaLnBrk="0">
                        <a:lnSpc>
                          <a:spcPct val="89000"/>
                        </a:lnSpc>
                        <a:spcBef>
                          <a:spcPts val="0"/>
                        </a:spcBef>
                      </a:pPr>
                      <a:r>
                        <a:rPr sz="1200" kern="0" spc="-30" dirty="0">
                          <a:solidFill>
                            <a:srgbClr val="000000">
                              <a:alpha val="100000"/>
                            </a:srgbClr>
                          </a:solidFill>
                          <a:cs typeface="微软雅黑" panose="020B0503020204020204" charset="-122"/>
                        </a:rPr>
                        <a:t>官方</a:t>
                      </a:r>
                      <a:endParaRPr lang="en-US" altLang="en-US" sz="1200" dirty="0"/>
                    </a:p>
                    <a:p>
                      <a:pPr marL="176530" algn="l" rtl="0" eaLnBrk="0">
                        <a:lnSpc>
                          <a:spcPct val="99000"/>
                        </a:lnSpc>
                        <a:spcBef>
                          <a:spcPts val="5"/>
                        </a:spcBef>
                      </a:pPr>
                      <a:r>
                        <a:rPr sz="1200" kern="0" spc="-30" dirty="0">
                          <a:solidFill>
                            <a:srgbClr val="000000">
                              <a:alpha val="100000"/>
                            </a:srgbClr>
                          </a:solidFill>
                          <a:cs typeface="微软雅黑" panose="020B0503020204020204" charset="-122"/>
                        </a:rPr>
                        <a:t>网站</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sp>
        <p:nvSpPr>
          <p:cNvPr id="1114" name="rect"/>
          <p:cNvSpPr/>
          <p:nvPr/>
        </p:nvSpPr>
        <p:spPr>
          <a:xfrm>
            <a:off x="2092451" y="5041392"/>
            <a:ext cx="7379207" cy="381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16" name="rect"/>
          <p:cNvSpPr/>
          <p:nvPr/>
        </p:nvSpPr>
        <p:spPr>
          <a:xfrm>
            <a:off x="2092451" y="5591555"/>
            <a:ext cx="7379207" cy="38100"/>
          </a:xfrm>
          <a:prstGeom prst="rect">
            <a:avLst/>
          </a:prstGeom>
          <a:solidFill>
            <a:srgbClr val="FFFFFF">
              <a:alpha val="100000"/>
            </a:srgbClr>
          </a:solidFill>
          <a:ln cap="flat">
            <a:noFill/>
            <a:prstDash val="solid"/>
            <a:miter lim="0"/>
          </a:ln>
        </p:spPr>
        <p:txBody>
          <a:bodyPr rtlCol="0"/>
          <a:lstStyle/>
          <a:p>
            <a:pPr algn="ctr"/>
            <a:endParaRPr lang="zh-CN" altLang="en-US"/>
          </a:p>
        </p:txBody>
      </p:sp>
      <p:graphicFrame>
        <p:nvGraphicFramePr>
          <p:cNvPr id="1118" name="table 1118"/>
          <p:cNvGraphicFramePr>
            <a:graphicFrameLocks noGrp="1"/>
          </p:cNvGraphicFramePr>
          <p:nvPr>
            <p:custDataLst>
              <p:tags r:id="rId37"/>
            </p:custDataLst>
          </p:nvPr>
        </p:nvGraphicFramePr>
        <p:xfrm>
          <a:off x="4154233" y="4558093"/>
          <a:ext cx="882650" cy="306070"/>
        </p:xfrm>
        <a:graphic>
          <a:graphicData uri="http://schemas.openxmlformats.org/drawingml/2006/table">
            <a:tbl>
              <a:tblPr>
                <a:solidFill>
                  <a:srgbClr val="FFFFFF"/>
                </a:solidFill>
              </a:tblPr>
              <a:tblGrid>
                <a:gridCol w="882650"/>
              </a:tblGrid>
              <a:tr h="296545">
                <a:tc>
                  <a:txBody>
                    <a:bodyPr/>
                    <a:lstStyle/>
                    <a:p>
                      <a:pPr algn="l" rtl="0" eaLnBrk="0">
                        <a:lnSpc>
                          <a:spcPct val="108000"/>
                        </a:lnSpc>
                      </a:pPr>
                      <a:endParaRPr lang="en-US" altLang="en-US" sz="500" dirty="0"/>
                    </a:p>
                    <a:p>
                      <a:pPr marL="282575" algn="l" rtl="0" eaLnBrk="0">
                        <a:lnSpc>
                          <a:spcPct val="84000"/>
                        </a:lnSpc>
                        <a:spcBef>
                          <a:spcPts val="5"/>
                        </a:spcBef>
                      </a:pPr>
                      <a:r>
                        <a:rPr sz="1200" kern="0" spc="-20" dirty="0">
                          <a:solidFill>
                            <a:srgbClr val="000000">
                              <a:alpha val="100000"/>
                            </a:srgbClr>
                          </a:solidFill>
                          <a:cs typeface="微软雅黑" panose="020B0503020204020204" charset="-122"/>
                        </a:rPr>
                        <a:t>TMS</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20" name="table 1120"/>
          <p:cNvGraphicFramePr>
            <a:graphicFrameLocks noGrp="1"/>
          </p:cNvGraphicFramePr>
          <p:nvPr>
            <p:custDataLst>
              <p:tags r:id="rId38"/>
            </p:custDataLst>
          </p:nvPr>
        </p:nvGraphicFramePr>
        <p:xfrm>
          <a:off x="2233993" y="4408741"/>
          <a:ext cx="1068070" cy="250189"/>
        </p:xfrm>
        <a:graphic>
          <a:graphicData uri="http://schemas.openxmlformats.org/drawingml/2006/table">
            <a:tbl>
              <a:tblPr>
                <a:solidFill>
                  <a:srgbClr val="FFFFFF"/>
                </a:solidFill>
              </a:tblPr>
              <a:tblGrid>
                <a:gridCol w="1068070"/>
              </a:tblGrid>
              <a:tr h="240664">
                <a:tc>
                  <a:txBody>
                    <a:bodyPr/>
                    <a:lstStyle/>
                    <a:p>
                      <a:pPr algn="l" rtl="0" eaLnBrk="0">
                        <a:lnSpc>
                          <a:spcPct val="106000"/>
                        </a:lnSpc>
                      </a:pPr>
                      <a:endParaRPr lang="en-US" altLang="en-US" sz="300" dirty="0"/>
                    </a:p>
                    <a:p>
                      <a:pPr marL="233045" algn="l" rtl="0" eaLnBrk="0">
                        <a:lnSpc>
                          <a:spcPct val="97000"/>
                        </a:lnSpc>
                        <a:spcBef>
                          <a:spcPts val="5"/>
                        </a:spcBef>
                      </a:pPr>
                      <a:r>
                        <a:rPr sz="1200" kern="0" spc="-10" dirty="0">
                          <a:solidFill>
                            <a:srgbClr val="000000">
                              <a:alpha val="100000"/>
                            </a:srgbClr>
                          </a:solidFill>
                          <a:cs typeface="微软雅黑" panose="020B0503020204020204" charset="-122"/>
                        </a:rPr>
                        <a:t>工单系统</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22" name="table 1122"/>
          <p:cNvGraphicFramePr>
            <a:graphicFrameLocks noGrp="1"/>
          </p:cNvGraphicFramePr>
          <p:nvPr>
            <p:custDataLst>
              <p:tags r:id="rId39"/>
            </p:custDataLst>
          </p:nvPr>
        </p:nvGraphicFramePr>
        <p:xfrm>
          <a:off x="7273861" y="3486721"/>
          <a:ext cx="562609" cy="469264"/>
        </p:xfrm>
        <a:graphic>
          <a:graphicData uri="http://schemas.openxmlformats.org/drawingml/2006/table">
            <a:tbl>
              <a:tblPr>
                <a:solidFill>
                  <a:srgbClr val="FFFFFF"/>
                </a:solidFill>
              </a:tblPr>
              <a:tblGrid>
                <a:gridCol w="562609"/>
              </a:tblGrid>
              <a:tr h="459739">
                <a:tc>
                  <a:txBody>
                    <a:bodyPr/>
                    <a:lstStyle/>
                    <a:p>
                      <a:pPr algn="l" rtl="0" eaLnBrk="0">
                        <a:lnSpc>
                          <a:spcPct val="122000"/>
                        </a:lnSpc>
                      </a:pPr>
                      <a:endParaRPr lang="en-US" altLang="en-US" sz="400" dirty="0"/>
                    </a:p>
                    <a:p>
                      <a:pPr marL="205740" indent="-149860" algn="l" rtl="0" eaLnBrk="0">
                        <a:lnSpc>
                          <a:spcPct val="89000"/>
                        </a:lnSpc>
                        <a:spcBef>
                          <a:spcPts val="0"/>
                        </a:spcBef>
                      </a:pPr>
                      <a:r>
                        <a:rPr sz="1200" kern="0" spc="-20" dirty="0">
                          <a:solidFill>
                            <a:srgbClr val="000000">
                              <a:alpha val="100000"/>
                            </a:srgbClr>
                          </a:solidFill>
                          <a:cs typeface="微软雅黑" panose="020B0503020204020204" charset="-122"/>
                        </a:rPr>
                        <a:t>财务管</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理</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24" name="table 1124"/>
          <p:cNvGraphicFramePr>
            <a:graphicFrameLocks noGrp="1"/>
          </p:cNvGraphicFramePr>
          <p:nvPr>
            <p:custDataLst>
              <p:tags r:id="rId40"/>
            </p:custDataLst>
          </p:nvPr>
        </p:nvGraphicFramePr>
        <p:xfrm>
          <a:off x="3280981" y="5161597"/>
          <a:ext cx="654050" cy="361314"/>
        </p:xfrm>
        <a:graphic>
          <a:graphicData uri="http://schemas.openxmlformats.org/drawingml/2006/table">
            <a:tbl>
              <a:tblPr>
                <a:solidFill>
                  <a:srgbClr val="FFFFFF"/>
                </a:solidFill>
              </a:tblPr>
              <a:tblGrid>
                <a:gridCol w="654050"/>
              </a:tblGrid>
              <a:tr h="351789">
                <a:tc>
                  <a:txBody>
                    <a:bodyPr/>
                    <a:lstStyle/>
                    <a:p>
                      <a:pPr algn="l" rtl="0" eaLnBrk="0">
                        <a:lnSpc>
                          <a:spcPct val="103000"/>
                        </a:lnSpc>
                      </a:pPr>
                      <a:endParaRPr lang="en-US" altLang="en-US" sz="700" dirty="0"/>
                    </a:p>
                    <a:p>
                      <a:pPr marL="186690" algn="l" rtl="0" eaLnBrk="0">
                        <a:lnSpc>
                          <a:spcPct val="84000"/>
                        </a:lnSpc>
                        <a:spcBef>
                          <a:spcPts val="5"/>
                        </a:spcBef>
                      </a:pPr>
                      <a:r>
                        <a:rPr sz="1200" kern="0" spc="-30" dirty="0">
                          <a:solidFill>
                            <a:srgbClr val="000000">
                              <a:alpha val="100000"/>
                            </a:srgbClr>
                          </a:solidFill>
                          <a:cs typeface="微软雅黑" panose="020B0503020204020204" charset="-122"/>
                        </a:rPr>
                        <a:t>GPS</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26" name="table 1126"/>
          <p:cNvGraphicFramePr>
            <a:graphicFrameLocks noGrp="1"/>
          </p:cNvGraphicFramePr>
          <p:nvPr>
            <p:custDataLst>
              <p:tags r:id="rId41"/>
            </p:custDataLst>
          </p:nvPr>
        </p:nvGraphicFramePr>
        <p:xfrm>
          <a:off x="4513897" y="3485197"/>
          <a:ext cx="882650" cy="251460"/>
        </p:xfrm>
        <a:graphic>
          <a:graphicData uri="http://schemas.openxmlformats.org/drawingml/2006/table">
            <a:tbl>
              <a:tblPr>
                <a:solidFill>
                  <a:srgbClr val="FFFFFF"/>
                </a:solidFill>
              </a:tblPr>
              <a:tblGrid>
                <a:gridCol w="882650"/>
              </a:tblGrid>
              <a:tr h="241935">
                <a:tc>
                  <a:txBody>
                    <a:bodyPr/>
                    <a:lstStyle/>
                    <a:p>
                      <a:pPr algn="l" rtl="0" eaLnBrk="0">
                        <a:lnSpc>
                          <a:spcPct val="105000"/>
                        </a:lnSpc>
                      </a:pPr>
                      <a:endParaRPr lang="en-US" altLang="en-US" sz="300" dirty="0"/>
                    </a:p>
                    <a:p>
                      <a:pPr marL="139065" algn="l" rtl="0" eaLnBrk="0">
                        <a:lnSpc>
                          <a:spcPct val="98000"/>
                        </a:lnSpc>
                        <a:spcBef>
                          <a:spcPts val="0"/>
                        </a:spcBef>
                      </a:pPr>
                      <a:r>
                        <a:rPr sz="1200" kern="0" spc="-10" dirty="0">
                          <a:solidFill>
                            <a:srgbClr val="000000">
                              <a:alpha val="100000"/>
                            </a:srgbClr>
                          </a:solidFill>
                          <a:cs typeface="微软雅黑" panose="020B0503020204020204" charset="-122"/>
                        </a:rPr>
                        <a:t>运营管理</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28" name="table 1128"/>
          <p:cNvGraphicFramePr>
            <a:graphicFrameLocks noGrp="1"/>
          </p:cNvGraphicFramePr>
          <p:nvPr>
            <p:custDataLst>
              <p:tags r:id="rId42"/>
            </p:custDataLst>
          </p:nvPr>
        </p:nvGraphicFramePr>
        <p:xfrm>
          <a:off x="3564445" y="3485197"/>
          <a:ext cx="882650" cy="251460"/>
        </p:xfrm>
        <a:graphic>
          <a:graphicData uri="http://schemas.openxmlformats.org/drawingml/2006/table">
            <a:tbl>
              <a:tblPr>
                <a:solidFill>
                  <a:srgbClr val="FFFFFF"/>
                </a:solidFill>
              </a:tblPr>
              <a:tblGrid>
                <a:gridCol w="882650"/>
              </a:tblGrid>
              <a:tr h="241935">
                <a:tc>
                  <a:txBody>
                    <a:bodyPr/>
                    <a:lstStyle/>
                    <a:p>
                      <a:pPr algn="l" rtl="0" eaLnBrk="0">
                        <a:lnSpc>
                          <a:spcPct val="104000"/>
                        </a:lnSpc>
                      </a:pPr>
                      <a:endParaRPr lang="en-US" altLang="en-US" sz="300" dirty="0"/>
                    </a:p>
                    <a:p>
                      <a:pPr marL="138430" algn="l" rtl="0" eaLnBrk="0">
                        <a:lnSpc>
                          <a:spcPct val="98000"/>
                        </a:lnSpc>
                        <a:spcBef>
                          <a:spcPts val="5"/>
                        </a:spcBef>
                      </a:pPr>
                      <a:r>
                        <a:rPr sz="1200" kern="0" spc="-10" dirty="0">
                          <a:solidFill>
                            <a:srgbClr val="000000">
                              <a:alpha val="100000"/>
                            </a:srgbClr>
                          </a:solidFill>
                          <a:cs typeface="微软雅黑" panose="020B0503020204020204" charset="-122"/>
                        </a:rPr>
                        <a:t>运单管理</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30" name="table 1130"/>
          <p:cNvGraphicFramePr>
            <a:graphicFrameLocks noGrp="1"/>
          </p:cNvGraphicFramePr>
          <p:nvPr>
            <p:custDataLst>
              <p:tags r:id="rId43"/>
            </p:custDataLst>
          </p:nvPr>
        </p:nvGraphicFramePr>
        <p:xfrm>
          <a:off x="4513897" y="3799141"/>
          <a:ext cx="882650" cy="250189"/>
        </p:xfrm>
        <a:graphic>
          <a:graphicData uri="http://schemas.openxmlformats.org/drawingml/2006/table">
            <a:tbl>
              <a:tblPr>
                <a:solidFill>
                  <a:srgbClr val="FFFFFF"/>
                </a:solidFill>
              </a:tblPr>
              <a:tblGrid>
                <a:gridCol w="882650"/>
              </a:tblGrid>
              <a:tr h="240664">
                <a:tc>
                  <a:txBody>
                    <a:bodyPr/>
                    <a:lstStyle/>
                    <a:p>
                      <a:pPr algn="l" rtl="0" eaLnBrk="0">
                        <a:lnSpc>
                          <a:spcPct val="126000"/>
                        </a:lnSpc>
                      </a:pPr>
                      <a:endParaRPr lang="en-US" altLang="en-US" sz="300" dirty="0"/>
                    </a:p>
                    <a:p>
                      <a:pPr marL="176530" algn="l" rtl="0" eaLnBrk="0">
                        <a:lnSpc>
                          <a:spcPts val="1235"/>
                        </a:lnSpc>
                        <a:spcBef>
                          <a:spcPts val="5"/>
                        </a:spcBef>
                      </a:pPr>
                      <a:r>
                        <a:rPr sz="1000" kern="0" spc="40" dirty="0">
                          <a:solidFill>
                            <a:srgbClr val="000000">
                              <a:alpha val="100000"/>
                            </a:srgbClr>
                          </a:solidFill>
                          <a:cs typeface="微软雅黑" panose="020B0503020204020204" charset="-122"/>
                        </a:rPr>
                        <a:t>壹米在手</a:t>
                      </a: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32" name="table 1132"/>
          <p:cNvGraphicFramePr>
            <a:graphicFrameLocks noGrp="1"/>
          </p:cNvGraphicFramePr>
          <p:nvPr>
            <p:custDataLst>
              <p:tags r:id="rId44"/>
            </p:custDataLst>
          </p:nvPr>
        </p:nvGraphicFramePr>
        <p:xfrm>
          <a:off x="3564445" y="3799141"/>
          <a:ext cx="882650" cy="250189"/>
        </p:xfrm>
        <a:graphic>
          <a:graphicData uri="http://schemas.openxmlformats.org/drawingml/2006/table">
            <a:tbl>
              <a:tblPr>
                <a:solidFill>
                  <a:srgbClr val="FFFFFF"/>
                </a:solidFill>
              </a:tblPr>
              <a:tblGrid>
                <a:gridCol w="882650"/>
              </a:tblGrid>
              <a:tr h="240664">
                <a:tc>
                  <a:txBody>
                    <a:bodyPr/>
                    <a:lstStyle/>
                    <a:p>
                      <a:pPr algn="l" rtl="0" eaLnBrk="0">
                        <a:lnSpc>
                          <a:spcPct val="107000"/>
                        </a:lnSpc>
                      </a:pPr>
                      <a:endParaRPr lang="en-US" altLang="en-US" sz="300" dirty="0"/>
                    </a:p>
                    <a:p>
                      <a:pPr marL="139065" algn="l" rtl="0" eaLnBrk="0">
                        <a:lnSpc>
                          <a:spcPct val="97000"/>
                        </a:lnSpc>
                        <a:spcBef>
                          <a:spcPts val="0"/>
                        </a:spcBef>
                      </a:pPr>
                      <a:r>
                        <a:rPr sz="1200" kern="0" spc="-10" dirty="0">
                          <a:solidFill>
                            <a:srgbClr val="000000">
                              <a:alpha val="100000"/>
                            </a:srgbClr>
                          </a:solidFill>
                          <a:cs typeface="微软雅黑" panose="020B0503020204020204" charset="-122"/>
                        </a:rPr>
                        <a:t>综合管理</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graphicFrame>
        <p:nvGraphicFramePr>
          <p:cNvPr id="1134" name="table 1134"/>
          <p:cNvGraphicFramePr>
            <a:graphicFrameLocks noGrp="1"/>
          </p:cNvGraphicFramePr>
          <p:nvPr>
            <p:custDataLst>
              <p:tags r:id="rId45"/>
            </p:custDataLst>
          </p:nvPr>
        </p:nvGraphicFramePr>
        <p:xfrm>
          <a:off x="7296722" y="4030789"/>
          <a:ext cx="560705" cy="365760"/>
        </p:xfrm>
        <a:graphic>
          <a:graphicData uri="http://schemas.openxmlformats.org/drawingml/2006/table">
            <a:tbl>
              <a:tblPr>
                <a:solidFill>
                  <a:srgbClr val="FFFFFF"/>
                </a:solidFill>
              </a:tblPr>
              <a:tblGrid>
                <a:gridCol w="560705"/>
              </a:tblGrid>
              <a:tr h="356235">
                <a:tc>
                  <a:txBody>
                    <a:bodyPr/>
                    <a:lstStyle/>
                    <a:p>
                      <a:pPr algn="l" rtl="0" eaLnBrk="0">
                        <a:lnSpc>
                          <a:spcPct val="152000"/>
                        </a:lnSpc>
                      </a:pPr>
                      <a:endParaRPr lang="en-US" altLang="en-US" sz="100" dirty="0"/>
                    </a:p>
                    <a:p>
                      <a:pPr marL="205105" indent="-151130" algn="l" rtl="0" eaLnBrk="0">
                        <a:lnSpc>
                          <a:spcPct val="89000"/>
                        </a:lnSpc>
                        <a:spcBef>
                          <a:spcPts val="0"/>
                        </a:spcBef>
                      </a:pPr>
                      <a:r>
                        <a:rPr sz="1200" kern="0" spc="-10" dirty="0">
                          <a:solidFill>
                            <a:srgbClr val="000000">
                              <a:alpha val="100000"/>
                            </a:srgbClr>
                          </a:solidFill>
                          <a:cs typeface="微软雅黑" panose="020B0503020204020204" charset="-122"/>
                        </a:rPr>
                        <a:t>结算管</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理</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FFF"/>
                    </a:solidFill>
                  </a:tcPr>
                </a:tc>
              </a:tr>
            </a:tbl>
          </a:graphicData>
        </a:graphic>
      </p:graphicFrame>
      <p:sp>
        <p:nvSpPr>
          <p:cNvPr id="1136" name="rect"/>
          <p:cNvSpPr/>
          <p:nvPr/>
        </p:nvSpPr>
        <p:spPr>
          <a:xfrm>
            <a:off x="3433571" y="4974335"/>
            <a:ext cx="4485132" cy="381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38" name="textbox 1138"/>
          <p:cNvSpPr/>
          <p:nvPr>
            <p:custDataLst>
              <p:tags r:id="rId46"/>
            </p:custDataLst>
          </p:nvPr>
        </p:nvSpPr>
        <p:spPr>
          <a:xfrm>
            <a:off x="5415133" y="5242045"/>
            <a:ext cx="736600" cy="234315"/>
          </a:xfrm>
          <a:prstGeom prst="rect">
            <a:avLst/>
          </a:prstGeom>
        </p:spPr>
        <p:txBody>
          <a:bodyPr vert="horz" wrap="square" lIns="0" tIns="0" rIns="0" bIns="0">
            <a:normAutofit/>
          </a:bodyPr>
          <a:lstStyle/>
          <a:p>
            <a:pPr algn="l" rtl="0" eaLnBrk="0">
              <a:lnSpc>
                <a:spcPct val="79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基础服务</a:t>
            </a:r>
            <a:endParaRPr lang="en-US" altLang="en-US" sz="1400" b="1" kern="0" spc="-10" dirty="0">
              <a:solidFill>
                <a:schemeClr val="tx1"/>
              </a:solidFill>
              <a:cs typeface="微软雅黑" panose="020B0503020204020204" charset="-122"/>
            </a:endParaRPr>
          </a:p>
        </p:txBody>
      </p:sp>
      <p:grpSp>
        <p:nvGrpSpPr>
          <p:cNvPr id="70" name="group 70"/>
          <p:cNvGrpSpPr/>
          <p:nvPr/>
        </p:nvGrpSpPr>
        <p:grpSpPr>
          <a:xfrm rot="21600000">
            <a:off x="6461505" y="5160009"/>
            <a:ext cx="323596" cy="323596"/>
            <a:chOff x="0" y="0"/>
            <a:chExt cx="323596" cy="323596"/>
          </a:xfrm>
        </p:grpSpPr>
        <p:sp>
          <p:nvSpPr>
            <p:cNvPr id="1140" name="path"/>
            <p:cNvSpPr/>
            <p:nvPr/>
          </p:nvSpPr>
          <p:spPr>
            <a:xfrm>
              <a:off x="6350" y="6350"/>
              <a:ext cx="309371" cy="309371"/>
            </a:xfrm>
            <a:custGeom>
              <a:avLst/>
              <a:gdLst/>
              <a:ahLst/>
              <a:cxnLst/>
              <a:rect l="0" t="0" r="0" b="0"/>
              <a:pathLst>
                <a:path w="487" h="487">
                  <a:moveTo>
                    <a:pt x="0" y="243"/>
                  </a:moveTo>
                  <a:cubicBezTo>
                    <a:pt x="0" y="108"/>
                    <a:pt x="109" y="0"/>
                    <a:pt x="243" y="0"/>
                  </a:cubicBezTo>
                  <a:cubicBezTo>
                    <a:pt x="378" y="0"/>
                    <a:pt x="487" y="108"/>
                    <a:pt x="487" y="243"/>
                  </a:cubicBezTo>
                  <a:cubicBezTo>
                    <a:pt x="487" y="378"/>
                    <a:pt x="378" y="487"/>
                    <a:pt x="243" y="487"/>
                  </a:cubicBezTo>
                  <a:cubicBezTo>
                    <a:pt x="109" y="487"/>
                    <a:pt x="0" y="378"/>
                    <a:pt x="0" y="243"/>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142" name="path"/>
            <p:cNvSpPr/>
            <p:nvPr/>
          </p:nvSpPr>
          <p:spPr>
            <a:xfrm>
              <a:off x="0" y="0"/>
              <a:ext cx="322071" cy="322071"/>
            </a:xfrm>
            <a:custGeom>
              <a:avLst/>
              <a:gdLst/>
              <a:ahLst/>
              <a:cxnLst/>
              <a:rect l="0" t="0" r="0" b="0"/>
              <a:pathLst>
                <a:path w="507" h="507">
                  <a:moveTo>
                    <a:pt x="10" y="253"/>
                  </a:moveTo>
                  <a:cubicBezTo>
                    <a:pt x="10" y="118"/>
                    <a:pt x="119" y="10"/>
                    <a:pt x="253" y="10"/>
                  </a:cubicBezTo>
                  <a:cubicBezTo>
                    <a:pt x="388" y="10"/>
                    <a:pt x="497" y="118"/>
                    <a:pt x="497" y="253"/>
                  </a:cubicBezTo>
                  <a:cubicBezTo>
                    <a:pt x="497" y="388"/>
                    <a:pt x="388" y="497"/>
                    <a:pt x="253" y="497"/>
                  </a:cubicBezTo>
                  <a:cubicBezTo>
                    <a:pt x="119" y="497"/>
                    <a:pt x="10" y="388"/>
                    <a:pt x="10" y="253"/>
                  </a:cubicBezTo>
                </a:path>
              </a:pathLst>
            </a:custGeom>
            <a:noFill/>
            <a:ln w="12700" cap="flat">
              <a:solidFill>
                <a:srgbClr val="FF0000">
                  <a:alpha val="100000"/>
                </a:srgbClr>
              </a:solidFill>
              <a:prstDash val="solid"/>
              <a:round/>
            </a:ln>
          </p:spPr>
          <p:txBody>
            <a:bodyPr rtlCol="0"/>
            <a:lstStyle/>
            <a:p>
              <a:pPr algn="ctr"/>
              <a:endParaRPr lang="zh-CN" altLang="en-US"/>
            </a:p>
          </p:txBody>
        </p:sp>
        <p:sp>
          <p:nvSpPr>
            <p:cNvPr id="1144" name="path"/>
            <p:cNvSpPr/>
            <p:nvPr/>
          </p:nvSpPr>
          <p:spPr>
            <a:xfrm>
              <a:off x="7873" y="7873"/>
              <a:ext cx="309372" cy="309372"/>
            </a:xfrm>
            <a:custGeom>
              <a:avLst/>
              <a:gdLst/>
              <a:ahLst/>
              <a:cxnLst/>
              <a:rect l="0" t="0" r="0" b="0"/>
              <a:pathLst>
                <a:path w="487" h="487">
                  <a:moveTo>
                    <a:pt x="243" y="0"/>
                  </a:moveTo>
                  <a:cubicBezTo>
                    <a:pt x="378" y="0"/>
                    <a:pt x="487" y="109"/>
                    <a:pt x="487" y="243"/>
                  </a:cubicBezTo>
                  <a:cubicBezTo>
                    <a:pt x="487" y="378"/>
                    <a:pt x="378" y="487"/>
                    <a:pt x="243" y="487"/>
                  </a:cubicBezTo>
                  <a:cubicBezTo>
                    <a:pt x="108" y="487"/>
                    <a:pt x="0" y="378"/>
                    <a:pt x="0" y="243"/>
                  </a:cubicBezTo>
                  <a:lnTo>
                    <a:pt x="243" y="243"/>
                  </a:lnTo>
                  <a:lnTo>
                    <a:pt x="243"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1146" name="path"/>
            <p:cNvSpPr/>
            <p:nvPr/>
          </p:nvSpPr>
          <p:spPr>
            <a:xfrm>
              <a:off x="1523" y="1523"/>
              <a:ext cx="322072" cy="322072"/>
            </a:xfrm>
            <a:custGeom>
              <a:avLst/>
              <a:gdLst/>
              <a:ahLst/>
              <a:cxnLst/>
              <a:rect l="0" t="0" r="0" b="0"/>
              <a:pathLst>
                <a:path w="507" h="507">
                  <a:moveTo>
                    <a:pt x="253" y="10"/>
                  </a:moveTo>
                  <a:cubicBezTo>
                    <a:pt x="388" y="10"/>
                    <a:pt x="497" y="119"/>
                    <a:pt x="497" y="253"/>
                  </a:cubicBezTo>
                  <a:cubicBezTo>
                    <a:pt x="497" y="388"/>
                    <a:pt x="388" y="497"/>
                    <a:pt x="253" y="497"/>
                  </a:cubicBezTo>
                  <a:cubicBezTo>
                    <a:pt x="118" y="497"/>
                    <a:pt x="10" y="388"/>
                    <a:pt x="10" y="253"/>
                  </a:cubicBezTo>
                </a:path>
              </a:pathLst>
            </a:custGeom>
            <a:noFill/>
            <a:ln w="12700" cap="flat">
              <a:solidFill>
                <a:srgbClr val="FF0000">
                  <a:alpha val="100000"/>
                </a:srgbClr>
              </a:solidFill>
              <a:prstDash val="solid"/>
              <a:round/>
            </a:ln>
          </p:spPr>
          <p:txBody>
            <a:bodyPr rtlCol="0"/>
            <a:lstStyle/>
            <a:p>
              <a:pPr algn="ctr"/>
              <a:endParaRPr lang="zh-CN" altLang="en-US"/>
            </a:p>
          </p:txBody>
        </p:sp>
      </p:grpSp>
      <p:grpSp>
        <p:nvGrpSpPr>
          <p:cNvPr id="72" name="group 72"/>
          <p:cNvGrpSpPr/>
          <p:nvPr/>
        </p:nvGrpSpPr>
        <p:grpSpPr>
          <a:xfrm rot="21600000">
            <a:off x="6373113" y="2526538"/>
            <a:ext cx="322072" cy="322071"/>
            <a:chOff x="0" y="0"/>
            <a:chExt cx="322072" cy="322071"/>
          </a:xfrm>
        </p:grpSpPr>
        <p:sp>
          <p:nvSpPr>
            <p:cNvPr id="1148" name="path"/>
            <p:cNvSpPr/>
            <p:nvPr/>
          </p:nvSpPr>
          <p:spPr>
            <a:xfrm>
              <a:off x="6350" y="6350"/>
              <a:ext cx="309372" cy="309371"/>
            </a:xfrm>
            <a:custGeom>
              <a:avLst/>
              <a:gdLst/>
              <a:ahLst/>
              <a:cxnLst/>
              <a:rect l="0" t="0" r="0" b="0"/>
              <a:pathLst>
                <a:path w="487" h="487">
                  <a:moveTo>
                    <a:pt x="0" y="243"/>
                  </a:moveTo>
                  <a:cubicBezTo>
                    <a:pt x="0" y="108"/>
                    <a:pt x="109" y="0"/>
                    <a:pt x="243" y="0"/>
                  </a:cubicBezTo>
                  <a:cubicBezTo>
                    <a:pt x="378" y="0"/>
                    <a:pt x="487" y="108"/>
                    <a:pt x="487" y="243"/>
                  </a:cubicBezTo>
                  <a:cubicBezTo>
                    <a:pt x="487" y="378"/>
                    <a:pt x="378" y="487"/>
                    <a:pt x="243" y="487"/>
                  </a:cubicBezTo>
                  <a:cubicBezTo>
                    <a:pt x="109" y="487"/>
                    <a:pt x="0" y="378"/>
                    <a:pt x="0" y="243"/>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150" name="path"/>
            <p:cNvSpPr/>
            <p:nvPr/>
          </p:nvSpPr>
          <p:spPr>
            <a:xfrm>
              <a:off x="0" y="0"/>
              <a:ext cx="322072" cy="322071"/>
            </a:xfrm>
            <a:custGeom>
              <a:avLst/>
              <a:gdLst/>
              <a:ahLst/>
              <a:cxnLst/>
              <a:rect l="0" t="0" r="0" b="0"/>
              <a:pathLst>
                <a:path w="507" h="507">
                  <a:moveTo>
                    <a:pt x="10" y="253"/>
                  </a:moveTo>
                  <a:cubicBezTo>
                    <a:pt x="10" y="118"/>
                    <a:pt x="119" y="10"/>
                    <a:pt x="253" y="10"/>
                  </a:cubicBezTo>
                  <a:cubicBezTo>
                    <a:pt x="388" y="10"/>
                    <a:pt x="497" y="118"/>
                    <a:pt x="497" y="253"/>
                  </a:cubicBezTo>
                  <a:cubicBezTo>
                    <a:pt x="497" y="388"/>
                    <a:pt x="388" y="497"/>
                    <a:pt x="253" y="497"/>
                  </a:cubicBezTo>
                  <a:cubicBezTo>
                    <a:pt x="119" y="497"/>
                    <a:pt x="10" y="388"/>
                    <a:pt x="10" y="253"/>
                  </a:cubicBezTo>
                </a:path>
              </a:pathLst>
            </a:custGeom>
            <a:noFill/>
            <a:ln w="12700" cap="flat">
              <a:solidFill>
                <a:srgbClr val="FF0000">
                  <a:alpha val="100000"/>
                </a:srgbClr>
              </a:solidFill>
              <a:prstDash val="solid"/>
              <a:round/>
            </a:ln>
          </p:spPr>
          <p:txBody>
            <a:bodyPr rtlCol="0"/>
            <a:lstStyle/>
            <a:p>
              <a:pPr algn="ctr"/>
              <a:endParaRPr lang="zh-CN" altLang="en-US"/>
            </a:p>
          </p:txBody>
        </p:sp>
        <p:sp>
          <p:nvSpPr>
            <p:cNvPr id="1152" name="path"/>
            <p:cNvSpPr/>
            <p:nvPr/>
          </p:nvSpPr>
          <p:spPr>
            <a:xfrm>
              <a:off x="160274" y="6350"/>
              <a:ext cx="155447" cy="155448"/>
            </a:xfrm>
            <a:custGeom>
              <a:avLst/>
              <a:gdLst/>
              <a:ahLst/>
              <a:cxnLst/>
              <a:rect l="0" t="0" r="0" b="0"/>
              <a:pathLst>
                <a:path w="244" h="244">
                  <a:moveTo>
                    <a:pt x="0" y="0"/>
                  </a:moveTo>
                  <a:cubicBezTo>
                    <a:pt x="135" y="0"/>
                    <a:pt x="244" y="109"/>
                    <a:pt x="244" y="244"/>
                  </a:cubicBezTo>
                  <a:lnTo>
                    <a:pt x="0" y="244"/>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1154" name="path"/>
            <p:cNvSpPr/>
            <p:nvPr/>
          </p:nvSpPr>
          <p:spPr>
            <a:xfrm>
              <a:off x="153924" y="0"/>
              <a:ext cx="168147" cy="168148"/>
            </a:xfrm>
            <a:custGeom>
              <a:avLst/>
              <a:gdLst/>
              <a:ahLst/>
              <a:cxnLst/>
              <a:rect l="0" t="0" r="0" b="0"/>
              <a:pathLst>
                <a:path w="264" h="264">
                  <a:moveTo>
                    <a:pt x="10" y="10"/>
                  </a:moveTo>
                  <a:cubicBezTo>
                    <a:pt x="145" y="10"/>
                    <a:pt x="254" y="119"/>
                    <a:pt x="254" y="254"/>
                  </a:cubicBezTo>
                </a:path>
              </a:pathLst>
            </a:custGeom>
            <a:noFill/>
            <a:ln w="12700" cap="flat">
              <a:solidFill>
                <a:srgbClr val="FF0000">
                  <a:alpha val="100000"/>
                </a:srgbClr>
              </a:solidFill>
              <a:prstDash val="solid"/>
              <a:round/>
            </a:ln>
          </p:spPr>
          <p:txBody>
            <a:bodyPr rtlCol="0"/>
            <a:lstStyle/>
            <a:p>
              <a:pPr algn="ctr"/>
              <a:endParaRPr lang="zh-CN" altLang="en-US"/>
            </a:p>
          </p:txBody>
        </p:sp>
      </p:grpSp>
      <p:grpSp>
        <p:nvGrpSpPr>
          <p:cNvPr id="74" name="group 74"/>
          <p:cNvGrpSpPr/>
          <p:nvPr/>
        </p:nvGrpSpPr>
        <p:grpSpPr>
          <a:xfrm rot="21600000">
            <a:off x="2745994" y="3401314"/>
            <a:ext cx="322072" cy="322071"/>
            <a:chOff x="0" y="0"/>
            <a:chExt cx="322072" cy="322071"/>
          </a:xfrm>
        </p:grpSpPr>
        <p:sp>
          <p:nvSpPr>
            <p:cNvPr id="1156" name="path"/>
            <p:cNvSpPr/>
            <p:nvPr/>
          </p:nvSpPr>
          <p:spPr>
            <a:xfrm>
              <a:off x="6350" y="6350"/>
              <a:ext cx="309372" cy="309371"/>
            </a:xfrm>
            <a:custGeom>
              <a:avLst/>
              <a:gdLst/>
              <a:ahLst/>
              <a:cxnLst/>
              <a:rect l="0" t="0" r="0" b="0"/>
              <a:pathLst>
                <a:path w="487" h="487">
                  <a:moveTo>
                    <a:pt x="0" y="243"/>
                  </a:moveTo>
                  <a:cubicBezTo>
                    <a:pt x="0" y="108"/>
                    <a:pt x="109" y="0"/>
                    <a:pt x="243" y="0"/>
                  </a:cubicBezTo>
                  <a:cubicBezTo>
                    <a:pt x="378" y="0"/>
                    <a:pt x="487" y="108"/>
                    <a:pt x="487" y="243"/>
                  </a:cubicBezTo>
                  <a:cubicBezTo>
                    <a:pt x="487" y="378"/>
                    <a:pt x="378" y="487"/>
                    <a:pt x="243" y="487"/>
                  </a:cubicBezTo>
                  <a:cubicBezTo>
                    <a:pt x="109" y="487"/>
                    <a:pt x="0" y="378"/>
                    <a:pt x="0" y="243"/>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158" name="path"/>
            <p:cNvSpPr/>
            <p:nvPr/>
          </p:nvSpPr>
          <p:spPr>
            <a:xfrm>
              <a:off x="0" y="0"/>
              <a:ext cx="322072" cy="322071"/>
            </a:xfrm>
            <a:custGeom>
              <a:avLst/>
              <a:gdLst/>
              <a:ahLst/>
              <a:cxnLst/>
              <a:rect l="0" t="0" r="0" b="0"/>
              <a:pathLst>
                <a:path w="507" h="507">
                  <a:moveTo>
                    <a:pt x="10" y="253"/>
                  </a:moveTo>
                  <a:cubicBezTo>
                    <a:pt x="10" y="118"/>
                    <a:pt x="119" y="10"/>
                    <a:pt x="253" y="10"/>
                  </a:cubicBezTo>
                  <a:cubicBezTo>
                    <a:pt x="388" y="10"/>
                    <a:pt x="497" y="118"/>
                    <a:pt x="497" y="253"/>
                  </a:cubicBezTo>
                  <a:cubicBezTo>
                    <a:pt x="497" y="388"/>
                    <a:pt x="388" y="497"/>
                    <a:pt x="253" y="497"/>
                  </a:cubicBezTo>
                  <a:cubicBezTo>
                    <a:pt x="119" y="497"/>
                    <a:pt x="10" y="388"/>
                    <a:pt x="10" y="253"/>
                  </a:cubicBezTo>
                </a:path>
              </a:pathLst>
            </a:custGeom>
            <a:noFill/>
            <a:ln w="12700" cap="flat">
              <a:solidFill>
                <a:srgbClr val="FF0000">
                  <a:alpha val="100000"/>
                </a:srgbClr>
              </a:solidFill>
              <a:prstDash val="solid"/>
              <a:round/>
            </a:ln>
          </p:spPr>
          <p:txBody>
            <a:bodyPr rtlCol="0"/>
            <a:lstStyle/>
            <a:p>
              <a:pPr algn="ctr"/>
              <a:endParaRPr lang="zh-CN" altLang="en-US"/>
            </a:p>
          </p:txBody>
        </p:sp>
        <p:sp>
          <p:nvSpPr>
            <p:cNvPr id="1160" name="path"/>
            <p:cNvSpPr/>
            <p:nvPr/>
          </p:nvSpPr>
          <p:spPr>
            <a:xfrm>
              <a:off x="161797" y="6350"/>
              <a:ext cx="153924" cy="153923"/>
            </a:xfrm>
            <a:custGeom>
              <a:avLst/>
              <a:gdLst/>
              <a:ahLst/>
              <a:cxnLst/>
              <a:rect l="0" t="0" r="0" b="0"/>
              <a:pathLst>
                <a:path w="242" h="242">
                  <a:moveTo>
                    <a:pt x="0" y="0"/>
                  </a:moveTo>
                  <a:cubicBezTo>
                    <a:pt x="133" y="0"/>
                    <a:pt x="242" y="108"/>
                    <a:pt x="242" y="242"/>
                  </a:cubicBezTo>
                  <a:lnTo>
                    <a:pt x="0" y="242"/>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1162" name="path"/>
            <p:cNvSpPr/>
            <p:nvPr/>
          </p:nvSpPr>
          <p:spPr>
            <a:xfrm>
              <a:off x="155447" y="0"/>
              <a:ext cx="166624" cy="166623"/>
            </a:xfrm>
            <a:custGeom>
              <a:avLst/>
              <a:gdLst/>
              <a:ahLst/>
              <a:cxnLst/>
              <a:rect l="0" t="0" r="0" b="0"/>
              <a:pathLst>
                <a:path w="262" h="262">
                  <a:moveTo>
                    <a:pt x="10" y="10"/>
                  </a:moveTo>
                  <a:cubicBezTo>
                    <a:pt x="143" y="10"/>
                    <a:pt x="252" y="118"/>
                    <a:pt x="252" y="252"/>
                  </a:cubicBezTo>
                </a:path>
              </a:pathLst>
            </a:custGeom>
            <a:noFill/>
            <a:ln w="12700" cap="flat">
              <a:solidFill>
                <a:srgbClr val="FF0000">
                  <a:alpha val="100000"/>
                </a:srgbClr>
              </a:solidFill>
              <a:prstDash val="solid"/>
              <a:round/>
            </a:ln>
          </p:spPr>
          <p:txBody>
            <a:bodyPr rtlCol="0"/>
            <a:lstStyle/>
            <a:p>
              <a:pPr algn="ctr"/>
              <a:endParaRPr lang="zh-CN" altLang="en-US"/>
            </a:p>
          </p:txBody>
        </p:sp>
      </p:grpSp>
      <p:sp>
        <p:nvSpPr>
          <p:cNvPr id="1164" name="textbox 1164"/>
          <p:cNvSpPr/>
          <p:nvPr>
            <p:custDataLst>
              <p:tags r:id="rId47"/>
            </p:custDataLst>
          </p:nvPr>
        </p:nvSpPr>
        <p:spPr>
          <a:xfrm>
            <a:off x="7346899" y="2628722"/>
            <a:ext cx="631825" cy="205104"/>
          </a:xfrm>
          <a:prstGeom prst="rect">
            <a:avLst/>
          </a:prstGeom>
        </p:spPr>
        <p:txBody>
          <a:bodyPr vert="horz" wrap="square" lIns="0" tIns="0" rIns="0" bIns="0">
            <a:normAutofit/>
          </a:bodyPr>
          <a:lstStyle/>
          <a:p>
            <a:pPr algn="l" rtl="0" eaLnBrk="0">
              <a:lnSpc>
                <a:spcPct val="84000"/>
              </a:lnSpc>
            </a:pPr>
            <a:endParaRPr lang="en-US" altLang="en-US" sz="100" dirty="0">
              <a:solidFill>
                <a:schemeClr val="dk1"/>
              </a:solidFill>
            </a:endParaRPr>
          </a:p>
          <a:p>
            <a:pPr marL="12700" algn="l" rtl="0" eaLnBrk="0">
              <a:lnSpc>
                <a:spcPct val="98000"/>
              </a:lnSpc>
            </a:pPr>
            <a:r>
              <a:rPr sz="1200" kern="0" spc="-10" dirty="0">
                <a:solidFill>
                  <a:schemeClr val="dk1"/>
                </a:solidFill>
                <a:cs typeface="微软雅黑" panose="020B0503020204020204" charset="-122"/>
              </a:rPr>
              <a:t>壹米在手</a:t>
            </a:r>
            <a:endParaRPr lang="en-US" altLang="en-US" sz="1200" kern="0" spc="-10" dirty="0">
              <a:solidFill>
                <a:schemeClr val="dk1"/>
              </a:solidFill>
              <a:cs typeface="微软雅黑" panose="020B0503020204020204" charset="-122"/>
            </a:endParaRPr>
          </a:p>
        </p:txBody>
      </p:sp>
      <p:sp>
        <p:nvSpPr>
          <p:cNvPr id="1166" name="path"/>
          <p:cNvSpPr/>
          <p:nvPr/>
        </p:nvSpPr>
        <p:spPr>
          <a:xfrm>
            <a:off x="1988123" y="2228038"/>
            <a:ext cx="586863" cy="137893"/>
          </a:xfrm>
          <a:custGeom>
            <a:avLst/>
            <a:gdLst/>
            <a:ahLst/>
            <a:cxnLst/>
            <a:rect l="0" t="0" r="0" b="0"/>
            <a:pathLst>
              <a:path w="924" h="217">
                <a:moveTo>
                  <a:pt x="1" y="4"/>
                </a:moveTo>
                <a:lnTo>
                  <a:pt x="923" y="212"/>
                </a:lnTo>
              </a:path>
            </a:pathLst>
          </a:custGeom>
          <a:noFill/>
          <a:ln w="6350" cap="flat">
            <a:solidFill>
              <a:srgbClr val="7F7F7F">
                <a:alpha val="100000"/>
              </a:srgbClr>
            </a:solidFill>
            <a:prstDash val="solid"/>
            <a:miter lim="800000"/>
          </a:ln>
        </p:spPr>
        <p:txBody>
          <a:bodyPr rtlCol="0"/>
          <a:lstStyle/>
          <a:p>
            <a:pPr algn="ctr"/>
            <a:endParaRPr lang="zh-CN" altLang="en-US"/>
          </a:p>
        </p:txBody>
      </p:sp>
      <p:sp>
        <p:nvSpPr>
          <p:cNvPr id="1168" name="textbox 1168"/>
          <p:cNvSpPr/>
          <p:nvPr>
            <p:custDataLst>
              <p:tags r:id="rId48"/>
            </p:custDataLst>
          </p:nvPr>
        </p:nvSpPr>
        <p:spPr>
          <a:xfrm>
            <a:off x="3580162" y="3287388"/>
            <a:ext cx="379729" cy="234315"/>
          </a:xfrm>
          <a:prstGeom prst="rect">
            <a:avLst/>
          </a:prstGeom>
        </p:spPr>
        <p:txBody>
          <a:bodyPr vert="horz" wrap="square" lIns="0" tIns="0" rIns="0" bIns="0">
            <a:normAutofit/>
          </a:bodyPr>
          <a:lstStyle/>
          <a:p>
            <a:pPr algn="l" rtl="0" eaLnBrk="0">
              <a:lnSpc>
                <a:spcPct val="79000"/>
              </a:lnSpc>
            </a:pPr>
            <a:endParaRPr lang="en-US" altLang="en-US" sz="100" dirty="0">
              <a:solidFill>
                <a:schemeClr val="tx1"/>
              </a:solidFill>
            </a:endParaRPr>
          </a:p>
          <a:p>
            <a:pPr marL="12700" algn="l" rtl="0" eaLnBrk="0">
              <a:lnSpc>
                <a:spcPct val="98000"/>
              </a:lnSpc>
            </a:pPr>
            <a:r>
              <a:rPr sz="1400" kern="0" spc="-10" dirty="0">
                <a:solidFill>
                  <a:schemeClr val="tx1"/>
                </a:solidFill>
                <a:cs typeface="微软雅黑" panose="020B0503020204020204" charset="-122"/>
              </a:rPr>
              <a:t>快运</a:t>
            </a:r>
            <a:endParaRPr lang="en-US" altLang="en-US" sz="1400" kern="0" spc="-10" dirty="0">
              <a:solidFill>
                <a:schemeClr val="tx1"/>
              </a:solidFill>
              <a:cs typeface="微软雅黑" panose="020B0503020204020204" charset="-122"/>
            </a:endParaRPr>
          </a:p>
        </p:txBody>
      </p:sp>
      <p:sp>
        <p:nvSpPr>
          <p:cNvPr id="1170" name="rect"/>
          <p:cNvSpPr/>
          <p:nvPr/>
        </p:nvSpPr>
        <p:spPr>
          <a:xfrm>
            <a:off x="2092451" y="4974335"/>
            <a:ext cx="1347216" cy="381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72" name="path"/>
          <p:cNvSpPr/>
          <p:nvPr/>
        </p:nvSpPr>
        <p:spPr>
          <a:xfrm>
            <a:off x="5597009" y="5607522"/>
            <a:ext cx="186576" cy="174670"/>
          </a:xfrm>
          <a:custGeom>
            <a:avLst/>
            <a:gdLst/>
            <a:ahLst/>
            <a:cxnLst/>
            <a:rect l="0" t="0" r="0" b="0"/>
            <a:pathLst>
              <a:path w="293" h="275">
                <a:moveTo>
                  <a:pt x="290" y="3"/>
                </a:moveTo>
                <a:lnTo>
                  <a:pt x="3" y="271"/>
                </a:lnTo>
              </a:path>
            </a:pathLst>
          </a:custGeom>
          <a:noFill/>
          <a:ln w="6350" cap="flat">
            <a:solidFill>
              <a:srgbClr val="7F7F7F">
                <a:alpha val="100000"/>
              </a:srgbClr>
            </a:solidFill>
            <a:prstDash val="solid"/>
            <a:miter lim="800000"/>
          </a:ln>
        </p:spPr>
        <p:txBody>
          <a:bodyPr rtlCol="0"/>
          <a:lstStyle/>
          <a:p>
            <a:pPr algn="ctr"/>
            <a:endParaRPr lang="zh-CN" altLang="en-US"/>
          </a:p>
        </p:txBody>
      </p:sp>
      <p:sp>
        <p:nvSpPr>
          <p:cNvPr id="1174" name="rect"/>
          <p:cNvSpPr/>
          <p:nvPr/>
        </p:nvSpPr>
        <p:spPr>
          <a:xfrm>
            <a:off x="2092451" y="5041392"/>
            <a:ext cx="38100" cy="588263"/>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76" name="rect"/>
          <p:cNvSpPr/>
          <p:nvPr/>
        </p:nvSpPr>
        <p:spPr>
          <a:xfrm>
            <a:off x="9433559" y="5041392"/>
            <a:ext cx="38100" cy="588263"/>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178" name="path"/>
          <p:cNvSpPr/>
          <p:nvPr/>
        </p:nvSpPr>
        <p:spPr>
          <a:xfrm>
            <a:off x="1873680" y="4046205"/>
            <a:ext cx="238788" cy="71148"/>
          </a:xfrm>
          <a:custGeom>
            <a:avLst/>
            <a:gdLst/>
            <a:ahLst/>
            <a:cxnLst/>
            <a:rect l="0" t="0" r="0" b="0"/>
            <a:pathLst>
              <a:path w="376" h="112">
                <a:moveTo>
                  <a:pt x="1" y="107"/>
                </a:moveTo>
                <a:lnTo>
                  <a:pt x="374" y="4"/>
                </a:lnTo>
              </a:path>
            </a:pathLst>
          </a:custGeom>
          <a:noFill/>
          <a:ln w="6350" cap="flat">
            <a:solidFill>
              <a:srgbClr val="7F7F7F">
                <a:alpha val="100000"/>
              </a:srgbClr>
            </a:solidFill>
            <a:prstDash val="solid"/>
            <a:miter lim="800000"/>
          </a:ln>
        </p:spPr>
        <p:txBody>
          <a:bodyPr rtlCol="0"/>
          <a:lstStyle/>
          <a:p>
            <a:pPr algn="ctr"/>
            <a:endParaRPr lang="zh-CN" altLang="en-US"/>
          </a:p>
        </p:txBody>
      </p:sp>
      <p:sp>
        <p:nvSpPr>
          <p:cNvPr id="1180" name="rect"/>
          <p:cNvSpPr/>
          <p:nvPr/>
        </p:nvSpPr>
        <p:spPr>
          <a:xfrm>
            <a:off x="9451744" y="4318890"/>
            <a:ext cx="288623" cy="15744"/>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2" name="标题 1"/>
          <p:cNvSpPr>
            <a:spLocks noGrp="1"/>
          </p:cNvSpPr>
          <p:nvPr>
            <p:ph type="title"/>
            <p:custDataLst>
              <p:tags r:id="rId49"/>
            </p:custDataLst>
          </p:nvPr>
        </p:nvSpPr>
        <p:spPr>
          <a:xfrm>
            <a:off x="467360" y="62820"/>
            <a:ext cx="10800000" cy="720000"/>
          </a:xfrm>
        </p:spPr>
        <p:txBody>
          <a:bodyPr vert="horz" lIns="0" tIns="0" rIns="0" bIns="0" rtlCol="0" anchor="ctr">
            <a:normAutofit/>
          </a:bodyPr>
          <a:lstStyle>
            <a:lvl1pPr>
              <a:defRPr sz="4400"/>
            </a:lvl1pPr>
          </a:lstStyle>
          <a:p>
            <a:pPr marL="12700" lvl="0" indent="-635" algn="l" eaLnBrk="0">
              <a:lnSpc>
                <a:spcPct val="93000"/>
              </a:lnSpc>
              <a:buClrTx/>
              <a:buSzTx/>
              <a:buFontTx/>
            </a:pPr>
            <a:r>
              <a:rPr sz="2000" kern="0" dirty="0">
                <a:solidFill>
                  <a:schemeClr val="dk1"/>
                </a:solidFill>
                <a:latin typeface="+mn-lt"/>
                <a:ea typeface="+mn-ea"/>
                <a:cs typeface="微软雅黑" panose="020B0503020204020204" charset="-122"/>
                <a:sym typeface="+mn-ea"/>
              </a:rPr>
              <a:t>根据企业应用架构的领域分析， 目前XX在客户关系、管理支持和决策分析领域还存 在功能缺失</a:t>
            </a:r>
            <a:endParaRPr sz="2000" kern="0" dirty="0">
              <a:solidFill>
                <a:schemeClr val="dk1"/>
              </a:solidFill>
              <a:latin typeface="+mn-lt"/>
              <a:ea typeface="+mn-ea"/>
              <a:cs typeface="微软雅黑" panose="020B0503020204020204" charset="-122"/>
              <a:sym typeface="+mn-ea"/>
            </a:endParaRPr>
          </a:p>
        </p:txBody>
      </p:sp>
    </p:spTree>
    <p:custDataLst>
      <p:tags r:id="rId50"/>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82" name="table 1182"/>
          <p:cNvGraphicFramePr>
            <a:graphicFrameLocks noGrp="1"/>
          </p:cNvGraphicFramePr>
          <p:nvPr/>
        </p:nvGraphicFramePr>
        <p:xfrm>
          <a:off x="908608" y="1931289"/>
          <a:ext cx="5574029" cy="3395345"/>
        </p:xfrm>
        <a:graphic>
          <a:graphicData uri="http://schemas.openxmlformats.org/drawingml/2006/table">
            <a:tbl>
              <a:tblPr/>
              <a:tblGrid>
                <a:gridCol w="1136015"/>
                <a:gridCol w="920750"/>
                <a:gridCol w="858520"/>
                <a:gridCol w="866775"/>
                <a:gridCol w="881380"/>
                <a:gridCol w="910589"/>
              </a:tblGrid>
              <a:tr h="347345">
                <a:tc>
                  <a:txBody>
                    <a:bodyPr/>
                    <a:lstStyle/>
                    <a:p>
                      <a:pPr algn="l" rtl="0" eaLnBrk="0">
                        <a:lnSpc>
                          <a:spcPct val="116000"/>
                        </a:lnSpc>
                      </a:pPr>
                      <a:endParaRPr lang="en-US" altLang="en-US" sz="500" dirty="0"/>
                    </a:p>
                    <a:p>
                      <a:pPr marL="220980" algn="l" rtl="0" eaLnBrk="0">
                        <a:lnSpc>
                          <a:spcPct val="96000"/>
                        </a:lnSpc>
                        <a:spcBef>
                          <a:spcPts val="5"/>
                        </a:spcBef>
                      </a:pPr>
                      <a:r>
                        <a:rPr sz="1400" kern="0" spc="-10" dirty="0">
                          <a:ln w="5103" cap="flat" cmpd="sng">
                            <a:solidFill>
                              <a:srgbClr val="000000">
                                <a:alpha val="100000"/>
                              </a:srgbClr>
                            </a:solidFill>
                            <a:prstDash val="solid"/>
                            <a:round/>
                          </a:ln>
                          <a:solidFill>
                            <a:srgbClr val="000000">
                              <a:alpha val="100000"/>
                            </a:srgbClr>
                          </a:solidFill>
                          <a:cs typeface="宋体" panose="02010600030101010101" pitchFamily="2" charset="-122"/>
                        </a:rPr>
                        <a:t>应用系统</a:t>
                      </a:r>
                      <a:endParaRPr lang="en-US" altLang="en-US" sz="14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7000"/>
                        </a:lnSpc>
                      </a:pPr>
                      <a:endParaRPr lang="en-US" altLang="en-US" sz="500" dirty="0"/>
                    </a:p>
                    <a:p>
                      <a:pPr marL="108585" algn="l" rtl="0" eaLnBrk="0">
                        <a:lnSpc>
                          <a:spcPct val="95000"/>
                        </a:lnSpc>
                        <a:spcBef>
                          <a:spcPts val="5"/>
                        </a:spcBef>
                      </a:pPr>
                      <a:r>
                        <a:rPr sz="1400" kern="0" spc="-10" dirty="0">
                          <a:ln w="5103" cap="flat" cmpd="sng">
                            <a:solidFill>
                              <a:srgbClr val="000000">
                                <a:alpha val="100000"/>
                              </a:srgbClr>
                            </a:solidFill>
                            <a:prstDash val="solid"/>
                            <a:round/>
                          </a:ln>
                          <a:solidFill>
                            <a:srgbClr val="000000">
                              <a:alpha val="100000"/>
                            </a:srgbClr>
                          </a:solidFill>
                          <a:cs typeface="宋体" panose="02010600030101010101" pitchFamily="2" charset="-122"/>
                        </a:rPr>
                        <a:t>操作便利</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l" rtl="0" eaLnBrk="0">
                        <a:lnSpc>
                          <a:spcPct val="117000"/>
                        </a:lnSpc>
                      </a:pPr>
                      <a:endParaRPr lang="en-US" altLang="en-US" sz="500" dirty="0"/>
                    </a:p>
                    <a:p>
                      <a:pPr marL="80010" algn="l" rtl="0" eaLnBrk="0">
                        <a:lnSpc>
                          <a:spcPct val="95000"/>
                        </a:lnSpc>
                        <a:spcBef>
                          <a:spcPts val="5"/>
                        </a:spcBef>
                      </a:pPr>
                      <a:r>
                        <a:rPr sz="1400" kern="0" spc="-20" dirty="0">
                          <a:ln w="5103" cap="flat" cmpd="sng">
                            <a:solidFill>
                              <a:srgbClr val="000000">
                                <a:alpha val="100000"/>
                              </a:srgbClr>
                            </a:solidFill>
                            <a:prstDash val="solid"/>
                            <a:round/>
                          </a:ln>
                          <a:solidFill>
                            <a:srgbClr val="000000">
                              <a:alpha val="100000"/>
                            </a:srgbClr>
                          </a:solidFill>
                          <a:cs typeface="宋体" panose="02010600030101010101" pitchFamily="2" charset="-122"/>
                        </a:rPr>
                        <a:t>功能支持</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l" rtl="0" eaLnBrk="0">
                        <a:lnSpc>
                          <a:spcPct val="115000"/>
                        </a:lnSpc>
                      </a:pPr>
                      <a:endParaRPr lang="en-US" altLang="en-US" sz="500" dirty="0"/>
                    </a:p>
                    <a:p>
                      <a:pPr marL="81915" algn="l" rtl="0" eaLnBrk="0">
                        <a:lnSpc>
                          <a:spcPct val="96000"/>
                        </a:lnSpc>
                        <a:spcBef>
                          <a:spcPts val="5"/>
                        </a:spcBef>
                      </a:pPr>
                      <a:r>
                        <a:rPr sz="1400" kern="0" spc="-10" dirty="0">
                          <a:ln w="5103" cap="flat" cmpd="sng">
                            <a:solidFill>
                              <a:srgbClr val="000000">
                                <a:alpha val="100000"/>
                              </a:srgbClr>
                            </a:solidFill>
                            <a:prstDash val="solid"/>
                            <a:round/>
                          </a:ln>
                          <a:solidFill>
                            <a:srgbClr val="000000">
                              <a:alpha val="100000"/>
                            </a:srgbClr>
                          </a:solidFill>
                          <a:cs typeface="宋体" panose="02010600030101010101" pitchFamily="2" charset="-122"/>
                        </a:rPr>
                        <a:t>相关培训</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a:txBody>
                    <a:bodyPr/>
                    <a:lstStyle/>
                    <a:p>
                      <a:pPr algn="l" rtl="0" eaLnBrk="0">
                        <a:lnSpc>
                          <a:spcPct val="115000"/>
                        </a:lnSpc>
                      </a:pPr>
                      <a:endParaRPr lang="en-US" altLang="en-US" sz="500" dirty="0"/>
                    </a:p>
                    <a:p>
                      <a:pPr marL="99060" algn="l" rtl="0" eaLnBrk="0">
                        <a:lnSpc>
                          <a:spcPct val="96000"/>
                        </a:lnSpc>
                        <a:spcBef>
                          <a:spcPts val="5"/>
                        </a:spcBef>
                      </a:pPr>
                      <a:r>
                        <a:rPr sz="1400" kern="0" spc="-30" dirty="0">
                          <a:ln w="5103" cap="flat" cmpd="sng">
                            <a:solidFill>
                              <a:srgbClr val="000000">
                                <a:alpha val="100000"/>
                              </a:srgbClr>
                            </a:solidFill>
                            <a:prstDash val="solid"/>
                            <a:round/>
                          </a:ln>
                          <a:solidFill>
                            <a:srgbClr val="000000">
                              <a:alpha val="100000"/>
                            </a:srgbClr>
                          </a:solidFill>
                          <a:cs typeface="宋体" panose="02010600030101010101" pitchFamily="2" charset="-122"/>
                        </a:rPr>
                        <a:t>响应速度</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66"/>
                    </a:solidFill>
                  </a:tcPr>
                </a:tc>
                <a:tc>
                  <a:txBody>
                    <a:bodyPr/>
                    <a:lstStyle/>
                    <a:p>
                      <a:pPr algn="l" rtl="0" eaLnBrk="0">
                        <a:lnSpc>
                          <a:spcPct val="117000"/>
                        </a:lnSpc>
                      </a:pPr>
                      <a:endParaRPr lang="en-US" altLang="en-US" sz="500" dirty="0"/>
                    </a:p>
                    <a:p>
                      <a:pPr marL="205740" algn="l" rtl="0" eaLnBrk="0">
                        <a:lnSpc>
                          <a:spcPct val="95000"/>
                        </a:lnSpc>
                        <a:spcBef>
                          <a:spcPts val="5"/>
                        </a:spcBef>
                      </a:pPr>
                      <a:r>
                        <a:rPr sz="1400" b="1" kern="0" spc="-30" dirty="0">
                          <a:solidFill>
                            <a:srgbClr val="000000">
                              <a:alpha val="100000"/>
                            </a:srgbClr>
                          </a:solidFill>
                          <a:cs typeface="Arial" panose="020B0604020202020204"/>
                        </a:rPr>
                        <a:t>IT</a:t>
                      </a:r>
                      <a:r>
                        <a:rPr sz="1400" kern="0" spc="-30" dirty="0">
                          <a:ln w="5103" cap="flat" cmpd="sng">
                            <a:solidFill>
                              <a:srgbClr val="000000">
                                <a:alpha val="100000"/>
                              </a:srgbClr>
                            </a:solidFill>
                            <a:prstDash val="solid"/>
                            <a:round/>
                          </a:ln>
                          <a:solidFill>
                            <a:srgbClr val="000000">
                              <a:alpha val="100000"/>
                            </a:srgbClr>
                          </a:solidFill>
                          <a:cs typeface="宋体" panose="02010600030101010101" pitchFamily="2" charset="-122"/>
                        </a:rPr>
                        <a:t>支持</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C66"/>
                    </a:solidFill>
                  </a:tcPr>
                </a:tc>
              </a:tr>
              <a:tr h="338454">
                <a:tc>
                  <a:txBody>
                    <a:bodyPr/>
                    <a:lstStyle/>
                    <a:p>
                      <a:pPr algn="l" rtl="0" eaLnBrk="0">
                        <a:lnSpc>
                          <a:spcPct val="102000"/>
                        </a:lnSpc>
                      </a:pPr>
                      <a:endParaRPr lang="en-US" altLang="en-US" sz="600" dirty="0"/>
                    </a:p>
                    <a:p>
                      <a:pPr marL="273685" algn="l" rtl="0" eaLnBrk="0">
                        <a:lnSpc>
                          <a:spcPct val="96000"/>
                        </a:lnSpc>
                        <a:spcBef>
                          <a:spcPts val="0"/>
                        </a:spcBef>
                      </a:pPr>
                      <a:r>
                        <a:rPr sz="1200" kern="0" spc="-20" dirty="0">
                          <a:solidFill>
                            <a:srgbClr val="000000">
                              <a:alpha val="100000"/>
                            </a:srgbClr>
                          </a:solidFill>
                          <a:cs typeface="宋体" panose="02010600030101010101" pitchFamily="2" charset="-122"/>
                        </a:rPr>
                        <a:t>银河系统</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7820">
                <a:tc>
                  <a:txBody>
                    <a:bodyPr/>
                    <a:lstStyle/>
                    <a:p>
                      <a:pPr algn="l" rtl="0" eaLnBrk="0">
                        <a:lnSpc>
                          <a:spcPct val="102000"/>
                        </a:lnSpc>
                      </a:pPr>
                      <a:endParaRPr lang="en-US" altLang="en-US" sz="600" dirty="0"/>
                    </a:p>
                    <a:p>
                      <a:pPr marL="123190" algn="l" rtl="0" eaLnBrk="0">
                        <a:lnSpc>
                          <a:spcPct val="95000"/>
                        </a:lnSpc>
                        <a:spcBef>
                          <a:spcPts val="5"/>
                        </a:spcBef>
                      </a:pPr>
                      <a:r>
                        <a:rPr sz="1200" kern="0" spc="-10" dirty="0">
                          <a:solidFill>
                            <a:srgbClr val="000000">
                              <a:alpha val="100000"/>
                            </a:srgbClr>
                          </a:solidFill>
                          <a:cs typeface="宋体" panose="02010600030101010101" pitchFamily="2" charset="-122"/>
                        </a:rPr>
                        <a:t>壹米在手</a:t>
                      </a:r>
                      <a:r>
                        <a:rPr sz="1200" kern="0" spc="-10" dirty="0">
                          <a:solidFill>
                            <a:srgbClr val="000000">
                              <a:alpha val="100000"/>
                            </a:srgbClr>
                          </a:solidFill>
                          <a:cs typeface="Arial" panose="020B0604020202020204"/>
                        </a:rPr>
                        <a:t>APP</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454">
                <a:tc>
                  <a:txBody>
                    <a:bodyPr/>
                    <a:lstStyle/>
                    <a:p>
                      <a:pPr algn="l" rtl="0" eaLnBrk="0">
                        <a:lnSpc>
                          <a:spcPct val="103000"/>
                        </a:lnSpc>
                      </a:pPr>
                      <a:endParaRPr lang="en-US" altLang="en-US" sz="600" dirty="0"/>
                    </a:p>
                    <a:p>
                      <a:pPr marL="165735" algn="l" rtl="0" eaLnBrk="0">
                        <a:lnSpc>
                          <a:spcPct val="95000"/>
                        </a:lnSpc>
                        <a:spcBef>
                          <a:spcPts val="0"/>
                        </a:spcBef>
                      </a:pPr>
                      <a:r>
                        <a:rPr sz="1200" kern="0" spc="-20" dirty="0">
                          <a:solidFill>
                            <a:srgbClr val="000000">
                              <a:alpha val="100000"/>
                            </a:srgbClr>
                          </a:solidFill>
                          <a:cs typeface="宋体" panose="02010600030101010101" pitchFamily="2" charset="-122"/>
                        </a:rPr>
                        <a:t>壹米</a:t>
                      </a:r>
                      <a:r>
                        <a:rPr sz="1200" kern="0" spc="-20" dirty="0">
                          <a:solidFill>
                            <a:srgbClr val="000000">
                              <a:alpha val="100000"/>
                            </a:srgbClr>
                          </a:solidFill>
                          <a:cs typeface="Arial" panose="020B0604020202020204"/>
                        </a:rPr>
                        <a:t>OA</a:t>
                      </a:r>
                      <a:r>
                        <a:rPr sz="1200" kern="0" spc="-20" dirty="0">
                          <a:solidFill>
                            <a:srgbClr val="000000">
                              <a:alpha val="100000"/>
                            </a:srgbClr>
                          </a:solidFill>
                          <a:cs typeface="宋体" panose="02010600030101010101" pitchFamily="2" charset="-122"/>
                        </a:rPr>
                        <a:t>系统</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6550">
                <a:tc>
                  <a:txBody>
                    <a:bodyPr/>
                    <a:lstStyle/>
                    <a:p>
                      <a:pPr algn="l" rtl="0" eaLnBrk="0">
                        <a:lnSpc>
                          <a:spcPct val="106000"/>
                        </a:lnSpc>
                      </a:pPr>
                      <a:endParaRPr lang="en-US" altLang="en-US" sz="700" dirty="0"/>
                    </a:p>
                    <a:p>
                      <a:pPr algn="l" rtl="0" eaLnBrk="0">
                        <a:lnSpc>
                          <a:spcPct val="6000"/>
                        </a:lnSpc>
                      </a:pPr>
                      <a:endParaRPr lang="en-US" altLang="en-US" sz="100" dirty="0"/>
                    </a:p>
                    <a:p>
                      <a:pPr marL="426720" algn="l" rtl="0" eaLnBrk="0">
                        <a:lnSpc>
                          <a:spcPct val="80000"/>
                        </a:lnSpc>
                      </a:pPr>
                      <a:r>
                        <a:rPr sz="1200" kern="0" spc="-40" dirty="0">
                          <a:solidFill>
                            <a:srgbClr val="000000">
                              <a:alpha val="100000"/>
                            </a:srgbClr>
                          </a:solidFill>
                          <a:cs typeface="Arial" panose="020B0604020202020204"/>
                        </a:rPr>
                        <a:t>PDA</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7820">
                <a:tc>
                  <a:txBody>
                    <a:bodyPr/>
                    <a:lstStyle/>
                    <a:p>
                      <a:pPr algn="l" rtl="0" eaLnBrk="0">
                        <a:lnSpc>
                          <a:spcPct val="102000"/>
                        </a:lnSpc>
                      </a:pPr>
                      <a:endParaRPr lang="en-US" altLang="en-US" sz="600" dirty="0"/>
                    </a:p>
                    <a:p>
                      <a:pPr marL="359410" algn="l" rtl="0" eaLnBrk="0">
                        <a:lnSpc>
                          <a:spcPct val="96000"/>
                        </a:lnSpc>
                        <a:spcBef>
                          <a:spcPts val="0"/>
                        </a:spcBef>
                      </a:pPr>
                      <a:r>
                        <a:rPr sz="1200" kern="0" spc="-30" dirty="0">
                          <a:solidFill>
                            <a:srgbClr val="000000">
                              <a:alpha val="100000"/>
                            </a:srgbClr>
                          </a:solidFill>
                          <a:cs typeface="Arial" panose="020B0604020202020204"/>
                        </a:rPr>
                        <a:t>BI</a:t>
                      </a:r>
                      <a:r>
                        <a:rPr sz="1200" kern="0" spc="-30" dirty="0">
                          <a:solidFill>
                            <a:srgbClr val="000000">
                              <a:alpha val="100000"/>
                            </a:srgbClr>
                          </a:solidFill>
                          <a:cs typeface="宋体" panose="02010600030101010101" pitchFamily="2" charset="-122"/>
                        </a:rPr>
                        <a:t>系统</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454">
                <a:tc>
                  <a:txBody>
                    <a:bodyPr/>
                    <a:lstStyle/>
                    <a:p>
                      <a:pPr algn="l" rtl="0" eaLnBrk="0">
                        <a:lnSpc>
                          <a:spcPct val="104000"/>
                        </a:lnSpc>
                      </a:pPr>
                      <a:endParaRPr lang="en-US" altLang="en-US" sz="600" dirty="0"/>
                    </a:p>
                    <a:p>
                      <a:pPr marL="281940" algn="l" rtl="0" eaLnBrk="0">
                        <a:lnSpc>
                          <a:spcPct val="95000"/>
                        </a:lnSpc>
                      </a:pPr>
                      <a:r>
                        <a:rPr sz="1200" kern="0" spc="-30" dirty="0">
                          <a:solidFill>
                            <a:srgbClr val="000000">
                              <a:alpha val="100000"/>
                            </a:srgbClr>
                          </a:solidFill>
                          <a:cs typeface="宋体" panose="02010600030101010101" pitchFamily="2" charset="-122"/>
                        </a:rPr>
                        <a:t>呼叫中心</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7820">
                <a:tc>
                  <a:txBody>
                    <a:bodyPr/>
                    <a:lstStyle/>
                    <a:p>
                      <a:pPr algn="l" rtl="0" eaLnBrk="0">
                        <a:lnSpc>
                          <a:spcPct val="103000"/>
                        </a:lnSpc>
                      </a:pPr>
                      <a:endParaRPr lang="en-US" altLang="en-US" sz="600" dirty="0"/>
                    </a:p>
                    <a:p>
                      <a:pPr marL="274955" algn="l" rtl="0" eaLnBrk="0">
                        <a:lnSpc>
                          <a:spcPct val="95000"/>
                        </a:lnSpc>
                        <a:spcBef>
                          <a:spcPts val="5"/>
                        </a:spcBef>
                      </a:pPr>
                      <a:r>
                        <a:rPr sz="1200" kern="0" spc="-20" dirty="0">
                          <a:solidFill>
                            <a:srgbClr val="000000">
                              <a:alpha val="100000"/>
                            </a:srgbClr>
                          </a:solidFill>
                          <a:cs typeface="宋体" panose="02010600030101010101" pitchFamily="2" charset="-122"/>
                        </a:rPr>
                        <a:t>工单系统</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8454">
                <a:tc>
                  <a:txBody>
                    <a:bodyPr/>
                    <a:lstStyle/>
                    <a:p>
                      <a:pPr algn="l" rtl="0" eaLnBrk="0">
                        <a:lnSpc>
                          <a:spcPct val="104000"/>
                        </a:lnSpc>
                      </a:pPr>
                      <a:endParaRPr lang="en-US" altLang="en-US" sz="600" dirty="0"/>
                    </a:p>
                    <a:p>
                      <a:pPr marL="138430" algn="l" rtl="0" eaLnBrk="0">
                        <a:lnSpc>
                          <a:spcPct val="95000"/>
                        </a:lnSpc>
                        <a:spcBef>
                          <a:spcPts val="0"/>
                        </a:spcBef>
                      </a:pPr>
                      <a:r>
                        <a:rPr sz="1200" kern="0" spc="-30" dirty="0">
                          <a:solidFill>
                            <a:srgbClr val="000000">
                              <a:alpha val="100000"/>
                            </a:srgbClr>
                          </a:solidFill>
                          <a:cs typeface="宋体" panose="02010600030101010101" pitchFamily="2" charset="-122"/>
                        </a:rPr>
                        <a:t>电商订单系统</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4170">
                <a:tc>
                  <a:txBody>
                    <a:bodyPr/>
                    <a:lstStyle/>
                    <a:p>
                      <a:pPr algn="l" rtl="0" eaLnBrk="0">
                        <a:lnSpc>
                          <a:spcPct val="105000"/>
                        </a:lnSpc>
                      </a:pPr>
                      <a:endParaRPr lang="en-US" altLang="en-US" sz="700" dirty="0"/>
                    </a:p>
                    <a:p>
                      <a:pPr algn="l" rtl="0" eaLnBrk="0">
                        <a:lnSpc>
                          <a:spcPct val="7000"/>
                        </a:lnSpc>
                      </a:pPr>
                      <a:endParaRPr lang="en-US" altLang="en-US" sz="100" dirty="0"/>
                    </a:p>
                    <a:p>
                      <a:pPr marL="478155" algn="l" rtl="0" eaLnBrk="0">
                        <a:lnSpc>
                          <a:spcPct val="81000"/>
                        </a:lnSpc>
                      </a:pPr>
                      <a:r>
                        <a:rPr sz="1200" kern="0" spc="-30" dirty="0">
                          <a:solidFill>
                            <a:srgbClr val="000000">
                              <a:alpha val="100000"/>
                            </a:srgbClr>
                          </a:solidFill>
                          <a:cs typeface="Arial" panose="020B0604020202020204"/>
                        </a:rPr>
                        <a:t>G7</a:t>
                      </a:r>
                      <a:endParaRPr lang="en-US" altLang="en-US" sz="1200" dirty="0"/>
                    </a:p>
                  </a:txBody>
                  <a:tcPr marL="0" marR="0" marT="0" marB="0" vert="horz">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186" name="textbox 1186"/>
          <p:cNvSpPr/>
          <p:nvPr/>
        </p:nvSpPr>
        <p:spPr>
          <a:xfrm>
            <a:off x="842782" y="351249"/>
            <a:ext cx="10185400" cy="596265"/>
          </a:xfrm>
          <a:prstGeom prst="rect">
            <a:avLst/>
          </a:prstGeom>
        </p:spPr>
        <p:txBody>
          <a:bodyPr vert="horz" wrap="square" lIns="0" tIns="0" rIns="0" bIns="0"/>
          <a:lstStyle/>
          <a:p>
            <a:pPr algn="l" rtl="0" eaLnBrk="0">
              <a:lnSpc>
                <a:spcPct val="69000"/>
              </a:lnSpc>
            </a:pPr>
            <a:endParaRPr lang="en-US" altLang="en-US" sz="100" dirty="0"/>
          </a:p>
          <a:p>
            <a:pPr marL="12700" indent="24130" algn="l" rtl="0" eaLnBrk="0">
              <a:lnSpc>
                <a:spcPct val="94000"/>
              </a:lnSpc>
            </a:pPr>
            <a:r>
              <a:rPr sz="2000" b="1" kern="0" spc="0" dirty="0">
                <a:solidFill>
                  <a:srgbClr val="000000">
                    <a:alpha val="100000"/>
                  </a:srgbClr>
                </a:solidFill>
                <a:cs typeface="微软雅黑" panose="020B0503020204020204" charset="-122"/>
              </a:rPr>
              <a:t>目前用户对主要系统的功能使用基本认可，</a:t>
            </a:r>
            <a:r>
              <a:rPr sz="2000" b="1" kern="0" spc="-10" dirty="0">
                <a:solidFill>
                  <a:srgbClr val="000000">
                    <a:alpha val="100000"/>
                  </a:srgbClr>
                </a:solidFill>
                <a:cs typeface="微软雅黑" panose="020B0503020204020204" charset="-122"/>
              </a:rPr>
              <a:t>但在系统稳定、快速和集成等方面仍有进一步提</a:t>
            </a:r>
            <a:r>
              <a:rPr sz="2000" b="1" kern="0" spc="0" dirty="0">
                <a:solidFill>
                  <a:srgbClr val="000000">
                    <a:alpha val="100000"/>
                  </a:srgbClr>
                </a:solidFill>
                <a:cs typeface="微软雅黑" panose="020B0503020204020204" charset="-122"/>
              </a:rPr>
              <a:t> </a:t>
            </a:r>
            <a:r>
              <a:rPr sz="2000" b="1" kern="0" spc="-10" dirty="0">
                <a:solidFill>
                  <a:srgbClr val="000000">
                    <a:alpha val="100000"/>
                  </a:srgbClr>
                </a:solidFill>
                <a:cs typeface="微软雅黑" panose="020B0503020204020204" charset="-122"/>
              </a:rPr>
              <a:t>升的空间</a:t>
            </a:r>
            <a:endParaRPr lang="en-US" altLang="en-US" sz="2000" dirty="0"/>
          </a:p>
        </p:txBody>
      </p:sp>
      <p:pic>
        <p:nvPicPr>
          <p:cNvPr id="1188" name="picture 1188"/>
          <p:cNvPicPr>
            <a:picLocks noChangeAspect="1"/>
          </p:cNvPicPr>
          <p:nvPr/>
        </p:nvPicPr>
        <p:blipFill>
          <a:blip r:embed="rId1"/>
          <a:stretch>
            <a:fillRect/>
          </a:stretch>
        </p:blipFill>
        <p:spPr>
          <a:xfrm rot="21600000">
            <a:off x="7308405" y="2054866"/>
            <a:ext cx="748038" cy="494204"/>
          </a:xfrm>
          <a:prstGeom prst="rect">
            <a:avLst/>
          </a:prstGeom>
        </p:spPr>
      </p:pic>
      <p:graphicFrame>
        <p:nvGraphicFramePr>
          <p:cNvPr id="1190" name="table 1190"/>
          <p:cNvGraphicFramePr>
            <a:graphicFrameLocks noGrp="1"/>
          </p:cNvGraphicFramePr>
          <p:nvPr/>
        </p:nvGraphicFramePr>
        <p:xfrm>
          <a:off x="7286053" y="2070925"/>
          <a:ext cx="713105" cy="458470"/>
        </p:xfrm>
        <a:graphic>
          <a:graphicData uri="http://schemas.openxmlformats.org/drawingml/2006/table">
            <a:tbl>
              <a:tblPr>
                <a:solidFill>
                  <a:srgbClr val="FFF2CC"/>
                </a:solidFill>
              </a:tblPr>
              <a:tblGrid>
                <a:gridCol w="713105"/>
              </a:tblGrid>
              <a:tr h="448945">
                <a:tc>
                  <a:txBody>
                    <a:bodyPr/>
                    <a:lstStyle/>
                    <a:p>
                      <a:pPr algn="l" rtl="0" eaLnBrk="0">
                        <a:lnSpc>
                          <a:spcPct val="113000"/>
                        </a:lnSpc>
                      </a:pPr>
                      <a:endParaRPr lang="en-US" altLang="en-US" sz="400" dirty="0"/>
                    </a:p>
                    <a:p>
                      <a:pPr marL="213995" algn="l" rtl="0" eaLnBrk="0">
                        <a:lnSpc>
                          <a:spcPct val="89000"/>
                        </a:lnSpc>
                        <a:spcBef>
                          <a:spcPts val="5"/>
                        </a:spcBef>
                      </a:pPr>
                      <a:r>
                        <a:rPr sz="1200" kern="0" spc="-30" dirty="0">
                          <a:solidFill>
                            <a:srgbClr val="000000">
                              <a:alpha val="100000"/>
                            </a:srgbClr>
                          </a:solidFill>
                          <a:cs typeface="微软雅黑" panose="020B0503020204020204" charset="-122"/>
                        </a:rPr>
                        <a:t>官方</a:t>
                      </a:r>
                      <a:endParaRPr lang="en-US" altLang="en-US" sz="1200" dirty="0"/>
                    </a:p>
                    <a:p>
                      <a:pPr marL="217805" algn="l" rtl="0" eaLnBrk="0">
                        <a:lnSpc>
                          <a:spcPct val="99000"/>
                        </a:lnSpc>
                        <a:spcBef>
                          <a:spcPts val="5"/>
                        </a:spcBef>
                      </a:pPr>
                      <a:r>
                        <a:rPr sz="1200" kern="0" spc="-30" dirty="0">
                          <a:solidFill>
                            <a:srgbClr val="000000">
                              <a:alpha val="100000"/>
                            </a:srgbClr>
                          </a:solidFill>
                          <a:cs typeface="微软雅黑" panose="020B0503020204020204" charset="-122"/>
                        </a:rPr>
                        <a:t>网站</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2CC"/>
                    </a:solidFill>
                  </a:tcPr>
                </a:tc>
              </a:tr>
            </a:tbl>
          </a:graphicData>
        </a:graphic>
      </p:graphicFrame>
      <p:pic>
        <p:nvPicPr>
          <p:cNvPr id="1192" name="picture 1192"/>
          <p:cNvPicPr>
            <a:picLocks noChangeAspect="1"/>
          </p:cNvPicPr>
          <p:nvPr/>
        </p:nvPicPr>
        <p:blipFill>
          <a:blip r:embed="rId2"/>
          <a:stretch>
            <a:fillRect/>
          </a:stretch>
        </p:blipFill>
        <p:spPr>
          <a:xfrm rot="21600000">
            <a:off x="7308203" y="3385097"/>
            <a:ext cx="731586" cy="430287"/>
          </a:xfrm>
          <a:prstGeom prst="rect">
            <a:avLst/>
          </a:prstGeom>
        </p:spPr>
      </p:pic>
      <p:graphicFrame>
        <p:nvGraphicFramePr>
          <p:cNvPr id="1194" name="table 1194"/>
          <p:cNvGraphicFramePr>
            <a:graphicFrameLocks noGrp="1"/>
          </p:cNvGraphicFramePr>
          <p:nvPr/>
        </p:nvGraphicFramePr>
        <p:xfrm>
          <a:off x="7286053" y="3401377"/>
          <a:ext cx="696594" cy="394970"/>
        </p:xfrm>
        <a:graphic>
          <a:graphicData uri="http://schemas.openxmlformats.org/drawingml/2006/table">
            <a:tbl>
              <a:tblPr>
                <a:solidFill>
                  <a:srgbClr val="FFF2CC"/>
                </a:solidFill>
              </a:tblPr>
              <a:tblGrid>
                <a:gridCol w="696594"/>
              </a:tblGrid>
              <a:tr h="385445">
                <a:tc>
                  <a:txBody>
                    <a:bodyPr/>
                    <a:lstStyle/>
                    <a:p>
                      <a:pPr algn="l" rtl="0" eaLnBrk="0">
                        <a:lnSpc>
                          <a:spcPct val="104000"/>
                        </a:lnSpc>
                      </a:pPr>
                      <a:endParaRPr lang="en-US" altLang="en-US" sz="800" dirty="0"/>
                    </a:p>
                    <a:p>
                      <a:pPr marL="254635" algn="l" rtl="0" eaLnBrk="0">
                        <a:lnSpc>
                          <a:spcPct val="84000"/>
                        </a:lnSpc>
                        <a:spcBef>
                          <a:spcPts val="5"/>
                        </a:spcBef>
                      </a:pPr>
                      <a:r>
                        <a:rPr sz="1200" kern="0" spc="-30" dirty="0">
                          <a:solidFill>
                            <a:srgbClr val="000000">
                              <a:alpha val="100000"/>
                            </a:srgbClr>
                          </a:solidFill>
                          <a:cs typeface="微软雅黑" panose="020B0503020204020204" charset="-122"/>
                        </a:rPr>
                        <a:t>G7</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2CC"/>
                    </a:solidFill>
                  </a:tcPr>
                </a:tc>
              </a:tr>
            </a:tbl>
          </a:graphicData>
        </a:graphic>
      </p:graphicFrame>
      <p:pic>
        <p:nvPicPr>
          <p:cNvPr id="1196" name="picture 1196"/>
          <p:cNvPicPr>
            <a:picLocks noChangeAspect="1"/>
          </p:cNvPicPr>
          <p:nvPr/>
        </p:nvPicPr>
        <p:blipFill>
          <a:blip r:embed="rId3"/>
          <a:stretch>
            <a:fillRect/>
          </a:stretch>
        </p:blipFill>
        <p:spPr>
          <a:xfrm rot="21600000">
            <a:off x="7308336" y="4727202"/>
            <a:ext cx="746654" cy="542937"/>
          </a:xfrm>
          <a:prstGeom prst="rect">
            <a:avLst/>
          </a:prstGeom>
        </p:spPr>
      </p:pic>
      <p:pic>
        <p:nvPicPr>
          <p:cNvPr id="1198" name="picture 1198"/>
          <p:cNvPicPr>
            <a:picLocks noChangeAspect="1"/>
          </p:cNvPicPr>
          <p:nvPr/>
        </p:nvPicPr>
        <p:blipFill>
          <a:blip r:embed="rId4"/>
          <a:stretch>
            <a:fillRect/>
          </a:stretch>
        </p:blipFill>
        <p:spPr>
          <a:xfrm rot="21600000">
            <a:off x="7308722" y="1418900"/>
            <a:ext cx="729222" cy="488594"/>
          </a:xfrm>
          <a:prstGeom prst="rect">
            <a:avLst/>
          </a:prstGeom>
        </p:spPr>
      </p:pic>
      <p:pic>
        <p:nvPicPr>
          <p:cNvPr id="1200" name="picture 1200"/>
          <p:cNvPicPr>
            <a:picLocks noChangeAspect="1"/>
          </p:cNvPicPr>
          <p:nvPr/>
        </p:nvPicPr>
        <p:blipFill>
          <a:blip r:embed="rId5"/>
          <a:stretch>
            <a:fillRect/>
          </a:stretch>
        </p:blipFill>
        <p:spPr>
          <a:xfrm rot="21600000">
            <a:off x="7308578" y="2680001"/>
            <a:ext cx="726439" cy="536224"/>
          </a:xfrm>
          <a:prstGeom prst="rect">
            <a:avLst/>
          </a:prstGeom>
        </p:spPr>
      </p:pic>
      <p:pic>
        <p:nvPicPr>
          <p:cNvPr id="1202" name="picture 1202"/>
          <p:cNvPicPr>
            <a:picLocks noChangeAspect="1"/>
          </p:cNvPicPr>
          <p:nvPr/>
        </p:nvPicPr>
        <p:blipFill>
          <a:blip r:embed="rId6"/>
          <a:stretch>
            <a:fillRect/>
          </a:stretch>
        </p:blipFill>
        <p:spPr>
          <a:xfrm rot="21600000">
            <a:off x="7308307" y="1659847"/>
            <a:ext cx="1457555" cy="3338214"/>
          </a:xfrm>
          <a:prstGeom prst="rect">
            <a:avLst/>
          </a:prstGeom>
        </p:spPr>
      </p:pic>
      <p:pic>
        <p:nvPicPr>
          <p:cNvPr id="1204" name="picture 1204"/>
          <p:cNvPicPr>
            <a:picLocks noChangeAspect="1"/>
          </p:cNvPicPr>
          <p:nvPr/>
        </p:nvPicPr>
        <p:blipFill>
          <a:blip r:embed="rId7"/>
          <a:stretch>
            <a:fillRect/>
          </a:stretch>
        </p:blipFill>
        <p:spPr>
          <a:xfrm rot="21600000">
            <a:off x="2048255" y="1499616"/>
            <a:ext cx="4428744" cy="443483"/>
          </a:xfrm>
          <a:prstGeom prst="rect">
            <a:avLst/>
          </a:prstGeom>
        </p:spPr>
      </p:pic>
      <p:pic>
        <p:nvPicPr>
          <p:cNvPr id="1206" name="picture 1206"/>
          <p:cNvPicPr>
            <a:picLocks noChangeAspect="1"/>
          </p:cNvPicPr>
          <p:nvPr/>
        </p:nvPicPr>
        <p:blipFill>
          <a:blip r:embed="rId8"/>
          <a:stretch>
            <a:fillRect/>
          </a:stretch>
        </p:blipFill>
        <p:spPr>
          <a:xfrm rot="21600000">
            <a:off x="10746900" y="2363175"/>
            <a:ext cx="855720" cy="462829"/>
          </a:xfrm>
          <a:prstGeom prst="rect">
            <a:avLst/>
          </a:prstGeom>
        </p:spPr>
      </p:pic>
      <p:graphicFrame>
        <p:nvGraphicFramePr>
          <p:cNvPr id="1208" name="table 1208"/>
          <p:cNvGraphicFramePr>
            <a:graphicFrameLocks noGrp="1"/>
          </p:cNvGraphicFramePr>
          <p:nvPr/>
        </p:nvGraphicFramePr>
        <p:xfrm>
          <a:off x="10724197" y="2378773"/>
          <a:ext cx="821690" cy="428625"/>
        </p:xfrm>
        <a:graphic>
          <a:graphicData uri="http://schemas.openxmlformats.org/drawingml/2006/table">
            <a:tbl>
              <a:tblPr>
                <a:solidFill>
                  <a:srgbClr val="BF9000"/>
                </a:solidFill>
              </a:tblPr>
              <a:tblGrid>
                <a:gridCol w="821690"/>
              </a:tblGrid>
              <a:tr h="419100">
                <a:tc>
                  <a:txBody>
                    <a:bodyPr/>
                    <a:lstStyle/>
                    <a:p>
                      <a:pPr algn="l" rtl="0" eaLnBrk="0">
                        <a:lnSpc>
                          <a:spcPct val="100000"/>
                        </a:lnSpc>
                      </a:pPr>
                      <a:endParaRPr lang="en-US" altLang="en-US" sz="900" dirty="0"/>
                    </a:p>
                    <a:p>
                      <a:pPr marL="111125" algn="l" rtl="0" eaLnBrk="0">
                        <a:lnSpc>
                          <a:spcPct val="97000"/>
                        </a:lnSpc>
                        <a:spcBef>
                          <a:spcPts val="0"/>
                        </a:spcBef>
                      </a:pPr>
                      <a:r>
                        <a:rPr sz="1200" kern="0" spc="-10" dirty="0">
                          <a:solidFill>
                            <a:srgbClr val="FFFFFF">
                              <a:alpha val="100000"/>
                            </a:srgbClr>
                          </a:solidFill>
                          <a:cs typeface="微软雅黑" panose="020B0503020204020204" charset="-122"/>
                        </a:rPr>
                        <a:t>工单系统</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BF9000"/>
                    </a:solidFill>
                  </a:tcPr>
                </a:tc>
              </a:tr>
            </a:tbl>
          </a:graphicData>
        </a:graphic>
      </p:graphicFrame>
      <p:sp>
        <p:nvSpPr>
          <p:cNvPr id="1210" name="path"/>
          <p:cNvSpPr/>
          <p:nvPr/>
        </p:nvSpPr>
        <p:spPr>
          <a:xfrm>
            <a:off x="10128593" y="1794120"/>
            <a:ext cx="627582" cy="1599582"/>
          </a:xfrm>
          <a:custGeom>
            <a:avLst/>
            <a:gdLst/>
            <a:ahLst/>
            <a:cxnLst/>
            <a:rect l="0" t="0" r="0" b="0"/>
            <a:pathLst>
              <a:path w="988" h="2519">
                <a:moveTo>
                  <a:pt x="4" y="2517"/>
                </a:moveTo>
                <a:lnTo>
                  <a:pt x="983" y="1"/>
                </a:lnTo>
              </a:path>
            </a:pathLst>
          </a:custGeom>
          <a:noFill/>
          <a:ln w="6350" cap="flat">
            <a:solidFill>
              <a:srgbClr val="000000">
                <a:alpha val="100000"/>
              </a:srgbClr>
            </a:solidFill>
            <a:prstDash val="dash"/>
            <a:miter lim="800000"/>
          </a:ln>
        </p:spPr>
        <p:txBody>
          <a:bodyPr rtlCol="0"/>
          <a:lstStyle/>
          <a:p>
            <a:pPr algn="ctr"/>
            <a:endParaRPr lang="zh-CN" altLang="en-US"/>
          </a:p>
        </p:txBody>
      </p:sp>
      <p:grpSp>
        <p:nvGrpSpPr>
          <p:cNvPr id="76" name="group 76"/>
          <p:cNvGrpSpPr/>
          <p:nvPr/>
        </p:nvGrpSpPr>
        <p:grpSpPr>
          <a:xfrm rot="21600000">
            <a:off x="8758427" y="3058667"/>
            <a:ext cx="1372996" cy="662813"/>
            <a:chOff x="0" y="0"/>
            <a:chExt cx="1372996" cy="662813"/>
          </a:xfrm>
        </p:grpSpPr>
        <p:pic>
          <p:nvPicPr>
            <p:cNvPr id="1212" name="picture 1212"/>
            <p:cNvPicPr>
              <a:picLocks noChangeAspect="1"/>
            </p:cNvPicPr>
            <p:nvPr/>
          </p:nvPicPr>
          <p:blipFill>
            <a:blip r:embed="rId9"/>
            <a:stretch>
              <a:fillRect/>
            </a:stretch>
          </p:blipFill>
          <p:spPr>
            <a:xfrm rot="21600000">
              <a:off x="0" y="0"/>
              <a:ext cx="1372996" cy="662813"/>
            </a:xfrm>
            <a:prstGeom prst="rect">
              <a:avLst/>
            </a:prstGeom>
          </p:spPr>
        </p:pic>
        <p:sp>
          <p:nvSpPr>
            <p:cNvPr id="1214" name="textbox 1214"/>
            <p:cNvSpPr/>
            <p:nvPr/>
          </p:nvSpPr>
          <p:spPr>
            <a:xfrm>
              <a:off x="-12700" y="-12700"/>
              <a:ext cx="1398905" cy="708659"/>
            </a:xfrm>
            <a:prstGeom prst="rect">
              <a:avLst/>
            </a:prstGeom>
          </p:spPr>
          <p:txBody>
            <a:bodyPr vert="horz" wrap="square" lIns="0" tIns="0" rIns="0" bIns="0"/>
            <a:lstStyle/>
            <a:p>
              <a:pPr algn="l" rtl="0" eaLnBrk="0">
                <a:lnSpc>
                  <a:spcPct val="167000"/>
                </a:lnSpc>
              </a:pPr>
              <a:endParaRPr lang="en-US" altLang="en-US" sz="1000" dirty="0"/>
            </a:p>
            <a:p>
              <a:pPr algn="l" rtl="0" eaLnBrk="0">
                <a:lnSpc>
                  <a:spcPct val="9000"/>
                </a:lnSpc>
              </a:pPr>
              <a:endParaRPr lang="en-US" altLang="en-US" sz="100" dirty="0"/>
            </a:p>
            <a:p>
              <a:pPr marL="298450" algn="l" rtl="0" eaLnBrk="0">
                <a:lnSpc>
                  <a:spcPts val="1855"/>
                </a:lnSpc>
              </a:pPr>
              <a:r>
                <a:rPr sz="1500" kern="0" spc="80" dirty="0">
                  <a:solidFill>
                    <a:srgbClr val="000000">
                      <a:alpha val="100000"/>
                    </a:srgbClr>
                  </a:solidFill>
                  <a:cs typeface="微软雅黑" panose="020B0503020204020204" charset="-122"/>
                </a:rPr>
                <a:t>银河系统</a:t>
              </a:r>
              <a:endParaRPr lang="en-US" altLang="en-US" sz="1500" dirty="0"/>
            </a:p>
          </p:txBody>
        </p:sp>
      </p:grpSp>
      <p:pic>
        <p:nvPicPr>
          <p:cNvPr id="1216" name="picture 1216"/>
          <p:cNvPicPr>
            <a:picLocks noChangeAspect="1"/>
          </p:cNvPicPr>
          <p:nvPr/>
        </p:nvPicPr>
        <p:blipFill>
          <a:blip r:embed="rId10"/>
          <a:stretch>
            <a:fillRect/>
          </a:stretch>
        </p:blipFill>
        <p:spPr>
          <a:xfrm rot="21600000">
            <a:off x="0" y="0"/>
            <a:ext cx="660666" cy="1188847"/>
          </a:xfrm>
          <a:prstGeom prst="rect">
            <a:avLst/>
          </a:prstGeom>
        </p:spPr>
      </p:pic>
      <p:sp>
        <p:nvSpPr>
          <p:cNvPr id="1218" name="path"/>
          <p:cNvSpPr/>
          <p:nvPr/>
        </p:nvSpPr>
        <p:spPr>
          <a:xfrm>
            <a:off x="10128917" y="3389318"/>
            <a:ext cx="626934" cy="929563"/>
          </a:xfrm>
          <a:custGeom>
            <a:avLst/>
            <a:gdLst/>
            <a:ahLst/>
            <a:cxnLst/>
            <a:rect l="0" t="0" r="0" b="0"/>
            <a:pathLst>
              <a:path w="987" h="1463">
                <a:moveTo>
                  <a:pt x="4" y="4"/>
                </a:moveTo>
                <a:lnTo>
                  <a:pt x="983" y="212"/>
                </a:lnTo>
                <a:moveTo>
                  <a:pt x="4" y="4"/>
                </a:moveTo>
                <a:lnTo>
                  <a:pt x="983" y="1461"/>
                </a:lnTo>
              </a:path>
            </a:pathLst>
          </a:custGeom>
          <a:noFill/>
          <a:ln w="6350" cap="flat">
            <a:solidFill>
              <a:srgbClr val="000000">
                <a:alpha val="100000"/>
              </a:srgbClr>
            </a:solidFill>
            <a:prstDash val="dash"/>
            <a:miter lim="800000"/>
          </a:ln>
        </p:spPr>
        <p:txBody>
          <a:bodyPr rtlCol="0"/>
          <a:lstStyle/>
          <a:p>
            <a:pPr algn="ctr"/>
            <a:endParaRPr lang="zh-CN" altLang="en-US"/>
          </a:p>
        </p:txBody>
      </p:sp>
      <p:sp>
        <p:nvSpPr>
          <p:cNvPr id="1220" name="path"/>
          <p:cNvSpPr/>
          <p:nvPr/>
        </p:nvSpPr>
        <p:spPr>
          <a:xfrm>
            <a:off x="10129008" y="2590424"/>
            <a:ext cx="602495" cy="803772"/>
          </a:xfrm>
          <a:custGeom>
            <a:avLst/>
            <a:gdLst/>
            <a:ahLst/>
            <a:cxnLst/>
            <a:rect l="0" t="0" r="0" b="0"/>
            <a:pathLst>
              <a:path w="948" h="1265">
                <a:moveTo>
                  <a:pt x="4" y="1262"/>
                </a:moveTo>
                <a:lnTo>
                  <a:pt x="944" y="2"/>
                </a:lnTo>
              </a:path>
            </a:pathLst>
          </a:custGeom>
          <a:noFill/>
          <a:ln w="6350" cap="flat">
            <a:solidFill>
              <a:srgbClr val="000000">
                <a:alpha val="100000"/>
              </a:srgbClr>
            </a:solidFill>
            <a:prstDash val="dash"/>
            <a:miter lim="800000"/>
          </a:ln>
        </p:spPr>
        <p:txBody>
          <a:bodyPr rtlCol="0"/>
          <a:lstStyle/>
          <a:p>
            <a:pPr algn="ctr"/>
            <a:endParaRPr lang="zh-CN" altLang="en-US"/>
          </a:p>
        </p:txBody>
      </p:sp>
      <p:pic>
        <p:nvPicPr>
          <p:cNvPr id="1222" name="picture 1222"/>
          <p:cNvPicPr>
            <a:picLocks noChangeAspect="1"/>
          </p:cNvPicPr>
          <p:nvPr/>
        </p:nvPicPr>
        <p:blipFill>
          <a:blip r:embed="rId11"/>
          <a:stretch>
            <a:fillRect/>
          </a:stretch>
        </p:blipFill>
        <p:spPr>
          <a:xfrm rot="21600000">
            <a:off x="11915619" y="63196"/>
            <a:ext cx="251252" cy="227508"/>
          </a:xfrm>
          <a:prstGeom prst="rect">
            <a:avLst/>
          </a:prstGeom>
        </p:spPr>
      </p:pic>
      <p:pic>
        <p:nvPicPr>
          <p:cNvPr id="1224" name="picture 1224"/>
          <p:cNvPicPr>
            <a:picLocks noChangeAspect="1"/>
          </p:cNvPicPr>
          <p:nvPr/>
        </p:nvPicPr>
        <p:blipFill>
          <a:blip r:embed="rId12"/>
          <a:stretch>
            <a:fillRect/>
          </a:stretch>
        </p:blipFill>
        <p:spPr>
          <a:xfrm rot="21600000">
            <a:off x="11940745" y="391654"/>
            <a:ext cx="251252" cy="224971"/>
          </a:xfrm>
          <a:prstGeom prst="rect">
            <a:avLst/>
          </a:prstGeom>
        </p:spPr>
      </p:pic>
      <p:graphicFrame>
        <p:nvGraphicFramePr>
          <p:cNvPr id="1226" name="table 1226"/>
          <p:cNvGraphicFramePr>
            <a:graphicFrameLocks noGrp="1"/>
          </p:cNvGraphicFramePr>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ED7D31">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B0B0B0">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B0B0B0">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pic>
        <p:nvPicPr>
          <p:cNvPr id="1228" name="picture 1228"/>
          <p:cNvPicPr>
            <a:picLocks noChangeAspect="1"/>
          </p:cNvPicPr>
          <p:nvPr/>
        </p:nvPicPr>
        <p:blipFill>
          <a:blip r:embed="rId13"/>
          <a:stretch>
            <a:fillRect/>
          </a:stretch>
        </p:blipFill>
        <p:spPr>
          <a:xfrm rot="21600000">
            <a:off x="10771320" y="1539922"/>
            <a:ext cx="831340" cy="501060"/>
          </a:xfrm>
          <a:prstGeom prst="rect">
            <a:avLst/>
          </a:prstGeom>
        </p:spPr>
      </p:pic>
      <p:pic>
        <p:nvPicPr>
          <p:cNvPr id="1230" name="picture 1230"/>
          <p:cNvPicPr>
            <a:picLocks noChangeAspect="1"/>
          </p:cNvPicPr>
          <p:nvPr/>
        </p:nvPicPr>
        <p:blipFill>
          <a:blip r:embed="rId14"/>
          <a:stretch>
            <a:fillRect/>
          </a:stretch>
        </p:blipFill>
        <p:spPr>
          <a:xfrm rot="21600000">
            <a:off x="10771320" y="4069843"/>
            <a:ext cx="831340" cy="498201"/>
          </a:xfrm>
          <a:prstGeom prst="rect">
            <a:avLst/>
          </a:prstGeom>
        </p:spPr>
      </p:pic>
      <p:pic>
        <p:nvPicPr>
          <p:cNvPr id="1232" name="picture 1232"/>
          <p:cNvPicPr>
            <a:picLocks noChangeAspect="1"/>
          </p:cNvPicPr>
          <p:nvPr/>
        </p:nvPicPr>
        <p:blipFill>
          <a:blip r:embed="rId15"/>
          <a:stretch>
            <a:fillRect/>
          </a:stretch>
        </p:blipFill>
        <p:spPr>
          <a:xfrm rot="21600000">
            <a:off x="10771320" y="3277238"/>
            <a:ext cx="831340" cy="496869"/>
          </a:xfrm>
          <a:prstGeom prst="rect">
            <a:avLst/>
          </a:prstGeom>
        </p:spPr>
      </p:pic>
      <p:pic>
        <p:nvPicPr>
          <p:cNvPr id="1234" name="picture 1234"/>
          <p:cNvPicPr>
            <a:picLocks noChangeAspect="1"/>
          </p:cNvPicPr>
          <p:nvPr/>
        </p:nvPicPr>
        <p:blipFill>
          <a:blip r:embed="rId16"/>
          <a:stretch>
            <a:fillRect/>
          </a:stretch>
        </p:blipFill>
        <p:spPr>
          <a:xfrm rot="21600000">
            <a:off x="10760567" y="4801708"/>
            <a:ext cx="842036" cy="464149"/>
          </a:xfrm>
          <a:prstGeom prst="rect">
            <a:avLst/>
          </a:prstGeom>
        </p:spPr>
      </p:pic>
      <p:graphicFrame>
        <p:nvGraphicFramePr>
          <p:cNvPr id="1236" name="table 1236"/>
          <p:cNvGraphicFramePr>
            <a:graphicFrameLocks noGrp="1"/>
          </p:cNvGraphicFramePr>
          <p:nvPr/>
        </p:nvGraphicFramePr>
        <p:xfrm>
          <a:off x="10748581" y="4085653"/>
          <a:ext cx="796925" cy="463550"/>
        </p:xfrm>
        <a:graphic>
          <a:graphicData uri="http://schemas.openxmlformats.org/drawingml/2006/table">
            <a:tbl>
              <a:tblPr>
                <a:solidFill>
                  <a:srgbClr val="BF9000"/>
                </a:solidFill>
              </a:tblPr>
              <a:tblGrid>
                <a:gridCol w="796925"/>
              </a:tblGrid>
              <a:tr h="454025">
                <a:tc>
                  <a:txBody>
                    <a:bodyPr/>
                    <a:lstStyle/>
                    <a:p>
                      <a:pPr algn="l" rtl="0" eaLnBrk="0">
                        <a:lnSpc>
                          <a:spcPct val="105000"/>
                        </a:lnSpc>
                      </a:pPr>
                      <a:endParaRPr lang="en-US" altLang="en-US" sz="1000" dirty="0"/>
                    </a:p>
                    <a:p>
                      <a:pPr algn="l" rtl="0" eaLnBrk="0">
                        <a:lnSpc>
                          <a:spcPct val="9000"/>
                        </a:lnSpc>
                      </a:pPr>
                      <a:endParaRPr lang="en-US" altLang="en-US" sz="100" dirty="0"/>
                    </a:p>
                    <a:p>
                      <a:pPr marL="240665" algn="l" rtl="0" eaLnBrk="0">
                        <a:lnSpc>
                          <a:spcPct val="84000"/>
                        </a:lnSpc>
                      </a:pPr>
                      <a:r>
                        <a:rPr sz="1200" kern="0" spc="-20" dirty="0">
                          <a:solidFill>
                            <a:srgbClr val="FFFFFF">
                              <a:alpha val="100000"/>
                            </a:srgbClr>
                          </a:solidFill>
                          <a:cs typeface="微软雅黑" panose="020B0503020204020204" charset="-122"/>
                        </a:rPr>
                        <a:t>TMS</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BF9000"/>
                    </a:solidFill>
                  </a:tcPr>
                </a:tc>
              </a:tr>
            </a:tbl>
          </a:graphicData>
        </a:graphic>
      </p:graphicFrame>
      <p:graphicFrame>
        <p:nvGraphicFramePr>
          <p:cNvPr id="1238" name="table 1238"/>
          <p:cNvGraphicFramePr>
            <a:graphicFrameLocks noGrp="1"/>
          </p:cNvGraphicFramePr>
          <p:nvPr/>
        </p:nvGraphicFramePr>
        <p:xfrm>
          <a:off x="10748581" y="3293173"/>
          <a:ext cx="796925" cy="461645"/>
        </p:xfrm>
        <a:graphic>
          <a:graphicData uri="http://schemas.openxmlformats.org/drawingml/2006/table">
            <a:tbl>
              <a:tblPr>
                <a:solidFill>
                  <a:srgbClr val="BF9000"/>
                </a:solidFill>
              </a:tblPr>
              <a:tblGrid>
                <a:gridCol w="796925"/>
              </a:tblGrid>
              <a:tr h="452120">
                <a:tc>
                  <a:txBody>
                    <a:bodyPr/>
                    <a:lstStyle/>
                    <a:p>
                      <a:pPr algn="l" rtl="0" eaLnBrk="0">
                        <a:lnSpc>
                          <a:spcPct val="116000"/>
                        </a:lnSpc>
                      </a:pPr>
                      <a:endParaRPr lang="en-US" altLang="en-US" sz="400" dirty="0"/>
                    </a:p>
                    <a:p>
                      <a:pPr marL="249555" indent="-152400" algn="l" rtl="0" eaLnBrk="0">
                        <a:lnSpc>
                          <a:spcPct val="94000"/>
                        </a:lnSpc>
                        <a:spcBef>
                          <a:spcPts val="5"/>
                        </a:spcBef>
                      </a:pPr>
                      <a:r>
                        <a:rPr sz="1200" kern="0" spc="-10" dirty="0">
                          <a:solidFill>
                            <a:srgbClr val="FFFFFF">
                              <a:alpha val="100000"/>
                            </a:srgbClr>
                          </a:solidFill>
                          <a:cs typeface="微软雅黑" panose="020B0503020204020204" charset="-122"/>
                        </a:rPr>
                        <a:t>金蝶财务</a:t>
                      </a:r>
                      <a:r>
                        <a:rPr sz="1200" kern="0" spc="0" dirty="0">
                          <a:solidFill>
                            <a:srgbClr val="FFFFFF">
                              <a:alpha val="100000"/>
                            </a:srgbClr>
                          </a:solidFill>
                          <a:cs typeface="微软雅黑" panose="020B0503020204020204" charset="-122"/>
                        </a:rPr>
                        <a:t>   </a:t>
                      </a:r>
                      <a:r>
                        <a:rPr sz="1200" kern="0" spc="-10" dirty="0">
                          <a:solidFill>
                            <a:srgbClr val="FFFFFF">
                              <a:alpha val="100000"/>
                            </a:srgbClr>
                          </a:solidFill>
                          <a:cs typeface="微软雅黑" panose="020B0503020204020204" charset="-122"/>
                        </a:rPr>
                        <a:t>系统</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BF9000"/>
                    </a:solidFill>
                  </a:tcPr>
                </a:tc>
              </a:tr>
            </a:tbl>
          </a:graphicData>
        </a:graphic>
      </p:graphicFrame>
      <p:graphicFrame>
        <p:nvGraphicFramePr>
          <p:cNvPr id="1240" name="table 1240"/>
          <p:cNvGraphicFramePr>
            <a:graphicFrameLocks noGrp="1"/>
          </p:cNvGraphicFramePr>
          <p:nvPr/>
        </p:nvGraphicFramePr>
        <p:xfrm>
          <a:off x="7286053" y="4742497"/>
          <a:ext cx="711834" cy="509269"/>
        </p:xfrm>
        <a:graphic>
          <a:graphicData uri="http://schemas.openxmlformats.org/drawingml/2006/table">
            <a:tbl>
              <a:tblPr>
                <a:solidFill>
                  <a:srgbClr val="FFF2CC"/>
                </a:solidFill>
              </a:tblPr>
              <a:tblGrid>
                <a:gridCol w="711834"/>
              </a:tblGrid>
              <a:tr h="499744">
                <a:tc>
                  <a:txBody>
                    <a:bodyPr/>
                    <a:lstStyle/>
                    <a:p>
                      <a:pPr algn="l" rtl="0" eaLnBrk="0">
                        <a:lnSpc>
                          <a:spcPct val="117000"/>
                        </a:lnSpc>
                      </a:pPr>
                      <a:endParaRPr lang="en-US" altLang="en-US" sz="1000" dirty="0"/>
                    </a:p>
                    <a:p>
                      <a:pPr marL="148590" algn="l" rtl="0" eaLnBrk="0">
                        <a:lnSpc>
                          <a:spcPct val="97000"/>
                        </a:lnSpc>
                        <a:spcBef>
                          <a:spcPts val="0"/>
                        </a:spcBef>
                      </a:pPr>
                      <a:r>
                        <a:rPr sz="1200" kern="0" spc="-40" dirty="0">
                          <a:solidFill>
                            <a:srgbClr val="000000">
                              <a:alpha val="100000"/>
                            </a:srgbClr>
                          </a:solidFill>
                          <a:cs typeface="微软雅黑" panose="020B0503020204020204" charset="-122"/>
                        </a:rPr>
                        <a:t>BI系统</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2CC"/>
                    </a:solidFill>
                  </a:tcPr>
                </a:tc>
              </a:tr>
            </a:tbl>
          </a:graphicData>
        </a:graphic>
      </p:graphicFrame>
      <p:graphicFrame>
        <p:nvGraphicFramePr>
          <p:cNvPr id="1242" name="table 1242"/>
          <p:cNvGraphicFramePr>
            <a:graphicFrameLocks noGrp="1"/>
          </p:cNvGraphicFramePr>
          <p:nvPr/>
        </p:nvGraphicFramePr>
        <p:xfrm>
          <a:off x="10748581" y="1568005"/>
          <a:ext cx="796925" cy="454025"/>
        </p:xfrm>
        <a:graphic>
          <a:graphicData uri="http://schemas.openxmlformats.org/drawingml/2006/table">
            <a:tbl>
              <a:tblPr>
                <a:solidFill>
                  <a:srgbClr val="BF9000"/>
                </a:solidFill>
              </a:tblPr>
              <a:tblGrid>
                <a:gridCol w="796925"/>
              </a:tblGrid>
              <a:tr h="444500">
                <a:tc>
                  <a:txBody>
                    <a:bodyPr/>
                    <a:lstStyle/>
                    <a:p>
                      <a:pPr algn="l" rtl="0" eaLnBrk="0">
                        <a:lnSpc>
                          <a:spcPct val="109000"/>
                        </a:lnSpc>
                      </a:pPr>
                      <a:endParaRPr lang="en-US" altLang="en-US" sz="900" dirty="0"/>
                    </a:p>
                    <a:p>
                      <a:pPr algn="l" rtl="0" eaLnBrk="0">
                        <a:lnSpc>
                          <a:spcPct val="8000"/>
                        </a:lnSpc>
                      </a:pPr>
                      <a:endParaRPr lang="en-US" altLang="en-US" sz="100" dirty="0"/>
                    </a:p>
                    <a:p>
                      <a:pPr marL="106045" algn="l" rtl="0" eaLnBrk="0">
                        <a:lnSpc>
                          <a:spcPct val="97000"/>
                        </a:lnSpc>
                      </a:pPr>
                      <a:r>
                        <a:rPr sz="1200" kern="0" spc="-20" dirty="0">
                          <a:solidFill>
                            <a:srgbClr val="FFFFFF">
                              <a:alpha val="100000"/>
                            </a:srgbClr>
                          </a:solidFill>
                          <a:cs typeface="微软雅黑" panose="020B0503020204020204" charset="-122"/>
                        </a:rPr>
                        <a:t>呼叫中心</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BF9000"/>
                    </a:solidFill>
                  </a:tcPr>
                </a:tc>
              </a:tr>
            </a:tbl>
          </a:graphicData>
        </a:graphic>
      </p:graphicFrame>
      <p:graphicFrame>
        <p:nvGraphicFramePr>
          <p:cNvPr id="1244" name="table 1244"/>
          <p:cNvGraphicFramePr>
            <a:graphicFrameLocks noGrp="1"/>
          </p:cNvGraphicFramePr>
          <p:nvPr/>
        </p:nvGraphicFramePr>
        <p:xfrm>
          <a:off x="10737913" y="4817173"/>
          <a:ext cx="807719" cy="429894"/>
        </p:xfrm>
        <a:graphic>
          <a:graphicData uri="http://schemas.openxmlformats.org/drawingml/2006/table">
            <a:tbl>
              <a:tblPr>
                <a:solidFill>
                  <a:srgbClr val="BF9000"/>
                </a:solidFill>
              </a:tblPr>
              <a:tblGrid>
                <a:gridCol w="807719"/>
              </a:tblGrid>
              <a:tr h="420369">
                <a:tc>
                  <a:txBody>
                    <a:bodyPr/>
                    <a:lstStyle/>
                    <a:p>
                      <a:pPr algn="l" rtl="0" eaLnBrk="0">
                        <a:lnSpc>
                          <a:spcPct val="105000"/>
                        </a:lnSpc>
                      </a:pPr>
                      <a:endParaRPr lang="en-US" altLang="en-US" sz="900" dirty="0"/>
                    </a:p>
                    <a:p>
                      <a:pPr algn="l" rtl="0" eaLnBrk="0">
                        <a:lnSpc>
                          <a:spcPct val="8000"/>
                        </a:lnSpc>
                      </a:pPr>
                      <a:endParaRPr lang="en-US" altLang="en-US" sz="100" dirty="0"/>
                    </a:p>
                    <a:p>
                      <a:pPr marL="298450" algn="l" rtl="0" eaLnBrk="0">
                        <a:lnSpc>
                          <a:spcPct val="84000"/>
                        </a:lnSpc>
                      </a:pPr>
                      <a:r>
                        <a:rPr sz="1200" kern="0" spc="-40" dirty="0">
                          <a:solidFill>
                            <a:srgbClr val="FFFFFF">
                              <a:alpha val="100000"/>
                            </a:srgbClr>
                          </a:solidFill>
                          <a:cs typeface="微软雅黑" panose="020B0503020204020204" charset="-122"/>
                        </a:rPr>
                        <a:t>OA</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BF9000"/>
                    </a:solidFill>
                  </a:tcPr>
                </a:tc>
              </a:tr>
            </a:tbl>
          </a:graphicData>
        </a:graphic>
      </p:graphicFrame>
      <p:graphicFrame>
        <p:nvGraphicFramePr>
          <p:cNvPr id="1246" name="table 1246"/>
          <p:cNvGraphicFramePr>
            <a:graphicFrameLocks noGrp="1"/>
          </p:cNvGraphicFramePr>
          <p:nvPr/>
        </p:nvGraphicFramePr>
        <p:xfrm>
          <a:off x="7286053" y="2695765"/>
          <a:ext cx="692150" cy="501650"/>
        </p:xfrm>
        <a:graphic>
          <a:graphicData uri="http://schemas.openxmlformats.org/drawingml/2006/table">
            <a:tbl>
              <a:tblPr>
                <a:solidFill>
                  <a:srgbClr val="FFF2CC"/>
                </a:solidFill>
              </a:tblPr>
              <a:tblGrid>
                <a:gridCol w="692150"/>
              </a:tblGrid>
              <a:tr h="492125">
                <a:tc>
                  <a:txBody>
                    <a:bodyPr/>
                    <a:lstStyle/>
                    <a:p>
                      <a:pPr algn="l" rtl="0" eaLnBrk="0">
                        <a:lnSpc>
                          <a:spcPct val="119000"/>
                        </a:lnSpc>
                      </a:pPr>
                      <a:endParaRPr lang="en-US" altLang="en-US" sz="500" dirty="0"/>
                    </a:p>
                    <a:p>
                      <a:pPr marL="201295" indent="-156210" algn="l" rtl="0" eaLnBrk="0">
                        <a:lnSpc>
                          <a:spcPct val="89000"/>
                        </a:lnSpc>
                        <a:spcBef>
                          <a:spcPts val="5"/>
                        </a:spcBef>
                      </a:pPr>
                      <a:r>
                        <a:rPr sz="1200" kern="0" spc="-10" dirty="0">
                          <a:solidFill>
                            <a:srgbClr val="000000">
                              <a:alpha val="100000"/>
                            </a:srgbClr>
                          </a:solidFill>
                          <a:cs typeface="微软雅黑" panose="020B0503020204020204" charset="-122"/>
                        </a:rPr>
                        <a:t>壹米在手  </a:t>
                      </a:r>
                      <a:r>
                        <a:rPr sz="1200" kern="0" spc="-20" dirty="0">
                          <a:solidFill>
                            <a:srgbClr val="000000">
                              <a:alpha val="100000"/>
                            </a:srgbClr>
                          </a:solidFill>
                          <a:cs typeface="微软雅黑" panose="020B0503020204020204" charset="-122"/>
                        </a:rPr>
                        <a:t>APP</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2CC"/>
                    </a:solidFill>
                  </a:tcPr>
                </a:tc>
              </a:tr>
            </a:tbl>
          </a:graphicData>
        </a:graphic>
      </p:graphicFrame>
      <p:sp>
        <p:nvSpPr>
          <p:cNvPr id="1248" name="textbox 1248"/>
          <p:cNvSpPr/>
          <p:nvPr/>
        </p:nvSpPr>
        <p:spPr>
          <a:xfrm>
            <a:off x="2477025" y="1621150"/>
            <a:ext cx="1802129" cy="228600"/>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5000"/>
              </a:lnSpc>
            </a:pPr>
            <a:r>
              <a:rPr sz="1400" kern="0" spc="-10" dirty="0">
                <a:ln w="5094" cap="flat" cmpd="sng">
                  <a:solidFill>
                    <a:srgbClr val="000000">
                      <a:alpha val="100000"/>
                    </a:srgbClr>
                  </a:solidFill>
                  <a:prstDash val="solid"/>
                  <a:round/>
                </a:ln>
                <a:solidFill>
                  <a:srgbClr val="000000">
                    <a:alpha val="100000"/>
                  </a:srgbClr>
                </a:solidFill>
                <a:cs typeface="宋体" panose="02010600030101010101" pitchFamily="2" charset="-122"/>
              </a:rPr>
              <a:t>对业务需求的满足能力</a:t>
            </a:r>
            <a:endParaRPr lang="en-US" altLang="en-US" sz="1400" dirty="0"/>
          </a:p>
        </p:txBody>
      </p:sp>
      <p:graphicFrame>
        <p:nvGraphicFramePr>
          <p:cNvPr id="1250" name="table 1250"/>
          <p:cNvGraphicFramePr>
            <a:graphicFrameLocks noGrp="1"/>
          </p:cNvGraphicFramePr>
          <p:nvPr/>
        </p:nvGraphicFramePr>
        <p:xfrm>
          <a:off x="7286053" y="1435417"/>
          <a:ext cx="695325" cy="452754"/>
        </p:xfrm>
        <a:graphic>
          <a:graphicData uri="http://schemas.openxmlformats.org/drawingml/2006/table">
            <a:tbl>
              <a:tblPr>
                <a:solidFill>
                  <a:srgbClr val="FFF2CC"/>
                </a:solidFill>
              </a:tblPr>
              <a:tblGrid>
                <a:gridCol w="695325"/>
              </a:tblGrid>
              <a:tr h="443229">
                <a:tc>
                  <a:txBody>
                    <a:bodyPr/>
                    <a:lstStyle/>
                    <a:p>
                      <a:pPr algn="l" rtl="0" eaLnBrk="0">
                        <a:lnSpc>
                          <a:spcPct val="109000"/>
                        </a:lnSpc>
                      </a:pPr>
                      <a:endParaRPr lang="en-US" altLang="en-US" sz="900" dirty="0"/>
                    </a:p>
                    <a:p>
                      <a:pPr marL="45720" algn="l" rtl="0" eaLnBrk="0">
                        <a:lnSpc>
                          <a:spcPct val="97000"/>
                        </a:lnSpc>
                        <a:spcBef>
                          <a:spcPts val="5"/>
                        </a:spcBef>
                      </a:pPr>
                      <a:r>
                        <a:rPr sz="1200" kern="0" spc="-10" dirty="0">
                          <a:solidFill>
                            <a:srgbClr val="000000">
                              <a:alpha val="100000"/>
                            </a:srgbClr>
                          </a:solidFill>
                          <a:cs typeface="微软雅黑" panose="020B0503020204020204" charset="-122"/>
                        </a:rPr>
                        <a:t>订单系统</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2CC"/>
                    </a:solidFill>
                  </a:tcPr>
                </a:tc>
              </a:tr>
            </a:tbl>
          </a:graphicData>
        </a:graphic>
      </p:graphicFrame>
      <p:graphicFrame>
        <p:nvGraphicFramePr>
          <p:cNvPr id="1252" name="table 1252"/>
          <p:cNvGraphicFramePr>
            <a:graphicFrameLocks noGrp="1"/>
          </p:cNvGraphicFramePr>
          <p:nvPr/>
        </p:nvGraphicFramePr>
        <p:xfrm>
          <a:off x="7286053" y="4014025"/>
          <a:ext cx="661669" cy="454025"/>
        </p:xfrm>
        <a:graphic>
          <a:graphicData uri="http://schemas.openxmlformats.org/drawingml/2006/table">
            <a:tbl>
              <a:tblPr>
                <a:solidFill>
                  <a:srgbClr val="FFF2CC"/>
                </a:solidFill>
              </a:tblPr>
              <a:tblGrid>
                <a:gridCol w="661669"/>
              </a:tblGrid>
              <a:tr h="444500">
                <a:tc>
                  <a:txBody>
                    <a:bodyPr/>
                    <a:lstStyle/>
                    <a:p>
                      <a:pPr algn="l" rtl="0" eaLnBrk="0">
                        <a:lnSpc>
                          <a:spcPct val="110000"/>
                        </a:lnSpc>
                      </a:pPr>
                      <a:endParaRPr lang="en-US" altLang="en-US" sz="400" dirty="0"/>
                    </a:p>
                    <a:p>
                      <a:pPr marL="257175" indent="-144780" algn="l" rtl="0" eaLnBrk="0">
                        <a:lnSpc>
                          <a:spcPct val="94000"/>
                        </a:lnSpc>
                        <a:spcBef>
                          <a:spcPts val="5"/>
                        </a:spcBef>
                      </a:pPr>
                      <a:r>
                        <a:rPr sz="1200" kern="0" spc="-30" dirty="0">
                          <a:solidFill>
                            <a:srgbClr val="000000">
                              <a:alpha val="100000"/>
                            </a:srgbClr>
                          </a:solidFill>
                          <a:cs typeface="微软雅黑" panose="020B0503020204020204" charset="-122"/>
                        </a:rPr>
                        <a:t>电商对</a:t>
                      </a:r>
                      <a:r>
                        <a:rPr sz="1200" kern="0" spc="-10" dirty="0">
                          <a:solidFill>
                            <a:srgbClr val="000000">
                              <a:alpha val="100000"/>
                            </a:srgbClr>
                          </a:solidFill>
                          <a:cs typeface="微软雅黑" panose="020B0503020204020204" charset="-122"/>
                        </a:rPr>
                        <a:t>   接</a:t>
                      </a:r>
                      <a:endParaRPr lang="en-US" altLang="en-US" sz="12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F2CC"/>
                    </a:solidFill>
                  </a:tcPr>
                </a:tc>
              </a:tr>
            </a:tbl>
          </a:graphicData>
        </a:graphic>
      </p:graphicFrame>
      <p:sp>
        <p:nvSpPr>
          <p:cNvPr id="1254" name="textbox 1254"/>
          <p:cNvSpPr/>
          <p:nvPr/>
        </p:nvSpPr>
        <p:spPr>
          <a:xfrm>
            <a:off x="10201656" y="3013964"/>
            <a:ext cx="386079" cy="839469"/>
          </a:xfrm>
          <a:prstGeom prst="rect">
            <a:avLst/>
          </a:prstGeom>
        </p:spPr>
        <p:txBody>
          <a:bodyPr vert="horz" wrap="square" lIns="0" tIns="0" rIns="0" bIns="0"/>
          <a:lstStyle/>
          <a:p>
            <a:pPr algn="l" rtl="0" eaLnBrk="0">
              <a:lnSpc>
                <a:spcPct val="83000"/>
              </a:lnSpc>
            </a:pPr>
            <a:endParaRPr lang="en-US" altLang="en-US" sz="100" dirty="0"/>
          </a:p>
          <a:p>
            <a:pPr algn="r" rtl="0" eaLnBrk="0">
              <a:lnSpc>
                <a:spcPts val="6405"/>
              </a:lnSpc>
            </a:pPr>
            <a:r>
              <a:rPr sz="4200" kern="0" spc="20" dirty="0">
                <a:solidFill>
                  <a:srgbClr val="494B72">
                    <a:alpha val="100000"/>
                  </a:srgbClr>
                </a:solidFill>
                <a:cs typeface="Arial" panose="020B0604020202020204"/>
              </a:rPr>
              <a:t>X</a:t>
            </a:r>
            <a:endParaRPr lang="en-US" altLang="en-US" sz="4200" dirty="0"/>
          </a:p>
        </p:txBody>
      </p:sp>
      <p:sp>
        <p:nvSpPr>
          <p:cNvPr id="1256" name="textbox 1256"/>
          <p:cNvSpPr/>
          <p:nvPr/>
        </p:nvSpPr>
        <p:spPr>
          <a:xfrm>
            <a:off x="4869413" y="1617467"/>
            <a:ext cx="1442719" cy="228600"/>
          </a:xfrm>
          <a:prstGeom prst="rect">
            <a:avLst/>
          </a:prstGeom>
        </p:spPr>
        <p:txBody>
          <a:bodyPr vert="horz" wrap="square" lIns="0" tIns="0" rIns="0" bIns="0"/>
          <a:lstStyle/>
          <a:p>
            <a:pPr algn="l" rtl="0" eaLnBrk="0">
              <a:lnSpc>
                <a:spcPct val="85000"/>
              </a:lnSpc>
            </a:pPr>
            <a:endParaRPr lang="en-US" altLang="en-US" sz="100" dirty="0"/>
          </a:p>
          <a:p>
            <a:pPr marL="12700" algn="l" rtl="0" eaLnBrk="0">
              <a:lnSpc>
                <a:spcPct val="95000"/>
              </a:lnSpc>
            </a:pPr>
            <a:r>
              <a:rPr sz="1400" kern="0" spc="-10" dirty="0">
                <a:ln w="5094" cap="flat" cmpd="sng">
                  <a:solidFill>
                    <a:srgbClr val="000000">
                      <a:alpha val="100000"/>
                    </a:srgbClr>
                  </a:solidFill>
                  <a:prstDash val="solid"/>
                  <a:round/>
                </a:ln>
                <a:solidFill>
                  <a:srgbClr val="000000">
                    <a:alpha val="100000"/>
                  </a:srgbClr>
                </a:solidFill>
                <a:cs typeface="宋体" panose="02010600030101010101" pitchFamily="2" charset="-122"/>
              </a:rPr>
              <a:t>系统持续应用能力</a:t>
            </a:r>
            <a:endParaRPr lang="en-US" altLang="en-US" sz="1400" dirty="0"/>
          </a:p>
        </p:txBody>
      </p:sp>
      <p:sp>
        <p:nvSpPr>
          <p:cNvPr id="1258" name="textbox 1258"/>
          <p:cNvSpPr/>
          <p:nvPr/>
        </p:nvSpPr>
        <p:spPr>
          <a:xfrm>
            <a:off x="1023162" y="6087262"/>
            <a:ext cx="1395730" cy="202564"/>
          </a:xfrm>
          <a:prstGeom prst="rect">
            <a:avLst/>
          </a:prstGeom>
        </p:spPr>
        <p:txBody>
          <a:bodyPr vert="horz" wrap="square" lIns="0" tIns="0" rIns="0" bIns="0"/>
          <a:lstStyle/>
          <a:p>
            <a:pPr algn="l" rtl="0" eaLnBrk="0">
              <a:lnSpc>
                <a:spcPct val="79000"/>
              </a:lnSpc>
            </a:pPr>
            <a:endParaRPr lang="en-US" altLang="en-US" sz="100" dirty="0"/>
          </a:p>
          <a:p>
            <a:pPr marL="12700" algn="l" rtl="0" eaLnBrk="0">
              <a:lnSpc>
                <a:spcPct val="97000"/>
              </a:lnSpc>
            </a:pPr>
            <a:r>
              <a:rPr sz="1200" kern="0" spc="-10" dirty="0">
                <a:solidFill>
                  <a:srgbClr val="000000">
                    <a:alpha val="100000"/>
                  </a:srgbClr>
                </a:solidFill>
                <a:cs typeface="微软雅黑" panose="020B0503020204020204" charset="-122"/>
              </a:rPr>
              <a:t>数据来源于问卷调查</a:t>
            </a:r>
            <a:endParaRPr lang="en-US" altLang="en-US" sz="1200" dirty="0"/>
          </a:p>
        </p:txBody>
      </p:sp>
      <p:sp>
        <p:nvSpPr>
          <p:cNvPr id="1260" name="textbox 1260"/>
          <p:cNvSpPr/>
          <p:nvPr/>
        </p:nvSpPr>
        <p:spPr>
          <a:xfrm>
            <a:off x="3414521" y="5474970"/>
            <a:ext cx="940435" cy="263525"/>
          </a:xfrm>
          <a:prstGeom prst="rect">
            <a:avLst/>
          </a:prstGeom>
        </p:spPr>
        <p:txBody>
          <a:bodyPr vert="horz" wrap="square" lIns="0" tIns="0" rIns="0" bIns="0"/>
          <a:lstStyle/>
          <a:p>
            <a:pPr algn="l" rtl="0" eaLnBrk="0">
              <a:lnSpc>
                <a:spcPct val="119000"/>
              </a:lnSpc>
            </a:pPr>
            <a:endParaRPr lang="en-US" altLang="en-US" sz="400" dirty="0"/>
          </a:p>
          <a:p>
            <a:pPr marL="217170" algn="l" rtl="0" eaLnBrk="0">
              <a:lnSpc>
                <a:spcPct val="97000"/>
              </a:lnSpc>
              <a:spcBef>
                <a:spcPts val="5"/>
              </a:spcBef>
              <a:tabLst>
                <a:tab pos="320040" algn="l"/>
              </a:tabLst>
            </a:pP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基本满足</a:t>
            </a:r>
            <a:endParaRPr lang="en-US" altLang="en-US" sz="1200" dirty="0"/>
          </a:p>
        </p:txBody>
      </p:sp>
      <p:grpSp>
        <p:nvGrpSpPr>
          <p:cNvPr id="78" name="group 78"/>
          <p:cNvGrpSpPr/>
          <p:nvPr/>
        </p:nvGrpSpPr>
        <p:grpSpPr>
          <a:xfrm rot="21600000">
            <a:off x="3427221" y="5487670"/>
            <a:ext cx="204723" cy="219887"/>
            <a:chOff x="0" y="0"/>
            <a:chExt cx="204723" cy="219887"/>
          </a:xfrm>
        </p:grpSpPr>
        <p:sp>
          <p:nvSpPr>
            <p:cNvPr id="1262" name="path"/>
            <p:cNvSpPr/>
            <p:nvPr/>
          </p:nvSpPr>
          <p:spPr>
            <a:xfrm>
              <a:off x="6350" y="10922"/>
              <a:ext cx="188976" cy="199644"/>
            </a:xfrm>
            <a:custGeom>
              <a:avLst/>
              <a:gdLst/>
              <a:ahLst/>
              <a:cxnLst/>
              <a:rect l="0" t="0" r="0" b="0"/>
              <a:pathLst>
                <a:path w="297" h="314">
                  <a:moveTo>
                    <a:pt x="0" y="157"/>
                  </a:moveTo>
                  <a:cubicBezTo>
                    <a:pt x="0" y="70"/>
                    <a:pt x="66" y="0"/>
                    <a:pt x="148" y="0"/>
                  </a:cubicBezTo>
                  <a:cubicBezTo>
                    <a:pt x="231" y="0"/>
                    <a:pt x="297" y="70"/>
                    <a:pt x="297" y="157"/>
                  </a:cubicBezTo>
                  <a:cubicBezTo>
                    <a:pt x="297" y="244"/>
                    <a:pt x="231" y="314"/>
                    <a:pt x="148" y="314"/>
                  </a:cubicBezTo>
                  <a:cubicBezTo>
                    <a:pt x="66" y="314"/>
                    <a:pt x="0" y="244"/>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264" name="path"/>
            <p:cNvSpPr/>
            <p:nvPr/>
          </p:nvSpPr>
          <p:spPr>
            <a:xfrm>
              <a:off x="0" y="4572"/>
              <a:ext cx="201676" cy="212344"/>
            </a:xfrm>
            <a:custGeom>
              <a:avLst/>
              <a:gdLst/>
              <a:ahLst/>
              <a:cxnLst/>
              <a:rect l="0" t="0" r="0" b="0"/>
              <a:pathLst>
                <a:path w="317" h="334">
                  <a:moveTo>
                    <a:pt x="10" y="167"/>
                  </a:moveTo>
                  <a:cubicBezTo>
                    <a:pt x="10" y="80"/>
                    <a:pt x="76" y="10"/>
                    <a:pt x="158" y="10"/>
                  </a:cubicBezTo>
                  <a:cubicBezTo>
                    <a:pt x="241" y="10"/>
                    <a:pt x="307" y="80"/>
                    <a:pt x="307" y="167"/>
                  </a:cubicBezTo>
                  <a:cubicBezTo>
                    <a:pt x="307" y="254"/>
                    <a:pt x="241" y="324"/>
                    <a:pt x="158" y="324"/>
                  </a:cubicBezTo>
                  <a:cubicBezTo>
                    <a:pt x="76" y="324"/>
                    <a:pt x="10" y="254"/>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266" name="path"/>
            <p:cNvSpPr/>
            <p:nvPr/>
          </p:nvSpPr>
          <p:spPr>
            <a:xfrm>
              <a:off x="97790" y="6350"/>
              <a:ext cx="100583" cy="207187"/>
            </a:xfrm>
            <a:custGeom>
              <a:avLst/>
              <a:gdLst/>
              <a:ahLst/>
              <a:cxnLst/>
              <a:rect l="0" t="0" r="0" b="0"/>
              <a:pathLst>
                <a:path w="158"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4" y="286"/>
                  </a:lnTo>
                  <a:lnTo>
                    <a:pt x="126" y="263"/>
                  </a:lnTo>
                  <a:lnTo>
                    <a:pt x="143" y="235"/>
                  </a:lnTo>
                  <a:lnTo>
                    <a:pt x="153" y="203"/>
                  </a:lnTo>
                  <a:lnTo>
                    <a:pt x="158" y="165"/>
                  </a:lnTo>
                  <a:lnTo>
                    <a:pt x="153" y="128"/>
                  </a:lnTo>
                  <a:lnTo>
                    <a:pt x="143" y="95"/>
                  </a:lnTo>
                  <a:lnTo>
                    <a:pt x="126" y="70"/>
                  </a:lnTo>
                  <a:lnTo>
                    <a:pt x="106" y="47"/>
                  </a:lnTo>
                  <a:lnTo>
                    <a:pt x="81" y="30"/>
                  </a:lnTo>
                  <a:lnTo>
                    <a:pt x="54"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268" name="path"/>
            <p:cNvSpPr/>
            <p:nvPr/>
          </p:nvSpPr>
          <p:spPr>
            <a:xfrm>
              <a:off x="91440" y="0"/>
              <a:ext cx="113283" cy="219887"/>
            </a:xfrm>
            <a:custGeom>
              <a:avLst/>
              <a:gdLst/>
              <a:ahLst/>
              <a:cxnLst/>
              <a:rect l="0" t="0" r="0" b="0"/>
              <a:pathLst>
                <a:path w="178"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4" y="296"/>
                  </a:lnTo>
                  <a:lnTo>
                    <a:pt x="136" y="273"/>
                  </a:lnTo>
                  <a:lnTo>
                    <a:pt x="153" y="245"/>
                  </a:lnTo>
                  <a:lnTo>
                    <a:pt x="163" y="213"/>
                  </a:lnTo>
                  <a:lnTo>
                    <a:pt x="168" y="175"/>
                  </a:lnTo>
                  <a:lnTo>
                    <a:pt x="163" y="138"/>
                  </a:lnTo>
                  <a:lnTo>
                    <a:pt x="153" y="105"/>
                  </a:lnTo>
                  <a:lnTo>
                    <a:pt x="136" y="80"/>
                  </a:lnTo>
                  <a:lnTo>
                    <a:pt x="116" y="57"/>
                  </a:lnTo>
                  <a:lnTo>
                    <a:pt x="91" y="40"/>
                  </a:lnTo>
                  <a:lnTo>
                    <a:pt x="64"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sp>
        <p:nvSpPr>
          <p:cNvPr id="1270" name="textbox 1270"/>
          <p:cNvSpPr/>
          <p:nvPr/>
        </p:nvSpPr>
        <p:spPr>
          <a:xfrm>
            <a:off x="4796790" y="5493258"/>
            <a:ext cx="798194" cy="276859"/>
          </a:xfrm>
          <a:prstGeom prst="rect">
            <a:avLst/>
          </a:prstGeom>
        </p:spPr>
        <p:txBody>
          <a:bodyPr vert="horz" wrap="square" lIns="0" tIns="0" rIns="0" bIns="0"/>
          <a:lstStyle/>
          <a:p>
            <a:pPr algn="l" rtl="0" eaLnBrk="0">
              <a:lnSpc>
                <a:spcPct val="91000"/>
              </a:lnSpc>
            </a:pPr>
            <a:endParaRPr lang="en-US" altLang="en-US" sz="100" dirty="0"/>
          </a:p>
          <a:p>
            <a:pPr marL="12700" algn="l" rtl="0" eaLnBrk="0">
              <a:lnSpc>
                <a:spcPct val="82000"/>
              </a:lnSpc>
            </a:pPr>
            <a:r>
              <a:rPr sz="2000" kern="0" spc="0" dirty="0">
                <a:solidFill>
                  <a:srgbClr val="FFC107">
                    <a:alpha val="100000"/>
                  </a:srgbClr>
                </a:solidFill>
                <a:cs typeface="Arial" panose="020B0604020202020204"/>
              </a:rPr>
              <a:t>G</a:t>
            </a:r>
            <a:r>
              <a:rPr sz="2000" kern="0" spc="360" dirty="0">
                <a:solidFill>
                  <a:srgbClr val="FFC107">
                    <a:alpha val="100000"/>
                  </a:srgbClr>
                </a:solidFill>
                <a:cs typeface="Arial" panose="020B0604020202020204"/>
              </a:rPr>
              <a:t> </a:t>
            </a:r>
            <a:r>
              <a:rPr sz="1200" kern="0" spc="0" dirty="0">
                <a:solidFill>
                  <a:srgbClr val="000000">
                    <a:alpha val="100000"/>
                  </a:srgbClr>
                </a:solidFill>
                <a:cs typeface="微软雅黑" panose="020B0503020204020204" charset="-122"/>
              </a:rPr>
              <a:t>不满足</a:t>
            </a:r>
            <a:endParaRPr lang="en-US" altLang="en-US" sz="1200" dirty="0"/>
          </a:p>
        </p:txBody>
      </p:sp>
      <p:sp>
        <p:nvSpPr>
          <p:cNvPr id="1272" name="textbox 1272"/>
          <p:cNvSpPr/>
          <p:nvPr/>
        </p:nvSpPr>
        <p:spPr>
          <a:xfrm>
            <a:off x="2254757" y="5474970"/>
            <a:ext cx="645159" cy="307975"/>
          </a:xfrm>
          <a:prstGeom prst="rect">
            <a:avLst/>
          </a:prstGeom>
        </p:spPr>
        <p:txBody>
          <a:bodyPr vert="horz" wrap="square" lIns="0" tIns="0" rIns="0" bIns="0"/>
          <a:lstStyle/>
          <a:p>
            <a:pPr algn="l" rtl="0" eaLnBrk="0">
              <a:lnSpc>
                <a:spcPct val="86000"/>
              </a:lnSpc>
            </a:pPr>
            <a:endParaRPr lang="en-US" altLang="en-US" sz="100" dirty="0"/>
          </a:p>
          <a:p>
            <a:pPr marL="12700" algn="l" rtl="0" eaLnBrk="0">
              <a:lnSpc>
                <a:spcPct val="77000"/>
              </a:lnSpc>
            </a:pPr>
            <a:r>
              <a:rPr sz="2400" kern="0" spc="60" dirty="0">
                <a:solidFill>
                  <a:srgbClr val="FFC002">
                    <a:alpha val="100000"/>
                  </a:srgbClr>
                </a:solidFill>
                <a:cs typeface="微软雅黑" panose="020B0503020204020204" charset="-122"/>
              </a:rPr>
              <a:t>● </a:t>
            </a:r>
            <a:r>
              <a:rPr sz="1800" kern="0" spc="60" baseline="-6000" dirty="0">
                <a:solidFill>
                  <a:srgbClr val="000000">
                    <a:alpha val="100000"/>
                  </a:srgbClr>
                </a:solidFill>
                <a:cs typeface="微软雅黑" panose="020B0503020204020204" charset="-122"/>
              </a:rPr>
              <a:t>满足</a:t>
            </a:r>
            <a:endParaRPr lang="en-US" altLang="en-US" sz="1800" baseline="-6000" dirty="0"/>
          </a:p>
        </p:txBody>
      </p:sp>
      <p:grpSp>
        <p:nvGrpSpPr>
          <p:cNvPr id="80" name="group 80"/>
          <p:cNvGrpSpPr/>
          <p:nvPr/>
        </p:nvGrpSpPr>
        <p:grpSpPr>
          <a:xfrm rot="21600000">
            <a:off x="2400045" y="3340354"/>
            <a:ext cx="221488" cy="229107"/>
            <a:chOff x="0" y="0"/>
            <a:chExt cx="221488" cy="229107"/>
          </a:xfrm>
        </p:grpSpPr>
        <p:sp>
          <p:nvSpPr>
            <p:cNvPr id="1274" name="path"/>
            <p:cNvSpPr/>
            <p:nvPr/>
          </p:nvSpPr>
          <p:spPr>
            <a:xfrm>
              <a:off x="7874" y="6350"/>
              <a:ext cx="207263" cy="216407"/>
            </a:xfrm>
            <a:custGeom>
              <a:avLst/>
              <a:gdLst/>
              <a:ahLst/>
              <a:cxnLst/>
              <a:rect l="0" t="0" r="0" b="0"/>
              <a:pathLst>
                <a:path w="326" h="340">
                  <a:moveTo>
                    <a:pt x="0" y="170"/>
                  </a:moveTo>
                  <a:cubicBezTo>
                    <a:pt x="0" y="76"/>
                    <a:pt x="72" y="0"/>
                    <a:pt x="163" y="0"/>
                  </a:cubicBezTo>
                  <a:cubicBezTo>
                    <a:pt x="253" y="0"/>
                    <a:pt x="326" y="76"/>
                    <a:pt x="326" y="170"/>
                  </a:cubicBezTo>
                  <a:cubicBezTo>
                    <a:pt x="326" y="264"/>
                    <a:pt x="253" y="340"/>
                    <a:pt x="163" y="340"/>
                  </a:cubicBezTo>
                  <a:cubicBezTo>
                    <a:pt x="72" y="340"/>
                    <a:pt x="0" y="264"/>
                    <a:pt x="0" y="170"/>
                  </a:cubicBezTo>
                </a:path>
              </a:pathLst>
            </a:custGeom>
            <a:solidFill>
              <a:srgbClr val="FFC000">
                <a:alpha val="100000"/>
              </a:srgbClr>
            </a:solidFill>
            <a:ln cap="flat">
              <a:noFill/>
              <a:prstDash val="solid"/>
              <a:miter lim="0"/>
            </a:ln>
          </p:spPr>
          <p:txBody>
            <a:bodyPr rtlCol="0"/>
            <a:lstStyle/>
            <a:p>
              <a:pPr algn="ctr"/>
              <a:endParaRPr lang="zh-CN" altLang="en-US"/>
            </a:p>
          </p:txBody>
        </p:sp>
        <p:sp>
          <p:nvSpPr>
            <p:cNvPr id="1276" name="path"/>
            <p:cNvSpPr/>
            <p:nvPr/>
          </p:nvSpPr>
          <p:spPr>
            <a:xfrm>
              <a:off x="1524" y="0"/>
              <a:ext cx="219963" cy="229107"/>
            </a:xfrm>
            <a:custGeom>
              <a:avLst/>
              <a:gdLst/>
              <a:ahLst/>
              <a:cxnLst/>
              <a:rect l="0" t="0" r="0" b="0"/>
              <a:pathLst>
                <a:path w="346" h="360">
                  <a:moveTo>
                    <a:pt x="10" y="180"/>
                  </a:moveTo>
                  <a:cubicBezTo>
                    <a:pt x="10" y="86"/>
                    <a:pt x="82" y="10"/>
                    <a:pt x="173" y="10"/>
                  </a:cubicBezTo>
                  <a:cubicBezTo>
                    <a:pt x="263" y="10"/>
                    <a:pt x="336" y="86"/>
                    <a:pt x="336" y="180"/>
                  </a:cubicBezTo>
                  <a:cubicBezTo>
                    <a:pt x="336" y="274"/>
                    <a:pt x="263" y="350"/>
                    <a:pt x="173" y="350"/>
                  </a:cubicBezTo>
                  <a:cubicBezTo>
                    <a:pt x="82" y="350"/>
                    <a:pt x="10" y="274"/>
                    <a:pt x="10" y="180"/>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278" name="path"/>
            <p:cNvSpPr/>
            <p:nvPr/>
          </p:nvSpPr>
          <p:spPr>
            <a:xfrm>
              <a:off x="6350" y="7873"/>
              <a:ext cx="109474" cy="114046"/>
            </a:xfrm>
            <a:custGeom>
              <a:avLst/>
              <a:gdLst/>
              <a:ahLst/>
              <a:cxnLst/>
              <a:rect l="0" t="0" r="0" b="0"/>
              <a:pathLst>
                <a:path w="172" h="179">
                  <a:moveTo>
                    <a:pt x="172" y="0"/>
                  </a:moveTo>
                  <a:lnTo>
                    <a:pt x="172" y="66"/>
                  </a:lnTo>
                  <a:lnTo>
                    <a:pt x="172" y="96"/>
                  </a:lnTo>
                  <a:lnTo>
                    <a:pt x="172" y="124"/>
                  </a:lnTo>
                  <a:lnTo>
                    <a:pt x="172" y="146"/>
                  </a:lnTo>
                  <a:lnTo>
                    <a:pt x="172" y="162"/>
                  </a:lnTo>
                  <a:lnTo>
                    <a:pt x="172" y="174"/>
                  </a:lnTo>
                  <a:lnTo>
                    <a:pt x="172" y="179"/>
                  </a:lnTo>
                  <a:lnTo>
                    <a:pt x="166" y="179"/>
                  </a:lnTo>
                  <a:lnTo>
                    <a:pt x="153" y="179"/>
                  </a:lnTo>
                  <a:lnTo>
                    <a:pt x="133" y="179"/>
                  </a:lnTo>
                  <a:lnTo>
                    <a:pt x="108" y="179"/>
                  </a:lnTo>
                  <a:lnTo>
                    <a:pt x="50" y="179"/>
                  </a:lnTo>
                  <a:lnTo>
                    <a:pt x="25" y="179"/>
                  </a:lnTo>
                  <a:lnTo>
                    <a:pt x="0" y="179"/>
                  </a:lnTo>
                  <a:lnTo>
                    <a:pt x="5" y="140"/>
                  </a:lnTo>
                  <a:lnTo>
                    <a:pt x="16" y="107"/>
                  </a:lnTo>
                  <a:lnTo>
                    <a:pt x="30" y="80"/>
                  </a:lnTo>
                  <a:lnTo>
                    <a:pt x="50" y="57"/>
                  </a:lnTo>
                  <a:lnTo>
                    <a:pt x="69" y="38"/>
                  </a:lnTo>
                  <a:lnTo>
                    <a:pt x="91" y="22"/>
                  </a:lnTo>
                  <a:lnTo>
                    <a:pt x="105" y="16"/>
                  </a:lnTo>
                  <a:lnTo>
                    <a:pt x="125" y="10"/>
                  </a:lnTo>
                  <a:lnTo>
                    <a:pt x="144" y="5"/>
                  </a:lnTo>
                  <a:lnTo>
                    <a:pt x="172" y="0"/>
                  </a:lnTo>
                </a:path>
              </a:pathLst>
            </a:custGeom>
            <a:solidFill>
              <a:srgbClr val="FFFFFF">
                <a:alpha val="100000"/>
              </a:srgbClr>
            </a:solidFill>
            <a:ln cap="flat">
              <a:noFill/>
              <a:prstDash val="solid"/>
              <a:miter lim="0"/>
            </a:ln>
          </p:spPr>
          <p:txBody>
            <a:bodyPr rtlCol="0"/>
            <a:lstStyle/>
            <a:p>
              <a:pPr algn="ctr"/>
              <a:endParaRPr lang="zh-CN" altLang="en-US"/>
            </a:p>
          </p:txBody>
        </p:sp>
        <p:sp>
          <p:nvSpPr>
            <p:cNvPr id="1280" name="path"/>
            <p:cNvSpPr/>
            <p:nvPr/>
          </p:nvSpPr>
          <p:spPr>
            <a:xfrm>
              <a:off x="0" y="1523"/>
              <a:ext cx="122174" cy="126746"/>
            </a:xfrm>
            <a:custGeom>
              <a:avLst/>
              <a:gdLst/>
              <a:ahLst/>
              <a:cxnLst/>
              <a:rect l="0" t="0" r="0" b="0"/>
              <a:pathLst>
                <a:path w="192" h="199">
                  <a:moveTo>
                    <a:pt x="182" y="10"/>
                  </a:moveTo>
                  <a:lnTo>
                    <a:pt x="182" y="76"/>
                  </a:lnTo>
                  <a:lnTo>
                    <a:pt x="182" y="106"/>
                  </a:lnTo>
                  <a:lnTo>
                    <a:pt x="182" y="134"/>
                  </a:lnTo>
                  <a:lnTo>
                    <a:pt x="182" y="156"/>
                  </a:lnTo>
                  <a:lnTo>
                    <a:pt x="182" y="172"/>
                  </a:lnTo>
                  <a:lnTo>
                    <a:pt x="182" y="184"/>
                  </a:lnTo>
                  <a:lnTo>
                    <a:pt x="182" y="189"/>
                  </a:lnTo>
                  <a:lnTo>
                    <a:pt x="176" y="189"/>
                  </a:lnTo>
                  <a:lnTo>
                    <a:pt x="163" y="189"/>
                  </a:lnTo>
                  <a:lnTo>
                    <a:pt x="143" y="189"/>
                  </a:lnTo>
                  <a:lnTo>
                    <a:pt x="118" y="189"/>
                  </a:lnTo>
                  <a:lnTo>
                    <a:pt x="60" y="189"/>
                  </a:lnTo>
                  <a:lnTo>
                    <a:pt x="35" y="189"/>
                  </a:lnTo>
                  <a:lnTo>
                    <a:pt x="10" y="189"/>
                  </a:lnTo>
                  <a:lnTo>
                    <a:pt x="15" y="150"/>
                  </a:lnTo>
                  <a:lnTo>
                    <a:pt x="26" y="117"/>
                  </a:lnTo>
                  <a:lnTo>
                    <a:pt x="40" y="90"/>
                  </a:lnTo>
                  <a:lnTo>
                    <a:pt x="60" y="67"/>
                  </a:lnTo>
                  <a:lnTo>
                    <a:pt x="79" y="48"/>
                  </a:lnTo>
                  <a:lnTo>
                    <a:pt x="101" y="32"/>
                  </a:lnTo>
                  <a:lnTo>
                    <a:pt x="115" y="26"/>
                  </a:lnTo>
                  <a:lnTo>
                    <a:pt x="135" y="20"/>
                  </a:lnTo>
                  <a:lnTo>
                    <a:pt x="154" y="15"/>
                  </a:lnTo>
                  <a:lnTo>
                    <a:pt x="182"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82" name="group 82"/>
          <p:cNvGrpSpPr/>
          <p:nvPr/>
        </p:nvGrpSpPr>
        <p:grpSpPr>
          <a:xfrm rot="21600000">
            <a:off x="4225798" y="2316226"/>
            <a:ext cx="219963" cy="229108"/>
            <a:chOff x="0" y="0"/>
            <a:chExt cx="219963" cy="229108"/>
          </a:xfrm>
        </p:grpSpPr>
        <p:sp>
          <p:nvSpPr>
            <p:cNvPr id="1282" name="path"/>
            <p:cNvSpPr/>
            <p:nvPr/>
          </p:nvSpPr>
          <p:spPr>
            <a:xfrm>
              <a:off x="7873" y="6350"/>
              <a:ext cx="205740" cy="216408"/>
            </a:xfrm>
            <a:custGeom>
              <a:avLst/>
              <a:gdLst/>
              <a:ahLst/>
              <a:cxnLst/>
              <a:rect l="0" t="0" r="0" b="0"/>
              <a:pathLst>
                <a:path w="324" h="340">
                  <a:moveTo>
                    <a:pt x="0" y="170"/>
                  </a:moveTo>
                  <a:cubicBezTo>
                    <a:pt x="0" y="76"/>
                    <a:pt x="72" y="0"/>
                    <a:pt x="162" y="0"/>
                  </a:cubicBezTo>
                  <a:cubicBezTo>
                    <a:pt x="251" y="0"/>
                    <a:pt x="324" y="76"/>
                    <a:pt x="324" y="170"/>
                  </a:cubicBezTo>
                  <a:cubicBezTo>
                    <a:pt x="324" y="264"/>
                    <a:pt x="251" y="340"/>
                    <a:pt x="162" y="340"/>
                  </a:cubicBezTo>
                  <a:cubicBezTo>
                    <a:pt x="72" y="340"/>
                    <a:pt x="0" y="264"/>
                    <a:pt x="0" y="170"/>
                  </a:cubicBezTo>
                </a:path>
              </a:pathLst>
            </a:custGeom>
            <a:solidFill>
              <a:srgbClr val="FFC000">
                <a:alpha val="100000"/>
              </a:srgbClr>
            </a:solidFill>
            <a:ln cap="flat">
              <a:noFill/>
              <a:prstDash val="solid"/>
              <a:miter lim="0"/>
            </a:ln>
          </p:spPr>
          <p:txBody>
            <a:bodyPr rtlCol="0"/>
            <a:lstStyle/>
            <a:p>
              <a:pPr algn="ctr"/>
              <a:endParaRPr lang="zh-CN" altLang="en-US"/>
            </a:p>
          </p:txBody>
        </p:sp>
        <p:sp>
          <p:nvSpPr>
            <p:cNvPr id="1284" name="path"/>
            <p:cNvSpPr/>
            <p:nvPr/>
          </p:nvSpPr>
          <p:spPr>
            <a:xfrm>
              <a:off x="1523" y="0"/>
              <a:ext cx="218440" cy="229108"/>
            </a:xfrm>
            <a:custGeom>
              <a:avLst/>
              <a:gdLst/>
              <a:ahLst/>
              <a:cxnLst/>
              <a:rect l="0" t="0" r="0" b="0"/>
              <a:pathLst>
                <a:path w="344" h="360">
                  <a:moveTo>
                    <a:pt x="10" y="180"/>
                  </a:moveTo>
                  <a:cubicBezTo>
                    <a:pt x="10" y="86"/>
                    <a:pt x="82" y="10"/>
                    <a:pt x="172" y="10"/>
                  </a:cubicBezTo>
                  <a:cubicBezTo>
                    <a:pt x="261" y="10"/>
                    <a:pt x="334" y="86"/>
                    <a:pt x="334" y="180"/>
                  </a:cubicBezTo>
                  <a:cubicBezTo>
                    <a:pt x="334" y="274"/>
                    <a:pt x="261" y="350"/>
                    <a:pt x="172" y="350"/>
                  </a:cubicBezTo>
                  <a:cubicBezTo>
                    <a:pt x="82" y="350"/>
                    <a:pt x="10" y="274"/>
                    <a:pt x="10" y="180"/>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286" name="path"/>
            <p:cNvSpPr/>
            <p:nvPr/>
          </p:nvSpPr>
          <p:spPr>
            <a:xfrm>
              <a:off x="6350" y="7873"/>
              <a:ext cx="107950" cy="114046"/>
            </a:xfrm>
            <a:custGeom>
              <a:avLst/>
              <a:gdLst/>
              <a:ahLst/>
              <a:cxnLst/>
              <a:rect l="0" t="0" r="0" b="0"/>
              <a:pathLst>
                <a:path w="170" h="179">
                  <a:moveTo>
                    <a:pt x="170" y="0"/>
                  </a:moveTo>
                  <a:lnTo>
                    <a:pt x="170" y="66"/>
                  </a:lnTo>
                  <a:lnTo>
                    <a:pt x="170" y="96"/>
                  </a:lnTo>
                  <a:lnTo>
                    <a:pt x="170" y="124"/>
                  </a:lnTo>
                  <a:lnTo>
                    <a:pt x="170" y="146"/>
                  </a:lnTo>
                  <a:lnTo>
                    <a:pt x="170" y="163"/>
                  </a:lnTo>
                  <a:lnTo>
                    <a:pt x="170" y="174"/>
                  </a:lnTo>
                  <a:lnTo>
                    <a:pt x="170" y="179"/>
                  </a:lnTo>
                  <a:lnTo>
                    <a:pt x="164" y="179"/>
                  </a:lnTo>
                  <a:lnTo>
                    <a:pt x="150" y="179"/>
                  </a:lnTo>
                  <a:lnTo>
                    <a:pt x="131" y="179"/>
                  </a:lnTo>
                  <a:lnTo>
                    <a:pt x="106" y="179"/>
                  </a:lnTo>
                  <a:lnTo>
                    <a:pt x="49" y="179"/>
                  </a:lnTo>
                  <a:lnTo>
                    <a:pt x="24" y="179"/>
                  </a:lnTo>
                  <a:lnTo>
                    <a:pt x="0" y="179"/>
                  </a:lnTo>
                  <a:lnTo>
                    <a:pt x="5" y="141"/>
                  </a:lnTo>
                  <a:lnTo>
                    <a:pt x="16" y="107"/>
                  </a:lnTo>
                  <a:lnTo>
                    <a:pt x="30" y="80"/>
                  </a:lnTo>
                  <a:lnTo>
                    <a:pt x="49" y="57"/>
                  </a:lnTo>
                  <a:lnTo>
                    <a:pt x="68" y="38"/>
                  </a:lnTo>
                  <a:lnTo>
                    <a:pt x="90" y="22"/>
                  </a:lnTo>
                  <a:lnTo>
                    <a:pt x="104" y="16"/>
                  </a:lnTo>
                  <a:lnTo>
                    <a:pt x="123" y="11"/>
                  </a:lnTo>
                  <a:lnTo>
                    <a:pt x="142" y="5"/>
                  </a:lnTo>
                  <a:lnTo>
                    <a:pt x="170" y="0"/>
                  </a:lnTo>
                </a:path>
              </a:pathLst>
            </a:custGeom>
            <a:solidFill>
              <a:srgbClr val="FFFFFF">
                <a:alpha val="100000"/>
              </a:srgbClr>
            </a:solidFill>
            <a:ln cap="flat">
              <a:noFill/>
              <a:prstDash val="solid"/>
              <a:miter lim="0"/>
            </a:ln>
          </p:spPr>
          <p:txBody>
            <a:bodyPr rtlCol="0"/>
            <a:lstStyle/>
            <a:p>
              <a:pPr algn="ctr"/>
              <a:endParaRPr lang="zh-CN" altLang="en-US"/>
            </a:p>
          </p:txBody>
        </p:sp>
        <p:sp>
          <p:nvSpPr>
            <p:cNvPr id="1288" name="path"/>
            <p:cNvSpPr/>
            <p:nvPr/>
          </p:nvSpPr>
          <p:spPr>
            <a:xfrm>
              <a:off x="0" y="1523"/>
              <a:ext cx="120650" cy="126746"/>
            </a:xfrm>
            <a:custGeom>
              <a:avLst/>
              <a:gdLst/>
              <a:ahLst/>
              <a:cxnLst/>
              <a:rect l="0" t="0" r="0" b="0"/>
              <a:pathLst>
                <a:path w="190" h="199">
                  <a:moveTo>
                    <a:pt x="180" y="10"/>
                  </a:moveTo>
                  <a:lnTo>
                    <a:pt x="180" y="76"/>
                  </a:lnTo>
                  <a:lnTo>
                    <a:pt x="180" y="106"/>
                  </a:lnTo>
                  <a:lnTo>
                    <a:pt x="180" y="134"/>
                  </a:lnTo>
                  <a:lnTo>
                    <a:pt x="180" y="156"/>
                  </a:lnTo>
                  <a:lnTo>
                    <a:pt x="180" y="173"/>
                  </a:lnTo>
                  <a:lnTo>
                    <a:pt x="180" y="184"/>
                  </a:lnTo>
                  <a:lnTo>
                    <a:pt x="180" y="189"/>
                  </a:lnTo>
                  <a:lnTo>
                    <a:pt x="174" y="189"/>
                  </a:lnTo>
                  <a:lnTo>
                    <a:pt x="160" y="189"/>
                  </a:lnTo>
                  <a:lnTo>
                    <a:pt x="141" y="189"/>
                  </a:lnTo>
                  <a:lnTo>
                    <a:pt x="116" y="189"/>
                  </a:lnTo>
                  <a:lnTo>
                    <a:pt x="59" y="189"/>
                  </a:lnTo>
                  <a:lnTo>
                    <a:pt x="34" y="189"/>
                  </a:lnTo>
                  <a:lnTo>
                    <a:pt x="10" y="189"/>
                  </a:lnTo>
                  <a:lnTo>
                    <a:pt x="15" y="151"/>
                  </a:lnTo>
                  <a:lnTo>
                    <a:pt x="26" y="117"/>
                  </a:lnTo>
                  <a:lnTo>
                    <a:pt x="40" y="90"/>
                  </a:lnTo>
                  <a:lnTo>
                    <a:pt x="59" y="67"/>
                  </a:lnTo>
                  <a:lnTo>
                    <a:pt x="78" y="48"/>
                  </a:lnTo>
                  <a:lnTo>
                    <a:pt x="100" y="32"/>
                  </a:lnTo>
                  <a:lnTo>
                    <a:pt x="114" y="26"/>
                  </a:lnTo>
                  <a:lnTo>
                    <a:pt x="133" y="21"/>
                  </a:lnTo>
                  <a:lnTo>
                    <a:pt x="152" y="15"/>
                  </a:lnTo>
                  <a:lnTo>
                    <a:pt x="18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84" name="group 84"/>
          <p:cNvGrpSpPr/>
          <p:nvPr/>
        </p:nvGrpSpPr>
        <p:grpSpPr>
          <a:xfrm rot="21600000">
            <a:off x="2396997" y="3687826"/>
            <a:ext cx="206121" cy="219837"/>
            <a:chOff x="0" y="0"/>
            <a:chExt cx="206121" cy="219837"/>
          </a:xfrm>
        </p:grpSpPr>
        <p:sp>
          <p:nvSpPr>
            <p:cNvPr id="1290" name="path"/>
            <p:cNvSpPr/>
            <p:nvPr/>
          </p:nvSpPr>
          <p:spPr>
            <a:xfrm>
              <a:off x="6350" y="10922"/>
              <a:ext cx="188976" cy="199644"/>
            </a:xfrm>
            <a:custGeom>
              <a:avLst/>
              <a:gdLst/>
              <a:ahLst/>
              <a:cxnLst/>
              <a:rect l="0" t="0" r="0" b="0"/>
              <a:pathLst>
                <a:path w="297" h="314">
                  <a:moveTo>
                    <a:pt x="0" y="157"/>
                  </a:moveTo>
                  <a:cubicBezTo>
                    <a:pt x="0" y="70"/>
                    <a:pt x="66" y="0"/>
                    <a:pt x="148" y="0"/>
                  </a:cubicBezTo>
                  <a:cubicBezTo>
                    <a:pt x="231" y="0"/>
                    <a:pt x="297" y="70"/>
                    <a:pt x="297" y="157"/>
                  </a:cubicBezTo>
                  <a:cubicBezTo>
                    <a:pt x="297" y="243"/>
                    <a:pt x="231" y="314"/>
                    <a:pt x="148" y="314"/>
                  </a:cubicBezTo>
                  <a:cubicBezTo>
                    <a:pt x="66" y="314"/>
                    <a:pt x="0" y="243"/>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292" name="path"/>
            <p:cNvSpPr/>
            <p:nvPr/>
          </p:nvSpPr>
          <p:spPr>
            <a:xfrm>
              <a:off x="0" y="4572"/>
              <a:ext cx="201676" cy="212344"/>
            </a:xfrm>
            <a:custGeom>
              <a:avLst/>
              <a:gdLst/>
              <a:ahLst/>
              <a:cxnLst/>
              <a:rect l="0" t="0" r="0" b="0"/>
              <a:pathLst>
                <a:path w="317" h="334">
                  <a:moveTo>
                    <a:pt x="10" y="167"/>
                  </a:moveTo>
                  <a:cubicBezTo>
                    <a:pt x="10" y="80"/>
                    <a:pt x="76" y="10"/>
                    <a:pt x="158" y="10"/>
                  </a:cubicBezTo>
                  <a:cubicBezTo>
                    <a:pt x="241" y="10"/>
                    <a:pt x="307" y="80"/>
                    <a:pt x="307" y="167"/>
                  </a:cubicBezTo>
                  <a:cubicBezTo>
                    <a:pt x="307" y="253"/>
                    <a:pt x="241" y="324"/>
                    <a:pt x="158" y="324"/>
                  </a:cubicBezTo>
                  <a:cubicBezTo>
                    <a:pt x="76" y="324"/>
                    <a:pt x="10" y="253"/>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294" name="path"/>
            <p:cNvSpPr/>
            <p:nvPr/>
          </p:nvSpPr>
          <p:spPr>
            <a:xfrm>
              <a:off x="97789" y="6350"/>
              <a:ext cx="101981" cy="207137"/>
            </a:xfrm>
            <a:custGeom>
              <a:avLst/>
              <a:gdLst/>
              <a:ahLst/>
              <a:cxnLst/>
              <a:rect l="0" t="0" r="0" b="0"/>
              <a:pathLst>
                <a:path w="160"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8" y="263"/>
                  </a:lnTo>
                  <a:lnTo>
                    <a:pt x="145" y="236"/>
                  </a:lnTo>
                  <a:lnTo>
                    <a:pt x="155" y="203"/>
                  </a:lnTo>
                  <a:lnTo>
                    <a:pt x="160" y="165"/>
                  </a:lnTo>
                  <a:lnTo>
                    <a:pt x="155" y="128"/>
                  </a:lnTo>
                  <a:lnTo>
                    <a:pt x="145" y="95"/>
                  </a:lnTo>
                  <a:lnTo>
                    <a:pt x="128" y="70"/>
                  </a:lnTo>
                  <a:lnTo>
                    <a:pt x="108"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296" name="path"/>
            <p:cNvSpPr/>
            <p:nvPr/>
          </p:nvSpPr>
          <p:spPr>
            <a:xfrm>
              <a:off x="91439" y="0"/>
              <a:ext cx="114681" cy="219837"/>
            </a:xfrm>
            <a:custGeom>
              <a:avLst/>
              <a:gdLst/>
              <a:ahLst/>
              <a:cxnLst/>
              <a:rect l="0" t="0" r="0" b="0"/>
              <a:pathLst>
                <a:path w="180"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8" y="273"/>
                  </a:lnTo>
                  <a:lnTo>
                    <a:pt x="155" y="246"/>
                  </a:lnTo>
                  <a:lnTo>
                    <a:pt x="165" y="213"/>
                  </a:lnTo>
                  <a:lnTo>
                    <a:pt x="170" y="175"/>
                  </a:lnTo>
                  <a:lnTo>
                    <a:pt x="165" y="138"/>
                  </a:lnTo>
                  <a:lnTo>
                    <a:pt x="155" y="105"/>
                  </a:lnTo>
                  <a:lnTo>
                    <a:pt x="138" y="80"/>
                  </a:lnTo>
                  <a:lnTo>
                    <a:pt x="118"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86" name="group 86"/>
          <p:cNvGrpSpPr/>
          <p:nvPr/>
        </p:nvGrpSpPr>
        <p:grpSpPr>
          <a:xfrm rot="21600000">
            <a:off x="2389377" y="4686045"/>
            <a:ext cx="206121" cy="219837"/>
            <a:chOff x="0" y="0"/>
            <a:chExt cx="206121" cy="219837"/>
          </a:xfrm>
        </p:grpSpPr>
        <p:sp>
          <p:nvSpPr>
            <p:cNvPr id="1298" name="path"/>
            <p:cNvSpPr/>
            <p:nvPr/>
          </p:nvSpPr>
          <p:spPr>
            <a:xfrm>
              <a:off x="6350" y="12446"/>
              <a:ext cx="188976" cy="198120"/>
            </a:xfrm>
            <a:custGeom>
              <a:avLst/>
              <a:gdLst/>
              <a:ahLst/>
              <a:cxnLst/>
              <a:rect l="0" t="0" r="0" b="0"/>
              <a:pathLst>
                <a:path w="297" h="312">
                  <a:moveTo>
                    <a:pt x="0" y="156"/>
                  </a:moveTo>
                  <a:cubicBezTo>
                    <a:pt x="0" y="69"/>
                    <a:pt x="66" y="0"/>
                    <a:pt x="148" y="0"/>
                  </a:cubicBezTo>
                  <a:cubicBezTo>
                    <a:pt x="231" y="0"/>
                    <a:pt x="297" y="69"/>
                    <a:pt x="297" y="156"/>
                  </a:cubicBezTo>
                  <a:cubicBezTo>
                    <a:pt x="297" y="242"/>
                    <a:pt x="231"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00" name="path"/>
            <p:cNvSpPr/>
            <p:nvPr/>
          </p:nvSpPr>
          <p:spPr>
            <a:xfrm>
              <a:off x="0" y="6096"/>
              <a:ext cx="201676" cy="210820"/>
            </a:xfrm>
            <a:custGeom>
              <a:avLst/>
              <a:gdLst/>
              <a:ahLst/>
              <a:cxnLst/>
              <a:rect l="0" t="0" r="0" b="0"/>
              <a:pathLst>
                <a:path w="317" h="332">
                  <a:moveTo>
                    <a:pt x="10" y="166"/>
                  </a:moveTo>
                  <a:cubicBezTo>
                    <a:pt x="10" y="79"/>
                    <a:pt x="76" y="10"/>
                    <a:pt x="158" y="10"/>
                  </a:cubicBezTo>
                  <a:cubicBezTo>
                    <a:pt x="241" y="10"/>
                    <a:pt x="307" y="79"/>
                    <a:pt x="307" y="166"/>
                  </a:cubicBezTo>
                  <a:cubicBezTo>
                    <a:pt x="307" y="252"/>
                    <a:pt x="241"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02" name="path"/>
            <p:cNvSpPr/>
            <p:nvPr/>
          </p:nvSpPr>
          <p:spPr>
            <a:xfrm>
              <a:off x="97789" y="6350"/>
              <a:ext cx="101981" cy="207137"/>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6"/>
                  </a:lnTo>
                  <a:lnTo>
                    <a:pt x="155" y="203"/>
                  </a:lnTo>
                  <a:lnTo>
                    <a:pt x="160" y="165"/>
                  </a:lnTo>
                  <a:lnTo>
                    <a:pt x="155" y="127"/>
                  </a:lnTo>
                  <a:lnTo>
                    <a:pt x="145" y="95"/>
                  </a:lnTo>
                  <a:lnTo>
                    <a:pt x="127" y="70"/>
                  </a:lnTo>
                  <a:lnTo>
                    <a:pt x="107"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04" name="path"/>
            <p:cNvSpPr/>
            <p:nvPr/>
          </p:nvSpPr>
          <p:spPr>
            <a:xfrm>
              <a:off x="91439" y="0"/>
              <a:ext cx="114681" cy="219837"/>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6"/>
                  </a:lnTo>
                  <a:lnTo>
                    <a:pt x="165" y="213"/>
                  </a:lnTo>
                  <a:lnTo>
                    <a:pt x="170" y="175"/>
                  </a:lnTo>
                  <a:lnTo>
                    <a:pt x="165" y="137"/>
                  </a:lnTo>
                  <a:lnTo>
                    <a:pt x="155" y="105"/>
                  </a:lnTo>
                  <a:lnTo>
                    <a:pt x="137" y="80"/>
                  </a:lnTo>
                  <a:lnTo>
                    <a:pt x="117"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88" name="group 88"/>
          <p:cNvGrpSpPr/>
          <p:nvPr/>
        </p:nvGrpSpPr>
        <p:grpSpPr>
          <a:xfrm rot="21600000">
            <a:off x="2409189" y="2663697"/>
            <a:ext cx="206120" cy="219837"/>
            <a:chOff x="0" y="0"/>
            <a:chExt cx="206120" cy="219837"/>
          </a:xfrm>
        </p:grpSpPr>
        <p:sp>
          <p:nvSpPr>
            <p:cNvPr id="1306" name="path"/>
            <p:cNvSpPr/>
            <p:nvPr/>
          </p:nvSpPr>
          <p:spPr>
            <a:xfrm>
              <a:off x="6350" y="10922"/>
              <a:ext cx="188976" cy="199644"/>
            </a:xfrm>
            <a:custGeom>
              <a:avLst/>
              <a:gdLst/>
              <a:ahLst/>
              <a:cxnLst/>
              <a:rect l="0" t="0" r="0" b="0"/>
              <a:pathLst>
                <a:path w="297" h="314">
                  <a:moveTo>
                    <a:pt x="0" y="157"/>
                  </a:moveTo>
                  <a:cubicBezTo>
                    <a:pt x="0" y="70"/>
                    <a:pt x="66" y="0"/>
                    <a:pt x="148" y="0"/>
                  </a:cubicBezTo>
                  <a:cubicBezTo>
                    <a:pt x="231" y="0"/>
                    <a:pt x="297" y="70"/>
                    <a:pt x="297" y="157"/>
                  </a:cubicBezTo>
                  <a:cubicBezTo>
                    <a:pt x="297" y="243"/>
                    <a:pt x="231" y="314"/>
                    <a:pt x="148" y="314"/>
                  </a:cubicBezTo>
                  <a:cubicBezTo>
                    <a:pt x="66" y="314"/>
                    <a:pt x="0" y="243"/>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08" name="path"/>
            <p:cNvSpPr/>
            <p:nvPr/>
          </p:nvSpPr>
          <p:spPr>
            <a:xfrm>
              <a:off x="0" y="4572"/>
              <a:ext cx="201676" cy="212344"/>
            </a:xfrm>
            <a:custGeom>
              <a:avLst/>
              <a:gdLst/>
              <a:ahLst/>
              <a:cxnLst/>
              <a:rect l="0" t="0" r="0" b="0"/>
              <a:pathLst>
                <a:path w="317" h="334">
                  <a:moveTo>
                    <a:pt x="10" y="167"/>
                  </a:moveTo>
                  <a:cubicBezTo>
                    <a:pt x="10" y="80"/>
                    <a:pt x="76" y="10"/>
                    <a:pt x="158" y="10"/>
                  </a:cubicBezTo>
                  <a:cubicBezTo>
                    <a:pt x="241" y="10"/>
                    <a:pt x="307" y="80"/>
                    <a:pt x="307" y="167"/>
                  </a:cubicBezTo>
                  <a:cubicBezTo>
                    <a:pt x="307" y="253"/>
                    <a:pt x="241" y="324"/>
                    <a:pt x="158" y="324"/>
                  </a:cubicBezTo>
                  <a:cubicBezTo>
                    <a:pt x="76" y="324"/>
                    <a:pt x="10" y="253"/>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10" name="path"/>
            <p:cNvSpPr/>
            <p:nvPr/>
          </p:nvSpPr>
          <p:spPr>
            <a:xfrm>
              <a:off x="97789" y="6350"/>
              <a:ext cx="101980" cy="207137"/>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8" y="263"/>
                  </a:lnTo>
                  <a:lnTo>
                    <a:pt x="145" y="236"/>
                  </a:lnTo>
                  <a:lnTo>
                    <a:pt x="155" y="203"/>
                  </a:lnTo>
                  <a:lnTo>
                    <a:pt x="160" y="165"/>
                  </a:lnTo>
                  <a:lnTo>
                    <a:pt x="155" y="128"/>
                  </a:lnTo>
                  <a:lnTo>
                    <a:pt x="145" y="95"/>
                  </a:lnTo>
                  <a:lnTo>
                    <a:pt x="128" y="70"/>
                  </a:lnTo>
                  <a:lnTo>
                    <a:pt x="108"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12" name="path"/>
            <p:cNvSpPr/>
            <p:nvPr/>
          </p:nvSpPr>
          <p:spPr>
            <a:xfrm>
              <a:off x="91439" y="0"/>
              <a:ext cx="114680" cy="219837"/>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8" y="273"/>
                  </a:lnTo>
                  <a:lnTo>
                    <a:pt x="155" y="246"/>
                  </a:lnTo>
                  <a:lnTo>
                    <a:pt x="165" y="213"/>
                  </a:lnTo>
                  <a:lnTo>
                    <a:pt x="170" y="175"/>
                  </a:lnTo>
                  <a:lnTo>
                    <a:pt x="165" y="138"/>
                  </a:lnTo>
                  <a:lnTo>
                    <a:pt x="155" y="105"/>
                  </a:lnTo>
                  <a:lnTo>
                    <a:pt x="138" y="80"/>
                  </a:lnTo>
                  <a:lnTo>
                    <a:pt x="118"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90" name="group 90"/>
          <p:cNvGrpSpPr/>
          <p:nvPr/>
        </p:nvGrpSpPr>
        <p:grpSpPr>
          <a:xfrm rot="21600000">
            <a:off x="5047233" y="2674366"/>
            <a:ext cx="206121" cy="219836"/>
            <a:chOff x="0" y="0"/>
            <a:chExt cx="206121" cy="219836"/>
          </a:xfrm>
        </p:grpSpPr>
        <p:sp>
          <p:nvSpPr>
            <p:cNvPr id="1314" name="path"/>
            <p:cNvSpPr/>
            <p:nvPr/>
          </p:nvSpPr>
          <p:spPr>
            <a:xfrm>
              <a:off x="6350" y="10921"/>
              <a:ext cx="188976" cy="198120"/>
            </a:xfrm>
            <a:custGeom>
              <a:avLst/>
              <a:gdLst/>
              <a:ahLst/>
              <a:cxnLst/>
              <a:rect l="0" t="0" r="0" b="0"/>
              <a:pathLst>
                <a:path w="297" h="312">
                  <a:moveTo>
                    <a:pt x="0" y="155"/>
                  </a:moveTo>
                  <a:cubicBezTo>
                    <a:pt x="0" y="69"/>
                    <a:pt x="66" y="0"/>
                    <a:pt x="148" y="0"/>
                  </a:cubicBezTo>
                  <a:cubicBezTo>
                    <a:pt x="231" y="0"/>
                    <a:pt x="297" y="69"/>
                    <a:pt x="297" y="155"/>
                  </a:cubicBezTo>
                  <a:cubicBezTo>
                    <a:pt x="297" y="242"/>
                    <a:pt x="231" y="312"/>
                    <a:pt x="148" y="312"/>
                  </a:cubicBezTo>
                  <a:cubicBezTo>
                    <a:pt x="66" y="312"/>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16" name="path"/>
            <p:cNvSpPr/>
            <p:nvPr/>
          </p:nvSpPr>
          <p:spPr>
            <a:xfrm>
              <a:off x="0" y="4571"/>
              <a:ext cx="201676" cy="210820"/>
            </a:xfrm>
            <a:custGeom>
              <a:avLst/>
              <a:gdLst/>
              <a:ahLst/>
              <a:cxnLst/>
              <a:rect l="0" t="0" r="0" b="0"/>
              <a:pathLst>
                <a:path w="317" h="332">
                  <a:moveTo>
                    <a:pt x="10" y="165"/>
                  </a:moveTo>
                  <a:cubicBezTo>
                    <a:pt x="10" y="79"/>
                    <a:pt x="76" y="10"/>
                    <a:pt x="158" y="10"/>
                  </a:cubicBezTo>
                  <a:cubicBezTo>
                    <a:pt x="241" y="10"/>
                    <a:pt x="307" y="79"/>
                    <a:pt x="307" y="165"/>
                  </a:cubicBezTo>
                  <a:cubicBezTo>
                    <a:pt x="307" y="252"/>
                    <a:pt x="241" y="322"/>
                    <a:pt x="158" y="322"/>
                  </a:cubicBezTo>
                  <a:cubicBezTo>
                    <a:pt x="76" y="322"/>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18" name="path"/>
            <p:cNvSpPr/>
            <p:nvPr/>
          </p:nvSpPr>
          <p:spPr>
            <a:xfrm>
              <a:off x="97790" y="6350"/>
              <a:ext cx="101980"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5"/>
                  </a:lnTo>
                  <a:lnTo>
                    <a:pt x="155" y="203"/>
                  </a:lnTo>
                  <a:lnTo>
                    <a:pt x="160" y="165"/>
                  </a:lnTo>
                  <a:lnTo>
                    <a:pt x="155" y="127"/>
                  </a:lnTo>
                  <a:lnTo>
                    <a:pt x="145" y="95"/>
                  </a:lnTo>
                  <a:lnTo>
                    <a:pt x="127" y="70"/>
                  </a:lnTo>
                  <a:lnTo>
                    <a:pt x="107" y="47"/>
                  </a:lnTo>
                  <a:lnTo>
                    <a:pt x="82" y="30"/>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20" name="path"/>
            <p:cNvSpPr/>
            <p:nvPr/>
          </p:nvSpPr>
          <p:spPr>
            <a:xfrm>
              <a:off x="91440" y="0"/>
              <a:ext cx="114680"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5"/>
                  </a:lnTo>
                  <a:lnTo>
                    <a:pt x="165" y="213"/>
                  </a:lnTo>
                  <a:lnTo>
                    <a:pt x="170" y="175"/>
                  </a:lnTo>
                  <a:lnTo>
                    <a:pt x="165" y="137"/>
                  </a:lnTo>
                  <a:lnTo>
                    <a:pt x="155" y="105"/>
                  </a:lnTo>
                  <a:lnTo>
                    <a:pt x="137" y="80"/>
                  </a:lnTo>
                  <a:lnTo>
                    <a:pt x="117" y="57"/>
                  </a:lnTo>
                  <a:lnTo>
                    <a:pt x="92" y="40"/>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92" name="group 92"/>
          <p:cNvGrpSpPr/>
          <p:nvPr/>
        </p:nvGrpSpPr>
        <p:grpSpPr>
          <a:xfrm rot="21600000">
            <a:off x="5946394" y="2668270"/>
            <a:ext cx="206120" cy="219836"/>
            <a:chOff x="0" y="0"/>
            <a:chExt cx="206120" cy="219836"/>
          </a:xfrm>
        </p:grpSpPr>
        <p:sp>
          <p:nvSpPr>
            <p:cNvPr id="1322" name="path"/>
            <p:cNvSpPr/>
            <p:nvPr/>
          </p:nvSpPr>
          <p:spPr>
            <a:xfrm>
              <a:off x="6350" y="10921"/>
              <a:ext cx="188976" cy="199644"/>
            </a:xfrm>
            <a:custGeom>
              <a:avLst/>
              <a:gdLst/>
              <a:ahLst/>
              <a:cxnLst/>
              <a:rect l="0" t="0" r="0" b="0"/>
              <a:pathLst>
                <a:path w="297" h="314">
                  <a:moveTo>
                    <a:pt x="0" y="157"/>
                  </a:moveTo>
                  <a:cubicBezTo>
                    <a:pt x="0" y="70"/>
                    <a:pt x="66" y="0"/>
                    <a:pt x="148" y="0"/>
                  </a:cubicBezTo>
                  <a:cubicBezTo>
                    <a:pt x="231" y="0"/>
                    <a:pt x="297" y="70"/>
                    <a:pt x="297" y="157"/>
                  </a:cubicBezTo>
                  <a:cubicBezTo>
                    <a:pt x="297" y="244"/>
                    <a:pt x="231" y="314"/>
                    <a:pt x="148" y="314"/>
                  </a:cubicBezTo>
                  <a:cubicBezTo>
                    <a:pt x="66" y="314"/>
                    <a:pt x="0" y="244"/>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24" name="path"/>
            <p:cNvSpPr/>
            <p:nvPr/>
          </p:nvSpPr>
          <p:spPr>
            <a:xfrm>
              <a:off x="0" y="4571"/>
              <a:ext cx="201676" cy="212344"/>
            </a:xfrm>
            <a:custGeom>
              <a:avLst/>
              <a:gdLst/>
              <a:ahLst/>
              <a:cxnLst/>
              <a:rect l="0" t="0" r="0" b="0"/>
              <a:pathLst>
                <a:path w="317" h="334">
                  <a:moveTo>
                    <a:pt x="10" y="167"/>
                  </a:moveTo>
                  <a:cubicBezTo>
                    <a:pt x="10" y="80"/>
                    <a:pt x="76" y="10"/>
                    <a:pt x="158" y="10"/>
                  </a:cubicBezTo>
                  <a:cubicBezTo>
                    <a:pt x="241" y="10"/>
                    <a:pt x="307" y="80"/>
                    <a:pt x="307" y="167"/>
                  </a:cubicBezTo>
                  <a:cubicBezTo>
                    <a:pt x="307" y="254"/>
                    <a:pt x="241" y="324"/>
                    <a:pt x="158" y="324"/>
                  </a:cubicBezTo>
                  <a:cubicBezTo>
                    <a:pt x="76" y="324"/>
                    <a:pt x="10" y="254"/>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26" name="path"/>
            <p:cNvSpPr/>
            <p:nvPr/>
          </p:nvSpPr>
          <p:spPr>
            <a:xfrm>
              <a:off x="97789" y="6350"/>
              <a:ext cx="101980"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5"/>
                  </a:lnTo>
                  <a:lnTo>
                    <a:pt x="155" y="203"/>
                  </a:lnTo>
                  <a:lnTo>
                    <a:pt x="160" y="165"/>
                  </a:lnTo>
                  <a:lnTo>
                    <a:pt x="155" y="127"/>
                  </a:lnTo>
                  <a:lnTo>
                    <a:pt x="145" y="95"/>
                  </a:lnTo>
                  <a:lnTo>
                    <a:pt x="127" y="70"/>
                  </a:lnTo>
                  <a:lnTo>
                    <a:pt x="107"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28" name="path"/>
            <p:cNvSpPr/>
            <p:nvPr/>
          </p:nvSpPr>
          <p:spPr>
            <a:xfrm>
              <a:off x="91439" y="0"/>
              <a:ext cx="114680"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5"/>
                  </a:lnTo>
                  <a:lnTo>
                    <a:pt x="165" y="213"/>
                  </a:lnTo>
                  <a:lnTo>
                    <a:pt x="170" y="175"/>
                  </a:lnTo>
                  <a:lnTo>
                    <a:pt x="165" y="137"/>
                  </a:lnTo>
                  <a:lnTo>
                    <a:pt x="155" y="105"/>
                  </a:lnTo>
                  <a:lnTo>
                    <a:pt x="137" y="80"/>
                  </a:lnTo>
                  <a:lnTo>
                    <a:pt x="117"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94" name="group 94"/>
          <p:cNvGrpSpPr/>
          <p:nvPr/>
        </p:nvGrpSpPr>
        <p:grpSpPr>
          <a:xfrm rot="21600000">
            <a:off x="5946394" y="3668014"/>
            <a:ext cx="206120" cy="219836"/>
            <a:chOff x="0" y="0"/>
            <a:chExt cx="206120" cy="219836"/>
          </a:xfrm>
        </p:grpSpPr>
        <p:sp>
          <p:nvSpPr>
            <p:cNvPr id="1330" name="path"/>
            <p:cNvSpPr/>
            <p:nvPr/>
          </p:nvSpPr>
          <p:spPr>
            <a:xfrm>
              <a:off x="6350" y="10922"/>
              <a:ext cx="188976" cy="198120"/>
            </a:xfrm>
            <a:custGeom>
              <a:avLst/>
              <a:gdLst/>
              <a:ahLst/>
              <a:cxnLst/>
              <a:rect l="0" t="0" r="0" b="0"/>
              <a:pathLst>
                <a:path w="297" h="312">
                  <a:moveTo>
                    <a:pt x="0" y="156"/>
                  </a:moveTo>
                  <a:cubicBezTo>
                    <a:pt x="0" y="69"/>
                    <a:pt x="66" y="0"/>
                    <a:pt x="148" y="0"/>
                  </a:cubicBezTo>
                  <a:cubicBezTo>
                    <a:pt x="231" y="0"/>
                    <a:pt x="297" y="69"/>
                    <a:pt x="297" y="156"/>
                  </a:cubicBezTo>
                  <a:cubicBezTo>
                    <a:pt x="297" y="242"/>
                    <a:pt x="231"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32" name="path"/>
            <p:cNvSpPr/>
            <p:nvPr/>
          </p:nvSpPr>
          <p:spPr>
            <a:xfrm>
              <a:off x="0" y="4572"/>
              <a:ext cx="201676" cy="210820"/>
            </a:xfrm>
            <a:custGeom>
              <a:avLst/>
              <a:gdLst/>
              <a:ahLst/>
              <a:cxnLst/>
              <a:rect l="0" t="0" r="0" b="0"/>
              <a:pathLst>
                <a:path w="317" h="332">
                  <a:moveTo>
                    <a:pt x="10" y="166"/>
                  </a:moveTo>
                  <a:cubicBezTo>
                    <a:pt x="10" y="79"/>
                    <a:pt x="76" y="10"/>
                    <a:pt x="158" y="10"/>
                  </a:cubicBezTo>
                  <a:cubicBezTo>
                    <a:pt x="241" y="10"/>
                    <a:pt x="307" y="79"/>
                    <a:pt x="307" y="166"/>
                  </a:cubicBezTo>
                  <a:cubicBezTo>
                    <a:pt x="307" y="252"/>
                    <a:pt x="241"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34" name="path"/>
            <p:cNvSpPr/>
            <p:nvPr/>
          </p:nvSpPr>
          <p:spPr>
            <a:xfrm>
              <a:off x="97789" y="6350"/>
              <a:ext cx="101980" cy="207136"/>
            </a:xfrm>
            <a:custGeom>
              <a:avLst/>
              <a:gdLst/>
              <a:ahLst/>
              <a:cxnLst/>
              <a:rect l="0" t="0" r="0" b="0"/>
              <a:pathLst>
                <a:path w="160"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6"/>
                  </a:lnTo>
                  <a:lnTo>
                    <a:pt x="155" y="203"/>
                  </a:lnTo>
                  <a:lnTo>
                    <a:pt x="160" y="165"/>
                  </a:lnTo>
                  <a:lnTo>
                    <a:pt x="155" y="128"/>
                  </a:lnTo>
                  <a:lnTo>
                    <a:pt x="145" y="95"/>
                  </a:lnTo>
                  <a:lnTo>
                    <a:pt x="127" y="70"/>
                  </a:lnTo>
                  <a:lnTo>
                    <a:pt x="107"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36" name="path"/>
            <p:cNvSpPr/>
            <p:nvPr/>
          </p:nvSpPr>
          <p:spPr>
            <a:xfrm>
              <a:off x="91439" y="0"/>
              <a:ext cx="114680" cy="219836"/>
            </a:xfrm>
            <a:custGeom>
              <a:avLst/>
              <a:gdLst/>
              <a:ahLst/>
              <a:cxnLst/>
              <a:rect l="0" t="0" r="0" b="0"/>
              <a:pathLst>
                <a:path w="180"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6"/>
                  </a:lnTo>
                  <a:lnTo>
                    <a:pt x="165" y="213"/>
                  </a:lnTo>
                  <a:lnTo>
                    <a:pt x="170" y="175"/>
                  </a:lnTo>
                  <a:lnTo>
                    <a:pt x="165" y="138"/>
                  </a:lnTo>
                  <a:lnTo>
                    <a:pt x="155" y="105"/>
                  </a:lnTo>
                  <a:lnTo>
                    <a:pt x="137" y="80"/>
                  </a:lnTo>
                  <a:lnTo>
                    <a:pt x="117"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96" name="group 96"/>
          <p:cNvGrpSpPr/>
          <p:nvPr/>
        </p:nvGrpSpPr>
        <p:grpSpPr>
          <a:xfrm rot="21600000">
            <a:off x="5062473" y="2329941"/>
            <a:ext cx="204724" cy="219836"/>
            <a:chOff x="0" y="0"/>
            <a:chExt cx="204724" cy="219836"/>
          </a:xfrm>
        </p:grpSpPr>
        <p:sp>
          <p:nvSpPr>
            <p:cNvPr id="1338" name="path"/>
            <p:cNvSpPr/>
            <p:nvPr/>
          </p:nvSpPr>
          <p:spPr>
            <a:xfrm>
              <a:off x="6350" y="10922"/>
              <a:ext cx="188976" cy="199644"/>
            </a:xfrm>
            <a:custGeom>
              <a:avLst/>
              <a:gdLst/>
              <a:ahLst/>
              <a:cxnLst/>
              <a:rect l="0" t="0" r="0" b="0"/>
              <a:pathLst>
                <a:path w="297" h="314">
                  <a:moveTo>
                    <a:pt x="0" y="157"/>
                  </a:moveTo>
                  <a:cubicBezTo>
                    <a:pt x="0" y="70"/>
                    <a:pt x="66" y="0"/>
                    <a:pt x="148" y="0"/>
                  </a:cubicBezTo>
                  <a:cubicBezTo>
                    <a:pt x="231" y="0"/>
                    <a:pt x="297" y="70"/>
                    <a:pt x="297" y="157"/>
                  </a:cubicBezTo>
                  <a:cubicBezTo>
                    <a:pt x="297" y="244"/>
                    <a:pt x="231" y="314"/>
                    <a:pt x="148" y="314"/>
                  </a:cubicBezTo>
                  <a:cubicBezTo>
                    <a:pt x="66" y="314"/>
                    <a:pt x="0" y="244"/>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40" name="path"/>
            <p:cNvSpPr/>
            <p:nvPr/>
          </p:nvSpPr>
          <p:spPr>
            <a:xfrm>
              <a:off x="0" y="4572"/>
              <a:ext cx="201676" cy="212344"/>
            </a:xfrm>
            <a:custGeom>
              <a:avLst/>
              <a:gdLst/>
              <a:ahLst/>
              <a:cxnLst/>
              <a:rect l="0" t="0" r="0" b="0"/>
              <a:pathLst>
                <a:path w="317" h="334">
                  <a:moveTo>
                    <a:pt x="10" y="167"/>
                  </a:moveTo>
                  <a:cubicBezTo>
                    <a:pt x="10" y="80"/>
                    <a:pt x="76" y="10"/>
                    <a:pt x="158" y="10"/>
                  </a:cubicBezTo>
                  <a:cubicBezTo>
                    <a:pt x="241" y="10"/>
                    <a:pt x="307" y="80"/>
                    <a:pt x="307" y="167"/>
                  </a:cubicBezTo>
                  <a:cubicBezTo>
                    <a:pt x="307" y="254"/>
                    <a:pt x="241" y="324"/>
                    <a:pt x="158" y="324"/>
                  </a:cubicBezTo>
                  <a:cubicBezTo>
                    <a:pt x="76" y="324"/>
                    <a:pt x="10" y="254"/>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42" name="path"/>
            <p:cNvSpPr/>
            <p:nvPr/>
          </p:nvSpPr>
          <p:spPr>
            <a:xfrm>
              <a:off x="97789" y="6350"/>
              <a:ext cx="100584" cy="207136"/>
            </a:xfrm>
            <a:custGeom>
              <a:avLst/>
              <a:gdLst/>
              <a:ahLst/>
              <a:cxnLst/>
              <a:rect l="0" t="0" r="0" b="0"/>
              <a:pathLst>
                <a:path w="158"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4" y="286"/>
                  </a:lnTo>
                  <a:lnTo>
                    <a:pt x="126" y="263"/>
                  </a:lnTo>
                  <a:lnTo>
                    <a:pt x="143" y="235"/>
                  </a:lnTo>
                  <a:lnTo>
                    <a:pt x="153" y="203"/>
                  </a:lnTo>
                  <a:lnTo>
                    <a:pt x="158" y="165"/>
                  </a:lnTo>
                  <a:lnTo>
                    <a:pt x="153" y="127"/>
                  </a:lnTo>
                  <a:lnTo>
                    <a:pt x="143" y="95"/>
                  </a:lnTo>
                  <a:lnTo>
                    <a:pt x="126" y="70"/>
                  </a:lnTo>
                  <a:lnTo>
                    <a:pt x="106" y="47"/>
                  </a:lnTo>
                  <a:lnTo>
                    <a:pt x="81" y="30"/>
                  </a:lnTo>
                  <a:lnTo>
                    <a:pt x="54"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44" name="path"/>
            <p:cNvSpPr/>
            <p:nvPr/>
          </p:nvSpPr>
          <p:spPr>
            <a:xfrm>
              <a:off x="91439" y="0"/>
              <a:ext cx="113284" cy="219836"/>
            </a:xfrm>
            <a:custGeom>
              <a:avLst/>
              <a:gdLst/>
              <a:ahLst/>
              <a:cxnLst/>
              <a:rect l="0" t="0" r="0" b="0"/>
              <a:pathLst>
                <a:path w="178"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4" y="296"/>
                  </a:lnTo>
                  <a:lnTo>
                    <a:pt x="136" y="273"/>
                  </a:lnTo>
                  <a:lnTo>
                    <a:pt x="153" y="245"/>
                  </a:lnTo>
                  <a:lnTo>
                    <a:pt x="163" y="213"/>
                  </a:lnTo>
                  <a:lnTo>
                    <a:pt x="168" y="175"/>
                  </a:lnTo>
                  <a:lnTo>
                    <a:pt x="163" y="137"/>
                  </a:lnTo>
                  <a:lnTo>
                    <a:pt x="153" y="105"/>
                  </a:lnTo>
                  <a:lnTo>
                    <a:pt x="136" y="80"/>
                  </a:lnTo>
                  <a:lnTo>
                    <a:pt x="116" y="57"/>
                  </a:lnTo>
                  <a:lnTo>
                    <a:pt x="91" y="40"/>
                  </a:lnTo>
                  <a:lnTo>
                    <a:pt x="64"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98" name="group 98"/>
          <p:cNvGrpSpPr/>
          <p:nvPr/>
        </p:nvGrpSpPr>
        <p:grpSpPr>
          <a:xfrm rot="21600000">
            <a:off x="5929629" y="3000501"/>
            <a:ext cx="204723" cy="219837"/>
            <a:chOff x="0" y="0"/>
            <a:chExt cx="204723" cy="219837"/>
          </a:xfrm>
        </p:grpSpPr>
        <p:sp>
          <p:nvSpPr>
            <p:cNvPr id="1346" name="path"/>
            <p:cNvSpPr/>
            <p:nvPr/>
          </p:nvSpPr>
          <p:spPr>
            <a:xfrm>
              <a:off x="6350" y="12446"/>
              <a:ext cx="188976" cy="198120"/>
            </a:xfrm>
            <a:custGeom>
              <a:avLst/>
              <a:gdLst/>
              <a:ahLst/>
              <a:cxnLst/>
              <a:rect l="0" t="0" r="0" b="0"/>
              <a:pathLst>
                <a:path w="297" h="312">
                  <a:moveTo>
                    <a:pt x="0" y="156"/>
                  </a:moveTo>
                  <a:cubicBezTo>
                    <a:pt x="0" y="69"/>
                    <a:pt x="66" y="0"/>
                    <a:pt x="148" y="0"/>
                  </a:cubicBezTo>
                  <a:cubicBezTo>
                    <a:pt x="230" y="0"/>
                    <a:pt x="297" y="69"/>
                    <a:pt x="297" y="156"/>
                  </a:cubicBezTo>
                  <a:cubicBezTo>
                    <a:pt x="297" y="242"/>
                    <a:pt x="230"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48" name="path"/>
            <p:cNvSpPr/>
            <p:nvPr/>
          </p:nvSpPr>
          <p:spPr>
            <a:xfrm>
              <a:off x="0" y="6096"/>
              <a:ext cx="201676" cy="210820"/>
            </a:xfrm>
            <a:custGeom>
              <a:avLst/>
              <a:gdLst/>
              <a:ahLst/>
              <a:cxnLst/>
              <a:rect l="0" t="0" r="0" b="0"/>
              <a:pathLst>
                <a:path w="317" h="332">
                  <a:moveTo>
                    <a:pt x="10" y="166"/>
                  </a:moveTo>
                  <a:cubicBezTo>
                    <a:pt x="10" y="79"/>
                    <a:pt x="76" y="10"/>
                    <a:pt x="158" y="10"/>
                  </a:cubicBezTo>
                  <a:cubicBezTo>
                    <a:pt x="240" y="10"/>
                    <a:pt x="307" y="79"/>
                    <a:pt x="307" y="166"/>
                  </a:cubicBezTo>
                  <a:cubicBezTo>
                    <a:pt x="307" y="252"/>
                    <a:pt x="240"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50" name="path"/>
            <p:cNvSpPr/>
            <p:nvPr/>
          </p:nvSpPr>
          <p:spPr>
            <a:xfrm>
              <a:off x="97790" y="6350"/>
              <a:ext cx="100583" cy="207137"/>
            </a:xfrm>
            <a:custGeom>
              <a:avLst/>
              <a:gdLst/>
              <a:ahLst/>
              <a:cxnLst/>
              <a:rect l="0" t="0" r="0" b="0"/>
              <a:pathLst>
                <a:path w="158"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3" y="286"/>
                  </a:lnTo>
                  <a:lnTo>
                    <a:pt x="126" y="263"/>
                  </a:lnTo>
                  <a:lnTo>
                    <a:pt x="143" y="236"/>
                  </a:lnTo>
                  <a:lnTo>
                    <a:pt x="153" y="203"/>
                  </a:lnTo>
                  <a:lnTo>
                    <a:pt x="158" y="165"/>
                  </a:lnTo>
                  <a:lnTo>
                    <a:pt x="153" y="128"/>
                  </a:lnTo>
                  <a:lnTo>
                    <a:pt x="143" y="95"/>
                  </a:lnTo>
                  <a:lnTo>
                    <a:pt x="126" y="70"/>
                  </a:lnTo>
                  <a:lnTo>
                    <a:pt x="106" y="47"/>
                  </a:lnTo>
                  <a:lnTo>
                    <a:pt x="81" y="30"/>
                  </a:lnTo>
                  <a:lnTo>
                    <a:pt x="54"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52" name="path"/>
            <p:cNvSpPr/>
            <p:nvPr/>
          </p:nvSpPr>
          <p:spPr>
            <a:xfrm>
              <a:off x="91440" y="0"/>
              <a:ext cx="113283" cy="219837"/>
            </a:xfrm>
            <a:custGeom>
              <a:avLst/>
              <a:gdLst/>
              <a:ahLst/>
              <a:cxnLst/>
              <a:rect l="0" t="0" r="0" b="0"/>
              <a:pathLst>
                <a:path w="178"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3" y="296"/>
                  </a:lnTo>
                  <a:lnTo>
                    <a:pt x="136" y="273"/>
                  </a:lnTo>
                  <a:lnTo>
                    <a:pt x="153" y="246"/>
                  </a:lnTo>
                  <a:lnTo>
                    <a:pt x="163" y="213"/>
                  </a:lnTo>
                  <a:lnTo>
                    <a:pt x="168" y="175"/>
                  </a:lnTo>
                  <a:lnTo>
                    <a:pt x="163" y="138"/>
                  </a:lnTo>
                  <a:lnTo>
                    <a:pt x="153" y="105"/>
                  </a:lnTo>
                  <a:lnTo>
                    <a:pt x="136" y="80"/>
                  </a:lnTo>
                  <a:lnTo>
                    <a:pt x="116" y="57"/>
                  </a:lnTo>
                  <a:lnTo>
                    <a:pt x="91" y="40"/>
                  </a:lnTo>
                  <a:lnTo>
                    <a:pt x="64"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00" name="group 100"/>
          <p:cNvGrpSpPr/>
          <p:nvPr/>
        </p:nvGrpSpPr>
        <p:grpSpPr>
          <a:xfrm rot="21600000">
            <a:off x="4239513" y="3017266"/>
            <a:ext cx="204724" cy="219836"/>
            <a:chOff x="0" y="0"/>
            <a:chExt cx="204724" cy="219836"/>
          </a:xfrm>
        </p:grpSpPr>
        <p:sp>
          <p:nvSpPr>
            <p:cNvPr id="1354" name="path"/>
            <p:cNvSpPr/>
            <p:nvPr/>
          </p:nvSpPr>
          <p:spPr>
            <a:xfrm>
              <a:off x="6350" y="12445"/>
              <a:ext cx="188976" cy="198120"/>
            </a:xfrm>
            <a:custGeom>
              <a:avLst/>
              <a:gdLst/>
              <a:ahLst/>
              <a:cxnLst/>
              <a:rect l="0" t="0" r="0" b="0"/>
              <a:pathLst>
                <a:path w="297" h="312">
                  <a:moveTo>
                    <a:pt x="0" y="155"/>
                  </a:moveTo>
                  <a:cubicBezTo>
                    <a:pt x="0" y="69"/>
                    <a:pt x="66" y="0"/>
                    <a:pt x="148" y="0"/>
                  </a:cubicBezTo>
                  <a:cubicBezTo>
                    <a:pt x="231" y="0"/>
                    <a:pt x="297" y="69"/>
                    <a:pt x="297" y="155"/>
                  </a:cubicBezTo>
                  <a:cubicBezTo>
                    <a:pt x="297" y="242"/>
                    <a:pt x="231" y="312"/>
                    <a:pt x="148" y="312"/>
                  </a:cubicBezTo>
                  <a:cubicBezTo>
                    <a:pt x="66" y="312"/>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56" name="path"/>
            <p:cNvSpPr/>
            <p:nvPr/>
          </p:nvSpPr>
          <p:spPr>
            <a:xfrm>
              <a:off x="0" y="6095"/>
              <a:ext cx="201676" cy="210820"/>
            </a:xfrm>
            <a:custGeom>
              <a:avLst/>
              <a:gdLst/>
              <a:ahLst/>
              <a:cxnLst/>
              <a:rect l="0" t="0" r="0" b="0"/>
              <a:pathLst>
                <a:path w="317" h="332">
                  <a:moveTo>
                    <a:pt x="10" y="165"/>
                  </a:moveTo>
                  <a:cubicBezTo>
                    <a:pt x="10" y="79"/>
                    <a:pt x="76" y="10"/>
                    <a:pt x="158" y="10"/>
                  </a:cubicBezTo>
                  <a:cubicBezTo>
                    <a:pt x="241" y="10"/>
                    <a:pt x="307" y="79"/>
                    <a:pt x="307" y="165"/>
                  </a:cubicBezTo>
                  <a:cubicBezTo>
                    <a:pt x="307" y="252"/>
                    <a:pt x="241" y="322"/>
                    <a:pt x="158" y="322"/>
                  </a:cubicBezTo>
                  <a:cubicBezTo>
                    <a:pt x="76" y="322"/>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58" name="path"/>
            <p:cNvSpPr/>
            <p:nvPr/>
          </p:nvSpPr>
          <p:spPr>
            <a:xfrm>
              <a:off x="97790" y="6350"/>
              <a:ext cx="100584" cy="207136"/>
            </a:xfrm>
            <a:custGeom>
              <a:avLst/>
              <a:gdLst/>
              <a:ahLst/>
              <a:cxnLst/>
              <a:rect l="0" t="0" r="0" b="0"/>
              <a:pathLst>
                <a:path w="158"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4" y="286"/>
                  </a:lnTo>
                  <a:lnTo>
                    <a:pt x="126" y="263"/>
                  </a:lnTo>
                  <a:lnTo>
                    <a:pt x="143" y="235"/>
                  </a:lnTo>
                  <a:lnTo>
                    <a:pt x="153" y="203"/>
                  </a:lnTo>
                  <a:lnTo>
                    <a:pt x="158" y="165"/>
                  </a:lnTo>
                  <a:lnTo>
                    <a:pt x="153" y="127"/>
                  </a:lnTo>
                  <a:lnTo>
                    <a:pt x="143" y="95"/>
                  </a:lnTo>
                  <a:lnTo>
                    <a:pt x="126" y="70"/>
                  </a:lnTo>
                  <a:lnTo>
                    <a:pt x="106" y="47"/>
                  </a:lnTo>
                  <a:lnTo>
                    <a:pt x="81" y="30"/>
                  </a:lnTo>
                  <a:lnTo>
                    <a:pt x="54"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60" name="path"/>
            <p:cNvSpPr/>
            <p:nvPr/>
          </p:nvSpPr>
          <p:spPr>
            <a:xfrm>
              <a:off x="91440" y="0"/>
              <a:ext cx="113284" cy="219836"/>
            </a:xfrm>
            <a:custGeom>
              <a:avLst/>
              <a:gdLst/>
              <a:ahLst/>
              <a:cxnLst/>
              <a:rect l="0" t="0" r="0" b="0"/>
              <a:pathLst>
                <a:path w="178"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4" y="296"/>
                  </a:lnTo>
                  <a:lnTo>
                    <a:pt x="136" y="273"/>
                  </a:lnTo>
                  <a:lnTo>
                    <a:pt x="153" y="245"/>
                  </a:lnTo>
                  <a:lnTo>
                    <a:pt x="163" y="213"/>
                  </a:lnTo>
                  <a:lnTo>
                    <a:pt x="168" y="175"/>
                  </a:lnTo>
                  <a:lnTo>
                    <a:pt x="163" y="137"/>
                  </a:lnTo>
                  <a:lnTo>
                    <a:pt x="153" y="105"/>
                  </a:lnTo>
                  <a:lnTo>
                    <a:pt x="136" y="80"/>
                  </a:lnTo>
                  <a:lnTo>
                    <a:pt x="116" y="57"/>
                  </a:lnTo>
                  <a:lnTo>
                    <a:pt x="91" y="40"/>
                  </a:lnTo>
                  <a:lnTo>
                    <a:pt x="64"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02" name="group 102"/>
          <p:cNvGrpSpPr/>
          <p:nvPr/>
        </p:nvGrpSpPr>
        <p:grpSpPr>
          <a:xfrm rot="21600000">
            <a:off x="5051805" y="4353814"/>
            <a:ext cx="204723" cy="219836"/>
            <a:chOff x="0" y="0"/>
            <a:chExt cx="204723" cy="219836"/>
          </a:xfrm>
        </p:grpSpPr>
        <p:sp>
          <p:nvSpPr>
            <p:cNvPr id="1362" name="path"/>
            <p:cNvSpPr/>
            <p:nvPr/>
          </p:nvSpPr>
          <p:spPr>
            <a:xfrm>
              <a:off x="6350" y="10922"/>
              <a:ext cx="188976" cy="198120"/>
            </a:xfrm>
            <a:custGeom>
              <a:avLst/>
              <a:gdLst/>
              <a:ahLst/>
              <a:cxnLst/>
              <a:rect l="0" t="0" r="0" b="0"/>
              <a:pathLst>
                <a:path w="297" h="312">
                  <a:moveTo>
                    <a:pt x="0" y="156"/>
                  </a:moveTo>
                  <a:cubicBezTo>
                    <a:pt x="0" y="69"/>
                    <a:pt x="66" y="0"/>
                    <a:pt x="148" y="0"/>
                  </a:cubicBezTo>
                  <a:cubicBezTo>
                    <a:pt x="230" y="0"/>
                    <a:pt x="297" y="69"/>
                    <a:pt x="297" y="156"/>
                  </a:cubicBezTo>
                  <a:cubicBezTo>
                    <a:pt x="297" y="242"/>
                    <a:pt x="230"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64" name="path"/>
            <p:cNvSpPr/>
            <p:nvPr/>
          </p:nvSpPr>
          <p:spPr>
            <a:xfrm>
              <a:off x="0" y="4572"/>
              <a:ext cx="201676" cy="210820"/>
            </a:xfrm>
            <a:custGeom>
              <a:avLst/>
              <a:gdLst/>
              <a:ahLst/>
              <a:cxnLst/>
              <a:rect l="0" t="0" r="0" b="0"/>
              <a:pathLst>
                <a:path w="317" h="332">
                  <a:moveTo>
                    <a:pt x="10" y="166"/>
                  </a:moveTo>
                  <a:cubicBezTo>
                    <a:pt x="10" y="79"/>
                    <a:pt x="76" y="10"/>
                    <a:pt x="158" y="10"/>
                  </a:cubicBezTo>
                  <a:cubicBezTo>
                    <a:pt x="240" y="10"/>
                    <a:pt x="307" y="79"/>
                    <a:pt x="307" y="166"/>
                  </a:cubicBezTo>
                  <a:cubicBezTo>
                    <a:pt x="307" y="252"/>
                    <a:pt x="240"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66" name="path"/>
            <p:cNvSpPr/>
            <p:nvPr/>
          </p:nvSpPr>
          <p:spPr>
            <a:xfrm>
              <a:off x="97789" y="6350"/>
              <a:ext cx="100584" cy="207136"/>
            </a:xfrm>
            <a:custGeom>
              <a:avLst/>
              <a:gdLst/>
              <a:ahLst/>
              <a:cxnLst/>
              <a:rect l="0" t="0" r="0" b="0"/>
              <a:pathLst>
                <a:path w="158"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4" y="286"/>
                  </a:lnTo>
                  <a:lnTo>
                    <a:pt x="126" y="263"/>
                  </a:lnTo>
                  <a:lnTo>
                    <a:pt x="143" y="236"/>
                  </a:lnTo>
                  <a:lnTo>
                    <a:pt x="153" y="203"/>
                  </a:lnTo>
                  <a:lnTo>
                    <a:pt x="158" y="165"/>
                  </a:lnTo>
                  <a:lnTo>
                    <a:pt x="153" y="128"/>
                  </a:lnTo>
                  <a:lnTo>
                    <a:pt x="143" y="95"/>
                  </a:lnTo>
                  <a:lnTo>
                    <a:pt x="126" y="70"/>
                  </a:lnTo>
                  <a:lnTo>
                    <a:pt x="106" y="47"/>
                  </a:lnTo>
                  <a:lnTo>
                    <a:pt x="81" y="30"/>
                  </a:lnTo>
                  <a:lnTo>
                    <a:pt x="54"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68" name="path"/>
            <p:cNvSpPr/>
            <p:nvPr/>
          </p:nvSpPr>
          <p:spPr>
            <a:xfrm>
              <a:off x="91439" y="0"/>
              <a:ext cx="113284" cy="219836"/>
            </a:xfrm>
            <a:custGeom>
              <a:avLst/>
              <a:gdLst/>
              <a:ahLst/>
              <a:cxnLst/>
              <a:rect l="0" t="0" r="0" b="0"/>
              <a:pathLst>
                <a:path w="178"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4" y="296"/>
                  </a:lnTo>
                  <a:lnTo>
                    <a:pt x="136" y="273"/>
                  </a:lnTo>
                  <a:lnTo>
                    <a:pt x="153" y="246"/>
                  </a:lnTo>
                  <a:lnTo>
                    <a:pt x="163" y="213"/>
                  </a:lnTo>
                  <a:lnTo>
                    <a:pt x="168" y="175"/>
                  </a:lnTo>
                  <a:lnTo>
                    <a:pt x="163" y="138"/>
                  </a:lnTo>
                  <a:lnTo>
                    <a:pt x="153" y="105"/>
                  </a:lnTo>
                  <a:lnTo>
                    <a:pt x="136" y="80"/>
                  </a:lnTo>
                  <a:lnTo>
                    <a:pt x="116" y="57"/>
                  </a:lnTo>
                  <a:lnTo>
                    <a:pt x="91" y="40"/>
                  </a:lnTo>
                  <a:lnTo>
                    <a:pt x="64"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04" name="group 104"/>
          <p:cNvGrpSpPr/>
          <p:nvPr/>
        </p:nvGrpSpPr>
        <p:grpSpPr>
          <a:xfrm rot="21600000">
            <a:off x="5941821" y="3337305"/>
            <a:ext cx="204723" cy="219836"/>
            <a:chOff x="0" y="0"/>
            <a:chExt cx="204723" cy="219836"/>
          </a:xfrm>
        </p:grpSpPr>
        <p:sp>
          <p:nvSpPr>
            <p:cNvPr id="1370" name="path"/>
            <p:cNvSpPr/>
            <p:nvPr/>
          </p:nvSpPr>
          <p:spPr>
            <a:xfrm>
              <a:off x="6350" y="10922"/>
              <a:ext cx="188976" cy="198119"/>
            </a:xfrm>
            <a:custGeom>
              <a:avLst/>
              <a:gdLst/>
              <a:ahLst/>
              <a:cxnLst/>
              <a:rect l="0" t="0" r="0" b="0"/>
              <a:pathLst>
                <a:path w="297" h="311">
                  <a:moveTo>
                    <a:pt x="0" y="155"/>
                  </a:moveTo>
                  <a:cubicBezTo>
                    <a:pt x="0" y="69"/>
                    <a:pt x="66" y="0"/>
                    <a:pt x="148" y="0"/>
                  </a:cubicBezTo>
                  <a:cubicBezTo>
                    <a:pt x="231" y="0"/>
                    <a:pt x="297" y="69"/>
                    <a:pt x="297" y="155"/>
                  </a:cubicBezTo>
                  <a:cubicBezTo>
                    <a:pt x="297" y="242"/>
                    <a:pt x="231" y="311"/>
                    <a:pt x="148" y="311"/>
                  </a:cubicBezTo>
                  <a:cubicBezTo>
                    <a:pt x="66" y="311"/>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72" name="path"/>
            <p:cNvSpPr/>
            <p:nvPr/>
          </p:nvSpPr>
          <p:spPr>
            <a:xfrm>
              <a:off x="0" y="4572"/>
              <a:ext cx="201676" cy="210819"/>
            </a:xfrm>
            <a:custGeom>
              <a:avLst/>
              <a:gdLst/>
              <a:ahLst/>
              <a:cxnLst/>
              <a:rect l="0" t="0" r="0" b="0"/>
              <a:pathLst>
                <a:path w="317" h="331">
                  <a:moveTo>
                    <a:pt x="10" y="165"/>
                  </a:moveTo>
                  <a:cubicBezTo>
                    <a:pt x="10" y="79"/>
                    <a:pt x="76" y="10"/>
                    <a:pt x="158" y="10"/>
                  </a:cubicBezTo>
                  <a:cubicBezTo>
                    <a:pt x="241" y="10"/>
                    <a:pt x="307" y="79"/>
                    <a:pt x="307" y="165"/>
                  </a:cubicBezTo>
                  <a:cubicBezTo>
                    <a:pt x="307" y="252"/>
                    <a:pt x="241" y="321"/>
                    <a:pt x="158" y="321"/>
                  </a:cubicBezTo>
                  <a:cubicBezTo>
                    <a:pt x="76" y="321"/>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74" name="path"/>
            <p:cNvSpPr/>
            <p:nvPr/>
          </p:nvSpPr>
          <p:spPr>
            <a:xfrm>
              <a:off x="97790" y="6350"/>
              <a:ext cx="100583" cy="207136"/>
            </a:xfrm>
            <a:custGeom>
              <a:avLst/>
              <a:gdLst/>
              <a:ahLst/>
              <a:cxnLst/>
              <a:rect l="0" t="0" r="0" b="0"/>
              <a:pathLst>
                <a:path w="158"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4" y="286"/>
                  </a:lnTo>
                  <a:lnTo>
                    <a:pt x="126" y="263"/>
                  </a:lnTo>
                  <a:lnTo>
                    <a:pt x="143" y="236"/>
                  </a:lnTo>
                  <a:lnTo>
                    <a:pt x="153" y="203"/>
                  </a:lnTo>
                  <a:lnTo>
                    <a:pt x="158" y="165"/>
                  </a:lnTo>
                  <a:lnTo>
                    <a:pt x="153" y="128"/>
                  </a:lnTo>
                  <a:lnTo>
                    <a:pt x="143" y="95"/>
                  </a:lnTo>
                  <a:lnTo>
                    <a:pt x="126" y="70"/>
                  </a:lnTo>
                  <a:lnTo>
                    <a:pt x="106" y="47"/>
                  </a:lnTo>
                  <a:lnTo>
                    <a:pt x="81" y="30"/>
                  </a:lnTo>
                  <a:lnTo>
                    <a:pt x="54"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76" name="path"/>
            <p:cNvSpPr/>
            <p:nvPr/>
          </p:nvSpPr>
          <p:spPr>
            <a:xfrm>
              <a:off x="91440" y="0"/>
              <a:ext cx="113283" cy="219836"/>
            </a:xfrm>
            <a:custGeom>
              <a:avLst/>
              <a:gdLst/>
              <a:ahLst/>
              <a:cxnLst/>
              <a:rect l="0" t="0" r="0" b="0"/>
              <a:pathLst>
                <a:path w="178"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4" y="296"/>
                  </a:lnTo>
                  <a:lnTo>
                    <a:pt x="136" y="273"/>
                  </a:lnTo>
                  <a:lnTo>
                    <a:pt x="153" y="246"/>
                  </a:lnTo>
                  <a:lnTo>
                    <a:pt x="163" y="213"/>
                  </a:lnTo>
                  <a:lnTo>
                    <a:pt x="168" y="175"/>
                  </a:lnTo>
                  <a:lnTo>
                    <a:pt x="163" y="138"/>
                  </a:lnTo>
                  <a:lnTo>
                    <a:pt x="153" y="105"/>
                  </a:lnTo>
                  <a:lnTo>
                    <a:pt x="136" y="80"/>
                  </a:lnTo>
                  <a:lnTo>
                    <a:pt x="116" y="57"/>
                  </a:lnTo>
                  <a:lnTo>
                    <a:pt x="91" y="40"/>
                  </a:lnTo>
                  <a:lnTo>
                    <a:pt x="64"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06" name="group 106"/>
          <p:cNvGrpSpPr/>
          <p:nvPr/>
        </p:nvGrpSpPr>
        <p:grpSpPr>
          <a:xfrm rot="21600000">
            <a:off x="5044185" y="5036566"/>
            <a:ext cx="204723" cy="219836"/>
            <a:chOff x="0" y="0"/>
            <a:chExt cx="204723" cy="219836"/>
          </a:xfrm>
        </p:grpSpPr>
        <p:sp>
          <p:nvSpPr>
            <p:cNvPr id="1378" name="path"/>
            <p:cNvSpPr/>
            <p:nvPr/>
          </p:nvSpPr>
          <p:spPr>
            <a:xfrm>
              <a:off x="6350" y="10922"/>
              <a:ext cx="188976" cy="199643"/>
            </a:xfrm>
            <a:custGeom>
              <a:avLst/>
              <a:gdLst/>
              <a:ahLst/>
              <a:cxnLst/>
              <a:rect l="0" t="0" r="0" b="0"/>
              <a:pathLst>
                <a:path w="297" h="314">
                  <a:moveTo>
                    <a:pt x="0" y="157"/>
                  </a:moveTo>
                  <a:cubicBezTo>
                    <a:pt x="0" y="70"/>
                    <a:pt x="66" y="0"/>
                    <a:pt x="148" y="0"/>
                  </a:cubicBezTo>
                  <a:cubicBezTo>
                    <a:pt x="231" y="0"/>
                    <a:pt x="297" y="70"/>
                    <a:pt x="297" y="157"/>
                  </a:cubicBezTo>
                  <a:cubicBezTo>
                    <a:pt x="297" y="243"/>
                    <a:pt x="231" y="314"/>
                    <a:pt x="148" y="314"/>
                  </a:cubicBezTo>
                  <a:cubicBezTo>
                    <a:pt x="66" y="314"/>
                    <a:pt x="0" y="243"/>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80" name="path"/>
            <p:cNvSpPr/>
            <p:nvPr/>
          </p:nvSpPr>
          <p:spPr>
            <a:xfrm>
              <a:off x="0" y="4572"/>
              <a:ext cx="201676" cy="212343"/>
            </a:xfrm>
            <a:custGeom>
              <a:avLst/>
              <a:gdLst/>
              <a:ahLst/>
              <a:cxnLst/>
              <a:rect l="0" t="0" r="0" b="0"/>
              <a:pathLst>
                <a:path w="317" h="334">
                  <a:moveTo>
                    <a:pt x="10" y="167"/>
                  </a:moveTo>
                  <a:cubicBezTo>
                    <a:pt x="10" y="80"/>
                    <a:pt x="76" y="10"/>
                    <a:pt x="158" y="10"/>
                  </a:cubicBezTo>
                  <a:cubicBezTo>
                    <a:pt x="241" y="10"/>
                    <a:pt x="307" y="80"/>
                    <a:pt x="307" y="167"/>
                  </a:cubicBezTo>
                  <a:cubicBezTo>
                    <a:pt x="307" y="253"/>
                    <a:pt x="241" y="324"/>
                    <a:pt x="158" y="324"/>
                  </a:cubicBezTo>
                  <a:cubicBezTo>
                    <a:pt x="76" y="324"/>
                    <a:pt x="10" y="253"/>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82" name="path"/>
            <p:cNvSpPr/>
            <p:nvPr/>
          </p:nvSpPr>
          <p:spPr>
            <a:xfrm>
              <a:off x="97789" y="6350"/>
              <a:ext cx="100584" cy="207136"/>
            </a:xfrm>
            <a:custGeom>
              <a:avLst/>
              <a:gdLst/>
              <a:ahLst/>
              <a:cxnLst/>
              <a:rect l="0" t="0" r="0" b="0"/>
              <a:pathLst>
                <a:path w="158"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4" y="286"/>
                  </a:lnTo>
                  <a:lnTo>
                    <a:pt x="126" y="263"/>
                  </a:lnTo>
                  <a:lnTo>
                    <a:pt x="143" y="235"/>
                  </a:lnTo>
                  <a:lnTo>
                    <a:pt x="153" y="203"/>
                  </a:lnTo>
                  <a:lnTo>
                    <a:pt x="158" y="165"/>
                  </a:lnTo>
                  <a:lnTo>
                    <a:pt x="153" y="127"/>
                  </a:lnTo>
                  <a:lnTo>
                    <a:pt x="143" y="95"/>
                  </a:lnTo>
                  <a:lnTo>
                    <a:pt x="126" y="70"/>
                  </a:lnTo>
                  <a:lnTo>
                    <a:pt x="106" y="47"/>
                  </a:lnTo>
                  <a:lnTo>
                    <a:pt x="81" y="30"/>
                  </a:lnTo>
                  <a:lnTo>
                    <a:pt x="54"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84" name="path"/>
            <p:cNvSpPr/>
            <p:nvPr/>
          </p:nvSpPr>
          <p:spPr>
            <a:xfrm>
              <a:off x="91439" y="0"/>
              <a:ext cx="113284" cy="219836"/>
            </a:xfrm>
            <a:custGeom>
              <a:avLst/>
              <a:gdLst/>
              <a:ahLst/>
              <a:cxnLst/>
              <a:rect l="0" t="0" r="0" b="0"/>
              <a:pathLst>
                <a:path w="178"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4" y="296"/>
                  </a:lnTo>
                  <a:lnTo>
                    <a:pt x="136" y="273"/>
                  </a:lnTo>
                  <a:lnTo>
                    <a:pt x="153" y="245"/>
                  </a:lnTo>
                  <a:lnTo>
                    <a:pt x="163" y="213"/>
                  </a:lnTo>
                  <a:lnTo>
                    <a:pt x="168" y="175"/>
                  </a:lnTo>
                  <a:lnTo>
                    <a:pt x="163" y="137"/>
                  </a:lnTo>
                  <a:lnTo>
                    <a:pt x="153" y="105"/>
                  </a:lnTo>
                  <a:lnTo>
                    <a:pt x="136" y="80"/>
                  </a:lnTo>
                  <a:lnTo>
                    <a:pt x="116" y="57"/>
                  </a:lnTo>
                  <a:lnTo>
                    <a:pt x="91" y="40"/>
                  </a:lnTo>
                  <a:lnTo>
                    <a:pt x="64"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08" name="group 108"/>
          <p:cNvGrpSpPr/>
          <p:nvPr/>
        </p:nvGrpSpPr>
        <p:grpSpPr>
          <a:xfrm rot="21600000">
            <a:off x="5063998" y="3320541"/>
            <a:ext cx="204723" cy="219836"/>
            <a:chOff x="0" y="0"/>
            <a:chExt cx="204723" cy="219836"/>
          </a:xfrm>
        </p:grpSpPr>
        <p:sp>
          <p:nvSpPr>
            <p:cNvPr id="1386" name="path"/>
            <p:cNvSpPr/>
            <p:nvPr/>
          </p:nvSpPr>
          <p:spPr>
            <a:xfrm>
              <a:off x="6350" y="10922"/>
              <a:ext cx="188975" cy="199644"/>
            </a:xfrm>
            <a:custGeom>
              <a:avLst/>
              <a:gdLst/>
              <a:ahLst/>
              <a:cxnLst/>
              <a:rect l="0" t="0" r="0" b="0"/>
              <a:pathLst>
                <a:path w="297" h="314">
                  <a:moveTo>
                    <a:pt x="0" y="157"/>
                  </a:moveTo>
                  <a:cubicBezTo>
                    <a:pt x="0" y="70"/>
                    <a:pt x="66" y="0"/>
                    <a:pt x="148" y="0"/>
                  </a:cubicBezTo>
                  <a:cubicBezTo>
                    <a:pt x="230" y="0"/>
                    <a:pt x="297" y="70"/>
                    <a:pt x="297" y="157"/>
                  </a:cubicBezTo>
                  <a:cubicBezTo>
                    <a:pt x="297" y="244"/>
                    <a:pt x="230" y="314"/>
                    <a:pt x="148" y="314"/>
                  </a:cubicBezTo>
                  <a:cubicBezTo>
                    <a:pt x="66" y="314"/>
                    <a:pt x="0" y="244"/>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88" name="path"/>
            <p:cNvSpPr/>
            <p:nvPr/>
          </p:nvSpPr>
          <p:spPr>
            <a:xfrm>
              <a:off x="0" y="4572"/>
              <a:ext cx="201675" cy="212344"/>
            </a:xfrm>
            <a:custGeom>
              <a:avLst/>
              <a:gdLst/>
              <a:ahLst/>
              <a:cxnLst/>
              <a:rect l="0" t="0" r="0" b="0"/>
              <a:pathLst>
                <a:path w="317" h="334">
                  <a:moveTo>
                    <a:pt x="10" y="167"/>
                  </a:moveTo>
                  <a:cubicBezTo>
                    <a:pt x="10" y="80"/>
                    <a:pt x="76" y="10"/>
                    <a:pt x="158" y="10"/>
                  </a:cubicBezTo>
                  <a:cubicBezTo>
                    <a:pt x="240" y="10"/>
                    <a:pt x="307" y="80"/>
                    <a:pt x="307" y="167"/>
                  </a:cubicBezTo>
                  <a:cubicBezTo>
                    <a:pt x="307" y="254"/>
                    <a:pt x="240" y="324"/>
                    <a:pt x="158" y="324"/>
                  </a:cubicBezTo>
                  <a:cubicBezTo>
                    <a:pt x="76" y="324"/>
                    <a:pt x="10" y="254"/>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90" name="path"/>
            <p:cNvSpPr/>
            <p:nvPr/>
          </p:nvSpPr>
          <p:spPr>
            <a:xfrm>
              <a:off x="97789" y="6350"/>
              <a:ext cx="100583" cy="207136"/>
            </a:xfrm>
            <a:custGeom>
              <a:avLst/>
              <a:gdLst/>
              <a:ahLst/>
              <a:cxnLst/>
              <a:rect l="0" t="0" r="0" b="0"/>
              <a:pathLst>
                <a:path w="158"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4" y="286"/>
                  </a:lnTo>
                  <a:lnTo>
                    <a:pt x="126" y="263"/>
                  </a:lnTo>
                  <a:lnTo>
                    <a:pt x="143" y="235"/>
                  </a:lnTo>
                  <a:lnTo>
                    <a:pt x="153" y="203"/>
                  </a:lnTo>
                  <a:lnTo>
                    <a:pt x="158" y="165"/>
                  </a:lnTo>
                  <a:lnTo>
                    <a:pt x="153" y="127"/>
                  </a:lnTo>
                  <a:lnTo>
                    <a:pt x="143" y="95"/>
                  </a:lnTo>
                  <a:lnTo>
                    <a:pt x="126" y="70"/>
                  </a:lnTo>
                  <a:lnTo>
                    <a:pt x="106" y="47"/>
                  </a:lnTo>
                  <a:lnTo>
                    <a:pt x="81" y="30"/>
                  </a:lnTo>
                  <a:lnTo>
                    <a:pt x="54"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392" name="path"/>
            <p:cNvSpPr/>
            <p:nvPr/>
          </p:nvSpPr>
          <p:spPr>
            <a:xfrm>
              <a:off x="91439" y="0"/>
              <a:ext cx="113283" cy="219836"/>
            </a:xfrm>
            <a:custGeom>
              <a:avLst/>
              <a:gdLst/>
              <a:ahLst/>
              <a:cxnLst/>
              <a:rect l="0" t="0" r="0" b="0"/>
              <a:pathLst>
                <a:path w="178"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4" y="296"/>
                  </a:lnTo>
                  <a:lnTo>
                    <a:pt x="136" y="273"/>
                  </a:lnTo>
                  <a:lnTo>
                    <a:pt x="153" y="245"/>
                  </a:lnTo>
                  <a:lnTo>
                    <a:pt x="163" y="213"/>
                  </a:lnTo>
                  <a:lnTo>
                    <a:pt x="168" y="175"/>
                  </a:lnTo>
                  <a:lnTo>
                    <a:pt x="163" y="137"/>
                  </a:lnTo>
                  <a:lnTo>
                    <a:pt x="153" y="105"/>
                  </a:lnTo>
                  <a:lnTo>
                    <a:pt x="136" y="80"/>
                  </a:lnTo>
                  <a:lnTo>
                    <a:pt x="116" y="57"/>
                  </a:lnTo>
                  <a:lnTo>
                    <a:pt x="91" y="40"/>
                  </a:lnTo>
                  <a:lnTo>
                    <a:pt x="64"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10" name="group 110"/>
          <p:cNvGrpSpPr/>
          <p:nvPr/>
        </p:nvGrpSpPr>
        <p:grpSpPr>
          <a:xfrm rot="21600000">
            <a:off x="5960109" y="5036566"/>
            <a:ext cx="204597" cy="219836"/>
            <a:chOff x="0" y="0"/>
            <a:chExt cx="204597" cy="219836"/>
          </a:xfrm>
        </p:grpSpPr>
        <p:sp>
          <p:nvSpPr>
            <p:cNvPr id="1394" name="path"/>
            <p:cNvSpPr/>
            <p:nvPr/>
          </p:nvSpPr>
          <p:spPr>
            <a:xfrm>
              <a:off x="6350" y="10922"/>
              <a:ext cx="188976" cy="199643"/>
            </a:xfrm>
            <a:custGeom>
              <a:avLst/>
              <a:gdLst/>
              <a:ahLst/>
              <a:cxnLst/>
              <a:rect l="0" t="0" r="0" b="0"/>
              <a:pathLst>
                <a:path w="297" h="314">
                  <a:moveTo>
                    <a:pt x="0" y="157"/>
                  </a:moveTo>
                  <a:cubicBezTo>
                    <a:pt x="0" y="70"/>
                    <a:pt x="66" y="0"/>
                    <a:pt x="148" y="0"/>
                  </a:cubicBezTo>
                  <a:cubicBezTo>
                    <a:pt x="230" y="0"/>
                    <a:pt x="297" y="70"/>
                    <a:pt x="297" y="157"/>
                  </a:cubicBezTo>
                  <a:cubicBezTo>
                    <a:pt x="297" y="243"/>
                    <a:pt x="230" y="314"/>
                    <a:pt x="148" y="314"/>
                  </a:cubicBezTo>
                  <a:cubicBezTo>
                    <a:pt x="66" y="314"/>
                    <a:pt x="0" y="243"/>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396" name="path"/>
            <p:cNvSpPr/>
            <p:nvPr/>
          </p:nvSpPr>
          <p:spPr>
            <a:xfrm>
              <a:off x="0" y="4572"/>
              <a:ext cx="201676" cy="212343"/>
            </a:xfrm>
            <a:custGeom>
              <a:avLst/>
              <a:gdLst/>
              <a:ahLst/>
              <a:cxnLst/>
              <a:rect l="0" t="0" r="0" b="0"/>
              <a:pathLst>
                <a:path w="317" h="334">
                  <a:moveTo>
                    <a:pt x="10" y="167"/>
                  </a:moveTo>
                  <a:cubicBezTo>
                    <a:pt x="10" y="80"/>
                    <a:pt x="76" y="10"/>
                    <a:pt x="158" y="10"/>
                  </a:cubicBezTo>
                  <a:cubicBezTo>
                    <a:pt x="240" y="10"/>
                    <a:pt x="307" y="80"/>
                    <a:pt x="307" y="167"/>
                  </a:cubicBezTo>
                  <a:cubicBezTo>
                    <a:pt x="307" y="253"/>
                    <a:pt x="240" y="324"/>
                    <a:pt x="158" y="324"/>
                  </a:cubicBezTo>
                  <a:cubicBezTo>
                    <a:pt x="76" y="324"/>
                    <a:pt x="10" y="253"/>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398" name="path"/>
            <p:cNvSpPr/>
            <p:nvPr/>
          </p:nvSpPr>
          <p:spPr>
            <a:xfrm>
              <a:off x="96265" y="6350"/>
              <a:ext cx="101981"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8" y="263"/>
                  </a:lnTo>
                  <a:lnTo>
                    <a:pt x="145" y="235"/>
                  </a:lnTo>
                  <a:lnTo>
                    <a:pt x="155" y="203"/>
                  </a:lnTo>
                  <a:lnTo>
                    <a:pt x="160" y="165"/>
                  </a:lnTo>
                  <a:lnTo>
                    <a:pt x="155" y="127"/>
                  </a:lnTo>
                  <a:lnTo>
                    <a:pt x="145" y="95"/>
                  </a:lnTo>
                  <a:lnTo>
                    <a:pt x="128" y="70"/>
                  </a:lnTo>
                  <a:lnTo>
                    <a:pt x="108" y="47"/>
                  </a:lnTo>
                  <a:lnTo>
                    <a:pt x="82" y="30"/>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00" name="path"/>
            <p:cNvSpPr/>
            <p:nvPr/>
          </p:nvSpPr>
          <p:spPr>
            <a:xfrm>
              <a:off x="89915" y="0"/>
              <a:ext cx="114681"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8" y="273"/>
                  </a:lnTo>
                  <a:lnTo>
                    <a:pt x="155" y="245"/>
                  </a:lnTo>
                  <a:lnTo>
                    <a:pt x="165" y="213"/>
                  </a:lnTo>
                  <a:lnTo>
                    <a:pt x="170" y="175"/>
                  </a:lnTo>
                  <a:lnTo>
                    <a:pt x="165" y="137"/>
                  </a:lnTo>
                  <a:lnTo>
                    <a:pt x="155" y="105"/>
                  </a:lnTo>
                  <a:lnTo>
                    <a:pt x="138" y="80"/>
                  </a:lnTo>
                  <a:lnTo>
                    <a:pt x="118" y="57"/>
                  </a:lnTo>
                  <a:lnTo>
                    <a:pt x="92" y="40"/>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12" name="group 112"/>
          <p:cNvGrpSpPr/>
          <p:nvPr/>
        </p:nvGrpSpPr>
        <p:grpSpPr>
          <a:xfrm rot="21600000">
            <a:off x="5045709" y="4013961"/>
            <a:ext cx="204597" cy="219836"/>
            <a:chOff x="0" y="0"/>
            <a:chExt cx="204597" cy="219836"/>
          </a:xfrm>
        </p:grpSpPr>
        <p:sp>
          <p:nvSpPr>
            <p:cNvPr id="1402" name="path"/>
            <p:cNvSpPr/>
            <p:nvPr/>
          </p:nvSpPr>
          <p:spPr>
            <a:xfrm>
              <a:off x="6350" y="10921"/>
              <a:ext cx="188976" cy="198120"/>
            </a:xfrm>
            <a:custGeom>
              <a:avLst/>
              <a:gdLst/>
              <a:ahLst/>
              <a:cxnLst/>
              <a:rect l="0" t="0" r="0" b="0"/>
              <a:pathLst>
                <a:path w="297" h="312">
                  <a:moveTo>
                    <a:pt x="0" y="156"/>
                  </a:moveTo>
                  <a:cubicBezTo>
                    <a:pt x="0" y="69"/>
                    <a:pt x="66" y="0"/>
                    <a:pt x="148" y="0"/>
                  </a:cubicBezTo>
                  <a:cubicBezTo>
                    <a:pt x="230" y="0"/>
                    <a:pt x="297" y="69"/>
                    <a:pt x="297" y="156"/>
                  </a:cubicBezTo>
                  <a:cubicBezTo>
                    <a:pt x="297" y="242"/>
                    <a:pt x="230"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04" name="path"/>
            <p:cNvSpPr/>
            <p:nvPr/>
          </p:nvSpPr>
          <p:spPr>
            <a:xfrm>
              <a:off x="0" y="4571"/>
              <a:ext cx="201676" cy="210820"/>
            </a:xfrm>
            <a:custGeom>
              <a:avLst/>
              <a:gdLst/>
              <a:ahLst/>
              <a:cxnLst/>
              <a:rect l="0" t="0" r="0" b="0"/>
              <a:pathLst>
                <a:path w="317" h="332">
                  <a:moveTo>
                    <a:pt x="10" y="166"/>
                  </a:moveTo>
                  <a:cubicBezTo>
                    <a:pt x="10" y="79"/>
                    <a:pt x="76" y="10"/>
                    <a:pt x="158" y="10"/>
                  </a:cubicBezTo>
                  <a:cubicBezTo>
                    <a:pt x="240" y="10"/>
                    <a:pt x="307" y="79"/>
                    <a:pt x="307" y="166"/>
                  </a:cubicBezTo>
                  <a:cubicBezTo>
                    <a:pt x="307" y="252"/>
                    <a:pt x="240"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06" name="path"/>
            <p:cNvSpPr/>
            <p:nvPr/>
          </p:nvSpPr>
          <p:spPr>
            <a:xfrm>
              <a:off x="96265" y="6350"/>
              <a:ext cx="101981"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8" y="263"/>
                  </a:lnTo>
                  <a:lnTo>
                    <a:pt x="145" y="235"/>
                  </a:lnTo>
                  <a:lnTo>
                    <a:pt x="155" y="203"/>
                  </a:lnTo>
                  <a:lnTo>
                    <a:pt x="160" y="165"/>
                  </a:lnTo>
                  <a:lnTo>
                    <a:pt x="155" y="127"/>
                  </a:lnTo>
                  <a:lnTo>
                    <a:pt x="145" y="95"/>
                  </a:lnTo>
                  <a:lnTo>
                    <a:pt x="128" y="70"/>
                  </a:lnTo>
                  <a:lnTo>
                    <a:pt x="108" y="47"/>
                  </a:lnTo>
                  <a:lnTo>
                    <a:pt x="82" y="30"/>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08" name="path"/>
            <p:cNvSpPr/>
            <p:nvPr/>
          </p:nvSpPr>
          <p:spPr>
            <a:xfrm>
              <a:off x="89915" y="0"/>
              <a:ext cx="114681"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8" y="273"/>
                  </a:lnTo>
                  <a:lnTo>
                    <a:pt x="155" y="245"/>
                  </a:lnTo>
                  <a:lnTo>
                    <a:pt x="165" y="213"/>
                  </a:lnTo>
                  <a:lnTo>
                    <a:pt x="170" y="175"/>
                  </a:lnTo>
                  <a:lnTo>
                    <a:pt x="165" y="137"/>
                  </a:lnTo>
                  <a:lnTo>
                    <a:pt x="155" y="105"/>
                  </a:lnTo>
                  <a:lnTo>
                    <a:pt x="138" y="80"/>
                  </a:lnTo>
                  <a:lnTo>
                    <a:pt x="118" y="57"/>
                  </a:lnTo>
                  <a:lnTo>
                    <a:pt x="92" y="40"/>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14" name="group 114"/>
          <p:cNvGrpSpPr/>
          <p:nvPr/>
        </p:nvGrpSpPr>
        <p:grpSpPr>
          <a:xfrm rot="21600000">
            <a:off x="2400045" y="4349242"/>
            <a:ext cx="204597" cy="219836"/>
            <a:chOff x="0" y="0"/>
            <a:chExt cx="204597" cy="219836"/>
          </a:xfrm>
        </p:grpSpPr>
        <p:sp>
          <p:nvSpPr>
            <p:cNvPr id="1410" name="path"/>
            <p:cNvSpPr/>
            <p:nvPr/>
          </p:nvSpPr>
          <p:spPr>
            <a:xfrm>
              <a:off x="6350" y="10921"/>
              <a:ext cx="188976" cy="198120"/>
            </a:xfrm>
            <a:custGeom>
              <a:avLst/>
              <a:gdLst/>
              <a:ahLst/>
              <a:cxnLst/>
              <a:rect l="0" t="0" r="0" b="0"/>
              <a:pathLst>
                <a:path w="297" h="312">
                  <a:moveTo>
                    <a:pt x="0" y="156"/>
                  </a:moveTo>
                  <a:cubicBezTo>
                    <a:pt x="0" y="69"/>
                    <a:pt x="66" y="0"/>
                    <a:pt x="148" y="0"/>
                  </a:cubicBezTo>
                  <a:cubicBezTo>
                    <a:pt x="231" y="0"/>
                    <a:pt x="297" y="69"/>
                    <a:pt x="297" y="156"/>
                  </a:cubicBezTo>
                  <a:cubicBezTo>
                    <a:pt x="297" y="242"/>
                    <a:pt x="231"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12" name="path"/>
            <p:cNvSpPr/>
            <p:nvPr/>
          </p:nvSpPr>
          <p:spPr>
            <a:xfrm>
              <a:off x="0" y="4571"/>
              <a:ext cx="201676" cy="210820"/>
            </a:xfrm>
            <a:custGeom>
              <a:avLst/>
              <a:gdLst/>
              <a:ahLst/>
              <a:cxnLst/>
              <a:rect l="0" t="0" r="0" b="0"/>
              <a:pathLst>
                <a:path w="317" h="332">
                  <a:moveTo>
                    <a:pt x="10" y="166"/>
                  </a:moveTo>
                  <a:cubicBezTo>
                    <a:pt x="10" y="79"/>
                    <a:pt x="76" y="10"/>
                    <a:pt x="158" y="10"/>
                  </a:cubicBezTo>
                  <a:cubicBezTo>
                    <a:pt x="241" y="10"/>
                    <a:pt x="307" y="79"/>
                    <a:pt x="307" y="166"/>
                  </a:cubicBezTo>
                  <a:cubicBezTo>
                    <a:pt x="307" y="252"/>
                    <a:pt x="241"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14" name="path"/>
            <p:cNvSpPr/>
            <p:nvPr/>
          </p:nvSpPr>
          <p:spPr>
            <a:xfrm>
              <a:off x="96266" y="6350"/>
              <a:ext cx="101980"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6"/>
                  </a:lnTo>
                  <a:lnTo>
                    <a:pt x="155" y="203"/>
                  </a:lnTo>
                  <a:lnTo>
                    <a:pt x="160" y="165"/>
                  </a:lnTo>
                  <a:lnTo>
                    <a:pt x="155" y="127"/>
                  </a:lnTo>
                  <a:lnTo>
                    <a:pt x="145" y="95"/>
                  </a:lnTo>
                  <a:lnTo>
                    <a:pt x="127" y="70"/>
                  </a:lnTo>
                  <a:lnTo>
                    <a:pt x="107"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16" name="path"/>
            <p:cNvSpPr/>
            <p:nvPr/>
          </p:nvSpPr>
          <p:spPr>
            <a:xfrm>
              <a:off x="89916" y="0"/>
              <a:ext cx="114680"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6"/>
                  </a:lnTo>
                  <a:lnTo>
                    <a:pt x="165" y="213"/>
                  </a:lnTo>
                  <a:lnTo>
                    <a:pt x="170" y="175"/>
                  </a:lnTo>
                  <a:lnTo>
                    <a:pt x="165" y="137"/>
                  </a:lnTo>
                  <a:lnTo>
                    <a:pt x="155" y="105"/>
                  </a:lnTo>
                  <a:lnTo>
                    <a:pt x="137" y="80"/>
                  </a:lnTo>
                  <a:lnTo>
                    <a:pt x="117"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16" name="group 116"/>
          <p:cNvGrpSpPr/>
          <p:nvPr/>
        </p:nvGrpSpPr>
        <p:grpSpPr>
          <a:xfrm rot="21600000">
            <a:off x="5966205" y="4686045"/>
            <a:ext cx="204596" cy="219837"/>
            <a:chOff x="0" y="0"/>
            <a:chExt cx="204596" cy="219837"/>
          </a:xfrm>
        </p:grpSpPr>
        <p:sp>
          <p:nvSpPr>
            <p:cNvPr id="1418" name="path"/>
            <p:cNvSpPr/>
            <p:nvPr/>
          </p:nvSpPr>
          <p:spPr>
            <a:xfrm>
              <a:off x="6350" y="12446"/>
              <a:ext cx="188976" cy="198120"/>
            </a:xfrm>
            <a:custGeom>
              <a:avLst/>
              <a:gdLst/>
              <a:ahLst/>
              <a:cxnLst/>
              <a:rect l="0" t="0" r="0" b="0"/>
              <a:pathLst>
                <a:path w="297" h="312">
                  <a:moveTo>
                    <a:pt x="0" y="156"/>
                  </a:moveTo>
                  <a:cubicBezTo>
                    <a:pt x="0" y="69"/>
                    <a:pt x="66" y="0"/>
                    <a:pt x="148" y="0"/>
                  </a:cubicBezTo>
                  <a:cubicBezTo>
                    <a:pt x="230" y="0"/>
                    <a:pt x="297" y="69"/>
                    <a:pt x="297" y="156"/>
                  </a:cubicBezTo>
                  <a:cubicBezTo>
                    <a:pt x="297" y="242"/>
                    <a:pt x="230"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20" name="path"/>
            <p:cNvSpPr/>
            <p:nvPr/>
          </p:nvSpPr>
          <p:spPr>
            <a:xfrm>
              <a:off x="0" y="6096"/>
              <a:ext cx="201676" cy="210820"/>
            </a:xfrm>
            <a:custGeom>
              <a:avLst/>
              <a:gdLst/>
              <a:ahLst/>
              <a:cxnLst/>
              <a:rect l="0" t="0" r="0" b="0"/>
              <a:pathLst>
                <a:path w="317" h="332">
                  <a:moveTo>
                    <a:pt x="10" y="166"/>
                  </a:moveTo>
                  <a:cubicBezTo>
                    <a:pt x="10" y="79"/>
                    <a:pt x="76" y="10"/>
                    <a:pt x="158" y="10"/>
                  </a:cubicBezTo>
                  <a:cubicBezTo>
                    <a:pt x="240" y="10"/>
                    <a:pt x="307" y="79"/>
                    <a:pt x="307" y="166"/>
                  </a:cubicBezTo>
                  <a:cubicBezTo>
                    <a:pt x="307" y="252"/>
                    <a:pt x="240"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22" name="path"/>
            <p:cNvSpPr/>
            <p:nvPr/>
          </p:nvSpPr>
          <p:spPr>
            <a:xfrm>
              <a:off x="96265" y="6350"/>
              <a:ext cx="101980" cy="207137"/>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8" y="263"/>
                  </a:lnTo>
                  <a:lnTo>
                    <a:pt x="145" y="236"/>
                  </a:lnTo>
                  <a:lnTo>
                    <a:pt x="155" y="203"/>
                  </a:lnTo>
                  <a:lnTo>
                    <a:pt x="160" y="165"/>
                  </a:lnTo>
                  <a:lnTo>
                    <a:pt x="155" y="127"/>
                  </a:lnTo>
                  <a:lnTo>
                    <a:pt x="145" y="95"/>
                  </a:lnTo>
                  <a:lnTo>
                    <a:pt x="128" y="70"/>
                  </a:lnTo>
                  <a:lnTo>
                    <a:pt x="108"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24" name="path"/>
            <p:cNvSpPr/>
            <p:nvPr/>
          </p:nvSpPr>
          <p:spPr>
            <a:xfrm>
              <a:off x="89915" y="0"/>
              <a:ext cx="114680" cy="219837"/>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8" y="273"/>
                  </a:lnTo>
                  <a:lnTo>
                    <a:pt x="155" y="246"/>
                  </a:lnTo>
                  <a:lnTo>
                    <a:pt x="165" y="213"/>
                  </a:lnTo>
                  <a:lnTo>
                    <a:pt x="170" y="175"/>
                  </a:lnTo>
                  <a:lnTo>
                    <a:pt x="165" y="137"/>
                  </a:lnTo>
                  <a:lnTo>
                    <a:pt x="155" y="105"/>
                  </a:lnTo>
                  <a:lnTo>
                    <a:pt x="138" y="80"/>
                  </a:lnTo>
                  <a:lnTo>
                    <a:pt x="118"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18" name="group 118"/>
          <p:cNvGrpSpPr/>
          <p:nvPr/>
        </p:nvGrpSpPr>
        <p:grpSpPr>
          <a:xfrm rot="21600000">
            <a:off x="5955538" y="4018533"/>
            <a:ext cx="204596" cy="219836"/>
            <a:chOff x="0" y="0"/>
            <a:chExt cx="204596" cy="219836"/>
          </a:xfrm>
        </p:grpSpPr>
        <p:sp>
          <p:nvSpPr>
            <p:cNvPr id="1426" name="path"/>
            <p:cNvSpPr/>
            <p:nvPr/>
          </p:nvSpPr>
          <p:spPr>
            <a:xfrm>
              <a:off x="6350" y="12445"/>
              <a:ext cx="188975" cy="198120"/>
            </a:xfrm>
            <a:custGeom>
              <a:avLst/>
              <a:gdLst/>
              <a:ahLst/>
              <a:cxnLst/>
              <a:rect l="0" t="0" r="0" b="0"/>
              <a:pathLst>
                <a:path w="297" h="312">
                  <a:moveTo>
                    <a:pt x="0" y="156"/>
                  </a:moveTo>
                  <a:cubicBezTo>
                    <a:pt x="0" y="69"/>
                    <a:pt x="66" y="0"/>
                    <a:pt x="148" y="0"/>
                  </a:cubicBezTo>
                  <a:cubicBezTo>
                    <a:pt x="230" y="0"/>
                    <a:pt x="297" y="69"/>
                    <a:pt x="297" y="156"/>
                  </a:cubicBezTo>
                  <a:cubicBezTo>
                    <a:pt x="297" y="242"/>
                    <a:pt x="230"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28" name="path"/>
            <p:cNvSpPr/>
            <p:nvPr/>
          </p:nvSpPr>
          <p:spPr>
            <a:xfrm>
              <a:off x="0" y="6095"/>
              <a:ext cx="201675" cy="210820"/>
            </a:xfrm>
            <a:custGeom>
              <a:avLst/>
              <a:gdLst/>
              <a:ahLst/>
              <a:cxnLst/>
              <a:rect l="0" t="0" r="0" b="0"/>
              <a:pathLst>
                <a:path w="317" h="332">
                  <a:moveTo>
                    <a:pt x="10" y="166"/>
                  </a:moveTo>
                  <a:cubicBezTo>
                    <a:pt x="10" y="79"/>
                    <a:pt x="76" y="10"/>
                    <a:pt x="158" y="10"/>
                  </a:cubicBezTo>
                  <a:cubicBezTo>
                    <a:pt x="240" y="10"/>
                    <a:pt x="307" y="79"/>
                    <a:pt x="307" y="166"/>
                  </a:cubicBezTo>
                  <a:cubicBezTo>
                    <a:pt x="307" y="252"/>
                    <a:pt x="240"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30" name="path"/>
            <p:cNvSpPr/>
            <p:nvPr/>
          </p:nvSpPr>
          <p:spPr>
            <a:xfrm>
              <a:off x="96265" y="6350"/>
              <a:ext cx="101980" cy="207136"/>
            </a:xfrm>
            <a:custGeom>
              <a:avLst/>
              <a:gdLst/>
              <a:ahLst/>
              <a:cxnLst/>
              <a:rect l="0" t="0" r="0" b="0"/>
              <a:pathLst>
                <a:path w="160"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6"/>
                  </a:lnTo>
                  <a:lnTo>
                    <a:pt x="155" y="203"/>
                  </a:lnTo>
                  <a:lnTo>
                    <a:pt x="160" y="165"/>
                  </a:lnTo>
                  <a:lnTo>
                    <a:pt x="155" y="127"/>
                  </a:lnTo>
                  <a:lnTo>
                    <a:pt x="145" y="95"/>
                  </a:lnTo>
                  <a:lnTo>
                    <a:pt x="127" y="70"/>
                  </a:lnTo>
                  <a:lnTo>
                    <a:pt x="107"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32" name="path"/>
            <p:cNvSpPr/>
            <p:nvPr/>
          </p:nvSpPr>
          <p:spPr>
            <a:xfrm>
              <a:off x="89915" y="0"/>
              <a:ext cx="114680" cy="219836"/>
            </a:xfrm>
            <a:custGeom>
              <a:avLst/>
              <a:gdLst/>
              <a:ahLst/>
              <a:cxnLst/>
              <a:rect l="0" t="0" r="0" b="0"/>
              <a:pathLst>
                <a:path w="180"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6"/>
                  </a:lnTo>
                  <a:lnTo>
                    <a:pt x="165" y="213"/>
                  </a:lnTo>
                  <a:lnTo>
                    <a:pt x="170" y="175"/>
                  </a:lnTo>
                  <a:lnTo>
                    <a:pt x="165" y="137"/>
                  </a:lnTo>
                  <a:lnTo>
                    <a:pt x="155" y="105"/>
                  </a:lnTo>
                  <a:lnTo>
                    <a:pt x="137" y="80"/>
                  </a:lnTo>
                  <a:lnTo>
                    <a:pt x="117"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20" name="group 120"/>
          <p:cNvGrpSpPr/>
          <p:nvPr/>
        </p:nvGrpSpPr>
        <p:grpSpPr>
          <a:xfrm rot="21600000">
            <a:off x="5063998" y="3006597"/>
            <a:ext cx="204596" cy="219837"/>
            <a:chOff x="0" y="0"/>
            <a:chExt cx="204596" cy="219837"/>
          </a:xfrm>
        </p:grpSpPr>
        <p:sp>
          <p:nvSpPr>
            <p:cNvPr id="1434" name="path"/>
            <p:cNvSpPr/>
            <p:nvPr/>
          </p:nvSpPr>
          <p:spPr>
            <a:xfrm>
              <a:off x="6350" y="10922"/>
              <a:ext cx="187451" cy="198120"/>
            </a:xfrm>
            <a:custGeom>
              <a:avLst/>
              <a:gdLst/>
              <a:ahLst/>
              <a:cxnLst/>
              <a:rect l="0" t="0" r="0" b="0"/>
              <a:pathLst>
                <a:path w="295" h="312">
                  <a:moveTo>
                    <a:pt x="0" y="155"/>
                  </a:moveTo>
                  <a:cubicBezTo>
                    <a:pt x="0" y="69"/>
                    <a:pt x="65" y="0"/>
                    <a:pt x="147" y="0"/>
                  </a:cubicBezTo>
                  <a:cubicBezTo>
                    <a:pt x="229" y="0"/>
                    <a:pt x="295" y="69"/>
                    <a:pt x="295" y="155"/>
                  </a:cubicBezTo>
                  <a:cubicBezTo>
                    <a:pt x="295" y="242"/>
                    <a:pt x="229" y="312"/>
                    <a:pt x="147" y="312"/>
                  </a:cubicBezTo>
                  <a:cubicBezTo>
                    <a:pt x="65" y="312"/>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36" name="path"/>
            <p:cNvSpPr/>
            <p:nvPr/>
          </p:nvSpPr>
          <p:spPr>
            <a:xfrm>
              <a:off x="0" y="4572"/>
              <a:ext cx="200151" cy="210820"/>
            </a:xfrm>
            <a:custGeom>
              <a:avLst/>
              <a:gdLst/>
              <a:ahLst/>
              <a:cxnLst/>
              <a:rect l="0" t="0" r="0" b="0"/>
              <a:pathLst>
                <a:path w="315" h="332">
                  <a:moveTo>
                    <a:pt x="10" y="165"/>
                  </a:moveTo>
                  <a:cubicBezTo>
                    <a:pt x="10" y="79"/>
                    <a:pt x="75" y="10"/>
                    <a:pt x="157" y="10"/>
                  </a:cubicBezTo>
                  <a:cubicBezTo>
                    <a:pt x="239" y="10"/>
                    <a:pt x="305" y="79"/>
                    <a:pt x="305" y="165"/>
                  </a:cubicBezTo>
                  <a:cubicBezTo>
                    <a:pt x="305" y="252"/>
                    <a:pt x="239" y="322"/>
                    <a:pt x="157" y="322"/>
                  </a:cubicBezTo>
                  <a:cubicBezTo>
                    <a:pt x="75" y="322"/>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38" name="path"/>
            <p:cNvSpPr/>
            <p:nvPr/>
          </p:nvSpPr>
          <p:spPr>
            <a:xfrm>
              <a:off x="96265" y="6350"/>
              <a:ext cx="101980" cy="207137"/>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8" y="263"/>
                  </a:lnTo>
                  <a:lnTo>
                    <a:pt x="145" y="236"/>
                  </a:lnTo>
                  <a:lnTo>
                    <a:pt x="155" y="203"/>
                  </a:lnTo>
                  <a:lnTo>
                    <a:pt x="160" y="165"/>
                  </a:lnTo>
                  <a:lnTo>
                    <a:pt x="155" y="128"/>
                  </a:lnTo>
                  <a:lnTo>
                    <a:pt x="145" y="95"/>
                  </a:lnTo>
                  <a:lnTo>
                    <a:pt x="128" y="70"/>
                  </a:lnTo>
                  <a:lnTo>
                    <a:pt x="108"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40" name="path"/>
            <p:cNvSpPr/>
            <p:nvPr/>
          </p:nvSpPr>
          <p:spPr>
            <a:xfrm>
              <a:off x="89915" y="0"/>
              <a:ext cx="114680" cy="219837"/>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8" y="273"/>
                  </a:lnTo>
                  <a:lnTo>
                    <a:pt x="155" y="246"/>
                  </a:lnTo>
                  <a:lnTo>
                    <a:pt x="165" y="213"/>
                  </a:lnTo>
                  <a:lnTo>
                    <a:pt x="170" y="175"/>
                  </a:lnTo>
                  <a:lnTo>
                    <a:pt x="165" y="138"/>
                  </a:lnTo>
                  <a:lnTo>
                    <a:pt x="155" y="105"/>
                  </a:lnTo>
                  <a:lnTo>
                    <a:pt x="138" y="80"/>
                  </a:lnTo>
                  <a:lnTo>
                    <a:pt x="118"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22" name="group 122"/>
          <p:cNvGrpSpPr/>
          <p:nvPr/>
        </p:nvGrpSpPr>
        <p:grpSpPr>
          <a:xfrm rot="21600000">
            <a:off x="5952490" y="2323846"/>
            <a:ext cx="204596" cy="219836"/>
            <a:chOff x="0" y="0"/>
            <a:chExt cx="204596" cy="219836"/>
          </a:xfrm>
        </p:grpSpPr>
        <p:sp>
          <p:nvSpPr>
            <p:cNvPr id="1442" name="path"/>
            <p:cNvSpPr/>
            <p:nvPr/>
          </p:nvSpPr>
          <p:spPr>
            <a:xfrm>
              <a:off x="6350" y="10921"/>
              <a:ext cx="188975" cy="199644"/>
            </a:xfrm>
            <a:custGeom>
              <a:avLst/>
              <a:gdLst/>
              <a:ahLst/>
              <a:cxnLst/>
              <a:rect l="0" t="0" r="0" b="0"/>
              <a:pathLst>
                <a:path w="297" h="314">
                  <a:moveTo>
                    <a:pt x="0" y="157"/>
                  </a:moveTo>
                  <a:cubicBezTo>
                    <a:pt x="0" y="70"/>
                    <a:pt x="66" y="0"/>
                    <a:pt x="148" y="0"/>
                  </a:cubicBezTo>
                  <a:cubicBezTo>
                    <a:pt x="230" y="0"/>
                    <a:pt x="297" y="70"/>
                    <a:pt x="297" y="157"/>
                  </a:cubicBezTo>
                  <a:cubicBezTo>
                    <a:pt x="297" y="244"/>
                    <a:pt x="230" y="314"/>
                    <a:pt x="148" y="314"/>
                  </a:cubicBezTo>
                  <a:cubicBezTo>
                    <a:pt x="66" y="314"/>
                    <a:pt x="0" y="244"/>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44" name="path"/>
            <p:cNvSpPr/>
            <p:nvPr/>
          </p:nvSpPr>
          <p:spPr>
            <a:xfrm>
              <a:off x="0" y="4571"/>
              <a:ext cx="201675" cy="212344"/>
            </a:xfrm>
            <a:custGeom>
              <a:avLst/>
              <a:gdLst/>
              <a:ahLst/>
              <a:cxnLst/>
              <a:rect l="0" t="0" r="0" b="0"/>
              <a:pathLst>
                <a:path w="317" h="334">
                  <a:moveTo>
                    <a:pt x="10" y="167"/>
                  </a:moveTo>
                  <a:cubicBezTo>
                    <a:pt x="10" y="80"/>
                    <a:pt x="76" y="10"/>
                    <a:pt x="158" y="10"/>
                  </a:cubicBezTo>
                  <a:cubicBezTo>
                    <a:pt x="240" y="10"/>
                    <a:pt x="307" y="80"/>
                    <a:pt x="307" y="167"/>
                  </a:cubicBezTo>
                  <a:cubicBezTo>
                    <a:pt x="307" y="254"/>
                    <a:pt x="240" y="324"/>
                    <a:pt x="158" y="324"/>
                  </a:cubicBezTo>
                  <a:cubicBezTo>
                    <a:pt x="76" y="324"/>
                    <a:pt x="10" y="254"/>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46" name="path"/>
            <p:cNvSpPr/>
            <p:nvPr/>
          </p:nvSpPr>
          <p:spPr>
            <a:xfrm>
              <a:off x="96265" y="6350"/>
              <a:ext cx="101980"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5"/>
                  </a:lnTo>
                  <a:lnTo>
                    <a:pt x="155" y="203"/>
                  </a:lnTo>
                  <a:lnTo>
                    <a:pt x="160" y="165"/>
                  </a:lnTo>
                  <a:lnTo>
                    <a:pt x="155" y="127"/>
                  </a:lnTo>
                  <a:lnTo>
                    <a:pt x="145" y="95"/>
                  </a:lnTo>
                  <a:lnTo>
                    <a:pt x="127" y="70"/>
                  </a:lnTo>
                  <a:lnTo>
                    <a:pt x="107" y="47"/>
                  </a:lnTo>
                  <a:lnTo>
                    <a:pt x="82" y="30"/>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48" name="path"/>
            <p:cNvSpPr/>
            <p:nvPr/>
          </p:nvSpPr>
          <p:spPr>
            <a:xfrm>
              <a:off x="89915" y="0"/>
              <a:ext cx="114680"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5"/>
                  </a:lnTo>
                  <a:lnTo>
                    <a:pt x="165" y="213"/>
                  </a:lnTo>
                  <a:lnTo>
                    <a:pt x="170" y="175"/>
                  </a:lnTo>
                  <a:lnTo>
                    <a:pt x="165" y="137"/>
                  </a:lnTo>
                  <a:lnTo>
                    <a:pt x="155" y="105"/>
                  </a:lnTo>
                  <a:lnTo>
                    <a:pt x="137" y="80"/>
                  </a:lnTo>
                  <a:lnTo>
                    <a:pt x="117" y="57"/>
                  </a:lnTo>
                  <a:lnTo>
                    <a:pt x="92" y="40"/>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24" name="group 124"/>
          <p:cNvGrpSpPr/>
          <p:nvPr/>
        </p:nvGrpSpPr>
        <p:grpSpPr>
          <a:xfrm rot="21600000">
            <a:off x="2404617" y="4038345"/>
            <a:ext cx="204723" cy="218439"/>
            <a:chOff x="0" y="0"/>
            <a:chExt cx="204723" cy="218439"/>
          </a:xfrm>
        </p:grpSpPr>
        <p:sp>
          <p:nvSpPr>
            <p:cNvPr id="1450" name="path"/>
            <p:cNvSpPr/>
            <p:nvPr/>
          </p:nvSpPr>
          <p:spPr>
            <a:xfrm>
              <a:off x="6350" y="10922"/>
              <a:ext cx="188976" cy="198120"/>
            </a:xfrm>
            <a:custGeom>
              <a:avLst/>
              <a:gdLst/>
              <a:ahLst/>
              <a:cxnLst/>
              <a:rect l="0" t="0" r="0" b="0"/>
              <a:pathLst>
                <a:path w="297" h="312">
                  <a:moveTo>
                    <a:pt x="0" y="156"/>
                  </a:moveTo>
                  <a:cubicBezTo>
                    <a:pt x="0" y="69"/>
                    <a:pt x="66" y="0"/>
                    <a:pt x="148" y="0"/>
                  </a:cubicBezTo>
                  <a:cubicBezTo>
                    <a:pt x="231" y="0"/>
                    <a:pt x="297" y="69"/>
                    <a:pt x="297" y="156"/>
                  </a:cubicBezTo>
                  <a:cubicBezTo>
                    <a:pt x="297" y="242"/>
                    <a:pt x="231"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52" name="path"/>
            <p:cNvSpPr/>
            <p:nvPr/>
          </p:nvSpPr>
          <p:spPr>
            <a:xfrm>
              <a:off x="0" y="4572"/>
              <a:ext cx="201676" cy="210820"/>
            </a:xfrm>
            <a:custGeom>
              <a:avLst/>
              <a:gdLst/>
              <a:ahLst/>
              <a:cxnLst/>
              <a:rect l="0" t="0" r="0" b="0"/>
              <a:pathLst>
                <a:path w="317" h="332">
                  <a:moveTo>
                    <a:pt x="10" y="166"/>
                  </a:moveTo>
                  <a:cubicBezTo>
                    <a:pt x="10" y="79"/>
                    <a:pt x="76" y="10"/>
                    <a:pt x="158" y="10"/>
                  </a:cubicBezTo>
                  <a:cubicBezTo>
                    <a:pt x="241" y="10"/>
                    <a:pt x="307" y="79"/>
                    <a:pt x="307" y="166"/>
                  </a:cubicBezTo>
                  <a:cubicBezTo>
                    <a:pt x="307" y="252"/>
                    <a:pt x="241"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54" name="path"/>
            <p:cNvSpPr/>
            <p:nvPr/>
          </p:nvSpPr>
          <p:spPr>
            <a:xfrm>
              <a:off x="97789" y="6350"/>
              <a:ext cx="100583" cy="205739"/>
            </a:xfrm>
            <a:custGeom>
              <a:avLst/>
              <a:gdLst/>
              <a:ahLst/>
              <a:cxnLst/>
              <a:rect l="0" t="0" r="0" b="0"/>
              <a:pathLst>
                <a:path w="158" h="323">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8"/>
                  </a:lnTo>
                  <a:lnTo>
                    <a:pt x="2" y="323"/>
                  </a:lnTo>
                  <a:lnTo>
                    <a:pt x="27" y="321"/>
                  </a:lnTo>
                  <a:lnTo>
                    <a:pt x="52" y="313"/>
                  </a:lnTo>
                  <a:lnTo>
                    <a:pt x="79" y="301"/>
                  </a:lnTo>
                  <a:lnTo>
                    <a:pt x="103" y="283"/>
                  </a:lnTo>
                  <a:lnTo>
                    <a:pt x="126" y="261"/>
                  </a:lnTo>
                  <a:lnTo>
                    <a:pt x="143" y="234"/>
                  </a:lnTo>
                  <a:lnTo>
                    <a:pt x="153" y="201"/>
                  </a:lnTo>
                  <a:lnTo>
                    <a:pt x="158" y="164"/>
                  </a:lnTo>
                  <a:lnTo>
                    <a:pt x="153" y="126"/>
                  </a:lnTo>
                  <a:lnTo>
                    <a:pt x="143" y="94"/>
                  </a:lnTo>
                  <a:lnTo>
                    <a:pt x="126" y="69"/>
                  </a:lnTo>
                  <a:lnTo>
                    <a:pt x="106" y="47"/>
                  </a:lnTo>
                  <a:lnTo>
                    <a:pt x="81" y="29"/>
                  </a:lnTo>
                  <a:lnTo>
                    <a:pt x="54"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56" name="path"/>
            <p:cNvSpPr/>
            <p:nvPr/>
          </p:nvSpPr>
          <p:spPr>
            <a:xfrm>
              <a:off x="91439" y="0"/>
              <a:ext cx="113283" cy="218439"/>
            </a:xfrm>
            <a:custGeom>
              <a:avLst/>
              <a:gdLst/>
              <a:ahLst/>
              <a:cxnLst/>
              <a:rect l="0" t="0" r="0" b="0"/>
              <a:pathLst>
                <a:path w="178" h="343">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8"/>
                  </a:lnTo>
                  <a:lnTo>
                    <a:pt x="12" y="333"/>
                  </a:lnTo>
                  <a:lnTo>
                    <a:pt x="37" y="331"/>
                  </a:lnTo>
                  <a:lnTo>
                    <a:pt x="62" y="323"/>
                  </a:lnTo>
                  <a:lnTo>
                    <a:pt x="89" y="311"/>
                  </a:lnTo>
                  <a:lnTo>
                    <a:pt x="113" y="293"/>
                  </a:lnTo>
                  <a:lnTo>
                    <a:pt x="136" y="271"/>
                  </a:lnTo>
                  <a:lnTo>
                    <a:pt x="153" y="244"/>
                  </a:lnTo>
                  <a:lnTo>
                    <a:pt x="163" y="211"/>
                  </a:lnTo>
                  <a:lnTo>
                    <a:pt x="168" y="174"/>
                  </a:lnTo>
                  <a:lnTo>
                    <a:pt x="163" y="136"/>
                  </a:lnTo>
                  <a:lnTo>
                    <a:pt x="153" y="104"/>
                  </a:lnTo>
                  <a:lnTo>
                    <a:pt x="136" y="79"/>
                  </a:lnTo>
                  <a:lnTo>
                    <a:pt x="116" y="57"/>
                  </a:lnTo>
                  <a:lnTo>
                    <a:pt x="91" y="39"/>
                  </a:lnTo>
                  <a:lnTo>
                    <a:pt x="64"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26" name="group 126"/>
          <p:cNvGrpSpPr/>
          <p:nvPr/>
        </p:nvGrpSpPr>
        <p:grpSpPr>
          <a:xfrm rot="21600000">
            <a:off x="4221225" y="4007866"/>
            <a:ext cx="204597" cy="218439"/>
            <a:chOff x="0" y="0"/>
            <a:chExt cx="204597" cy="218439"/>
          </a:xfrm>
        </p:grpSpPr>
        <p:sp>
          <p:nvSpPr>
            <p:cNvPr id="1458" name="path"/>
            <p:cNvSpPr/>
            <p:nvPr/>
          </p:nvSpPr>
          <p:spPr>
            <a:xfrm>
              <a:off x="6350" y="10922"/>
              <a:ext cx="188976" cy="198120"/>
            </a:xfrm>
            <a:custGeom>
              <a:avLst/>
              <a:gdLst/>
              <a:ahLst/>
              <a:cxnLst/>
              <a:rect l="0" t="0" r="0" b="0"/>
              <a:pathLst>
                <a:path w="297" h="312">
                  <a:moveTo>
                    <a:pt x="0" y="156"/>
                  </a:moveTo>
                  <a:cubicBezTo>
                    <a:pt x="0" y="69"/>
                    <a:pt x="66" y="0"/>
                    <a:pt x="148" y="0"/>
                  </a:cubicBezTo>
                  <a:cubicBezTo>
                    <a:pt x="231" y="0"/>
                    <a:pt x="297" y="69"/>
                    <a:pt x="297" y="156"/>
                  </a:cubicBezTo>
                  <a:cubicBezTo>
                    <a:pt x="297" y="242"/>
                    <a:pt x="231"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60" name="path"/>
            <p:cNvSpPr/>
            <p:nvPr/>
          </p:nvSpPr>
          <p:spPr>
            <a:xfrm>
              <a:off x="0" y="4572"/>
              <a:ext cx="201676" cy="210820"/>
            </a:xfrm>
            <a:custGeom>
              <a:avLst/>
              <a:gdLst/>
              <a:ahLst/>
              <a:cxnLst/>
              <a:rect l="0" t="0" r="0" b="0"/>
              <a:pathLst>
                <a:path w="317" h="332">
                  <a:moveTo>
                    <a:pt x="10" y="166"/>
                  </a:moveTo>
                  <a:cubicBezTo>
                    <a:pt x="10" y="79"/>
                    <a:pt x="76" y="10"/>
                    <a:pt x="158" y="10"/>
                  </a:cubicBezTo>
                  <a:cubicBezTo>
                    <a:pt x="241" y="10"/>
                    <a:pt x="307" y="79"/>
                    <a:pt x="307" y="166"/>
                  </a:cubicBezTo>
                  <a:cubicBezTo>
                    <a:pt x="307" y="252"/>
                    <a:pt x="241"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62" name="path"/>
            <p:cNvSpPr/>
            <p:nvPr/>
          </p:nvSpPr>
          <p:spPr>
            <a:xfrm>
              <a:off x="96266" y="6350"/>
              <a:ext cx="101980" cy="205739"/>
            </a:xfrm>
            <a:custGeom>
              <a:avLst/>
              <a:gdLst/>
              <a:ahLst/>
              <a:cxnLst/>
              <a:rect l="0" t="0" r="0" b="0"/>
              <a:pathLst>
                <a:path w="160" h="323">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8"/>
                  </a:lnTo>
                  <a:lnTo>
                    <a:pt x="2" y="323"/>
                  </a:lnTo>
                  <a:lnTo>
                    <a:pt x="27" y="321"/>
                  </a:lnTo>
                  <a:lnTo>
                    <a:pt x="52" y="313"/>
                  </a:lnTo>
                  <a:lnTo>
                    <a:pt x="80" y="301"/>
                  </a:lnTo>
                  <a:lnTo>
                    <a:pt x="105" y="283"/>
                  </a:lnTo>
                  <a:lnTo>
                    <a:pt x="127" y="261"/>
                  </a:lnTo>
                  <a:lnTo>
                    <a:pt x="145" y="234"/>
                  </a:lnTo>
                  <a:lnTo>
                    <a:pt x="155" y="201"/>
                  </a:lnTo>
                  <a:lnTo>
                    <a:pt x="160" y="164"/>
                  </a:lnTo>
                  <a:lnTo>
                    <a:pt x="155" y="126"/>
                  </a:lnTo>
                  <a:lnTo>
                    <a:pt x="145" y="94"/>
                  </a:lnTo>
                  <a:lnTo>
                    <a:pt x="127" y="69"/>
                  </a:lnTo>
                  <a:lnTo>
                    <a:pt x="107" y="47"/>
                  </a:lnTo>
                  <a:lnTo>
                    <a:pt x="82" y="29"/>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64" name="path"/>
            <p:cNvSpPr/>
            <p:nvPr/>
          </p:nvSpPr>
          <p:spPr>
            <a:xfrm>
              <a:off x="89916" y="0"/>
              <a:ext cx="114680" cy="218439"/>
            </a:xfrm>
            <a:custGeom>
              <a:avLst/>
              <a:gdLst/>
              <a:ahLst/>
              <a:cxnLst/>
              <a:rect l="0" t="0" r="0" b="0"/>
              <a:pathLst>
                <a:path w="180" h="343">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8"/>
                  </a:lnTo>
                  <a:lnTo>
                    <a:pt x="12" y="333"/>
                  </a:lnTo>
                  <a:lnTo>
                    <a:pt x="37" y="331"/>
                  </a:lnTo>
                  <a:lnTo>
                    <a:pt x="62" y="323"/>
                  </a:lnTo>
                  <a:lnTo>
                    <a:pt x="90" y="311"/>
                  </a:lnTo>
                  <a:lnTo>
                    <a:pt x="115" y="293"/>
                  </a:lnTo>
                  <a:lnTo>
                    <a:pt x="137" y="271"/>
                  </a:lnTo>
                  <a:lnTo>
                    <a:pt x="155" y="244"/>
                  </a:lnTo>
                  <a:lnTo>
                    <a:pt x="165" y="211"/>
                  </a:lnTo>
                  <a:lnTo>
                    <a:pt x="170" y="174"/>
                  </a:lnTo>
                  <a:lnTo>
                    <a:pt x="165" y="136"/>
                  </a:lnTo>
                  <a:lnTo>
                    <a:pt x="155" y="104"/>
                  </a:lnTo>
                  <a:lnTo>
                    <a:pt x="137" y="79"/>
                  </a:lnTo>
                  <a:lnTo>
                    <a:pt x="117" y="57"/>
                  </a:lnTo>
                  <a:lnTo>
                    <a:pt x="92" y="39"/>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28" name="group 128"/>
          <p:cNvGrpSpPr/>
          <p:nvPr/>
        </p:nvGrpSpPr>
        <p:grpSpPr>
          <a:xfrm rot="21600000">
            <a:off x="2395474" y="2322321"/>
            <a:ext cx="204596" cy="218440"/>
            <a:chOff x="0" y="0"/>
            <a:chExt cx="204596" cy="218440"/>
          </a:xfrm>
        </p:grpSpPr>
        <p:sp>
          <p:nvSpPr>
            <p:cNvPr id="1466" name="path"/>
            <p:cNvSpPr/>
            <p:nvPr/>
          </p:nvSpPr>
          <p:spPr>
            <a:xfrm>
              <a:off x="6350" y="10922"/>
              <a:ext cx="188975" cy="198120"/>
            </a:xfrm>
            <a:custGeom>
              <a:avLst/>
              <a:gdLst/>
              <a:ahLst/>
              <a:cxnLst/>
              <a:rect l="0" t="0" r="0" b="0"/>
              <a:pathLst>
                <a:path w="297" h="312">
                  <a:moveTo>
                    <a:pt x="0" y="156"/>
                  </a:moveTo>
                  <a:cubicBezTo>
                    <a:pt x="0" y="69"/>
                    <a:pt x="66" y="0"/>
                    <a:pt x="148" y="0"/>
                  </a:cubicBezTo>
                  <a:cubicBezTo>
                    <a:pt x="231" y="0"/>
                    <a:pt x="297" y="69"/>
                    <a:pt x="297" y="156"/>
                  </a:cubicBezTo>
                  <a:cubicBezTo>
                    <a:pt x="297" y="242"/>
                    <a:pt x="231"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68" name="path"/>
            <p:cNvSpPr/>
            <p:nvPr/>
          </p:nvSpPr>
          <p:spPr>
            <a:xfrm>
              <a:off x="0" y="4572"/>
              <a:ext cx="201675" cy="210820"/>
            </a:xfrm>
            <a:custGeom>
              <a:avLst/>
              <a:gdLst/>
              <a:ahLst/>
              <a:cxnLst/>
              <a:rect l="0" t="0" r="0" b="0"/>
              <a:pathLst>
                <a:path w="317" h="332">
                  <a:moveTo>
                    <a:pt x="10" y="166"/>
                  </a:moveTo>
                  <a:cubicBezTo>
                    <a:pt x="10" y="79"/>
                    <a:pt x="76" y="10"/>
                    <a:pt x="158" y="10"/>
                  </a:cubicBezTo>
                  <a:cubicBezTo>
                    <a:pt x="241" y="10"/>
                    <a:pt x="307" y="79"/>
                    <a:pt x="307" y="166"/>
                  </a:cubicBezTo>
                  <a:cubicBezTo>
                    <a:pt x="307" y="252"/>
                    <a:pt x="241"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70" name="path"/>
            <p:cNvSpPr/>
            <p:nvPr/>
          </p:nvSpPr>
          <p:spPr>
            <a:xfrm>
              <a:off x="96265" y="6350"/>
              <a:ext cx="101980" cy="205740"/>
            </a:xfrm>
            <a:custGeom>
              <a:avLst/>
              <a:gdLst/>
              <a:ahLst/>
              <a:cxnLst/>
              <a:rect l="0" t="0" r="0" b="0"/>
              <a:pathLst>
                <a:path w="160" h="324">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9"/>
                  </a:lnTo>
                  <a:lnTo>
                    <a:pt x="2" y="324"/>
                  </a:lnTo>
                  <a:lnTo>
                    <a:pt x="27" y="321"/>
                  </a:lnTo>
                  <a:lnTo>
                    <a:pt x="52" y="314"/>
                  </a:lnTo>
                  <a:lnTo>
                    <a:pt x="80" y="301"/>
                  </a:lnTo>
                  <a:lnTo>
                    <a:pt x="105" y="284"/>
                  </a:lnTo>
                  <a:lnTo>
                    <a:pt x="128" y="261"/>
                  </a:lnTo>
                  <a:lnTo>
                    <a:pt x="145" y="234"/>
                  </a:lnTo>
                  <a:lnTo>
                    <a:pt x="155" y="201"/>
                  </a:lnTo>
                  <a:lnTo>
                    <a:pt x="160" y="164"/>
                  </a:lnTo>
                  <a:lnTo>
                    <a:pt x="155" y="127"/>
                  </a:lnTo>
                  <a:lnTo>
                    <a:pt x="145" y="94"/>
                  </a:lnTo>
                  <a:lnTo>
                    <a:pt x="128" y="69"/>
                  </a:lnTo>
                  <a:lnTo>
                    <a:pt x="108" y="47"/>
                  </a:lnTo>
                  <a:lnTo>
                    <a:pt x="82" y="29"/>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72" name="path"/>
            <p:cNvSpPr/>
            <p:nvPr/>
          </p:nvSpPr>
          <p:spPr>
            <a:xfrm>
              <a:off x="89915" y="0"/>
              <a:ext cx="114680" cy="218440"/>
            </a:xfrm>
            <a:custGeom>
              <a:avLst/>
              <a:gdLst/>
              <a:ahLst/>
              <a:cxnLst/>
              <a:rect l="0" t="0" r="0" b="0"/>
              <a:pathLst>
                <a:path w="180" h="344">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9"/>
                  </a:lnTo>
                  <a:lnTo>
                    <a:pt x="12" y="334"/>
                  </a:lnTo>
                  <a:lnTo>
                    <a:pt x="37" y="331"/>
                  </a:lnTo>
                  <a:lnTo>
                    <a:pt x="62" y="324"/>
                  </a:lnTo>
                  <a:lnTo>
                    <a:pt x="90" y="311"/>
                  </a:lnTo>
                  <a:lnTo>
                    <a:pt x="115" y="294"/>
                  </a:lnTo>
                  <a:lnTo>
                    <a:pt x="138" y="271"/>
                  </a:lnTo>
                  <a:lnTo>
                    <a:pt x="155" y="244"/>
                  </a:lnTo>
                  <a:lnTo>
                    <a:pt x="165" y="211"/>
                  </a:lnTo>
                  <a:lnTo>
                    <a:pt x="170" y="174"/>
                  </a:lnTo>
                  <a:lnTo>
                    <a:pt x="165" y="137"/>
                  </a:lnTo>
                  <a:lnTo>
                    <a:pt x="155" y="104"/>
                  </a:lnTo>
                  <a:lnTo>
                    <a:pt x="138" y="79"/>
                  </a:lnTo>
                  <a:lnTo>
                    <a:pt x="118" y="57"/>
                  </a:lnTo>
                  <a:lnTo>
                    <a:pt x="92" y="39"/>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30" name="group 130"/>
          <p:cNvGrpSpPr/>
          <p:nvPr/>
        </p:nvGrpSpPr>
        <p:grpSpPr>
          <a:xfrm rot="21600000">
            <a:off x="2415286" y="3006597"/>
            <a:ext cx="204596" cy="218440"/>
            <a:chOff x="0" y="0"/>
            <a:chExt cx="204596" cy="218440"/>
          </a:xfrm>
        </p:grpSpPr>
        <p:sp>
          <p:nvSpPr>
            <p:cNvPr id="1474" name="path"/>
            <p:cNvSpPr/>
            <p:nvPr/>
          </p:nvSpPr>
          <p:spPr>
            <a:xfrm>
              <a:off x="6350" y="10922"/>
              <a:ext cx="188975" cy="198120"/>
            </a:xfrm>
            <a:custGeom>
              <a:avLst/>
              <a:gdLst/>
              <a:ahLst/>
              <a:cxnLst/>
              <a:rect l="0" t="0" r="0" b="0"/>
              <a:pathLst>
                <a:path w="297" h="312">
                  <a:moveTo>
                    <a:pt x="0" y="155"/>
                  </a:moveTo>
                  <a:cubicBezTo>
                    <a:pt x="0" y="69"/>
                    <a:pt x="66" y="0"/>
                    <a:pt x="148" y="0"/>
                  </a:cubicBezTo>
                  <a:cubicBezTo>
                    <a:pt x="230" y="0"/>
                    <a:pt x="297" y="69"/>
                    <a:pt x="297" y="155"/>
                  </a:cubicBezTo>
                  <a:cubicBezTo>
                    <a:pt x="297" y="242"/>
                    <a:pt x="230" y="312"/>
                    <a:pt x="148" y="312"/>
                  </a:cubicBezTo>
                  <a:cubicBezTo>
                    <a:pt x="66" y="312"/>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76" name="path"/>
            <p:cNvSpPr/>
            <p:nvPr/>
          </p:nvSpPr>
          <p:spPr>
            <a:xfrm>
              <a:off x="0" y="4572"/>
              <a:ext cx="201675" cy="210820"/>
            </a:xfrm>
            <a:custGeom>
              <a:avLst/>
              <a:gdLst/>
              <a:ahLst/>
              <a:cxnLst/>
              <a:rect l="0" t="0" r="0" b="0"/>
              <a:pathLst>
                <a:path w="317" h="332">
                  <a:moveTo>
                    <a:pt x="10" y="165"/>
                  </a:moveTo>
                  <a:cubicBezTo>
                    <a:pt x="10" y="79"/>
                    <a:pt x="76" y="10"/>
                    <a:pt x="158" y="10"/>
                  </a:cubicBezTo>
                  <a:cubicBezTo>
                    <a:pt x="240" y="10"/>
                    <a:pt x="307" y="79"/>
                    <a:pt x="307" y="165"/>
                  </a:cubicBezTo>
                  <a:cubicBezTo>
                    <a:pt x="307" y="252"/>
                    <a:pt x="240" y="322"/>
                    <a:pt x="158" y="322"/>
                  </a:cubicBezTo>
                  <a:cubicBezTo>
                    <a:pt x="76" y="322"/>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78" name="path"/>
            <p:cNvSpPr/>
            <p:nvPr/>
          </p:nvSpPr>
          <p:spPr>
            <a:xfrm>
              <a:off x="96265" y="6350"/>
              <a:ext cx="101980" cy="205740"/>
            </a:xfrm>
            <a:custGeom>
              <a:avLst/>
              <a:gdLst/>
              <a:ahLst/>
              <a:cxnLst/>
              <a:rect l="0" t="0" r="0" b="0"/>
              <a:pathLst>
                <a:path w="160" h="324">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9"/>
                  </a:lnTo>
                  <a:lnTo>
                    <a:pt x="2" y="324"/>
                  </a:lnTo>
                  <a:lnTo>
                    <a:pt x="27" y="321"/>
                  </a:lnTo>
                  <a:lnTo>
                    <a:pt x="52" y="314"/>
                  </a:lnTo>
                  <a:lnTo>
                    <a:pt x="80" y="301"/>
                  </a:lnTo>
                  <a:lnTo>
                    <a:pt x="105" y="284"/>
                  </a:lnTo>
                  <a:lnTo>
                    <a:pt x="128" y="261"/>
                  </a:lnTo>
                  <a:lnTo>
                    <a:pt x="145" y="234"/>
                  </a:lnTo>
                  <a:lnTo>
                    <a:pt x="155" y="201"/>
                  </a:lnTo>
                  <a:lnTo>
                    <a:pt x="160" y="164"/>
                  </a:lnTo>
                  <a:lnTo>
                    <a:pt x="155" y="127"/>
                  </a:lnTo>
                  <a:lnTo>
                    <a:pt x="145" y="94"/>
                  </a:lnTo>
                  <a:lnTo>
                    <a:pt x="128" y="69"/>
                  </a:lnTo>
                  <a:lnTo>
                    <a:pt x="108" y="47"/>
                  </a:lnTo>
                  <a:lnTo>
                    <a:pt x="82" y="29"/>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80" name="path"/>
            <p:cNvSpPr/>
            <p:nvPr/>
          </p:nvSpPr>
          <p:spPr>
            <a:xfrm>
              <a:off x="89915" y="0"/>
              <a:ext cx="114680" cy="218440"/>
            </a:xfrm>
            <a:custGeom>
              <a:avLst/>
              <a:gdLst/>
              <a:ahLst/>
              <a:cxnLst/>
              <a:rect l="0" t="0" r="0" b="0"/>
              <a:pathLst>
                <a:path w="180" h="344">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9"/>
                  </a:lnTo>
                  <a:lnTo>
                    <a:pt x="12" y="334"/>
                  </a:lnTo>
                  <a:lnTo>
                    <a:pt x="37" y="331"/>
                  </a:lnTo>
                  <a:lnTo>
                    <a:pt x="62" y="324"/>
                  </a:lnTo>
                  <a:lnTo>
                    <a:pt x="90" y="311"/>
                  </a:lnTo>
                  <a:lnTo>
                    <a:pt x="115" y="294"/>
                  </a:lnTo>
                  <a:lnTo>
                    <a:pt x="138" y="271"/>
                  </a:lnTo>
                  <a:lnTo>
                    <a:pt x="155" y="244"/>
                  </a:lnTo>
                  <a:lnTo>
                    <a:pt x="165" y="211"/>
                  </a:lnTo>
                  <a:lnTo>
                    <a:pt x="170" y="174"/>
                  </a:lnTo>
                  <a:lnTo>
                    <a:pt x="165" y="137"/>
                  </a:lnTo>
                  <a:lnTo>
                    <a:pt x="155" y="104"/>
                  </a:lnTo>
                  <a:lnTo>
                    <a:pt x="138" y="79"/>
                  </a:lnTo>
                  <a:lnTo>
                    <a:pt x="118" y="57"/>
                  </a:lnTo>
                  <a:lnTo>
                    <a:pt x="92" y="39"/>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32" name="group 132"/>
          <p:cNvGrpSpPr/>
          <p:nvPr/>
        </p:nvGrpSpPr>
        <p:grpSpPr>
          <a:xfrm rot="21600000">
            <a:off x="5952490" y="4356861"/>
            <a:ext cx="204596" cy="218439"/>
            <a:chOff x="0" y="0"/>
            <a:chExt cx="204596" cy="218439"/>
          </a:xfrm>
        </p:grpSpPr>
        <p:sp>
          <p:nvSpPr>
            <p:cNvPr id="1482" name="path"/>
            <p:cNvSpPr/>
            <p:nvPr/>
          </p:nvSpPr>
          <p:spPr>
            <a:xfrm>
              <a:off x="6350" y="10921"/>
              <a:ext cx="188975" cy="198120"/>
            </a:xfrm>
            <a:custGeom>
              <a:avLst/>
              <a:gdLst/>
              <a:ahLst/>
              <a:cxnLst/>
              <a:rect l="0" t="0" r="0" b="0"/>
              <a:pathLst>
                <a:path w="297" h="312">
                  <a:moveTo>
                    <a:pt x="0" y="156"/>
                  </a:moveTo>
                  <a:cubicBezTo>
                    <a:pt x="0" y="69"/>
                    <a:pt x="66" y="0"/>
                    <a:pt x="148" y="0"/>
                  </a:cubicBezTo>
                  <a:cubicBezTo>
                    <a:pt x="230" y="0"/>
                    <a:pt x="297" y="69"/>
                    <a:pt x="297" y="156"/>
                  </a:cubicBezTo>
                  <a:cubicBezTo>
                    <a:pt x="297" y="242"/>
                    <a:pt x="230"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84" name="path"/>
            <p:cNvSpPr/>
            <p:nvPr/>
          </p:nvSpPr>
          <p:spPr>
            <a:xfrm>
              <a:off x="0" y="4571"/>
              <a:ext cx="201675" cy="210820"/>
            </a:xfrm>
            <a:custGeom>
              <a:avLst/>
              <a:gdLst/>
              <a:ahLst/>
              <a:cxnLst/>
              <a:rect l="0" t="0" r="0" b="0"/>
              <a:pathLst>
                <a:path w="317" h="332">
                  <a:moveTo>
                    <a:pt x="10" y="166"/>
                  </a:moveTo>
                  <a:cubicBezTo>
                    <a:pt x="10" y="79"/>
                    <a:pt x="76" y="10"/>
                    <a:pt x="158" y="10"/>
                  </a:cubicBezTo>
                  <a:cubicBezTo>
                    <a:pt x="240" y="10"/>
                    <a:pt x="307" y="79"/>
                    <a:pt x="307" y="166"/>
                  </a:cubicBezTo>
                  <a:cubicBezTo>
                    <a:pt x="307" y="252"/>
                    <a:pt x="240"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86" name="path"/>
            <p:cNvSpPr/>
            <p:nvPr/>
          </p:nvSpPr>
          <p:spPr>
            <a:xfrm>
              <a:off x="96265" y="6350"/>
              <a:ext cx="101980" cy="205739"/>
            </a:xfrm>
            <a:custGeom>
              <a:avLst/>
              <a:gdLst/>
              <a:ahLst/>
              <a:cxnLst/>
              <a:rect l="0" t="0" r="0" b="0"/>
              <a:pathLst>
                <a:path w="160" h="323">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8"/>
                  </a:lnTo>
                  <a:lnTo>
                    <a:pt x="2" y="323"/>
                  </a:lnTo>
                  <a:lnTo>
                    <a:pt x="27" y="321"/>
                  </a:lnTo>
                  <a:lnTo>
                    <a:pt x="52" y="313"/>
                  </a:lnTo>
                  <a:lnTo>
                    <a:pt x="80" y="301"/>
                  </a:lnTo>
                  <a:lnTo>
                    <a:pt x="105" y="283"/>
                  </a:lnTo>
                  <a:lnTo>
                    <a:pt x="127" y="261"/>
                  </a:lnTo>
                  <a:lnTo>
                    <a:pt x="145" y="234"/>
                  </a:lnTo>
                  <a:lnTo>
                    <a:pt x="155" y="201"/>
                  </a:lnTo>
                  <a:lnTo>
                    <a:pt x="160" y="164"/>
                  </a:lnTo>
                  <a:lnTo>
                    <a:pt x="155" y="126"/>
                  </a:lnTo>
                  <a:lnTo>
                    <a:pt x="145" y="94"/>
                  </a:lnTo>
                  <a:lnTo>
                    <a:pt x="127" y="69"/>
                  </a:lnTo>
                  <a:lnTo>
                    <a:pt x="107" y="47"/>
                  </a:lnTo>
                  <a:lnTo>
                    <a:pt x="82" y="29"/>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88" name="path"/>
            <p:cNvSpPr/>
            <p:nvPr/>
          </p:nvSpPr>
          <p:spPr>
            <a:xfrm>
              <a:off x="89915" y="0"/>
              <a:ext cx="114680" cy="218439"/>
            </a:xfrm>
            <a:custGeom>
              <a:avLst/>
              <a:gdLst/>
              <a:ahLst/>
              <a:cxnLst/>
              <a:rect l="0" t="0" r="0" b="0"/>
              <a:pathLst>
                <a:path w="180" h="343">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8"/>
                  </a:lnTo>
                  <a:lnTo>
                    <a:pt x="12" y="333"/>
                  </a:lnTo>
                  <a:lnTo>
                    <a:pt x="37" y="331"/>
                  </a:lnTo>
                  <a:lnTo>
                    <a:pt x="62" y="323"/>
                  </a:lnTo>
                  <a:lnTo>
                    <a:pt x="90" y="311"/>
                  </a:lnTo>
                  <a:lnTo>
                    <a:pt x="115" y="293"/>
                  </a:lnTo>
                  <a:lnTo>
                    <a:pt x="137" y="271"/>
                  </a:lnTo>
                  <a:lnTo>
                    <a:pt x="155" y="244"/>
                  </a:lnTo>
                  <a:lnTo>
                    <a:pt x="165" y="211"/>
                  </a:lnTo>
                  <a:lnTo>
                    <a:pt x="170" y="174"/>
                  </a:lnTo>
                  <a:lnTo>
                    <a:pt x="165" y="136"/>
                  </a:lnTo>
                  <a:lnTo>
                    <a:pt x="155" y="104"/>
                  </a:lnTo>
                  <a:lnTo>
                    <a:pt x="137" y="79"/>
                  </a:lnTo>
                  <a:lnTo>
                    <a:pt x="117" y="57"/>
                  </a:lnTo>
                  <a:lnTo>
                    <a:pt x="92" y="39"/>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34" name="group 134"/>
          <p:cNvGrpSpPr/>
          <p:nvPr/>
        </p:nvGrpSpPr>
        <p:grpSpPr>
          <a:xfrm rot="21600000">
            <a:off x="5056378" y="3681729"/>
            <a:ext cx="204596" cy="210820"/>
            <a:chOff x="0" y="0"/>
            <a:chExt cx="204596" cy="210820"/>
          </a:xfrm>
        </p:grpSpPr>
        <p:sp>
          <p:nvSpPr>
            <p:cNvPr id="1490" name="path"/>
            <p:cNvSpPr/>
            <p:nvPr/>
          </p:nvSpPr>
          <p:spPr>
            <a:xfrm>
              <a:off x="6350" y="7874"/>
              <a:ext cx="188975" cy="196595"/>
            </a:xfrm>
            <a:custGeom>
              <a:avLst/>
              <a:gdLst/>
              <a:ahLst/>
              <a:cxnLst/>
              <a:rect l="0" t="0" r="0" b="0"/>
              <a:pathLst>
                <a:path w="297" h="309">
                  <a:moveTo>
                    <a:pt x="0" y="154"/>
                  </a:moveTo>
                  <a:cubicBezTo>
                    <a:pt x="0" y="69"/>
                    <a:pt x="66" y="0"/>
                    <a:pt x="148" y="0"/>
                  </a:cubicBezTo>
                  <a:cubicBezTo>
                    <a:pt x="230" y="0"/>
                    <a:pt x="297" y="69"/>
                    <a:pt x="297" y="154"/>
                  </a:cubicBezTo>
                  <a:cubicBezTo>
                    <a:pt x="297" y="240"/>
                    <a:pt x="230" y="309"/>
                    <a:pt x="148" y="309"/>
                  </a:cubicBezTo>
                  <a:cubicBezTo>
                    <a:pt x="66" y="309"/>
                    <a:pt x="0" y="240"/>
                    <a:pt x="0" y="154"/>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492" name="path"/>
            <p:cNvSpPr/>
            <p:nvPr/>
          </p:nvSpPr>
          <p:spPr>
            <a:xfrm>
              <a:off x="0" y="1524"/>
              <a:ext cx="201675" cy="209295"/>
            </a:xfrm>
            <a:custGeom>
              <a:avLst/>
              <a:gdLst/>
              <a:ahLst/>
              <a:cxnLst/>
              <a:rect l="0" t="0" r="0" b="0"/>
              <a:pathLst>
                <a:path w="317" h="329">
                  <a:moveTo>
                    <a:pt x="10" y="164"/>
                  </a:moveTo>
                  <a:cubicBezTo>
                    <a:pt x="10" y="79"/>
                    <a:pt x="76" y="10"/>
                    <a:pt x="158" y="10"/>
                  </a:cubicBezTo>
                  <a:cubicBezTo>
                    <a:pt x="240" y="10"/>
                    <a:pt x="307" y="79"/>
                    <a:pt x="307" y="164"/>
                  </a:cubicBezTo>
                  <a:cubicBezTo>
                    <a:pt x="307" y="250"/>
                    <a:pt x="240" y="319"/>
                    <a:pt x="158" y="319"/>
                  </a:cubicBezTo>
                  <a:cubicBezTo>
                    <a:pt x="76" y="319"/>
                    <a:pt x="10" y="250"/>
                    <a:pt x="10" y="164"/>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494" name="path"/>
            <p:cNvSpPr/>
            <p:nvPr/>
          </p:nvSpPr>
          <p:spPr>
            <a:xfrm>
              <a:off x="99313" y="6350"/>
              <a:ext cx="98933" cy="102108"/>
            </a:xfrm>
            <a:custGeom>
              <a:avLst/>
              <a:gdLst/>
              <a:ahLst/>
              <a:cxnLst/>
              <a:rect l="0" t="0" r="0" b="0"/>
              <a:pathLst>
                <a:path w="155" h="160">
                  <a:moveTo>
                    <a:pt x="0" y="0"/>
                  </a:moveTo>
                  <a:lnTo>
                    <a:pt x="0" y="59"/>
                  </a:lnTo>
                  <a:lnTo>
                    <a:pt x="0" y="86"/>
                  </a:lnTo>
                  <a:lnTo>
                    <a:pt x="0" y="111"/>
                  </a:lnTo>
                  <a:lnTo>
                    <a:pt x="0" y="131"/>
                  </a:lnTo>
                  <a:lnTo>
                    <a:pt x="0" y="145"/>
                  </a:lnTo>
                  <a:lnTo>
                    <a:pt x="0" y="155"/>
                  </a:lnTo>
                  <a:lnTo>
                    <a:pt x="0" y="160"/>
                  </a:lnTo>
                  <a:lnTo>
                    <a:pt x="5" y="160"/>
                  </a:lnTo>
                  <a:lnTo>
                    <a:pt x="17" y="160"/>
                  </a:lnTo>
                  <a:lnTo>
                    <a:pt x="37" y="160"/>
                  </a:lnTo>
                  <a:lnTo>
                    <a:pt x="60" y="160"/>
                  </a:lnTo>
                  <a:lnTo>
                    <a:pt x="110" y="160"/>
                  </a:lnTo>
                  <a:lnTo>
                    <a:pt x="135" y="160"/>
                  </a:lnTo>
                  <a:lnTo>
                    <a:pt x="155" y="160"/>
                  </a:lnTo>
                  <a:lnTo>
                    <a:pt x="150" y="126"/>
                  </a:lnTo>
                  <a:lnTo>
                    <a:pt x="140" y="96"/>
                  </a:lnTo>
                  <a:lnTo>
                    <a:pt x="128" y="71"/>
                  </a:lnTo>
                  <a:lnTo>
                    <a:pt x="110" y="52"/>
                  </a:lnTo>
                  <a:lnTo>
                    <a:pt x="93" y="34"/>
                  </a:lnTo>
                  <a:lnTo>
                    <a:pt x="73" y="19"/>
                  </a:lnTo>
                  <a:lnTo>
                    <a:pt x="60" y="14"/>
                  </a:lnTo>
                  <a:lnTo>
                    <a:pt x="45" y="9"/>
                  </a:lnTo>
                  <a:lnTo>
                    <a:pt x="25"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496" name="path"/>
            <p:cNvSpPr/>
            <p:nvPr/>
          </p:nvSpPr>
          <p:spPr>
            <a:xfrm>
              <a:off x="92963" y="0"/>
              <a:ext cx="111633" cy="114808"/>
            </a:xfrm>
            <a:custGeom>
              <a:avLst/>
              <a:gdLst/>
              <a:ahLst/>
              <a:cxnLst/>
              <a:rect l="0" t="0" r="0" b="0"/>
              <a:pathLst>
                <a:path w="175" h="180">
                  <a:moveTo>
                    <a:pt x="10" y="10"/>
                  </a:moveTo>
                  <a:lnTo>
                    <a:pt x="10" y="69"/>
                  </a:lnTo>
                  <a:lnTo>
                    <a:pt x="10" y="96"/>
                  </a:lnTo>
                  <a:lnTo>
                    <a:pt x="10" y="121"/>
                  </a:lnTo>
                  <a:lnTo>
                    <a:pt x="10" y="141"/>
                  </a:lnTo>
                  <a:lnTo>
                    <a:pt x="10" y="155"/>
                  </a:lnTo>
                  <a:lnTo>
                    <a:pt x="10" y="165"/>
                  </a:lnTo>
                  <a:lnTo>
                    <a:pt x="10" y="170"/>
                  </a:lnTo>
                  <a:lnTo>
                    <a:pt x="15" y="170"/>
                  </a:lnTo>
                  <a:lnTo>
                    <a:pt x="27" y="170"/>
                  </a:lnTo>
                  <a:lnTo>
                    <a:pt x="47" y="170"/>
                  </a:lnTo>
                  <a:lnTo>
                    <a:pt x="70" y="170"/>
                  </a:lnTo>
                  <a:lnTo>
                    <a:pt x="120" y="170"/>
                  </a:lnTo>
                  <a:lnTo>
                    <a:pt x="145" y="170"/>
                  </a:lnTo>
                  <a:lnTo>
                    <a:pt x="165" y="170"/>
                  </a:lnTo>
                  <a:lnTo>
                    <a:pt x="160" y="136"/>
                  </a:lnTo>
                  <a:lnTo>
                    <a:pt x="150" y="106"/>
                  </a:lnTo>
                  <a:lnTo>
                    <a:pt x="138" y="81"/>
                  </a:lnTo>
                  <a:lnTo>
                    <a:pt x="120" y="62"/>
                  </a:lnTo>
                  <a:lnTo>
                    <a:pt x="103" y="44"/>
                  </a:lnTo>
                  <a:lnTo>
                    <a:pt x="83" y="29"/>
                  </a:lnTo>
                  <a:lnTo>
                    <a:pt x="70" y="24"/>
                  </a:lnTo>
                  <a:lnTo>
                    <a:pt x="55" y="19"/>
                  </a:lnTo>
                  <a:lnTo>
                    <a:pt x="35"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36" name="group 136"/>
          <p:cNvGrpSpPr/>
          <p:nvPr/>
        </p:nvGrpSpPr>
        <p:grpSpPr>
          <a:xfrm rot="21600000">
            <a:off x="4237990" y="4698238"/>
            <a:ext cx="203200" cy="210820"/>
            <a:chOff x="0" y="0"/>
            <a:chExt cx="203200" cy="210820"/>
          </a:xfrm>
        </p:grpSpPr>
        <p:sp>
          <p:nvSpPr>
            <p:cNvPr id="1498" name="path"/>
            <p:cNvSpPr/>
            <p:nvPr/>
          </p:nvSpPr>
          <p:spPr>
            <a:xfrm>
              <a:off x="6350" y="7874"/>
              <a:ext cx="188975" cy="196595"/>
            </a:xfrm>
            <a:custGeom>
              <a:avLst/>
              <a:gdLst/>
              <a:ahLst/>
              <a:cxnLst/>
              <a:rect l="0" t="0" r="0" b="0"/>
              <a:pathLst>
                <a:path w="297" h="309">
                  <a:moveTo>
                    <a:pt x="0" y="154"/>
                  </a:moveTo>
                  <a:cubicBezTo>
                    <a:pt x="0" y="69"/>
                    <a:pt x="66" y="0"/>
                    <a:pt x="148" y="0"/>
                  </a:cubicBezTo>
                  <a:cubicBezTo>
                    <a:pt x="230" y="0"/>
                    <a:pt x="297" y="69"/>
                    <a:pt x="297" y="154"/>
                  </a:cubicBezTo>
                  <a:cubicBezTo>
                    <a:pt x="297" y="240"/>
                    <a:pt x="230" y="309"/>
                    <a:pt x="148" y="309"/>
                  </a:cubicBezTo>
                  <a:cubicBezTo>
                    <a:pt x="66" y="309"/>
                    <a:pt x="0" y="240"/>
                    <a:pt x="0" y="154"/>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00" name="path"/>
            <p:cNvSpPr/>
            <p:nvPr/>
          </p:nvSpPr>
          <p:spPr>
            <a:xfrm>
              <a:off x="0" y="1524"/>
              <a:ext cx="201675" cy="209295"/>
            </a:xfrm>
            <a:custGeom>
              <a:avLst/>
              <a:gdLst/>
              <a:ahLst/>
              <a:cxnLst/>
              <a:rect l="0" t="0" r="0" b="0"/>
              <a:pathLst>
                <a:path w="317" h="329">
                  <a:moveTo>
                    <a:pt x="10" y="164"/>
                  </a:moveTo>
                  <a:cubicBezTo>
                    <a:pt x="10" y="79"/>
                    <a:pt x="76" y="10"/>
                    <a:pt x="158" y="10"/>
                  </a:cubicBezTo>
                  <a:cubicBezTo>
                    <a:pt x="240" y="10"/>
                    <a:pt x="307" y="79"/>
                    <a:pt x="307" y="164"/>
                  </a:cubicBezTo>
                  <a:cubicBezTo>
                    <a:pt x="307" y="250"/>
                    <a:pt x="240" y="319"/>
                    <a:pt x="158" y="319"/>
                  </a:cubicBezTo>
                  <a:cubicBezTo>
                    <a:pt x="76" y="319"/>
                    <a:pt x="10" y="250"/>
                    <a:pt x="10" y="164"/>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02" name="path"/>
            <p:cNvSpPr/>
            <p:nvPr/>
          </p:nvSpPr>
          <p:spPr>
            <a:xfrm>
              <a:off x="99313" y="6350"/>
              <a:ext cx="97536" cy="103505"/>
            </a:xfrm>
            <a:custGeom>
              <a:avLst/>
              <a:gdLst/>
              <a:ahLst/>
              <a:cxnLst/>
              <a:rect l="0" t="0" r="0" b="0"/>
              <a:pathLst>
                <a:path w="153" h="163">
                  <a:moveTo>
                    <a:pt x="0" y="0"/>
                  </a:moveTo>
                  <a:lnTo>
                    <a:pt x="0" y="60"/>
                  </a:lnTo>
                  <a:lnTo>
                    <a:pt x="0" y="87"/>
                  </a:lnTo>
                  <a:lnTo>
                    <a:pt x="0" y="113"/>
                  </a:lnTo>
                  <a:lnTo>
                    <a:pt x="0" y="133"/>
                  </a:lnTo>
                  <a:lnTo>
                    <a:pt x="0" y="147"/>
                  </a:lnTo>
                  <a:lnTo>
                    <a:pt x="0" y="157"/>
                  </a:lnTo>
                  <a:lnTo>
                    <a:pt x="0" y="163"/>
                  </a:lnTo>
                  <a:lnTo>
                    <a:pt x="5" y="163"/>
                  </a:lnTo>
                  <a:lnTo>
                    <a:pt x="17" y="163"/>
                  </a:lnTo>
                  <a:lnTo>
                    <a:pt x="37" y="163"/>
                  </a:lnTo>
                  <a:lnTo>
                    <a:pt x="59" y="163"/>
                  </a:lnTo>
                  <a:lnTo>
                    <a:pt x="109" y="163"/>
                  </a:lnTo>
                  <a:lnTo>
                    <a:pt x="133" y="163"/>
                  </a:lnTo>
                  <a:lnTo>
                    <a:pt x="153" y="163"/>
                  </a:lnTo>
                  <a:lnTo>
                    <a:pt x="148" y="127"/>
                  </a:lnTo>
                  <a:lnTo>
                    <a:pt x="138" y="97"/>
                  </a:lnTo>
                  <a:lnTo>
                    <a:pt x="126" y="72"/>
                  </a:lnTo>
                  <a:lnTo>
                    <a:pt x="109" y="52"/>
                  </a:lnTo>
                  <a:lnTo>
                    <a:pt x="91" y="35"/>
                  </a:lnTo>
                  <a:lnTo>
                    <a:pt x="71" y="20"/>
                  </a:lnTo>
                  <a:lnTo>
                    <a:pt x="59" y="15"/>
                  </a:lnTo>
                  <a:lnTo>
                    <a:pt x="44" y="10"/>
                  </a:lnTo>
                  <a:lnTo>
                    <a:pt x="24"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504" name="path"/>
            <p:cNvSpPr/>
            <p:nvPr/>
          </p:nvSpPr>
          <p:spPr>
            <a:xfrm>
              <a:off x="92963" y="0"/>
              <a:ext cx="110236" cy="116205"/>
            </a:xfrm>
            <a:custGeom>
              <a:avLst/>
              <a:gdLst/>
              <a:ahLst/>
              <a:cxnLst/>
              <a:rect l="0" t="0" r="0" b="0"/>
              <a:pathLst>
                <a:path w="173" h="183">
                  <a:moveTo>
                    <a:pt x="10" y="10"/>
                  </a:moveTo>
                  <a:lnTo>
                    <a:pt x="10" y="70"/>
                  </a:lnTo>
                  <a:lnTo>
                    <a:pt x="10" y="97"/>
                  </a:lnTo>
                  <a:lnTo>
                    <a:pt x="10" y="123"/>
                  </a:lnTo>
                  <a:lnTo>
                    <a:pt x="10" y="143"/>
                  </a:lnTo>
                  <a:lnTo>
                    <a:pt x="10" y="157"/>
                  </a:lnTo>
                  <a:lnTo>
                    <a:pt x="10" y="167"/>
                  </a:lnTo>
                  <a:lnTo>
                    <a:pt x="10" y="173"/>
                  </a:lnTo>
                  <a:lnTo>
                    <a:pt x="15" y="173"/>
                  </a:lnTo>
                  <a:lnTo>
                    <a:pt x="27" y="173"/>
                  </a:lnTo>
                  <a:lnTo>
                    <a:pt x="47" y="173"/>
                  </a:lnTo>
                  <a:lnTo>
                    <a:pt x="69" y="173"/>
                  </a:lnTo>
                  <a:lnTo>
                    <a:pt x="119" y="173"/>
                  </a:lnTo>
                  <a:lnTo>
                    <a:pt x="143" y="173"/>
                  </a:lnTo>
                  <a:lnTo>
                    <a:pt x="163" y="173"/>
                  </a:lnTo>
                  <a:lnTo>
                    <a:pt x="158" y="137"/>
                  </a:lnTo>
                  <a:lnTo>
                    <a:pt x="148" y="107"/>
                  </a:lnTo>
                  <a:lnTo>
                    <a:pt x="136" y="82"/>
                  </a:lnTo>
                  <a:lnTo>
                    <a:pt x="119" y="62"/>
                  </a:lnTo>
                  <a:lnTo>
                    <a:pt x="101" y="45"/>
                  </a:lnTo>
                  <a:lnTo>
                    <a:pt x="81" y="30"/>
                  </a:lnTo>
                  <a:lnTo>
                    <a:pt x="69" y="25"/>
                  </a:lnTo>
                  <a:lnTo>
                    <a:pt x="54" y="20"/>
                  </a:lnTo>
                  <a:lnTo>
                    <a:pt x="34"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38" name="group 138"/>
          <p:cNvGrpSpPr/>
          <p:nvPr/>
        </p:nvGrpSpPr>
        <p:grpSpPr>
          <a:xfrm rot="21600000">
            <a:off x="3259582" y="2323846"/>
            <a:ext cx="203200" cy="210820"/>
            <a:chOff x="0" y="0"/>
            <a:chExt cx="203200" cy="210820"/>
          </a:xfrm>
        </p:grpSpPr>
        <p:sp>
          <p:nvSpPr>
            <p:cNvPr id="1506" name="path"/>
            <p:cNvSpPr/>
            <p:nvPr/>
          </p:nvSpPr>
          <p:spPr>
            <a:xfrm>
              <a:off x="6350" y="7873"/>
              <a:ext cx="188976" cy="196596"/>
            </a:xfrm>
            <a:custGeom>
              <a:avLst/>
              <a:gdLst/>
              <a:ahLst/>
              <a:cxnLst/>
              <a:rect l="0" t="0" r="0" b="0"/>
              <a:pathLst>
                <a:path w="297" h="309">
                  <a:moveTo>
                    <a:pt x="0" y="154"/>
                  </a:moveTo>
                  <a:cubicBezTo>
                    <a:pt x="0" y="69"/>
                    <a:pt x="66" y="0"/>
                    <a:pt x="148" y="0"/>
                  </a:cubicBezTo>
                  <a:cubicBezTo>
                    <a:pt x="231" y="0"/>
                    <a:pt x="297" y="69"/>
                    <a:pt x="297" y="154"/>
                  </a:cubicBezTo>
                  <a:cubicBezTo>
                    <a:pt x="297" y="240"/>
                    <a:pt x="231" y="309"/>
                    <a:pt x="148" y="309"/>
                  </a:cubicBezTo>
                  <a:cubicBezTo>
                    <a:pt x="66" y="309"/>
                    <a:pt x="0" y="240"/>
                    <a:pt x="0" y="154"/>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08" name="path"/>
            <p:cNvSpPr/>
            <p:nvPr/>
          </p:nvSpPr>
          <p:spPr>
            <a:xfrm>
              <a:off x="0" y="1523"/>
              <a:ext cx="201676" cy="209296"/>
            </a:xfrm>
            <a:custGeom>
              <a:avLst/>
              <a:gdLst/>
              <a:ahLst/>
              <a:cxnLst/>
              <a:rect l="0" t="0" r="0" b="0"/>
              <a:pathLst>
                <a:path w="317" h="329">
                  <a:moveTo>
                    <a:pt x="10" y="164"/>
                  </a:moveTo>
                  <a:cubicBezTo>
                    <a:pt x="10" y="79"/>
                    <a:pt x="76" y="10"/>
                    <a:pt x="158" y="10"/>
                  </a:cubicBezTo>
                  <a:cubicBezTo>
                    <a:pt x="241" y="10"/>
                    <a:pt x="307" y="79"/>
                    <a:pt x="307" y="164"/>
                  </a:cubicBezTo>
                  <a:cubicBezTo>
                    <a:pt x="307" y="250"/>
                    <a:pt x="241" y="319"/>
                    <a:pt x="158" y="319"/>
                  </a:cubicBezTo>
                  <a:cubicBezTo>
                    <a:pt x="76" y="319"/>
                    <a:pt x="10" y="250"/>
                    <a:pt x="10" y="164"/>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10" name="path"/>
            <p:cNvSpPr/>
            <p:nvPr/>
          </p:nvSpPr>
          <p:spPr>
            <a:xfrm>
              <a:off x="99313" y="6350"/>
              <a:ext cx="97536" cy="103504"/>
            </a:xfrm>
            <a:custGeom>
              <a:avLst/>
              <a:gdLst/>
              <a:ahLst/>
              <a:cxnLst/>
              <a:rect l="0" t="0" r="0" b="0"/>
              <a:pathLst>
                <a:path w="153" h="162">
                  <a:moveTo>
                    <a:pt x="0" y="0"/>
                  </a:moveTo>
                  <a:lnTo>
                    <a:pt x="0" y="60"/>
                  </a:lnTo>
                  <a:lnTo>
                    <a:pt x="0" y="87"/>
                  </a:lnTo>
                  <a:lnTo>
                    <a:pt x="0" y="112"/>
                  </a:lnTo>
                  <a:lnTo>
                    <a:pt x="0" y="132"/>
                  </a:lnTo>
                  <a:lnTo>
                    <a:pt x="0" y="147"/>
                  </a:lnTo>
                  <a:lnTo>
                    <a:pt x="0" y="157"/>
                  </a:lnTo>
                  <a:lnTo>
                    <a:pt x="0" y="162"/>
                  </a:lnTo>
                  <a:lnTo>
                    <a:pt x="5" y="162"/>
                  </a:lnTo>
                  <a:lnTo>
                    <a:pt x="17" y="162"/>
                  </a:lnTo>
                  <a:lnTo>
                    <a:pt x="37" y="162"/>
                  </a:lnTo>
                  <a:lnTo>
                    <a:pt x="59" y="162"/>
                  </a:lnTo>
                  <a:lnTo>
                    <a:pt x="109" y="162"/>
                  </a:lnTo>
                  <a:lnTo>
                    <a:pt x="133" y="162"/>
                  </a:lnTo>
                  <a:lnTo>
                    <a:pt x="153" y="162"/>
                  </a:lnTo>
                  <a:lnTo>
                    <a:pt x="148" y="127"/>
                  </a:lnTo>
                  <a:lnTo>
                    <a:pt x="138" y="97"/>
                  </a:lnTo>
                  <a:lnTo>
                    <a:pt x="126" y="72"/>
                  </a:lnTo>
                  <a:lnTo>
                    <a:pt x="109" y="52"/>
                  </a:lnTo>
                  <a:lnTo>
                    <a:pt x="91" y="35"/>
                  </a:lnTo>
                  <a:lnTo>
                    <a:pt x="71" y="20"/>
                  </a:lnTo>
                  <a:lnTo>
                    <a:pt x="59" y="14"/>
                  </a:lnTo>
                  <a:lnTo>
                    <a:pt x="44" y="10"/>
                  </a:lnTo>
                  <a:lnTo>
                    <a:pt x="24"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512" name="path"/>
            <p:cNvSpPr/>
            <p:nvPr/>
          </p:nvSpPr>
          <p:spPr>
            <a:xfrm>
              <a:off x="92963" y="0"/>
              <a:ext cx="110236" cy="116204"/>
            </a:xfrm>
            <a:custGeom>
              <a:avLst/>
              <a:gdLst/>
              <a:ahLst/>
              <a:cxnLst/>
              <a:rect l="0" t="0" r="0" b="0"/>
              <a:pathLst>
                <a:path w="173" h="182">
                  <a:moveTo>
                    <a:pt x="10" y="10"/>
                  </a:moveTo>
                  <a:lnTo>
                    <a:pt x="10" y="70"/>
                  </a:lnTo>
                  <a:lnTo>
                    <a:pt x="10" y="97"/>
                  </a:lnTo>
                  <a:lnTo>
                    <a:pt x="10" y="122"/>
                  </a:lnTo>
                  <a:lnTo>
                    <a:pt x="10" y="142"/>
                  </a:lnTo>
                  <a:lnTo>
                    <a:pt x="10" y="157"/>
                  </a:lnTo>
                  <a:lnTo>
                    <a:pt x="10" y="167"/>
                  </a:lnTo>
                  <a:lnTo>
                    <a:pt x="10" y="172"/>
                  </a:lnTo>
                  <a:lnTo>
                    <a:pt x="15" y="172"/>
                  </a:lnTo>
                  <a:lnTo>
                    <a:pt x="27" y="172"/>
                  </a:lnTo>
                  <a:lnTo>
                    <a:pt x="47" y="172"/>
                  </a:lnTo>
                  <a:lnTo>
                    <a:pt x="69" y="172"/>
                  </a:lnTo>
                  <a:lnTo>
                    <a:pt x="119" y="172"/>
                  </a:lnTo>
                  <a:lnTo>
                    <a:pt x="143" y="172"/>
                  </a:lnTo>
                  <a:lnTo>
                    <a:pt x="163" y="172"/>
                  </a:lnTo>
                  <a:lnTo>
                    <a:pt x="158" y="137"/>
                  </a:lnTo>
                  <a:lnTo>
                    <a:pt x="148" y="107"/>
                  </a:lnTo>
                  <a:lnTo>
                    <a:pt x="136" y="82"/>
                  </a:lnTo>
                  <a:lnTo>
                    <a:pt x="119" y="62"/>
                  </a:lnTo>
                  <a:lnTo>
                    <a:pt x="101" y="45"/>
                  </a:lnTo>
                  <a:lnTo>
                    <a:pt x="81" y="30"/>
                  </a:lnTo>
                  <a:lnTo>
                    <a:pt x="69" y="24"/>
                  </a:lnTo>
                  <a:lnTo>
                    <a:pt x="54" y="20"/>
                  </a:lnTo>
                  <a:lnTo>
                    <a:pt x="34"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40" name="group 140"/>
          <p:cNvGrpSpPr/>
          <p:nvPr/>
        </p:nvGrpSpPr>
        <p:grpSpPr>
          <a:xfrm rot="21600000">
            <a:off x="2384805" y="5041138"/>
            <a:ext cx="201676" cy="212343"/>
            <a:chOff x="0" y="0"/>
            <a:chExt cx="201676" cy="212343"/>
          </a:xfrm>
        </p:grpSpPr>
        <p:sp>
          <p:nvSpPr>
            <p:cNvPr id="1514" name="path"/>
            <p:cNvSpPr/>
            <p:nvPr/>
          </p:nvSpPr>
          <p:spPr>
            <a:xfrm>
              <a:off x="6350" y="6350"/>
              <a:ext cx="188976" cy="199643"/>
            </a:xfrm>
            <a:custGeom>
              <a:avLst/>
              <a:gdLst/>
              <a:ahLst/>
              <a:cxnLst/>
              <a:rect l="0" t="0" r="0" b="0"/>
              <a:pathLst>
                <a:path w="297" h="314">
                  <a:moveTo>
                    <a:pt x="0" y="157"/>
                  </a:moveTo>
                  <a:cubicBezTo>
                    <a:pt x="0" y="70"/>
                    <a:pt x="66" y="0"/>
                    <a:pt x="148" y="0"/>
                  </a:cubicBezTo>
                  <a:cubicBezTo>
                    <a:pt x="231" y="0"/>
                    <a:pt x="297" y="70"/>
                    <a:pt x="297" y="157"/>
                  </a:cubicBezTo>
                  <a:cubicBezTo>
                    <a:pt x="297" y="243"/>
                    <a:pt x="231" y="314"/>
                    <a:pt x="148" y="314"/>
                  </a:cubicBezTo>
                  <a:cubicBezTo>
                    <a:pt x="66" y="314"/>
                    <a:pt x="0" y="243"/>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16" name="path"/>
            <p:cNvSpPr/>
            <p:nvPr/>
          </p:nvSpPr>
          <p:spPr>
            <a:xfrm>
              <a:off x="0" y="0"/>
              <a:ext cx="201676" cy="212343"/>
            </a:xfrm>
            <a:custGeom>
              <a:avLst/>
              <a:gdLst/>
              <a:ahLst/>
              <a:cxnLst/>
              <a:rect l="0" t="0" r="0" b="0"/>
              <a:pathLst>
                <a:path w="317" h="334">
                  <a:moveTo>
                    <a:pt x="10" y="167"/>
                  </a:moveTo>
                  <a:cubicBezTo>
                    <a:pt x="10" y="80"/>
                    <a:pt x="76" y="10"/>
                    <a:pt x="158" y="10"/>
                  </a:cubicBezTo>
                  <a:cubicBezTo>
                    <a:pt x="241" y="10"/>
                    <a:pt x="307" y="80"/>
                    <a:pt x="307" y="167"/>
                  </a:cubicBezTo>
                  <a:cubicBezTo>
                    <a:pt x="307" y="253"/>
                    <a:pt x="241" y="324"/>
                    <a:pt x="158" y="324"/>
                  </a:cubicBezTo>
                  <a:cubicBezTo>
                    <a:pt x="76" y="324"/>
                    <a:pt x="10" y="253"/>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18" name="path"/>
            <p:cNvSpPr/>
            <p:nvPr/>
          </p:nvSpPr>
          <p:spPr>
            <a:xfrm>
              <a:off x="97789" y="1777"/>
              <a:ext cx="100583" cy="207136"/>
            </a:xfrm>
            <a:custGeom>
              <a:avLst/>
              <a:gdLst/>
              <a:ahLst/>
              <a:cxnLst/>
              <a:rect l="0" t="0" r="0" b="0"/>
              <a:pathLst>
                <a:path w="158"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79" y="303"/>
                  </a:lnTo>
                  <a:lnTo>
                    <a:pt x="104" y="286"/>
                  </a:lnTo>
                  <a:lnTo>
                    <a:pt x="126" y="263"/>
                  </a:lnTo>
                  <a:lnTo>
                    <a:pt x="143" y="235"/>
                  </a:lnTo>
                  <a:lnTo>
                    <a:pt x="153" y="203"/>
                  </a:lnTo>
                  <a:lnTo>
                    <a:pt x="158" y="165"/>
                  </a:lnTo>
                  <a:lnTo>
                    <a:pt x="153" y="127"/>
                  </a:lnTo>
                  <a:lnTo>
                    <a:pt x="143" y="95"/>
                  </a:lnTo>
                  <a:lnTo>
                    <a:pt x="126" y="70"/>
                  </a:lnTo>
                  <a:lnTo>
                    <a:pt x="106" y="47"/>
                  </a:lnTo>
                  <a:lnTo>
                    <a:pt x="81" y="30"/>
                  </a:lnTo>
                  <a:lnTo>
                    <a:pt x="54"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42" name="group 142"/>
          <p:cNvGrpSpPr/>
          <p:nvPr/>
        </p:nvGrpSpPr>
        <p:grpSpPr>
          <a:xfrm rot="21600000">
            <a:off x="4233417" y="5041138"/>
            <a:ext cx="201676" cy="212343"/>
            <a:chOff x="0" y="0"/>
            <a:chExt cx="201676" cy="212343"/>
          </a:xfrm>
        </p:grpSpPr>
        <p:sp>
          <p:nvSpPr>
            <p:cNvPr id="1520" name="path"/>
            <p:cNvSpPr/>
            <p:nvPr/>
          </p:nvSpPr>
          <p:spPr>
            <a:xfrm>
              <a:off x="6350" y="6350"/>
              <a:ext cx="188976" cy="199643"/>
            </a:xfrm>
            <a:custGeom>
              <a:avLst/>
              <a:gdLst/>
              <a:ahLst/>
              <a:cxnLst/>
              <a:rect l="0" t="0" r="0" b="0"/>
              <a:pathLst>
                <a:path w="297" h="314">
                  <a:moveTo>
                    <a:pt x="0" y="157"/>
                  </a:moveTo>
                  <a:cubicBezTo>
                    <a:pt x="0" y="70"/>
                    <a:pt x="66" y="0"/>
                    <a:pt x="148" y="0"/>
                  </a:cubicBezTo>
                  <a:cubicBezTo>
                    <a:pt x="230" y="0"/>
                    <a:pt x="297" y="70"/>
                    <a:pt x="297" y="157"/>
                  </a:cubicBezTo>
                  <a:cubicBezTo>
                    <a:pt x="297" y="243"/>
                    <a:pt x="230" y="314"/>
                    <a:pt x="148" y="314"/>
                  </a:cubicBezTo>
                  <a:cubicBezTo>
                    <a:pt x="66" y="314"/>
                    <a:pt x="0" y="243"/>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22" name="path"/>
            <p:cNvSpPr/>
            <p:nvPr/>
          </p:nvSpPr>
          <p:spPr>
            <a:xfrm>
              <a:off x="0" y="0"/>
              <a:ext cx="201676" cy="212343"/>
            </a:xfrm>
            <a:custGeom>
              <a:avLst/>
              <a:gdLst/>
              <a:ahLst/>
              <a:cxnLst/>
              <a:rect l="0" t="0" r="0" b="0"/>
              <a:pathLst>
                <a:path w="317" h="334">
                  <a:moveTo>
                    <a:pt x="10" y="167"/>
                  </a:moveTo>
                  <a:cubicBezTo>
                    <a:pt x="10" y="80"/>
                    <a:pt x="76" y="10"/>
                    <a:pt x="158" y="10"/>
                  </a:cubicBezTo>
                  <a:cubicBezTo>
                    <a:pt x="240" y="10"/>
                    <a:pt x="307" y="80"/>
                    <a:pt x="307" y="167"/>
                  </a:cubicBezTo>
                  <a:cubicBezTo>
                    <a:pt x="307" y="253"/>
                    <a:pt x="240" y="324"/>
                    <a:pt x="158" y="324"/>
                  </a:cubicBezTo>
                  <a:cubicBezTo>
                    <a:pt x="76" y="324"/>
                    <a:pt x="10" y="253"/>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24" name="path"/>
            <p:cNvSpPr/>
            <p:nvPr/>
          </p:nvSpPr>
          <p:spPr>
            <a:xfrm>
              <a:off x="97790" y="1777"/>
              <a:ext cx="101980"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5"/>
                  </a:lnTo>
                  <a:lnTo>
                    <a:pt x="155" y="203"/>
                  </a:lnTo>
                  <a:lnTo>
                    <a:pt x="160" y="165"/>
                  </a:lnTo>
                  <a:lnTo>
                    <a:pt x="155" y="127"/>
                  </a:lnTo>
                  <a:lnTo>
                    <a:pt x="145" y="95"/>
                  </a:lnTo>
                  <a:lnTo>
                    <a:pt x="127" y="70"/>
                  </a:lnTo>
                  <a:lnTo>
                    <a:pt x="107" y="47"/>
                  </a:lnTo>
                  <a:lnTo>
                    <a:pt x="82" y="30"/>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44" name="group 144"/>
          <p:cNvGrpSpPr/>
          <p:nvPr/>
        </p:nvGrpSpPr>
        <p:grpSpPr>
          <a:xfrm rot="21600000">
            <a:off x="3250438" y="5041138"/>
            <a:ext cx="201675" cy="212343"/>
            <a:chOff x="0" y="0"/>
            <a:chExt cx="201675" cy="212343"/>
          </a:xfrm>
        </p:grpSpPr>
        <p:sp>
          <p:nvSpPr>
            <p:cNvPr id="1526" name="path"/>
            <p:cNvSpPr/>
            <p:nvPr/>
          </p:nvSpPr>
          <p:spPr>
            <a:xfrm>
              <a:off x="6350" y="6350"/>
              <a:ext cx="188975" cy="199643"/>
            </a:xfrm>
            <a:custGeom>
              <a:avLst/>
              <a:gdLst/>
              <a:ahLst/>
              <a:cxnLst/>
              <a:rect l="0" t="0" r="0" b="0"/>
              <a:pathLst>
                <a:path w="297" h="314">
                  <a:moveTo>
                    <a:pt x="0" y="157"/>
                  </a:moveTo>
                  <a:cubicBezTo>
                    <a:pt x="0" y="70"/>
                    <a:pt x="66" y="0"/>
                    <a:pt x="148" y="0"/>
                  </a:cubicBezTo>
                  <a:cubicBezTo>
                    <a:pt x="230" y="0"/>
                    <a:pt x="297" y="70"/>
                    <a:pt x="297" y="157"/>
                  </a:cubicBezTo>
                  <a:cubicBezTo>
                    <a:pt x="297" y="243"/>
                    <a:pt x="230" y="314"/>
                    <a:pt x="148" y="314"/>
                  </a:cubicBezTo>
                  <a:cubicBezTo>
                    <a:pt x="66" y="314"/>
                    <a:pt x="0" y="243"/>
                    <a:pt x="0" y="15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28" name="path"/>
            <p:cNvSpPr/>
            <p:nvPr/>
          </p:nvSpPr>
          <p:spPr>
            <a:xfrm>
              <a:off x="0" y="0"/>
              <a:ext cx="201675" cy="212343"/>
            </a:xfrm>
            <a:custGeom>
              <a:avLst/>
              <a:gdLst/>
              <a:ahLst/>
              <a:cxnLst/>
              <a:rect l="0" t="0" r="0" b="0"/>
              <a:pathLst>
                <a:path w="317" h="334">
                  <a:moveTo>
                    <a:pt x="10" y="167"/>
                  </a:moveTo>
                  <a:cubicBezTo>
                    <a:pt x="10" y="80"/>
                    <a:pt x="76" y="10"/>
                    <a:pt x="158" y="10"/>
                  </a:cubicBezTo>
                  <a:cubicBezTo>
                    <a:pt x="240" y="10"/>
                    <a:pt x="307" y="80"/>
                    <a:pt x="307" y="167"/>
                  </a:cubicBezTo>
                  <a:cubicBezTo>
                    <a:pt x="307" y="253"/>
                    <a:pt x="240" y="324"/>
                    <a:pt x="158" y="324"/>
                  </a:cubicBezTo>
                  <a:cubicBezTo>
                    <a:pt x="76" y="324"/>
                    <a:pt x="10" y="253"/>
                    <a:pt x="10" y="167"/>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30" name="path"/>
            <p:cNvSpPr/>
            <p:nvPr/>
          </p:nvSpPr>
          <p:spPr>
            <a:xfrm>
              <a:off x="96265" y="1777"/>
              <a:ext cx="101980"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5"/>
                  </a:lnTo>
                  <a:lnTo>
                    <a:pt x="155" y="203"/>
                  </a:lnTo>
                  <a:lnTo>
                    <a:pt x="160" y="165"/>
                  </a:lnTo>
                  <a:lnTo>
                    <a:pt x="155" y="127"/>
                  </a:lnTo>
                  <a:lnTo>
                    <a:pt x="145" y="95"/>
                  </a:lnTo>
                  <a:lnTo>
                    <a:pt x="127" y="70"/>
                  </a:lnTo>
                  <a:lnTo>
                    <a:pt x="107" y="47"/>
                  </a:lnTo>
                  <a:lnTo>
                    <a:pt x="82" y="30"/>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46" name="group 146"/>
          <p:cNvGrpSpPr/>
          <p:nvPr/>
        </p:nvGrpSpPr>
        <p:grpSpPr>
          <a:xfrm rot="21600000">
            <a:off x="5045709" y="4698238"/>
            <a:ext cx="203073" cy="210820"/>
            <a:chOff x="0" y="0"/>
            <a:chExt cx="203073" cy="210820"/>
          </a:xfrm>
        </p:grpSpPr>
        <p:sp>
          <p:nvSpPr>
            <p:cNvPr id="1532" name="path"/>
            <p:cNvSpPr/>
            <p:nvPr/>
          </p:nvSpPr>
          <p:spPr>
            <a:xfrm>
              <a:off x="6350" y="7874"/>
              <a:ext cx="188976" cy="196595"/>
            </a:xfrm>
            <a:custGeom>
              <a:avLst/>
              <a:gdLst/>
              <a:ahLst/>
              <a:cxnLst/>
              <a:rect l="0" t="0" r="0" b="0"/>
              <a:pathLst>
                <a:path w="297" h="309">
                  <a:moveTo>
                    <a:pt x="0" y="154"/>
                  </a:moveTo>
                  <a:cubicBezTo>
                    <a:pt x="0" y="69"/>
                    <a:pt x="66" y="0"/>
                    <a:pt x="148" y="0"/>
                  </a:cubicBezTo>
                  <a:cubicBezTo>
                    <a:pt x="230" y="0"/>
                    <a:pt x="297" y="69"/>
                    <a:pt x="297" y="154"/>
                  </a:cubicBezTo>
                  <a:cubicBezTo>
                    <a:pt x="297" y="240"/>
                    <a:pt x="230" y="309"/>
                    <a:pt x="148" y="309"/>
                  </a:cubicBezTo>
                  <a:cubicBezTo>
                    <a:pt x="66" y="309"/>
                    <a:pt x="0" y="240"/>
                    <a:pt x="0" y="154"/>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34" name="path"/>
            <p:cNvSpPr/>
            <p:nvPr/>
          </p:nvSpPr>
          <p:spPr>
            <a:xfrm>
              <a:off x="0" y="1524"/>
              <a:ext cx="201676" cy="209295"/>
            </a:xfrm>
            <a:custGeom>
              <a:avLst/>
              <a:gdLst/>
              <a:ahLst/>
              <a:cxnLst/>
              <a:rect l="0" t="0" r="0" b="0"/>
              <a:pathLst>
                <a:path w="317" h="329">
                  <a:moveTo>
                    <a:pt x="10" y="164"/>
                  </a:moveTo>
                  <a:cubicBezTo>
                    <a:pt x="10" y="79"/>
                    <a:pt x="76" y="10"/>
                    <a:pt x="158" y="10"/>
                  </a:cubicBezTo>
                  <a:cubicBezTo>
                    <a:pt x="240" y="10"/>
                    <a:pt x="307" y="79"/>
                    <a:pt x="307" y="164"/>
                  </a:cubicBezTo>
                  <a:cubicBezTo>
                    <a:pt x="307" y="250"/>
                    <a:pt x="240" y="319"/>
                    <a:pt x="158" y="319"/>
                  </a:cubicBezTo>
                  <a:cubicBezTo>
                    <a:pt x="76" y="319"/>
                    <a:pt x="10" y="250"/>
                    <a:pt x="10" y="164"/>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36" name="path"/>
            <p:cNvSpPr/>
            <p:nvPr/>
          </p:nvSpPr>
          <p:spPr>
            <a:xfrm>
              <a:off x="97790" y="6350"/>
              <a:ext cx="98933" cy="103505"/>
            </a:xfrm>
            <a:custGeom>
              <a:avLst/>
              <a:gdLst/>
              <a:ahLst/>
              <a:cxnLst/>
              <a:rect l="0" t="0" r="0" b="0"/>
              <a:pathLst>
                <a:path w="155" h="163">
                  <a:moveTo>
                    <a:pt x="0" y="0"/>
                  </a:moveTo>
                  <a:lnTo>
                    <a:pt x="0" y="60"/>
                  </a:lnTo>
                  <a:lnTo>
                    <a:pt x="0" y="87"/>
                  </a:lnTo>
                  <a:lnTo>
                    <a:pt x="0" y="113"/>
                  </a:lnTo>
                  <a:lnTo>
                    <a:pt x="0" y="133"/>
                  </a:lnTo>
                  <a:lnTo>
                    <a:pt x="0" y="147"/>
                  </a:lnTo>
                  <a:lnTo>
                    <a:pt x="0" y="157"/>
                  </a:lnTo>
                  <a:lnTo>
                    <a:pt x="0" y="163"/>
                  </a:lnTo>
                  <a:lnTo>
                    <a:pt x="5" y="163"/>
                  </a:lnTo>
                  <a:lnTo>
                    <a:pt x="17" y="163"/>
                  </a:lnTo>
                  <a:lnTo>
                    <a:pt x="37" y="163"/>
                  </a:lnTo>
                  <a:lnTo>
                    <a:pt x="60" y="163"/>
                  </a:lnTo>
                  <a:lnTo>
                    <a:pt x="110" y="163"/>
                  </a:lnTo>
                  <a:lnTo>
                    <a:pt x="135" y="163"/>
                  </a:lnTo>
                  <a:lnTo>
                    <a:pt x="155" y="163"/>
                  </a:lnTo>
                  <a:lnTo>
                    <a:pt x="150" y="127"/>
                  </a:lnTo>
                  <a:lnTo>
                    <a:pt x="140" y="97"/>
                  </a:lnTo>
                  <a:lnTo>
                    <a:pt x="128" y="72"/>
                  </a:lnTo>
                  <a:lnTo>
                    <a:pt x="110" y="52"/>
                  </a:lnTo>
                  <a:lnTo>
                    <a:pt x="92" y="35"/>
                  </a:lnTo>
                  <a:lnTo>
                    <a:pt x="72" y="20"/>
                  </a:lnTo>
                  <a:lnTo>
                    <a:pt x="60" y="15"/>
                  </a:lnTo>
                  <a:lnTo>
                    <a:pt x="45" y="10"/>
                  </a:lnTo>
                  <a:lnTo>
                    <a:pt x="25"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538" name="path"/>
            <p:cNvSpPr/>
            <p:nvPr/>
          </p:nvSpPr>
          <p:spPr>
            <a:xfrm>
              <a:off x="91440" y="0"/>
              <a:ext cx="111633" cy="116205"/>
            </a:xfrm>
            <a:custGeom>
              <a:avLst/>
              <a:gdLst/>
              <a:ahLst/>
              <a:cxnLst/>
              <a:rect l="0" t="0" r="0" b="0"/>
              <a:pathLst>
                <a:path w="175" h="183">
                  <a:moveTo>
                    <a:pt x="10" y="10"/>
                  </a:moveTo>
                  <a:lnTo>
                    <a:pt x="10" y="70"/>
                  </a:lnTo>
                  <a:lnTo>
                    <a:pt x="10" y="97"/>
                  </a:lnTo>
                  <a:lnTo>
                    <a:pt x="10" y="123"/>
                  </a:lnTo>
                  <a:lnTo>
                    <a:pt x="10" y="143"/>
                  </a:lnTo>
                  <a:lnTo>
                    <a:pt x="10" y="157"/>
                  </a:lnTo>
                  <a:lnTo>
                    <a:pt x="10" y="167"/>
                  </a:lnTo>
                  <a:lnTo>
                    <a:pt x="10" y="173"/>
                  </a:lnTo>
                  <a:lnTo>
                    <a:pt x="15" y="173"/>
                  </a:lnTo>
                  <a:lnTo>
                    <a:pt x="27" y="173"/>
                  </a:lnTo>
                  <a:lnTo>
                    <a:pt x="47" y="173"/>
                  </a:lnTo>
                  <a:lnTo>
                    <a:pt x="70" y="173"/>
                  </a:lnTo>
                  <a:lnTo>
                    <a:pt x="120" y="173"/>
                  </a:lnTo>
                  <a:lnTo>
                    <a:pt x="145" y="173"/>
                  </a:lnTo>
                  <a:lnTo>
                    <a:pt x="165" y="173"/>
                  </a:lnTo>
                  <a:lnTo>
                    <a:pt x="160" y="137"/>
                  </a:lnTo>
                  <a:lnTo>
                    <a:pt x="150" y="107"/>
                  </a:lnTo>
                  <a:lnTo>
                    <a:pt x="138" y="82"/>
                  </a:lnTo>
                  <a:lnTo>
                    <a:pt x="120" y="62"/>
                  </a:lnTo>
                  <a:lnTo>
                    <a:pt x="102" y="45"/>
                  </a:lnTo>
                  <a:lnTo>
                    <a:pt x="82" y="30"/>
                  </a:lnTo>
                  <a:lnTo>
                    <a:pt x="70" y="25"/>
                  </a:lnTo>
                  <a:lnTo>
                    <a:pt x="55" y="20"/>
                  </a:lnTo>
                  <a:lnTo>
                    <a:pt x="35"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48" name="group 148"/>
          <p:cNvGrpSpPr/>
          <p:nvPr/>
        </p:nvGrpSpPr>
        <p:grpSpPr>
          <a:xfrm rot="21600000">
            <a:off x="3271773" y="3690873"/>
            <a:ext cx="203073" cy="210820"/>
            <a:chOff x="0" y="0"/>
            <a:chExt cx="203073" cy="210820"/>
          </a:xfrm>
        </p:grpSpPr>
        <p:sp>
          <p:nvSpPr>
            <p:cNvPr id="1540" name="path"/>
            <p:cNvSpPr/>
            <p:nvPr/>
          </p:nvSpPr>
          <p:spPr>
            <a:xfrm>
              <a:off x="6350" y="7874"/>
              <a:ext cx="188976" cy="196595"/>
            </a:xfrm>
            <a:custGeom>
              <a:avLst/>
              <a:gdLst/>
              <a:ahLst/>
              <a:cxnLst/>
              <a:rect l="0" t="0" r="0" b="0"/>
              <a:pathLst>
                <a:path w="297" h="309">
                  <a:moveTo>
                    <a:pt x="0" y="154"/>
                  </a:moveTo>
                  <a:cubicBezTo>
                    <a:pt x="0" y="69"/>
                    <a:pt x="66" y="0"/>
                    <a:pt x="148" y="0"/>
                  </a:cubicBezTo>
                  <a:cubicBezTo>
                    <a:pt x="231" y="0"/>
                    <a:pt x="297" y="69"/>
                    <a:pt x="297" y="154"/>
                  </a:cubicBezTo>
                  <a:cubicBezTo>
                    <a:pt x="297" y="240"/>
                    <a:pt x="231" y="309"/>
                    <a:pt x="148" y="309"/>
                  </a:cubicBezTo>
                  <a:cubicBezTo>
                    <a:pt x="66" y="309"/>
                    <a:pt x="0" y="240"/>
                    <a:pt x="0" y="154"/>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42" name="path"/>
            <p:cNvSpPr/>
            <p:nvPr/>
          </p:nvSpPr>
          <p:spPr>
            <a:xfrm>
              <a:off x="0" y="1524"/>
              <a:ext cx="201676" cy="209295"/>
            </a:xfrm>
            <a:custGeom>
              <a:avLst/>
              <a:gdLst/>
              <a:ahLst/>
              <a:cxnLst/>
              <a:rect l="0" t="0" r="0" b="0"/>
              <a:pathLst>
                <a:path w="317" h="329">
                  <a:moveTo>
                    <a:pt x="10" y="164"/>
                  </a:moveTo>
                  <a:cubicBezTo>
                    <a:pt x="10" y="79"/>
                    <a:pt x="76" y="10"/>
                    <a:pt x="158" y="10"/>
                  </a:cubicBezTo>
                  <a:cubicBezTo>
                    <a:pt x="241" y="10"/>
                    <a:pt x="307" y="79"/>
                    <a:pt x="307" y="164"/>
                  </a:cubicBezTo>
                  <a:cubicBezTo>
                    <a:pt x="307" y="250"/>
                    <a:pt x="241" y="319"/>
                    <a:pt x="158" y="319"/>
                  </a:cubicBezTo>
                  <a:cubicBezTo>
                    <a:pt x="76" y="319"/>
                    <a:pt x="10" y="250"/>
                    <a:pt x="10" y="164"/>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44" name="path"/>
            <p:cNvSpPr/>
            <p:nvPr/>
          </p:nvSpPr>
          <p:spPr>
            <a:xfrm>
              <a:off x="97789" y="6350"/>
              <a:ext cx="98933" cy="102108"/>
            </a:xfrm>
            <a:custGeom>
              <a:avLst/>
              <a:gdLst/>
              <a:ahLst/>
              <a:cxnLst/>
              <a:rect l="0" t="0" r="0" b="0"/>
              <a:pathLst>
                <a:path w="155" h="160">
                  <a:moveTo>
                    <a:pt x="0" y="0"/>
                  </a:moveTo>
                  <a:lnTo>
                    <a:pt x="0" y="59"/>
                  </a:lnTo>
                  <a:lnTo>
                    <a:pt x="0" y="86"/>
                  </a:lnTo>
                  <a:lnTo>
                    <a:pt x="0" y="111"/>
                  </a:lnTo>
                  <a:lnTo>
                    <a:pt x="0" y="131"/>
                  </a:lnTo>
                  <a:lnTo>
                    <a:pt x="0" y="145"/>
                  </a:lnTo>
                  <a:lnTo>
                    <a:pt x="0" y="155"/>
                  </a:lnTo>
                  <a:lnTo>
                    <a:pt x="0" y="160"/>
                  </a:lnTo>
                  <a:lnTo>
                    <a:pt x="5" y="160"/>
                  </a:lnTo>
                  <a:lnTo>
                    <a:pt x="17" y="160"/>
                  </a:lnTo>
                  <a:lnTo>
                    <a:pt x="37" y="160"/>
                  </a:lnTo>
                  <a:lnTo>
                    <a:pt x="60" y="160"/>
                  </a:lnTo>
                  <a:lnTo>
                    <a:pt x="110" y="160"/>
                  </a:lnTo>
                  <a:lnTo>
                    <a:pt x="135" y="160"/>
                  </a:lnTo>
                  <a:lnTo>
                    <a:pt x="155" y="160"/>
                  </a:lnTo>
                  <a:lnTo>
                    <a:pt x="150" y="126"/>
                  </a:lnTo>
                  <a:lnTo>
                    <a:pt x="140" y="96"/>
                  </a:lnTo>
                  <a:lnTo>
                    <a:pt x="128" y="71"/>
                  </a:lnTo>
                  <a:lnTo>
                    <a:pt x="110" y="52"/>
                  </a:lnTo>
                  <a:lnTo>
                    <a:pt x="93" y="34"/>
                  </a:lnTo>
                  <a:lnTo>
                    <a:pt x="73" y="19"/>
                  </a:lnTo>
                  <a:lnTo>
                    <a:pt x="60" y="14"/>
                  </a:lnTo>
                  <a:lnTo>
                    <a:pt x="45" y="9"/>
                  </a:lnTo>
                  <a:lnTo>
                    <a:pt x="25"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546" name="path"/>
            <p:cNvSpPr/>
            <p:nvPr/>
          </p:nvSpPr>
          <p:spPr>
            <a:xfrm>
              <a:off x="91439" y="0"/>
              <a:ext cx="111633" cy="114808"/>
            </a:xfrm>
            <a:custGeom>
              <a:avLst/>
              <a:gdLst/>
              <a:ahLst/>
              <a:cxnLst/>
              <a:rect l="0" t="0" r="0" b="0"/>
              <a:pathLst>
                <a:path w="175" h="180">
                  <a:moveTo>
                    <a:pt x="10" y="10"/>
                  </a:moveTo>
                  <a:lnTo>
                    <a:pt x="10" y="69"/>
                  </a:lnTo>
                  <a:lnTo>
                    <a:pt x="10" y="96"/>
                  </a:lnTo>
                  <a:lnTo>
                    <a:pt x="10" y="121"/>
                  </a:lnTo>
                  <a:lnTo>
                    <a:pt x="10" y="141"/>
                  </a:lnTo>
                  <a:lnTo>
                    <a:pt x="10" y="155"/>
                  </a:lnTo>
                  <a:lnTo>
                    <a:pt x="10" y="165"/>
                  </a:lnTo>
                  <a:lnTo>
                    <a:pt x="10" y="170"/>
                  </a:lnTo>
                  <a:lnTo>
                    <a:pt x="15" y="170"/>
                  </a:lnTo>
                  <a:lnTo>
                    <a:pt x="27" y="170"/>
                  </a:lnTo>
                  <a:lnTo>
                    <a:pt x="47" y="170"/>
                  </a:lnTo>
                  <a:lnTo>
                    <a:pt x="70" y="170"/>
                  </a:lnTo>
                  <a:lnTo>
                    <a:pt x="120" y="170"/>
                  </a:lnTo>
                  <a:lnTo>
                    <a:pt x="145" y="170"/>
                  </a:lnTo>
                  <a:lnTo>
                    <a:pt x="165" y="170"/>
                  </a:lnTo>
                  <a:lnTo>
                    <a:pt x="160" y="136"/>
                  </a:lnTo>
                  <a:lnTo>
                    <a:pt x="150" y="106"/>
                  </a:lnTo>
                  <a:lnTo>
                    <a:pt x="138" y="81"/>
                  </a:lnTo>
                  <a:lnTo>
                    <a:pt x="120" y="62"/>
                  </a:lnTo>
                  <a:lnTo>
                    <a:pt x="103" y="44"/>
                  </a:lnTo>
                  <a:lnTo>
                    <a:pt x="83" y="29"/>
                  </a:lnTo>
                  <a:lnTo>
                    <a:pt x="70" y="24"/>
                  </a:lnTo>
                  <a:lnTo>
                    <a:pt x="55" y="19"/>
                  </a:lnTo>
                  <a:lnTo>
                    <a:pt x="35"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50" name="group 150"/>
          <p:cNvGrpSpPr/>
          <p:nvPr/>
        </p:nvGrpSpPr>
        <p:grpSpPr>
          <a:xfrm rot="21600000">
            <a:off x="3255009" y="2656078"/>
            <a:ext cx="203073" cy="210819"/>
            <a:chOff x="0" y="0"/>
            <a:chExt cx="203073" cy="210819"/>
          </a:xfrm>
        </p:grpSpPr>
        <p:sp>
          <p:nvSpPr>
            <p:cNvPr id="1548" name="path"/>
            <p:cNvSpPr/>
            <p:nvPr/>
          </p:nvSpPr>
          <p:spPr>
            <a:xfrm>
              <a:off x="6350" y="7873"/>
              <a:ext cx="188976" cy="196596"/>
            </a:xfrm>
            <a:custGeom>
              <a:avLst/>
              <a:gdLst/>
              <a:ahLst/>
              <a:cxnLst/>
              <a:rect l="0" t="0" r="0" b="0"/>
              <a:pathLst>
                <a:path w="297" h="309">
                  <a:moveTo>
                    <a:pt x="0" y="154"/>
                  </a:moveTo>
                  <a:cubicBezTo>
                    <a:pt x="0" y="69"/>
                    <a:pt x="66" y="0"/>
                    <a:pt x="148" y="0"/>
                  </a:cubicBezTo>
                  <a:cubicBezTo>
                    <a:pt x="230" y="0"/>
                    <a:pt x="297" y="69"/>
                    <a:pt x="297" y="154"/>
                  </a:cubicBezTo>
                  <a:cubicBezTo>
                    <a:pt x="297" y="240"/>
                    <a:pt x="230" y="309"/>
                    <a:pt x="148" y="309"/>
                  </a:cubicBezTo>
                  <a:cubicBezTo>
                    <a:pt x="66" y="309"/>
                    <a:pt x="0" y="240"/>
                    <a:pt x="0" y="154"/>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50" name="path"/>
            <p:cNvSpPr/>
            <p:nvPr/>
          </p:nvSpPr>
          <p:spPr>
            <a:xfrm>
              <a:off x="0" y="1523"/>
              <a:ext cx="201676" cy="209296"/>
            </a:xfrm>
            <a:custGeom>
              <a:avLst/>
              <a:gdLst/>
              <a:ahLst/>
              <a:cxnLst/>
              <a:rect l="0" t="0" r="0" b="0"/>
              <a:pathLst>
                <a:path w="317" h="329">
                  <a:moveTo>
                    <a:pt x="10" y="164"/>
                  </a:moveTo>
                  <a:cubicBezTo>
                    <a:pt x="10" y="79"/>
                    <a:pt x="76" y="10"/>
                    <a:pt x="158" y="10"/>
                  </a:cubicBezTo>
                  <a:cubicBezTo>
                    <a:pt x="240" y="10"/>
                    <a:pt x="307" y="79"/>
                    <a:pt x="307" y="164"/>
                  </a:cubicBezTo>
                  <a:cubicBezTo>
                    <a:pt x="307" y="250"/>
                    <a:pt x="240" y="319"/>
                    <a:pt x="158" y="319"/>
                  </a:cubicBezTo>
                  <a:cubicBezTo>
                    <a:pt x="76" y="319"/>
                    <a:pt x="10" y="250"/>
                    <a:pt x="10" y="164"/>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52" name="path"/>
            <p:cNvSpPr/>
            <p:nvPr/>
          </p:nvSpPr>
          <p:spPr>
            <a:xfrm>
              <a:off x="97790" y="6350"/>
              <a:ext cx="98933" cy="102108"/>
            </a:xfrm>
            <a:custGeom>
              <a:avLst/>
              <a:gdLst/>
              <a:ahLst/>
              <a:cxnLst/>
              <a:rect l="0" t="0" r="0" b="0"/>
              <a:pathLst>
                <a:path w="155" h="160">
                  <a:moveTo>
                    <a:pt x="0" y="0"/>
                  </a:moveTo>
                  <a:lnTo>
                    <a:pt x="0" y="59"/>
                  </a:lnTo>
                  <a:lnTo>
                    <a:pt x="0" y="86"/>
                  </a:lnTo>
                  <a:lnTo>
                    <a:pt x="0" y="111"/>
                  </a:lnTo>
                  <a:lnTo>
                    <a:pt x="0" y="130"/>
                  </a:lnTo>
                  <a:lnTo>
                    <a:pt x="0" y="145"/>
                  </a:lnTo>
                  <a:lnTo>
                    <a:pt x="0" y="155"/>
                  </a:lnTo>
                  <a:lnTo>
                    <a:pt x="0" y="160"/>
                  </a:lnTo>
                  <a:lnTo>
                    <a:pt x="5" y="160"/>
                  </a:lnTo>
                  <a:lnTo>
                    <a:pt x="17" y="160"/>
                  </a:lnTo>
                  <a:lnTo>
                    <a:pt x="37" y="160"/>
                  </a:lnTo>
                  <a:lnTo>
                    <a:pt x="60" y="160"/>
                  </a:lnTo>
                  <a:lnTo>
                    <a:pt x="110" y="160"/>
                  </a:lnTo>
                  <a:lnTo>
                    <a:pt x="135" y="160"/>
                  </a:lnTo>
                  <a:lnTo>
                    <a:pt x="155" y="160"/>
                  </a:lnTo>
                  <a:lnTo>
                    <a:pt x="150" y="126"/>
                  </a:lnTo>
                  <a:lnTo>
                    <a:pt x="140" y="96"/>
                  </a:lnTo>
                  <a:lnTo>
                    <a:pt x="128" y="71"/>
                  </a:lnTo>
                  <a:lnTo>
                    <a:pt x="110" y="51"/>
                  </a:lnTo>
                  <a:lnTo>
                    <a:pt x="92" y="34"/>
                  </a:lnTo>
                  <a:lnTo>
                    <a:pt x="72" y="19"/>
                  </a:lnTo>
                  <a:lnTo>
                    <a:pt x="60" y="14"/>
                  </a:lnTo>
                  <a:lnTo>
                    <a:pt x="45" y="9"/>
                  </a:lnTo>
                  <a:lnTo>
                    <a:pt x="25"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554" name="path"/>
            <p:cNvSpPr/>
            <p:nvPr/>
          </p:nvSpPr>
          <p:spPr>
            <a:xfrm>
              <a:off x="91440" y="0"/>
              <a:ext cx="111633" cy="114808"/>
            </a:xfrm>
            <a:custGeom>
              <a:avLst/>
              <a:gdLst/>
              <a:ahLst/>
              <a:cxnLst/>
              <a:rect l="0" t="0" r="0" b="0"/>
              <a:pathLst>
                <a:path w="175" h="180">
                  <a:moveTo>
                    <a:pt x="10" y="10"/>
                  </a:moveTo>
                  <a:lnTo>
                    <a:pt x="10" y="69"/>
                  </a:lnTo>
                  <a:lnTo>
                    <a:pt x="10" y="96"/>
                  </a:lnTo>
                  <a:lnTo>
                    <a:pt x="10" y="121"/>
                  </a:lnTo>
                  <a:lnTo>
                    <a:pt x="10" y="140"/>
                  </a:lnTo>
                  <a:lnTo>
                    <a:pt x="10" y="155"/>
                  </a:lnTo>
                  <a:lnTo>
                    <a:pt x="10" y="165"/>
                  </a:lnTo>
                  <a:lnTo>
                    <a:pt x="10" y="170"/>
                  </a:lnTo>
                  <a:lnTo>
                    <a:pt x="15" y="170"/>
                  </a:lnTo>
                  <a:lnTo>
                    <a:pt x="27" y="170"/>
                  </a:lnTo>
                  <a:lnTo>
                    <a:pt x="47" y="170"/>
                  </a:lnTo>
                  <a:lnTo>
                    <a:pt x="70" y="170"/>
                  </a:lnTo>
                  <a:lnTo>
                    <a:pt x="120" y="170"/>
                  </a:lnTo>
                  <a:lnTo>
                    <a:pt x="145" y="170"/>
                  </a:lnTo>
                  <a:lnTo>
                    <a:pt x="165" y="170"/>
                  </a:lnTo>
                  <a:lnTo>
                    <a:pt x="160" y="136"/>
                  </a:lnTo>
                  <a:lnTo>
                    <a:pt x="150" y="106"/>
                  </a:lnTo>
                  <a:lnTo>
                    <a:pt x="138" y="81"/>
                  </a:lnTo>
                  <a:lnTo>
                    <a:pt x="120" y="61"/>
                  </a:lnTo>
                  <a:lnTo>
                    <a:pt x="102" y="44"/>
                  </a:lnTo>
                  <a:lnTo>
                    <a:pt x="82" y="29"/>
                  </a:lnTo>
                  <a:lnTo>
                    <a:pt x="70" y="24"/>
                  </a:lnTo>
                  <a:lnTo>
                    <a:pt x="55" y="19"/>
                  </a:lnTo>
                  <a:lnTo>
                    <a:pt x="35"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52" name="group 152"/>
          <p:cNvGrpSpPr/>
          <p:nvPr/>
        </p:nvGrpSpPr>
        <p:grpSpPr>
          <a:xfrm rot="21600000">
            <a:off x="3265678" y="4704333"/>
            <a:ext cx="203072" cy="210820"/>
            <a:chOff x="0" y="0"/>
            <a:chExt cx="203072" cy="210820"/>
          </a:xfrm>
        </p:grpSpPr>
        <p:sp>
          <p:nvSpPr>
            <p:cNvPr id="1556" name="path"/>
            <p:cNvSpPr/>
            <p:nvPr/>
          </p:nvSpPr>
          <p:spPr>
            <a:xfrm>
              <a:off x="6350" y="7874"/>
              <a:ext cx="188975" cy="196595"/>
            </a:xfrm>
            <a:custGeom>
              <a:avLst/>
              <a:gdLst/>
              <a:ahLst/>
              <a:cxnLst/>
              <a:rect l="0" t="0" r="0" b="0"/>
              <a:pathLst>
                <a:path w="297" h="309">
                  <a:moveTo>
                    <a:pt x="0" y="154"/>
                  </a:moveTo>
                  <a:cubicBezTo>
                    <a:pt x="0" y="69"/>
                    <a:pt x="66" y="0"/>
                    <a:pt x="148" y="0"/>
                  </a:cubicBezTo>
                  <a:cubicBezTo>
                    <a:pt x="230" y="0"/>
                    <a:pt x="297" y="69"/>
                    <a:pt x="297" y="154"/>
                  </a:cubicBezTo>
                  <a:cubicBezTo>
                    <a:pt x="297" y="240"/>
                    <a:pt x="230" y="309"/>
                    <a:pt x="148" y="309"/>
                  </a:cubicBezTo>
                  <a:cubicBezTo>
                    <a:pt x="66" y="309"/>
                    <a:pt x="0" y="240"/>
                    <a:pt x="0" y="154"/>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58" name="path"/>
            <p:cNvSpPr/>
            <p:nvPr/>
          </p:nvSpPr>
          <p:spPr>
            <a:xfrm>
              <a:off x="0" y="1524"/>
              <a:ext cx="201675" cy="209295"/>
            </a:xfrm>
            <a:custGeom>
              <a:avLst/>
              <a:gdLst/>
              <a:ahLst/>
              <a:cxnLst/>
              <a:rect l="0" t="0" r="0" b="0"/>
              <a:pathLst>
                <a:path w="317" h="329">
                  <a:moveTo>
                    <a:pt x="10" y="164"/>
                  </a:moveTo>
                  <a:cubicBezTo>
                    <a:pt x="10" y="79"/>
                    <a:pt x="76" y="10"/>
                    <a:pt x="158" y="10"/>
                  </a:cubicBezTo>
                  <a:cubicBezTo>
                    <a:pt x="240" y="10"/>
                    <a:pt x="307" y="79"/>
                    <a:pt x="307" y="164"/>
                  </a:cubicBezTo>
                  <a:cubicBezTo>
                    <a:pt x="307" y="250"/>
                    <a:pt x="240" y="319"/>
                    <a:pt x="158" y="319"/>
                  </a:cubicBezTo>
                  <a:cubicBezTo>
                    <a:pt x="76" y="319"/>
                    <a:pt x="10" y="250"/>
                    <a:pt x="10" y="164"/>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60" name="path"/>
            <p:cNvSpPr/>
            <p:nvPr/>
          </p:nvSpPr>
          <p:spPr>
            <a:xfrm>
              <a:off x="97789" y="6350"/>
              <a:ext cx="98933" cy="103505"/>
            </a:xfrm>
            <a:custGeom>
              <a:avLst/>
              <a:gdLst/>
              <a:ahLst/>
              <a:cxnLst/>
              <a:rect l="0" t="0" r="0" b="0"/>
              <a:pathLst>
                <a:path w="155" h="163">
                  <a:moveTo>
                    <a:pt x="0" y="0"/>
                  </a:moveTo>
                  <a:lnTo>
                    <a:pt x="0" y="60"/>
                  </a:lnTo>
                  <a:lnTo>
                    <a:pt x="0" y="87"/>
                  </a:lnTo>
                  <a:lnTo>
                    <a:pt x="0" y="113"/>
                  </a:lnTo>
                  <a:lnTo>
                    <a:pt x="0" y="133"/>
                  </a:lnTo>
                  <a:lnTo>
                    <a:pt x="0" y="147"/>
                  </a:lnTo>
                  <a:lnTo>
                    <a:pt x="0" y="157"/>
                  </a:lnTo>
                  <a:lnTo>
                    <a:pt x="0" y="163"/>
                  </a:lnTo>
                  <a:lnTo>
                    <a:pt x="5" y="163"/>
                  </a:lnTo>
                  <a:lnTo>
                    <a:pt x="17" y="163"/>
                  </a:lnTo>
                  <a:lnTo>
                    <a:pt x="37" y="163"/>
                  </a:lnTo>
                  <a:lnTo>
                    <a:pt x="60" y="163"/>
                  </a:lnTo>
                  <a:lnTo>
                    <a:pt x="110" y="163"/>
                  </a:lnTo>
                  <a:lnTo>
                    <a:pt x="135" y="163"/>
                  </a:lnTo>
                  <a:lnTo>
                    <a:pt x="155" y="163"/>
                  </a:lnTo>
                  <a:lnTo>
                    <a:pt x="150" y="127"/>
                  </a:lnTo>
                  <a:lnTo>
                    <a:pt x="140" y="97"/>
                  </a:lnTo>
                  <a:lnTo>
                    <a:pt x="128" y="72"/>
                  </a:lnTo>
                  <a:lnTo>
                    <a:pt x="110" y="52"/>
                  </a:lnTo>
                  <a:lnTo>
                    <a:pt x="92" y="35"/>
                  </a:lnTo>
                  <a:lnTo>
                    <a:pt x="72" y="20"/>
                  </a:lnTo>
                  <a:lnTo>
                    <a:pt x="60" y="15"/>
                  </a:lnTo>
                  <a:lnTo>
                    <a:pt x="45" y="10"/>
                  </a:lnTo>
                  <a:lnTo>
                    <a:pt x="25"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562" name="path"/>
            <p:cNvSpPr/>
            <p:nvPr/>
          </p:nvSpPr>
          <p:spPr>
            <a:xfrm>
              <a:off x="91439" y="0"/>
              <a:ext cx="111633" cy="116205"/>
            </a:xfrm>
            <a:custGeom>
              <a:avLst/>
              <a:gdLst/>
              <a:ahLst/>
              <a:cxnLst/>
              <a:rect l="0" t="0" r="0" b="0"/>
              <a:pathLst>
                <a:path w="175" h="183">
                  <a:moveTo>
                    <a:pt x="10" y="10"/>
                  </a:moveTo>
                  <a:lnTo>
                    <a:pt x="10" y="70"/>
                  </a:lnTo>
                  <a:lnTo>
                    <a:pt x="10" y="97"/>
                  </a:lnTo>
                  <a:lnTo>
                    <a:pt x="10" y="123"/>
                  </a:lnTo>
                  <a:lnTo>
                    <a:pt x="10" y="143"/>
                  </a:lnTo>
                  <a:lnTo>
                    <a:pt x="10" y="157"/>
                  </a:lnTo>
                  <a:lnTo>
                    <a:pt x="10" y="167"/>
                  </a:lnTo>
                  <a:lnTo>
                    <a:pt x="10" y="173"/>
                  </a:lnTo>
                  <a:lnTo>
                    <a:pt x="15" y="173"/>
                  </a:lnTo>
                  <a:lnTo>
                    <a:pt x="27" y="173"/>
                  </a:lnTo>
                  <a:lnTo>
                    <a:pt x="47" y="173"/>
                  </a:lnTo>
                  <a:lnTo>
                    <a:pt x="70" y="173"/>
                  </a:lnTo>
                  <a:lnTo>
                    <a:pt x="120" y="173"/>
                  </a:lnTo>
                  <a:lnTo>
                    <a:pt x="145" y="173"/>
                  </a:lnTo>
                  <a:lnTo>
                    <a:pt x="165" y="173"/>
                  </a:lnTo>
                  <a:lnTo>
                    <a:pt x="160" y="137"/>
                  </a:lnTo>
                  <a:lnTo>
                    <a:pt x="150" y="107"/>
                  </a:lnTo>
                  <a:lnTo>
                    <a:pt x="138" y="82"/>
                  </a:lnTo>
                  <a:lnTo>
                    <a:pt x="120" y="62"/>
                  </a:lnTo>
                  <a:lnTo>
                    <a:pt x="102" y="45"/>
                  </a:lnTo>
                  <a:lnTo>
                    <a:pt x="82" y="30"/>
                  </a:lnTo>
                  <a:lnTo>
                    <a:pt x="70" y="25"/>
                  </a:lnTo>
                  <a:lnTo>
                    <a:pt x="55" y="20"/>
                  </a:lnTo>
                  <a:lnTo>
                    <a:pt x="35"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54" name="group 154"/>
          <p:cNvGrpSpPr/>
          <p:nvPr/>
        </p:nvGrpSpPr>
        <p:grpSpPr>
          <a:xfrm rot="21600000">
            <a:off x="4222750" y="3696970"/>
            <a:ext cx="203072" cy="210819"/>
            <a:chOff x="0" y="0"/>
            <a:chExt cx="203072" cy="210819"/>
          </a:xfrm>
        </p:grpSpPr>
        <p:sp>
          <p:nvSpPr>
            <p:cNvPr id="1564" name="path"/>
            <p:cNvSpPr/>
            <p:nvPr/>
          </p:nvSpPr>
          <p:spPr>
            <a:xfrm>
              <a:off x="6350" y="7873"/>
              <a:ext cx="188975" cy="196595"/>
            </a:xfrm>
            <a:custGeom>
              <a:avLst/>
              <a:gdLst/>
              <a:ahLst/>
              <a:cxnLst/>
              <a:rect l="0" t="0" r="0" b="0"/>
              <a:pathLst>
                <a:path w="297" h="309">
                  <a:moveTo>
                    <a:pt x="0" y="154"/>
                  </a:moveTo>
                  <a:cubicBezTo>
                    <a:pt x="0" y="69"/>
                    <a:pt x="66" y="0"/>
                    <a:pt x="148" y="0"/>
                  </a:cubicBezTo>
                  <a:cubicBezTo>
                    <a:pt x="230" y="0"/>
                    <a:pt x="297" y="69"/>
                    <a:pt x="297" y="154"/>
                  </a:cubicBezTo>
                  <a:cubicBezTo>
                    <a:pt x="297" y="240"/>
                    <a:pt x="230" y="309"/>
                    <a:pt x="148" y="309"/>
                  </a:cubicBezTo>
                  <a:cubicBezTo>
                    <a:pt x="66" y="309"/>
                    <a:pt x="0" y="240"/>
                    <a:pt x="0" y="154"/>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66" name="path"/>
            <p:cNvSpPr/>
            <p:nvPr/>
          </p:nvSpPr>
          <p:spPr>
            <a:xfrm>
              <a:off x="0" y="1523"/>
              <a:ext cx="201675" cy="209295"/>
            </a:xfrm>
            <a:custGeom>
              <a:avLst/>
              <a:gdLst/>
              <a:ahLst/>
              <a:cxnLst/>
              <a:rect l="0" t="0" r="0" b="0"/>
              <a:pathLst>
                <a:path w="317" h="329">
                  <a:moveTo>
                    <a:pt x="10" y="164"/>
                  </a:moveTo>
                  <a:cubicBezTo>
                    <a:pt x="10" y="79"/>
                    <a:pt x="76" y="10"/>
                    <a:pt x="158" y="10"/>
                  </a:cubicBezTo>
                  <a:cubicBezTo>
                    <a:pt x="240" y="10"/>
                    <a:pt x="307" y="79"/>
                    <a:pt x="307" y="164"/>
                  </a:cubicBezTo>
                  <a:cubicBezTo>
                    <a:pt x="307" y="250"/>
                    <a:pt x="240" y="319"/>
                    <a:pt x="158" y="319"/>
                  </a:cubicBezTo>
                  <a:cubicBezTo>
                    <a:pt x="76" y="319"/>
                    <a:pt x="10" y="250"/>
                    <a:pt x="10" y="164"/>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68" name="path"/>
            <p:cNvSpPr/>
            <p:nvPr/>
          </p:nvSpPr>
          <p:spPr>
            <a:xfrm>
              <a:off x="97790" y="6350"/>
              <a:ext cx="98932" cy="102107"/>
            </a:xfrm>
            <a:custGeom>
              <a:avLst/>
              <a:gdLst/>
              <a:ahLst/>
              <a:cxnLst/>
              <a:rect l="0" t="0" r="0" b="0"/>
              <a:pathLst>
                <a:path w="155" h="160">
                  <a:moveTo>
                    <a:pt x="0" y="0"/>
                  </a:moveTo>
                  <a:lnTo>
                    <a:pt x="0" y="59"/>
                  </a:lnTo>
                  <a:lnTo>
                    <a:pt x="0" y="86"/>
                  </a:lnTo>
                  <a:lnTo>
                    <a:pt x="0" y="111"/>
                  </a:lnTo>
                  <a:lnTo>
                    <a:pt x="0" y="130"/>
                  </a:lnTo>
                  <a:lnTo>
                    <a:pt x="0" y="145"/>
                  </a:lnTo>
                  <a:lnTo>
                    <a:pt x="0" y="155"/>
                  </a:lnTo>
                  <a:lnTo>
                    <a:pt x="0" y="160"/>
                  </a:lnTo>
                  <a:lnTo>
                    <a:pt x="4" y="160"/>
                  </a:lnTo>
                  <a:lnTo>
                    <a:pt x="17" y="160"/>
                  </a:lnTo>
                  <a:lnTo>
                    <a:pt x="37" y="160"/>
                  </a:lnTo>
                  <a:lnTo>
                    <a:pt x="60" y="160"/>
                  </a:lnTo>
                  <a:lnTo>
                    <a:pt x="110" y="160"/>
                  </a:lnTo>
                  <a:lnTo>
                    <a:pt x="135" y="160"/>
                  </a:lnTo>
                  <a:lnTo>
                    <a:pt x="155" y="160"/>
                  </a:lnTo>
                  <a:lnTo>
                    <a:pt x="150" y="126"/>
                  </a:lnTo>
                  <a:lnTo>
                    <a:pt x="140" y="96"/>
                  </a:lnTo>
                  <a:lnTo>
                    <a:pt x="128" y="71"/>
                  </a:lnTo>
                  <a:lnTo>
                    <a:pt x="110" y="51"/>
                  </a:lnTo>
                  <a:lnTo>
                    <a:pt x="92" y="34"/>
                  </a:lnTo>
                  <a:lnTo>
                    <a:pt x="72" y="19"/>
                  </a:lnTo>
                  <a:lnTo>
                    <a:pt x="60" y="14"/>
                  </a:lnTo>
                  <a:lnTo>
                    <a:pt x="45" y="9"/>
                  </a:lnTo>
                  <a:lnTo>
                    <a:pt x="25"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sp>
          <p:nvSpPr>
            <p:cNvPr id="1570" name="path"/>
            <p:cNvSpPr/>
            <p:nvPr/>
          </p:nvSpPr>
          <p:spPr>
            <a:xfrm>
              <a:off x="91440" y="0"/>
              <a:ext cx="111632" cy="114807"/>
            </a:xfrm>
            <a:custGeom>
              <a:avLst/>
              <a:gdLst/>
              <a:ahLst/>
              <a:cxnLst/>
              <a:rect l="0" t="0" r="0" b="0"/>
              <a:pathLst>
                <a:path w="175" h="180">
                  <a:moveTo>
                    <a:pt x="10" y="10"/>
                  </a:moveTo>
                  <a:lnTo>
                    <a:pt x="10" y="69"/>
                  </a:lnTo>
                  <a:lnTo>
                    <a:pt x="10" y="96"/>
                  </a:lnTo>
                  <a:lnTo>
                    <a:pt x="10" y="121"/>
                  </a:lnTo>
                  <a:lnTo>
                    <a:pt x="10" y="140"/>
                  </a:lnTo>
                  <a:lnTo>
                    <a:pt x="10" y="155"/>
                  </a:lnTo>
                  <a:lnTo>
                    <a:pt x="10" y="165"/>
                  </a:lnTo>
                  <a:lnTo>
                    <a:pt x="10" y="170"/>
                  </a:lnTo>
                  <a:lnTo>
                    <a:pt x="14" y="170"/>
                  </a:lnTo>
                  <a:lnTo>
                    <a:pt x="27" y="170"/>
                  </a:lnTo>
                  <a:lnTo>
                    <a:pt x="47" y="170"/>
                  </a:lnTo>
                  <a:lnTo>
                    <a:pt x="70" y="170"/>
                  </a:lnTo>
                  <a:lnTo>
                    <a:pt x="120" y="170"/>
                  </a:lnTo>
                  <a:lnTo>
                    <a:pt x="145" y="170"/>
                  </a:lnTo>
                  <a:lnTo>
                    <a:pt x="165" y="170"/>
                  </a:lnTo>
                  <a:lnTo>
                    <a:pt x="160" y="136"/>
                  </a:lnTo>
                  <a:lnTo>
                    <a:pt x="150" y="106"/>
                  </a:lnTo>
                  <a:lnTo>
                    <a:pt x="138" y="81"/>
                  </a:lnTo>
                  <a:lnTo>
                    <a:pt x="120" y="61"/>
                  </a:lnTo>
                  <a:lnTo>
                    <a:pt x="102" y="44"/>
                  </a:lnTo>
                  <a:lnTo>
                    <a:pt x="82" y="29"/>
                  </a:lnTo>
                  <a:lnTo>
                    <a:pt x="70" y="24"/>
                  </a:lnTo>
                  <a:lnTo>
                    <a:pt x="55" y="19"/>
                  </a:lnTo>
                  <a:lnTo>
                    <a:pt x="35"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grpSp>
      <p:grpSp>
        <p:nvGrpSpPr>
          <p:cNvPr id="156" name="group 156"/>
          <p:cNvGrpSpPr/>
          <p:nvPr/>
        </p:nvGrpSpPr>
        <p:grpSpPr>
          <a:xfrm rot="21600000">
            <a:off x="4227321" y="4364482"/>
            <a:ext cx="201676" cy="210820"/>
            <a:chOff x="0" y="0"/>
            <a:chExt cx="201676" cy="210820"/>
          </a:xfrm>
        </p:grpSpPr>
        <p:sp>
          <p:nvSpPr>
            <p:cNvPr id="1572" name="path"/>
            <p:cNvSpPr/>
            <p:nvPr/>
          </p:nvSpPr>
          <p:spPr>
            <a:xfrm>
              <a:off x="6350" y="6350"/>
              <a:ext cx="188976" cy="198120"/>
            </a:xfrm>
            <a:custGeom>
              <a:avLst/>
              <a:gdLst/>
              <a:ahLst/>
              <a:cxnLst/>
              <a:rect l="0" t="0" r="0" b="0"/>
              <a:pathLst>
                <a:path w="297" h="312">
                  <a:moveTo>
                    <a:pt x="0" y="156"/>
                  </a:moveTo>
                  <a:cubicBezTo>
                    <a:pt x="0" y="69"/>
                    <a:pt x="66" y="0"/>
                    <a:pt x="148" y="0"/>
                  </a:cubicBezTo>
                  <a:cubicBezTo>
                    <a:pt x="231" y="0"/>
                    <a:pt x="297" y="69"/>
                    <a:pt x="297" y="156"/>
                  </a:cubicBezTo>
                  <a:cubicBezTo>
                    <a:pt x="297" y="242"/>
                    <a:pt x="231"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74" name="path"/>
            <p:cNvSpPr/>
            <p:nvPr/>
          </p:nvSpPr>
          <p:spPr>
            <a:xfrm>
              <a:off x="0" y="0"/>
              <a:ext cx="201676" cy="210820"/>
            </a:xfrm>
            <a:custGeom>
              <a:avLst/>
              <a:gdLst/>
              <a:ahLst/>
              <a:cxnLst/>
              <a:rect l="0" t="0" r="0" b="0"/>
              <a:pathLst>
                <a:path w="317" h="332">
                  <a:moveTo>
                    <a:pt x="10" y="166"/>
                  </a:moveTo>
                  <a:cubicBezTo>
                    <a:pt x="10" y="79"/>
                    <a:pt x="76" y="10"/>
                    <a:pt x="158" y="10"/>
                  </a:cubicBezTo>
                  <a:cubicBezTo>
                    <a:pt x="241" y="10"/>
                    <a:pt x="307" y="79"/>
                    <a:pt x="307" y="166"/>
                  </a:cubicBezTo>
                  <a:cubicBezTo>
                    <a:pt x="307" y="252"/>
                    <a:pt x="241"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76" name="path"/>
            <p:cNvSpPr/>
            <p:nvPr/>
          </p:nvSpPr>
          <p:spPr>
            <a:xfrm>
              <a:off x="96266" y="1777"/>
              <a:ext cx="101980" cy="205739"/>
            </a:xfrm>
            <a:custGeom>
              <a:avLst/>
              <a:gdLst/>
              <a:ahLst/>
              <a:cxnLst/>
              <a:rect l="0" t="0" r="0" b="0"/>
              <a:pathLst>
                <a:path w="160" h="323">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8"/>
                  </a:lnTo>
                  <a:lnTo>
                    <a:pt x="2" y="323"/>
                  </a:lnTo>
                  <a:lnTo>
                    <a:pt x="27" y="321"/>
                  </a:lnTo>
                  <a:lnTo>
                    <a:pt x="52" y="313"/>
                  </a:lnTo>
                  <a:lnTo>
                    <a:pt x="80" y="301"/>
                  </a:lnTo>
                  <a:lnTo>
                    <a:pt x="105" y="283"/>
                  </a:lnTo>
                  <a:lnTo>
                    <a:pt x="127" y="261"/>
                  </a:lnTo>
                  <a:lnTo>
                    <a:pt x="145" y="234"/>
                  </a:lnTo>
                  <a:lnTo>
                    <a:pt x="155" y="201"/>
                  </a:lnTo>
                  <a:lnTo>
                    <a:pt x="160" y="164"/>
                  </a:lnTo>
                  <a:lnTo>
                    <a:pt x="155" y="126"/>
                  </a:lnTo>
                  <a:lnTo>
                    <a:pt x="145" y="94"/>
                  </a:lnTo>
                  <a:lnTo>
                    <a:pt x="127" y="69"/>
                  </a:lnTo>
                  <a:lnTo>
                    <a:pt x="107" y="47"/>
                  </a:lnTo>
                  <a:lnTo>
                    <a:pt x="82" y="29"/>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58" name="group 158"/>
          <p:cNvGrpSpPr/>
          <p:nvPr/>
        </p:nvGrpSpPr>
        <p:grpSpPr>
          <a:xfrm rot="21600000">
            <a:off x="3264153" y="3331209"/>
            <a:ext cx="201676" cy="210820"/>
            <a:chOff x="0" y="0"/>
            <a:chExt cx="201676" cy="210820"/>
          </a:xfrm>
        </p:grpSpPr>
        <p:sp>
          <p:nvSpPr>
            <p:cNvPr id="1578" name="path"/>
            <p:cNvSpPr/>
            <p:nvPr/>
          </p:nvSpPr>
          <p:spPr>
            <a:xfrm>
              <a:off x="6350" y="6350"/>
              <a:ext cx="188976" cy="198120"/>
            </a:xfrm>
            <a:custGeom>
              <a:avLst/>
              <a:gdLst/>
              <a:ahLst/>
              <a:cxnLst/>
              <a:rect l="0" t="0" r="0" b="0"/>
              <a:pathLst>
                <a:path w="297" h="312">
                  <a:moveTo>
                    <a:pt x="0" y="156"/>
                  </a:moveTo>
                  <a:cubicBezTo>
                    <a:pt x="0" y="69"/>
                    <a:pt x="66" y="0"/>
                    <a:pt x="148" y="0"/>
                  </a:cubicBezTo>
                  <a:cubicBezTo>
                    <a:pt x="231" y="0"/>
                    <a:pt x="297" y="69"/>
                    <a:pt x="297" y="156"/>
                  </a:cubicBezTo>
                  <a:cubicBezTo>
                    <a:pt x="297" y="242"/>
                    <a:pt x="231"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80" name="path"/>
            <p:cNvSpPr/>
            <p:nvPr/>
          </p:nvSpPr>
          <p:spPr>
            <a:xfrm>
              <a:off x="0" y="0"/>
              <a:ext cx="201676" cy="210820"/>
            </a:xfrm>
            <a:custGeom>
              <a:avLst/>
              <a:gdLst/>
              <a:ahLst/>
              <a:cxnLst/>
              <a:rect l="0" t="0" r="0" b="0"/>
              <a:pathLst>
                <a:path w="317" h="332">
                  <a:moveTo>
                    <a:pt x="10" y="166"/>
                  </a:moveTo>
                  <a:cubicBezTo>
                    <a:pt x="10" y="79"/>
                    <a:pt x="76" y="10"/>
                    <a:pt x="158" y="10"/>
                  </a:cubicBezTo>
                  <a:cubicBezTo>
                    <a:pt x="241" y="10"/>
                    <a:pt x="307" y="79"/>
                    <a:pt x="307" y="166"/>
                  </a:cubicBezTo>
                  <a:cubicBezTo>
                    <a:pt x="307" y="252"/>
                    <a:pt x="241"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82" name="path"/>
            <p:cNvSpPr/>
            <p:nvPr/>
          </p:nvSpPr>
          <p:spPr>
            <a:xfrm>
              <a:off x="96266" y="1778"/>
              <a:ext cx="101980" cy="205740"/>
            </a:xfrm>
            <a:custGeom>
              <a:avLst/>
              <a:gdLst/>
              <a:ahLst/>
              <a:cxnLst/>
              <a:rect l="0" t="0" r="0" b="0"/>
              <a:pathLst>
                <a:path w="160" h="324">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8"/>
                  </a:lnTo>
                  <a:lnTo>
                    <a:pt x="2" y="324"/>
                  </a:lnTo>
                  <a:lnTo>
                    <a:pt x="27" y="321"/>
                  </a:lnTo>
                  <a:lnTo>
                    <a:pt x="52" y="314"/>
                  </a:lnTo>
                  <a:lnTo>
                    <a:pt x="80" y="301"/>
                  </a:lnTo>
                  <a:lnTo>
                    <a:pt x="105" y="284"/>
                  </a:lnTo>
                  <a:lnTo>
                    <a:pt x="127" y="261"/>
                  </a:lnTo>
                  <a:lnTo>
                    <a:pt x="145" y="234"/>
                  </a:lnTo>
                  <a:lnTo>
                    <a:pt x="155" y="201"/>
                  </a:lnTo>
                  <a:lnTo>
                    <a:pt x="160" y="164"/>
                  </a:lnTo>
                  <a:lnTo>
                    <a:pt x="155" y="126"/>
                  </a:lnTo>
                  <a:lnTo>
                    <a:pt x="145" y="94"/>
                  </a:lnTo>
                  <a:lnTo>
                    <a:pt x="127" y="69"/>
                  </a:lnTo>
                  <a:lnTo>
                    <a:pt x="107" y="47"/>
                  </a:lnTo>
                  <a:lnTo>
                    <a:pt x="82" y="29"/>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60" name="group 160"/>
          <p:cNvGrpSpPr/>
          <p:nvPr/>
        </p:nvGrpSpPr>
        <p:grpSpPr>
          <a:xfrm rot="21600000">
            <a:off x="3271773" y="2997454"/>
            <a:ext cx="201676" cy="210820"/>
            <a:chOff x="0" y="0"/>
            <a:chExt cx="201676" cy="210820"/>
          </a:xfrm>
        </p:grpSpPr>
        <p:sp>
          <p:nvSpPr>
            <p:cNvPr id="1584" name="path"/>
            <p:cNvSpPr/>
            <p:nvPr/>
          </p:nvSpPr>
          <p:spPr>
            <a:xfrm>
              <a:off x="6350" y="6350"/>
              <a:ext cx="188976" cy="198120"/>
            </a:xfrm>
            <a:custGeom>
              <a:avLst/>
              <a:gdLst/>
              <a:ahLst/>
              <a:cxnLst/>
              <a:rect l="0" t="0" r="0" b="0"/>
              <a:pathLst>
                <a:path w="297" h="312">
                  <a:moveTo>
                    <a:pt x="0" y="155"/>
                  </a:moveTo>
                  <a:cubicBezTo>
                    <a:pt x="0" y="69"/>
                    <a:pt x="66" y="0"/>
                    <a:pt x="148" y="0"/>
                  </a:cubicBezTo>
                  <a:cubicBezTo>
                    <a:pt x="231" y="0"/>
                    <a:pt x="297" y="69"/>
                    <a:pt x="297" y="155"/>
                  </a:cubicBezTo>
                  <a:cubicBezTo>
                    <a:pt x="297" y="242"/>
                    <a:pt x="231" y="312"/>
                    <a:pt x="148" y="312"/>
                  </a:cubicBezTo>
                  <a:cubicBezTo>
                    <a:pt x="66" y="312"/>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86" name="path"/>
            <p:cNvSpPr/>
            <p:nvPr/>
          </p:nvSpPr>
          <p:spPr>
            <a:xfrm>
              <a:off x="0" y="0"/>
              <a:ext cx="201676" cy="210820"/>
            </a:xfrm>
            <a:custGeom>
              <a:avLst/>
              <a:gdLst/>
              <a:ahLst/>
              <a:cxnLst/>
              <a:rect l="0" t="0" r="0" b="0"/>
              <a:pathLst>
                <a:path w="317" h="332">
                  <a:moveTo>
                    <a:pt x="10" y="165"/>
                  </a:moveTo>
                  <a:cubicBezTo>
                    <a:pt x="10" y="79"/>
                    <a:pt x="76" y="10"/>
                    <a:pt x="158" y="10"/>
                  </a:cubicBezTo>
                  <a:cubicBezTo>
                    <a:pt x="241" y="10"/>
                    <a:pt x="307" y="79"/>
                    <a:pt x="307" y="165"/>
                  </a:cubicBezTo>
                  <a:cubicBezTo>
                    <a:pt x="307" y="252"/>
                    <a:pt x="241" y="322"/>
                    <a:pt x="158" y="322"/>
                  </a:cubicBezTo>
                  <a:cubicBezTo>
                    <a:pt x="76" y="322"/>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88" name="path"/>
            <p:cNvSpPr/>
            <p:nvPr/>
          </p:nvSpPr>
          <p:spPr>
            <a:xfrm>
              <a:off x="96266" y="1777"/>
              <a:ext cx="101980" cy="205739"/>
            </a:xfrm>
            <a:custGeom>
              <a:avLst/>
              <a:gdLst/>
              <a:ahLst/>
              <a:cxnLst/>
              <a:rect l="0" t="0" r="0" b="0"/>
              <a:pathLst>
                <a:path w="160" h="323">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9"/>
                  </a:lnTo>
                  <a:lnTo>
                    <a:pt x="2" y="323"/>
                  </a:lnTo>
                  <a:lnTo>
                    <a:pt x="27" y="321"/>
                  </a:lnTo>
                  <a:lnTo>
                    <a:pt x="52" y="313"/>
                  </a:lnTo>
                  <a:lnTo>
                    <a:pt x="80" y="301"/>
                  </a:lnTo>
                  <a:lnTo>
                    <a:pt x="105" y="283"/>
                  </a:lnTo>
                  <a:lnTo>
                    <a:pt x="127" y="261"/>
                  </a:lnTo>
                  <a:lnTo>
                    <a:pt x="145" y="234"/>
                  </a:lnTo>
                  <a:lnTo>
                    <a:pt x="155" y="201"/>
                  </a:lnTo>
                  <a:lnTo>
                    <a:pt x="160" y="164"/>
                  </a:lnTo>
                  <a:lnTo>
                    <a:pt x="155" y="127"/>
                  </a:lnTo>
                  <a:lnTo>
                    <a:pt x="145" y="94"/>
                  </a:lnTo>
                  <a:lnTo>
                    <a:pt x="127" y="69"/>
                  </a:lnTo>
                  <a:lnTo>
                    <a:pt x="107" y="47"/>
                  </a:lnTo>
                  <a:lnTo>
                    <a:pt x="82" y="29"/>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62" name="group 162"/>
          <p:cNvGrpSpPr/>
          <p:nvPr/>
        </p:nvGrpSpPr>
        <p:grpSpPr>
          <a:xfrm rot="21600000">
            <a:off x="3261105" y="4020058"/>
            <a:ext cx="201676" cy="210819"/>
            <a:chOff x="0" y="0"/>
            <a:chExt cx="201676" cy="210819"/>
          </a:xfrm>
        </p:grpSpPr>
        <p:sp>
          <p:nvSpPr>
            <p:cNvPr id="1590" name="path"/>
            <p:cNvSpPr/>
            <p:nvPr/>
          </p:nvSpPr>
          <p:spPr>
            <a:xfrm>
              <a:off x="6350" y="6350"/>
              <a:ext cx="188976" cy="198119"/>
            </a:xfrm>
            <a:custGeom>
              <a:avLst/>
              <a:gdLst/>
              <a:ahLst/>
              <a:cxnLst/>
              <a:rect l="0" t="0" r="0" b="0"/>
              <a:pathLst>
                <a:path w="297" h="311">
                  <a:moveTo>
                    <a:pt x="0" y="155"/>
                  </a:moveTo>
                  <a:cubicBezTo>
                    <a:pt x="0" y="69"/>
                    <a:pt x="66" y="0"/>
                    <a:pt x="148" y="0"/>
                  </a:cubicBezTo>
                  <a:cubicBezTo>
                    <a:pt x="230" y="0"/>
                    <a:pt x="297" y="69"/>
                    <a:pt x="297" y="155"/>
                  </a:cubicBezTo>
                  <a:cubicBezTo>
                    <a:pt x="297" y="242"/>
                    <a:pt x="230" y="311"/>
                    <a:pt x="148" y="311"/>
                  </a:cubicBezTo>
                  <a:cubicBezTo>
                    <a:pt x="66" y="311"/>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92" name="path"/>
            <p:cNvSpPr/>
            <p:nvPr/>
          </p:nvSpPr>
          <p:spPr>
            <a:xfrm>
              <a:off x="0" y="0"/>
              <a:ext cx="201676" cy="210819"/>
            </a:xfrm>
            <a:custGeom>
              <a:avLst/>
              <a:gdLst/>
              <a:ahLst/>
              <a:cxnLst/>
              <a:rect l="0" t="0" r="0" b="0"/>
              <a:pathLst>
                <a:path w="317" h="331">
                  <a:moveTo>
                    <a:pt x="10" y="165"/>
                  </a:moveTo>
                  <a:cubicBezTo>
                    <a:pt x="10" y="79"/>
                    <a:pt x="76" y="10"/>
                    <a:pt x="158" y="10"/>
                  </a:cubicBezTo>
                  <a:cubicBezTo>
                    <a:pt x="240" y="10"/>
                    <a:pt x="307" y="79"/>
                    <a:pt x="307" y="165"/>
                  </a:cubicBezTo>
                  <a:cubicBezTo>
                    <a:pt x="307" y="252"/>
                    <a:pt x="240" y="321"/>
                    <a:pt x="158" y="321"/>
                  </a:cubicBezTo>
                  <a:cubicBezTo>
                    <a:pt x="76" y="321"/>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594" name="path"/>
            <p:cNvSpPr/>
            <p:nvPr/>
          </p:nvSpPr>
          <p:spPr>
            <a:xfrm>
              <a:off x="96265" y="1777"/>
              <a:ext cx="101980" cy="205739"/>
            </a:xfrm>
            <a:custGeom>
              <a:avLst/>
              <a:gdLst/>
              <a:ahLst/>
              <a:cxnLst/>
              <a:rect l="0" t="0" r="0" b="0"/>
              <a:pathLst>
                <a:path w="160" h="323">
                  <a:moveTo>
                    <a:pt x="0" y="0"/>
                  </a:moveTo>
                  <a:lnTo>
                    <a:pt x="0" y="59"/>
                  </a:lnTo>
                  <a:lnTo>
                    <a:pt x="0" y="87"/>
                  </a:lnTo>
                  <a:lnTo>
                    <a:pt x="0" y="112"/>
                  </a:lnTo>
                  <a:lnTo>
                    <a:pt x="0" y="134"/>
                  </a:lnTo>
                  <a:lnTo>
                    <a:pt x="0" y="149"/>
                  </a:lnTo>
                  <a:lnTo>
                    <a:pt x="0" y="159"/>
                  </a:lnTo>
                  <a:lnTo>
                    <a:pt x="0" y="164"/>
                  </a:lnTo>
                  <a:lnTo>
                    <a:pt x="0" y="181"/>
                  </a:lnTo>
                  <a:lnTo>
                    <a:pt x="0" y="196"/>
                  </a:lnTo>
                  <a:lnTo>
                    <a:pt x="2" y="224"/>
                  </a:lnTo>
                  <a:lnTo>
                    <a:pt x="2" y="241"/>
                  </a:lnTo>
                  <a:lnTo>
                    <a:pt x="2" y="261"/>
                  </a:lnTo>
                  <a:lnTo>
                    <a:pt x="2" y="288"/>
                  </a:lnTo>
                  <a:lnTo>
                    <a:pt x="2" y="323"/>
                  </a:lnTo>
                  <a:lnTo>
                    <a:pt x="27" y="321"/>
                  </a:lnTo>
                  <a:lnTo>
                    <a:pt x="52" y="313"/>
                  </a:lnTo>
                  <a:lnTo>
                    <a:pt x="80" y="301"/>
                  </a:lnTo>
                  <a:lnTo>
                    <a:pt x="105" y="283"/>
                  </a:lnTo>
                  <a:lnTo>
                    <a:pt x="128" y="261"/>
                  </a:lnTo>
                  <a:lnTo>
                    <a:pt x="145" y="234"/>
                  </a:lnTo>
                  <a:lnTo>
                    <a:pt x="155" y="201"/>
                  </a:lnTo>
                  <a:lnTo>
                    <a:pt x="160" y="164"/>
                  </a:lnTo>
                  <a:lnTo>
                    <a:pt x="155" y="127"/>
                  </a:lnTo>
                  <a:lnTo>
                    <a:pt x="145" y="94"/>
                  </a:lnTo>
                  <a:lnTo>
                    <a:pt x="128" y="69"/>
                  </a:lnTo>
                  <a:lnTo>
                    <a:pt x="108" y="47"/>
                  </a:lnTo>
                  <a:lnTo>
                    <a:pt x="82" y="29"/>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64" name="group 164"/>
          <p:cNvGrpSpPr/>
          <p:nvPr/>
        </p:nvGrpSpPr>
        <p:grpSpPr>
          <a:xfrm rot="21600000">
            <a:off x="4234941" y="3341878"/>
            <a:ext cx="201676" cy="210819"/>
            <a:chOff x="0" y="0"/>
            <a:chExt cx="201676" cy="210819"/>
          </a:xfrm>
        </p:grpSpPr>
        <p:sp>
          <p:nvSpPr>
            <p:cNvPr id="1596" name="path"/>
            <p:cNvSpPr/>
            <p:nvPr/>
          </p:nvSpPr>
          <p:spPr>
            <a:xfrm>
              <a:off x="6350" y="6350"/>
              <a:ext cx="188976" cy="198119"/>
            </a:xfrm>
            <a:custGeom>
              <a:avLst/>
              <a:gdLst/>
              <a:ahLst/>
              <a:cxnLst/>
              <a:rect l="0" t="0" r="0" b="0"/>
              <a:pathLst>
                <a:path w="297" h="311">
                  <a:moveTo>
                    <a:pt x="0" y="155"/>
                  </a:moveTo>
                  <a:cubicBezTo>
                    <a:pt x="0" y="69"/>
                    <a:pt x="66" y="0"/>
                    <a:pt x="148" y="0"/>
                  </a:cubicBezTo>
                  <a:cubicBezTo>
                    <a:pt x="231" y="0"/>
                    <a:pt x="297" y="69"/>
                    <a:pt x="297" y="155"/>
                  </a:cubicBezTo>
                  <a:cubicBezTo>
                    <a:pt x="297" y="242"/>
                    <a:pt x="231" y="311"/>
                    <a:pt x="148" y="311"/>
                  </a:cubicBezTo>
                  <a:cubicBezTo>
                    <a:pt x="66" y="311"/>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598" name="path"/>
            <p:cNvSpPr/>
            <p:nvPr/>
          </p:nvSpPr>
          <p:spPr>
            <a:xfrm>
              <a:off x="0" y="0"/>
              <a:ext cx="201676" cy="210819"/>
            </a:xfrm>
            <a:custGeom>
              <a:avLst/>
              <a:gdLst/>
              <a:ahLst/>
              <a:cxnLst/>
              <a:rect l="0" t="0" r="0" b="0"/>
              <a:pathLst>
                <a:path w="317" h="331">
                  <a:moveTo>
                    <a:pt x="10" y="165"/>
                  </a:moveTo>
                  <a:cubicBezTo>
                    <a:pt x="10" y="79"/>
                    <a:pt x="76" y="10"/>
                    <a:pt x="158" y="10"/>
                  </a:cubicBezTo>
                  <a:cubicBezTo>
                    <a:pt x="241" y="10"/>
                    <a:pt x="307" y="79"/>
                    <a:pt x="307" y="165"/>
                  </a:cubicBezTo>
                  <a:cubicBezTo>
                    <a:pt x="307" y="252"/>
                    <a:pt x="241" y="321"/>
                    <a:pt x="158" y="321"/>
                  </a:cubicBezTo>
                  <a:cubicBezTo>
                    <a:pt x="76" y="321"/>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600" name="path"/>
            <p:cNvSpPr/>
            <p:nvPr/>
          </p:nvSpPr>
          <p:spPr>
            <a:xfrm>
              <a:off x="96266" y="1777"/>
              <a:ext cx="101980"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6"/>
                  </a:lnTo>
                  <a:lnTo>
                    <a:pt x="155" y="203"/>
                  </a:lnTo>
                  <a:lnTo>
                    <a:pt x="160" y="165"/>
                  </a:lnTo>
                  <a:lnTo>
                    <a:pt x="155" y="128"/>
                  </a:lnTo>
                  <a:lnTo>
                    <a:pt x="145" y="95"/>
                  </a:lnTo>
                  <a:lnTo>
                    <a:pt x="127" y="70"/>
                  </a:lnTo>
                  <a:lnTo>
                    <a:pt x="107"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66" name="group 166"/>
          <p:cNvGrpSpPr/>
          <p:nvPr/>
        </p:nvGrpSpPr>
        <p:grpSpPr>
          <a:xfrm rot="21600000">
            <a:off x="4225798" y="2663697"/>
            <a:ext cx="201675" cy="210820"/>
            <a:chOff x="0" y="0"/>
            <a:chExt cx="201675" cy="210820"/>
          </a:xfrm>
        </p:grpSpPr>
        <p:sp>
          <p:nvSpPr>
            <p:cNvPr id="1602" name="path"/>
            <p:cNvSpPr/>
            <p:nvPr/>
          </p:nvSpPr>
          <p:spPr>
            <a:xfrm>
              <a:off x="6350" y="6350"/>
              <a:ext cx="188975" cy="198120"/>
            </a:xfrm>
            <a:custGeom>
              <a:avLst/>
              <a:gdLst/>
              <a:ahLst/>
              <a:cxnLst/>
              <a:rect l="0" t="0" r="0" b="0"/>
              <a:pathLst>
                <a:path w="297" h="312">
                  <a:moveTo>
                    <a:pt x="0" y="156"/>
                  </a:moveTo>
                  <a:cubicBezTo>
                    <a:pt x="0" y="69"/>
                    <a:pt x="66" y="0"/>
                    <a:pt x="148" y="0"/>
                  </a:cubicBezTo>
                  <a:cubicBezTo>
                    <a:pt x="230" y="0"/>
                    <a:pt x="297" y="69"/>
                    <a:pt x="297" y="156"/>
                  </a:cubicBezTo>
                  <a:cubicBezTo>
                    <a:pt x="297" y="242"/>
                    <a:pt x="230" y="312"/>
                    <a:pt x="148" y="312"/>
                  </a:cubicBezTo>
                  <a:cubicBezTo>
                    <a:pt x="66" y="312"/>
                    <a:pt x="0" y="242"/>
                    <a:pt x="0" y="15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604" name="path"/>
            <p:cNvSpPr/>
            <p:nvPr/>
          </p:nvSpPr>
          <p:spPr>
            <a:xfrm>
              <a:off x="0" y="0"/>
              <a:ext cx="201675" cy="210820"/>
            </a:xfrm>
            <a:custGeom>
              <a:avLst/>
              <a:gdLst/>
              <a:ahLst/>
              <a:cxnLst/>
              <a:rect l="0" t="0" r="0" b="0"/>
              <a:pathLst>
                <a:path w="317" h="332">
                  <a:moveTo>
                    <a:pt x="10" y="166"/>
                  </a:moveTo>
                  <a:cubicBezTo>
                    <a:pt x="10" y="79"/>
                    <a:pt x="76" y="10"/>
                    <a:pt x="158" y="10"/>
                  </a:cubicBezTo>
                  <a:cubicBezTo>
                    <a:pt x="240" y="10"/>
                    <a:pt x="307" y="79"/>
                    <a:pt x="307" y="166"/>
                  </a:cubicBezTo>
                  <a:cubicBezTo>
                    <a:pt x="307" y="252"/>
                    <a:pt x="240" y="322"/>
                    <a:pt x="158" y="322"/>
                  </a:cubicBezTo>
                  <a:cubicBezTo>
                    <a:pt x="76" y="322"/>
                    <a:pt x="10" y="252"/>
                    <a:pt x="10" y="166"/>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606" name="path"/>
            <p:cNvSpPr/>
            <p:nvPr/>
          </p:nvSpPr>
          <p:spPr>
            <a:xfrm>
              <a:off x="96265" y="253"/>
              <a:ext cx="101980" cy="207137"/>
            </a:xfrm>
            <a:custGeom>
              <a:avLst/>
              <a:gdLst/>
              <a:ahLst/>
              <a:cxnLst/>
              <a:rect l="0" t="0" r="0" b="0"/>
              <a:pathLst>
                <a:path w="160" h="326">
                  <a:moveTo>
                    <a:pt x="0" y="0"/>
                  </a:moveTo>
                  <a:lnTo>
                    <a:pt x="0" y="60"/>
                  </a:lnTo>
                  <a:lnTo>
                    <a:pt x="0" y="87"/>
                  </a:lnTo>
                  <a:lnTo>
                    <a:pt x="0" y="113"/>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8" y="263"/>
                  </a:lnTo>
                  <a:lnTo>
                    <a:pt x="145" y="236"/>
                  </a:lnTo>
                  <a:lnTo>
                    <a:pt x="155" y="203"/>
                  </a:lnTo>
                  <a:lnTo>
                    <a:pt x="160" y="165"/>
                  </a:lnTo>
                  <a:lnTo>
                    <a:pt x="155" y="128"/>
                  </a:lnTo>
                  <a:lnTo>
                    <a:pt x="145" y="95"/>
                  </a:lnTo>
                  <a:lnTo>
                    <a:pt x="128" y="70"/>
                  </a:lnTo>
                  <a:lnTo>
                    <a:pt x="108" y="47"/>
                  </a:lnTo>
                  <a:lnTo>
                    <a:pt x="82" y="30"/>
                  </a:lnTo>
                  <a:lnTo>
                    <a:pt x="55" y="15"/>
                  </a:lnTo>
                  <a:lnTo>
                    <a:pt x="27" y="5"/>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grpSp>
        <p:nvGrpSpPr>
          <p:cNvPr id="168" name="group 168"/>
          <p:cNvGrpSpPr/>
          <p:nvPr/>
        </p:nvGrpSpPr>
        <p:grpSpPr>
          <a:xfrm rot="21600000">
            <a:off x="3258058" y="4350766"/>
            <a:ext cx="200151" cy="210819"/>
            <a:chOff x="0" y="0"/>
            <a:chExt cx="200151" cy="210819"/>
          </a:xfrm>
        </p:grpSpPr>
        <p:sp>
          <p:nvSpPr>
            <p:cNvPr id="1608" name="path"/>
            <p:cNvSpPr/>
            <p:nvPr/>
          </p:nvSpPr>
          <p:spPr>
            <a:xfrm>
              <a:off x="6350" y="6350"/>
              <a:ext cx="187451" cy="198119"/>
            </a:xfrm>
            <a:custGeom>
              <a:avLst/>
              <a:gdLst/>
              <a:ahLst/>
              <a:cxnLst/>
              <a:rect l="0" t="0" r="0" b="0"/>
              <a:pathLst>
                <a:path w="295" h="311">
                  <a:moveTo>
                    <a:pt x="0" y="155"/>
                  </a:moveTo>
                  <a:cubicBezTo>
                    <a:pt x="0" y="69"/>
                    <a:pt x="65" y="0"/>
                    <a:pt x="147" y="0"/>
                  </a:cubicBezTo>
                  <a:cubicBezTo>
                    <a:pt x="229" y="0"/>
                    <a:pt x="295" y="69"/>
                    <a:pt x="295" y="155"/>
                  </a:cubicBezTo>
                  <a:cubicBezTo>
                    <a:pt x="295" y="242"/>
                    <a:pt x="229" y="311"/>
                    <a:pt x="147" y="311"/>
                  </a:cubicBezTo>
                  <a:cubicBezTo>
                    <a:pt x="65" y="311"/>
                    <a:pt x="0" y="242"/>
                    <a:pt x="0" y="1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610" name="path"/>
            <p:cNvSpPr/>
            <p:nvPr/>
          </p:nvSpPr>
          <p:spPr>
            <a:xfrm>
              <a:off x="0" y="0"/>
              <a:ext cx="200151" cy="210819"/>
            </a:xfrm>
            <a:custGeom>
              <a:avLst/>
              <a:gdLst/>
              <a:ahLst/>
              <a:cxnLst/>
              <a:rect l="0" t="0" r="0" b="0"/>
              <a:pathLst>
                <a:path w="315" h="331">
                  <a:moveTo>
                    <a:pt x="10" y="165"/>
                  </a:moveTo>
                  <a:cubicBezTo>
                    <a:pt x="10" y="79"/>
                    <a:pt x="75" y="10"/>
                    <a:pt x="157" y="10"/>
                  </a:cubicBezTo>
                  <a:cubicBezTo>
                    <a:pt x="239" y="10"/>
                    <a:pt x="305" y="79"/>
                    <a:pt x="305" y="165"/>
                  </a:cubicBezTo>
                  <a:cubicBezTo>
                    <a:pt x="305" y="252"/>
                    <a:pt x="239" y="321"/>
                    <a:pt x="157" y="321"/>
                  </a:cubicBezTo>
                  <a:cubicBezTo>
                    <a:pt x="75" y="321"/>
                    <a:pt x="10" y="252"/>
                    <a:pt x="10" y="165"/>
                  </a:cubicBezTo>
                </a:path>
              </a:pathLst>
            </a:custGeom>
            <a:noFill/>
            <a:ln w="12700" cap="flat">
              <a:solidFill>
                <a:srgbClr val="FFC000">
                  <a:alpha val="100000"/>
                </a:srgbClr>
              </a:solidFill>
              <a:prstDash val="solid"/>
              <a:round/>
            </a:ln>
          </p:spPr>
          <p:txBody>
            <a:bodyPr rtlCol="0"/>
            <a:lstStyle/>
            <a:p>
              <a:pPr algn="ctr"/>
              <a:endParaRPr lang="zh-CN" altLang="en-US"/>
            </a:p>
          </p:txBody>
        </p:sp>
        <p:sp>
          <p:nvSpPr>
            <p:cNvPr id="1612" name="path"/>
            <p:cNvSpPr/>
            <p:nvPr/>
          </p:nvSpPr>
          <p:spPr>
            <a:xfrm>
              <a:off x="96265" y="254"/>
              <a:ext cx="101980" cy="207136"/>
            </a:xfrm>
            <a:custGeom>
              <a:avLst/>
              <a:gdLst/>
              <a:ahLst/>
              <a:cxnLst/>
              <a:rect l="0" t="0" r="0" b="0"/>
              <a:pathLst>
                <a:path w="160" h="326">
                  <a:moveTo>
                    <a:pt x="0" y="0"/>
                  </a:moveTo>
                  <a:lnTo>
                    <a:pt x="0" y="60"/>
                  </a:lnTo>
                  <a:lnTo>
                    <a:pt x="0" y="87"/>
                  </a:lnTo>
                  <a:lnTo>
                    <a:pt x="0" y="112"/>
                  </a:lnTo>
                  <a:lnTo>
                    <a:pt x="0" y="135"/>
                  </a:lnTo>
                  <a:lnTo>
                    <a:pt x="0" y="150"/>
                  </a:lnTo>
                  <a:lnTo>
                    <a:pt x="0" y="160"/>
                  </a:lnTo>
                  <a:lnTo>
                    <a:pt x="0" y="165"/>
                  </a:lnTo>
                  <a:lnTo>
                    <a:pt x="0" y="183"/>
                  </a:lnTo>
                  <a:lnTo>
                    <a:pt x="0" y="198"/>
                  </a:lnTo>
                  <a:lnTo>
                    <a:pt x="2" y="225"/>
                  </a:lnTo>
                  <a:lnTo>
                    <a:pt x="2" y="243"/>
                  </a:lnTo>
                  <a:lnTo>
                    <a:pt x="2" y="263"/>
                  </a:lnTo>
                  <a:lnTo>
                    <a:pt x="2" y="291"/>
                  </a:lnTo>
                  <a:lnTo>
                    <a:pt x="2" y="326"/>
                  </a:lnTo>
                  <a:lnTo>
                    <a:pt x="27" y="323"/>
                  </a:lnTo>
                  <a:lnTo>
                    <a:pt x="52" y="316"/>
                  </a:lnTo>
                  <a:lnTo>
                    <a:pt x="80" y="303"/>
                  </a:lnTo>
                  <a:lnTo>
                    <a:pt x="105" y="286"/>
                  </a:lnTo>
                  <a:lnTo>
                    <a:pt x="127" y="263"/>
                  </a:lnTo>
                  <a:lnTo>
                    <a:pt x="145" y="235"/>
                  </a:lnTo>
                  <a:lnTo>
                    <a:pt x="155" y="203"/>
                  </a:lnTo>
                  <a:lnTo>
                    <a:pt x="160" y="165"/>
                  </a:lnTo>
                  <a:lnTo>
                    <a:pt x="155" y="127"/>
                  </a:lnTo>
                  <a:lnTo>
                    <a:pt x="145" y="95"/>
                  </a:lnTo>
                  <a:lnTo>
                    <a:pt x="127" y="70"/>
                  </a:lnTo>
                  <a:lnTo>
                    <a:pt x="107" y="47"/>
                  </a:lnTo>
                  <a:lnTo>
                    <a:pt x="82" y="30"/>
                  </a:lnTo>
                  <a:lnTo>
                    <a:pt x="55" y="14"/>
                  </a:lnTo>
                  <a:lnTo>
                    <a:pt x="27" y="4"/>
                  </a:lnTo>
                  <a:lnTo>
                    <a:pt x="0" y="0"/>
                  </a:lnTo>
                </a:path>
              </a:pathLst>
            </a:custGeom>
            <a:solidFill>
              <a:srgbClr val="FFC000">
                <a:alpha val="100000"/>
              </a:srgbClr>
            </a:solidFill>
            <a:ln cap="flat">
              <a:noFill/>
              <a:prstDash val="solid"/>
              <a:miter lim="0"/>
            </a:ln>
          </p:spPr>
          <p:txBody>
            <a:bodyPr rtlCol="0"/>
            <a:lstStyle/>
            <a:p>
              <a:pPr algn="ctr"/>
              <a:endParaRPr lang="zh-CN" altLang="en-US"/>
            </a:p>
          </p:txBody>
        </p:sp>
      </p:grpSp>
      <p:sp>
        <p:nvSpPr>
          <p:cNvPr id="1614" name="path"/>
          <p:cNvSpPr/>
          <p:nvPr/>
        </p:nvSpPr>
        <p:spPr>
          <a:xfrm>
            <a:off x="4315713" y="2657601"/>
            <a:ext cx="114680" cy="219837"/>
          </a:xfrm>
          <a:custGeom>
            <a:avLst/>
            <a:gdLst/>
            <a:ahLst/>
            <a:cxnLst/>
            <a:rect l="0" t="0" r="0" b="0"/>
            <a:pathLst>
              <a:path w="180" h="346">
                <a:moveTo>
                  <a:pt x="10" y="10"/>
                </a:moveTo>
                <a:lnTo>
                  <a:pt x="10" y="70"/>
                </a:lnTo>
                <a:lnTo>
                  <a:pt x="10" y="97"/>
                </a:lnTo>
                <a:lnTo>
                  <a:pt x="10" y="123"/>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8" y="273"/>
                </a:lnTo>
                <a:lnTo>
                  <a:pt x="155" y="246"/>
                </a:lnTo>
                <a:lnTo>
                  <a:pt x="165" y="213"/>
                </a:lnTo>
                <a:lnTo>
                  <a:pt x="170" y="175"/>
                </a:lnTo>
                <a:lnTo>
                  <a:pt x="165" y="138"/>
                </a:lnTo>
                <a:lnTo>
                  <a:pt x="155" y="105"/>
                </a:lnTo>
                <a:lnTo>
                  <a:pt x="138" y="80"/>
                </a:lnTo>
                <a:lnTo>
                  <a:pt x="118"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16" name="path"/>
          <p:cNvSpPr/>
          <p:nvPr/>
        </p:nvSpPr>
        <p:spPr>
          <a:xfrm>
            <a:off x="4324858" y="3337305"/>
            <a:ext cx="114680"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6"/>
                </a:lnTo>
                <a:lnTo>
                  <a:pt x="165" y="213"/>
                </a:lnTo>
                <a:lnTo>
                  <a:pt x="170" y="175"/>
                </a:lnTo>
                <a:lnTo>
                  <a:pt x="165" y="138"/>
                </a:lnTo>
                <a:lnTo>
                  <a:pt x="155" y="105"/>
                </a:lnTo>
                <a:lnTo>
                  <a:pt x="137" y="80"/>
                </a:lnTo>
                <a:lnTo>
                  <a:pt x="117" y="57"/>
                </a:lnTo>
                <a:lnTo>
                  <a:pt x="92" y="40"/>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18" name="path"/>
          <p:cNvSpPr/>
          <p:nvPr/>
        </p:nvSpPr>
        <p:spPr>
          <a:xfrm>
            <a:off x="3347973" y="4344670"/>
            <a:ext cx="114680"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5"/>
                </a:lnTo>
                <a:lnTo>
                  <a:pt x="165" y="213"/>
                </a:lnTo>
                <a:lnTo>
                  <a:pt x="170" y="175"/>
                </a:lnTo>
                <a:lnTo>
                  <a:pt x="165" y="137"/>
                </a:lnTo>
                <a:lnTo>
                  <a:pt x="155" y="105"/>
                </a:lnTo>
                <a:lnTo>
                  <a:pt x="137" y="80"/>
                </a:lnTo>
                <a:lnTo>
                  <a:pt x="117" y="57"/>
                </a:lnTo>
                <a:lnTo>
                  <a:pt x="92" y="40"/>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20" name="path"/>
          <p:cNvSpPr/>
          <p:nvPr/>
        </p:nvSpPr>
        <p:spPr>
          <a:xfrm>
            <a:off x="4324858" y="5036566"/>
            <a:ext cx="114680"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5"/>
                </a:lnTo>
                <a:lnTo>
                  <a:pt x="165" y="213"/>
                </a:lnTo>
                <a:lnTo>
                  <a:pt x="170" y="175"/>
                </a:lnTo>
                <a:lnTo>
                  <a:pt x="165" y="137"/>
                </a:lnTo>
                <a:lnTo>
                  <a:pt x="155" y="105"/>
                </a:lnTo>
                <a:lnTo>
                  <a:pt x="137" y="80"/>
                </a:lnTo>
                <a:lnTo>
                  <a:pt x="117" y="57"/>
                </a:lnTo>
                <a:lnTo>
                  <a:pt x="92" y="40"/>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22" name="path"/>
          <p:cNvSpPr/>
          <p:nvPr/>
        </p:nvSpPr>
        <p:spPr>
          <a:xfrm>
            <a:off x="3340353" y="5036566"/>
            <a:ext cx="114680" cy="219836"/>
          </a:xfrm>
          <a:custGeom>
            <a:avLst/>
            <a:gdLst/>
            <a:ahLst/>
            <a:cxnLst/>
            <a:rect l="0" t="0" r="0" b="0"/>
            <a:pathLst>
              <a:path w="180"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90" y="313"/>
                </a:lnTo>
                <a:lnTo>
                  <a:pt x="115" y="296"/>
                </a:lnTo>
                <a:lnTo>
                  <a:pt x="137" y="273"/>
                </a:lnTo>
                <a:lnTo>
                  <a:pt x="155" y="245"/>
                </a:lnTo>
                <a:lnTo>
                  <a:pt x="165" y="213"/>
                </a:lnTo>
                <a:lnTo>
                  <a:pt x="170" y="175"/>
                </a:lnTo>
                <a:lnTo>
                  <a:pt x="165" y="137"/>
                </a:lnTo>
                <a:lnTo>
                  <a:pt x="155" y="105"/>
                </a:lnTo>
                <a:lnTo>
                  <a:pt x="137" y="80"/>
                </a:lnTo>
                <a:lnTo>
                  <a:pt x="117" y="57"/>
                </a:lnTo>
                <a:lnTo>
                  <a:pt x="92" y="40"/>
                </a:lnTo>
                <a:lnTo>
                  <a:pt x="65"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24" name="path"/>
          <p:cNvSpPr/>
          <p:nvPr/>
        </p:nvSpPr>
        <p:spPr>
          <a:xfrm>
            <a:off x="3354070" y="3326638"/>
            <a:ext cx="114680" cy="218440"/>
          </a:xfrm>
          <a:custGeom>
            <a:avLst/>
            <a:gdLst/>
            <a:ahLst/>
            <a:cxnLst/>
            <a:rect l="0" t="0" r="0" b="0"/>
            <a:pathLst>
              <a:path w="180" h="344">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8"/>
                </a:lnTo>
                <a:lnTo>
                  <a:pt x="12" y="334"/>
                </a:lnTo>
                <a:lnTo>
                  <a:pt x="37" y="331"/>
                </a:lnTo>
                <a:lnTo>
                  <a:pt x="62" y="324"/>
                </a:lnTo>
                <a:lnTo>
                  <a:pt x="90" y="311"/>
                </a:lnTo>
                <a:lnTo>
                  <a:pt x="115" y="294"/>
                </a:lnTo>
                <a:lnTo>
                  <a:pt x="137" y="271"/>
                </a:lnTo>
                <a:lnTo>
                  <a:pt x="155" y="244"/>
                </a:lnTo>
                <a:lnTo>
                  <a:pt x="165" y="211"/>
                </a:lnTo>
                <a:lnTo>
                  <a:pt x="170" y="174"/>
                </a:lnTo>
                <a:lnTo>
                  <a:pt x="165" y="136"/>
                </a:lnTo>
                <a:lnTo>
                  <a:pt x="155" y="104"/>
                </a:lnTo>
                <a:lnTo>
                  <a:pt x="137" y="79"/>
                </a:lnTo>
                <a:lnTo>
                  <a:pt x="117" y="57"/>
                </a:lnTo>
                <a:lnTo>
                  <a:pt x="92" y="39"/>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26" name="path"/>
          <p:cNvSpPr/>
          <p:nvPr/>
        </p:nvSpPr>
        <p:spPr>
          <a:xfrm>
            <a:off x="3351021" y="4015485"/>
            <a:ext cx="114680" cy="218439"/>
          </a:xfrm>
          <a:custGeom>
            <a:avLst/>
            <a:gdLst/>
            <a:ahLst/>
            <a:cxnLst/>
            <a:rect l="0" t="0" r="0" b="0"/>
            <a:pathLst>
              <a:path w="180" h="343">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8"/>
                </a:lnTo>
                <a:lnTo>
                  <a:pt x="12" y="333"/>
                </a:lnTo>
                <a:lnTo>
                  <a:pt x="37" y="331"/>
                </a:lnTo>
                <a:lnTo>
                  <a:pt x="62" y="323"/>
                </a:lnTo>
                <a:lnTo>
                  <a:pt x="90" y="311"/>
                </a:lnTo>
                <a:lnTo>
                  <a:pt x="115" y="293"/>
                </a:lnTo>
                <a:lnTo>
                  <a:pt x="138" y="271"/>
                </a:lnTo>
                <a:lnTo>
                  <a:pt x="155" y="244"/>
                </a:lnTo>
                <a:lnTo>
                  <a:pt x="165" y="211"/>
                </a:lnTo>
                <a:lnTo>
                  <a:pt x="170" y="174"/>
                </a:lnTo>
                <a:lnTo>
                  <a:pt x="165" y="137"/>
                </a:lnTo>
                <a:lnTo>
                  <a:pt x="155" y="104"/>
                </a:lnTo>
                <a:lnTo>
                  <a:pt x="138" y="79"/>
                </a:lnTo>
                <a:lnTo>
                  <a:pt x="118" y="57"/>
                </a:lnTo>
                <a:lnTo>
                  <a:pt x="92" y="39"/>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28" name="path"/>
          <p:cNvSpPr/>
          <p:nvPr/>
        </p:nvSpPr>
        <p:spPr>
          <a:xfrm>
            <a:off x="4317238" y="4359909"/>
            <a:ext cx="114680" cy="218439"/>
          </a:xfrm>
          <a:custGeom>
            <a:avLst/>
            <a:gdLst/>
            <a:ahLst/>
            <a:cxnLst/>
            <a:rect l="0" t="0" r="0" b="0"/>
            <a:pathLst>
              <a:path w="180" h="343">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8"/>
                </a:lnTo>
                <a:lnTo>
                  <a:pt x="12" y="333"/>
                </a:lnTo>
                <a:lnTo>
                  <a:pt x="37" y="331"/>
                </a:lnTo>
                <a:lnTo>
                  <a:pt x="62" y="323"/>
                </a:lnTo>
                <a:lnTo>
                  <a:pt x="90" y="311"/>
                </a:lnTo>
                <a:lnTo>
                  <a:pt x="115" y="293"/>
                </a:lnTo>
                <a:lnTo>
                  <a:pt x="137" y="271"/>
                </a:lnTo>
                <a:lnTo>
                  <a:pt x="155" y="244"/>
                </a:lnTo>
                <a:lnTo>
                  <a:pt x="165" y="211"/>
                </a:lnTo>
                <a:lnTo>
                  <a:pt x="170" y="174"/>
                </a:lnTo>
                <a:lnTo>
                  <a:pt x="165" y="136"/>
                </a:lnTo>
                <a:lnTo>
                  <a:pt x="155" y="104"/>
                </a:lnTo>
                <a:lnTo>
                  <a:pt x="137" y="79"/>
                </a:lnTo>
                <a:lnTo>
                  <a:pt x="117" y="57"/>
                </a:lnTo>
                <a:lnTo>
                  <a:pt x="92" y="39"/>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30" name="path"/>
          <p:cNvSpPr/>
          <p:nvPr/>
        </p:nvSpPr>
        <p:spPr>
          <a:xfrm>
            <a:off x="3361690" y="2992882"/>
            <a:ext cx="114680" cy="218439"/>
          </a:xfrm>
          <a:custGeom>
            <a:avLst/>
            <a:gdLst/>
            <a:ahLst/>
            <a:cxnLst/>
            <a:rect l="0" t="0" r="0" b="0"/>
            <a:pathLst>
              <a:path w="180" h="343">
                <a:moveTo>
                  <a:pt x="10" y="10"/>
                </a:moveTo>
                <a:lnTo>
                  <a:pt x="10" y="69"/>
                </a:lnTo>
                <a:lnTo>
                  <a:pt x="10" y="97"/>
                </a:lnTo>
                <a:lnTo>
                  <a:pt x="10" y="122"/>
                </a:lnTo>
                <a:lnTo>
                  <a:pt x="10" y="144"/>
                </a:lnTo>
                <a:lnTo>
                  <a:pt x="10" y="159"/>
                </a:lnTo>
                <a:lnTo>
                  <a:pt x="10" y="169"/>
                </a:lnTo>
                <a:lnTo>
                  <a:pt x="10" y="174"/>
                </a:lnTo>
                <a:lnTo>
                  <a:pt x="10" y="191"/>
                </a:lnTo>
                <a:lnTo>
                  <a:pt x="10" y="206"/>
                </a:lnTo>
                <a:lnTo>
                  <a:pt x="12" y="234"/>
                </a:lnTo>
                <a:lnTo>
                  <a:pt x="12" y="251"/>
                </a:lnTo>
                <a:lnTo>
                  <a:pt x="12" y="271"/>
                </a:lnTo>
                <a:lnTo>
                  <a:pt x="12" y="299"/>
                </a:lnTo>
                <a:lnTo>
                  <a:pt x="12" y="333"/>
                </a:lnTo>
                <a:lnTo>
                  <a:pt x="37" y="331"/>
                </a:lnTo>
                <a:lnTo>
                  <a:pt x="62" y="323"/>
                </a:lnTo>
                <a:lnTo>
                  <a:pt x="90" y="311"/>
                </a:lnTo>
                <a:lnTo>
                  <a:pt x="115" y="293"/>
                </a:lnTo>
                <a:lnTo>
                  <a:pt x="137" y="271"/>
                </a:lnTo>
                <a:lnTo>
                  <a:pt x="155" y="244"/>
                </a:lnTo>
                <a:lnTo>
                  <a:pt x="165" y="211"/>
                </a:lnTo>
                <a:lnTo>
                  <a:pt x="170" y="174"/>
                </a:lnTo>
                <a:lnTo>
                  <a:pt x="165" y="137"/>
                </a:lnTo>
                <a:lnTo>
                  <a:pt x="155" y="104"/>
                </a:lnTo>
                <a:lnTo>
                  <a:pt x="137" y="79"/>
                </a:lnTo>
                <a:lnTo>
                  <a:pt x="117" y="57"/>
                </a:lnTo>
                <a:lnTo>
                  <a:pt x="92" y="39"/>
                </a:lnTo>
                <a:lnTo>
                  <a:pt x="65" y="25"/>
                </a:lnTo>
                <a:lnTo>
                  <a:pt x="37" y="15"/>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
        <p:nvSpPr>
          <p:cNvPr id="1632" name="path"/>
          <p:cNvSpPr/>
          <p:nvPr/>
        </p:nvSpPr>
        <p:spPr>
          <a:xfrm>
            <a:off x="2476245" y="5036566"/>
            <a:ext cx="113283" cy="219836"/>
          </a:xfrm>
          <a:custGeom>
            <a:avLst/>
            <a:gdLst/>
            <a:ahLst/>
            <a:cxnLst/>
            <a:rect l="0" t="0" r="0" b="0"/>
            <a:pathLst>
              <a:path w="178" h="346">
                <a:moveTo>
                  <a:pt x="10" y="10"/>
                </a:moveTo>
                <a:lnTo>
                  <a:pt x="10" y="70"/>
                </a:lnTo>
                <a:lnTo>
                  <a:pt x="10" y="97"/>
                </a:lnTo>
                <a:lnTo>
                  <a:pt x="10" y="122"/>
                </a:lnTo>
                <a:lnTo>
                  <a:pt x="10" y="145"/>
                </a:lnTo>
                <a:lnTo>
                  <a:pt x="10" y="160"/>
                </a:lnTo>
                <a:lnTo>
                  <a:pt x="10" y="170"/>
                </a:lnTo>
                <a:lnTo>
                  <a:pt x="10" y="175"/>
                </a:lnTo>
                <a:lnTo>
                  <a:pt x="10" y="193"/>
                </a:lnTo>
                <a:lnTo>
                  <a:pt x="10" y="208"/>
                </a:lnTo>
                <a:lnTo>
                  <a:pt x="12" y="235"/>
                </a:lnTo>
                <a:lnTo>
                  <a:pt x="12" y="253"/>
                </a:lnTo>
                <a:lnTo>
                  <a:pt x="12" y="273"/>
                </a:lnTo>
                <a:lnTo>
                  <a:pt x="12" y="301"/>
                </a:lnTo>
                <a:lnTo>
                  <a:pt x="12" y="336"/>
                </a:lnTo>
                <a:lnTo>
                  <a:pt x="37" y="333"/>
                </a:lnTo>
                <a:lnTo>
                  <a:pt x="62" y="326"/>
                </a:lnTo>
                <a:lnTo>
                  <a:pt x="89" y="313"/>
                </a:lnTo>
                <a:lnTo>
                  <a:pt x="114" y="296"/>
                </a:lnTo>
                <a:lnTo>
                  <a:pt x="136" y="273"/>
                </a:lnTo>
                <a:lnTo>
                  <a:pt x="153" y="245"/>
                </a:lnTo>
                <a:lnTo>
                  <a:pt x="163" y="213"/>
                </a:lnTo>
                <a:lnTo>
                  <a:pt x="168" y="175"/>
                </a:lnTo>
                <a:lnTo>
                  <a:pt x="163" y="137"/>
                </a:lnTo>
                <a:lnTo>
                  <a:pt x="153" y="105"/>
                </a:lnTo>
                <a:lnTo>
                  <a:pt x="136" y="80"/>
                </a:lnTo>
                <a:lnTo>
                  <a:pt x="116" y="57"/>
                </a:lnTo>
                <a:lnTo>
                  <a:pt x="91" y="40"/>
                </a:lnTo>
                <a:lnTo>
                  <a:pt x="64" y="24"/>
                </a:lnTo>
                <a:lnTo>
                  <a:pt x="37" y="14"/>
                </a:lnTo>
                <a:lnTo>
                  <a:pt x="10" y="10"/>
                </a:lnTo>
              </a:path>
            </a:pathLst>
          </a:custGeom>
          <a:noFill/>
          <a:ln w="12700" cap="rnd">
            <a:solidFill>
              <a:srgbClr val="FFC000">
                <a:alpha val="100000"/>
              </a:srgbClr>
            </a:solidFill>
            <a:prstDash val="solid"/>
            <a:round/>
          </a:ln>
        </p:spPr>
        <p:txBody>
          <a:bodyPr rtlCol="0"/>
          <a:lstStyle/>
          <a:p>
            <a:pPr algn="ctr"/>
            <a:endParaRPr lang="zh-CN" altLang="en-US"/>
          </a:p>
        </p:txBody>
      </p:sp>
    </p:spTree>
    <p:custDataLst>
      <p:tags r:id="rId17"/>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4" name="textbox 1634"/>
          <p:cNvSpPr/>
          <p:nvPr>
            <p:custDataLst>
              <p:tags r:id="rId1"/>
            </p:custDataLst>
          </p:nvPr>
        </p:nvSpPr>
        <p:spPr>
          <a:xfrm>
            <a:off x="821627" y="424021"/>
            <a:ext cx="7937500" cy="868680"/>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29845" algn="l" rtl="0" eaLnBrk="0">
              <a:lnSpc>
                <a:spcPct val="98000"/>
              </a:lnSpc>
            </a:pPr>
            <a:r>
              <a:rPr sz="2000" b="1" kern="0" spc="-30" dirty="0">
                <a:solidFill>
                  <a:schemeClr val="dk1"/>
                </a:solidFill>
                <a:cs typeface="微软雅黑" panose="020B0503020204020204" charset="-122"/>
              </a:rPr>
              <a:t>IT基础构架评估</a:t>
            </a:r>
            <a:endParaRPr lang="en-US" altLang="en-US" sz="2000" dirty="0">
              <a:solidFill>
                <a:schemeClr val="dk1"/>
              </a:solidFill>
            </a:endParaRPr>
          </a:p>
          <a:p>
            <a:pPr algn="l" rtl="0" eaLnBrk="0">
              <a:lnSpc>
                <a:spcPct val="166000"/>
              </a:lnSpc>
            </a:pPr>
            <a:endParaRPr lang="en-US" altLang="en-US" sz="1000" dirty="0">
              <a:solidFill>
                <a:schemeClr val="dk1"/>
              </a:solidFill>
            </a:endParaRPr>
          </a:p>
          <a:p>
            <a:pPr algn="l" rtl="0" eaLnBrk="0">
              <a:lnSpc>
                <a:spcPct val="127000"/>
              </a:lnSpc>
            </a:pPr>
            <a:endParaRPr lang="en-US" altLang="en-US" sz="300" dirty="0">
              <a:solidFill>
                <a:schemeClr val="dk1"/>
              </a:solidFill>
            </a:endParaRPr>
          </a:p>
          <a:p>
            <a:pPr marL="12700" algn="l" rtl="0" eaLnBrk="0">
              <a:lnSpc>
                <a:spcPts val="1845"/>
              </a:lnSpc>
              <a:spcBef>
                <a:spcPts val="5"/>
              </a:spcBef>
            </a:pPr>
            <a:r>
              <a:rPr sz="1500" kern="0" spc="80" dirty="0">
                <a:solidFill>
                  <a:schemeClr val="dk1"/>
                </a:solidFill>
                <a:cs typeface="微软雅黑" panose="020B0503020204020204" charset="-122"/>
              </a:rPr>
              <a:t>XX现有的基础构架能够基本满足现</a:t>
            </a:r>
            <a:r>
              <a:rPr sz="1500" kern="0" spc="70" dirty="0">
                <a:solidFill>
                  <a:schemeClr val="dk1"/>
                </a:solidFill>
                <a:cs typeface="微软雅黑" panose="020B0503020204020204" charset="-122"/>
              </a:rPr>
              <a:t>有的业务运行，</a:t>
            </a:r>
            <a:r>
              <a:rPr sz="1500" kern="0" spc="420" dirty="0">
                <a:solidFill>
                  <a:schemeClr val="dk1"/>
                </a:solidFill>
                <a:cs typeface="微软雅黑" panose="020B0503020204020204" charset="-122"/>
              </a:rPr>
              <a:t> </a:t>
            </a:r>
            <a:r>
              <a:rPr sz="1500" kern="0" spc="70" dirty="0">
                <a:solidFill>
                  <a:schemeClr val="dk1"/>
                </a:solidFill>
                <a:cs typeface="微软雅黑" panose="020B0503020204020204" charset="-122"/>
              </a:rPr>
              <a:t>未来应加强标准化和规划化管理</a:t>
            </a:r>
            <a:endParaRPr lang="en-US" altLang="en-US" sz="1500" kern="0" spc="70" dirty="0">
              <a:solidFill>
                <a:schemeClr val="dk1"/>
              </a:solidFill>
              <a:cs typeface="微软雅黑" panose="020B0503020204020204" charset="-122"/>
            </a:endParaRPr>
          </a:p>
        </p:txBody>
      </p:sp>
      <p:sp>
        <p:nvSpPr>
          <p:cNvPr id="1638" name="textbox 1638"/>
          <p:cNvSpPr/>
          <p:nvPr>
            <p:custDataLst>
              <p:tags r:id="rId2"/>
            </p:custDataLst>
          </p:nvPr>
        </p:nvSpPr>
        <p:spPr>
          <a:xfrm>
            <a:off x="4442459" y="4991100"/>
            <a:ext cx="3650615" cy="750569"/>
          </a:xfrm>
          <a:prstGeom prst="rect">
            <a:avLst/>
          </a:prstGeom>
          <a:solidFill>
            <a:srgbClr val="FFFFFF"/>
          </a:solidFill>
        </p:spPr>
        <p:txBody>
          <a:bodyPr vert="horz" wrap="square" lIns="0" tIns="0" rIns="0" bIns="0">
            <a:normAutofit/>
          </a:bodyPr>
          <a:lstStyle/>
          <a:p>
            <a:pPr algn="l" rtl="0" eaLnBrk="0">
              <a:lnSpc>
                <a:spcPct val="100000"/>
              </a:lnSpc>
            </a:pPr>
            <a:endParaRPr lang="en-US" altLang="en-US" sz="500" dirty="0">
              <a:solidFill>
                <a:schemeClr val="dk1"/>
              </a:solidFill>
            </a:endParaRPr>
          </a:p>
          <a:p>
            <a:pPr marL="201930" indent="-102870" algn="l" rtl="0" eaLnBrk="0">
              <a:lnSpc>
                <a:spcPct val="99000"/>
              </a:lnSpc>
              <a:spcBef>
                <a:spcPts val="5"/>
              </a:spcBef>
            </a:pPr>
            <a:r>
              <a:rPr sz="600" kern="0" spc="-60" dirty="0">
                <a:solidFill>
                  <a:schemeClr val="dk1"/>
                </a:solidFill>
                <a:cs typeface="Wingdings" panose="05000000000000000000"/>
              </a:rPr>
              <a:t>.</a:t>
            </a:r>
            <a:r>
              <a:rPr sz="600" kern="0" spc="-160" dirty="0">
                <a:solidFill>
                  <a:schemeClr val="dk1"/>
                </a:solidFill>
                <a:cs typeface="Wingdings" panose="05000000000000000000"/>
              </a:rPr>
              <a:t> </a:t>
            </a:r>
            <a:r>
              <a:rPr sz="1400" kern="0" spc="-60" dirty="0">
                <a:solidFill>
                  <a:schemeClr val="dk1"/>
                </a:solidFill>
                <a:cs typeface="微软雅黑" panose="020B0503020204020204" charset="-122"/>
              </a:rPr>
              <a:t>现有网络基本满足了互联互通的需求，</a:t>
            </a:r>
            <a:r>
              <a:rPr sz="1400" kern="0" spc="240" dirty="0">
                <a:solidFill>
                  <a:schemeClr val="dk1"/>
                </a:solidFill>
                <a:cs typeface="微软雅黑" panose="020B0503020204020204" charset="-122"/>
              </a:rPr>
              <a:t> </a:t>
            </a:r>
            <a:r>
              <a:rPr sz="1400" kern="0" spc="-60" dirty="0">
                <a:solidFill>
                  <a:schemeClr val="dk1"/>
                </a:solidFill>
                <a:cs typeface="微软雅黑" panose="020B0503020204020204" charset="-122"/>
              </a:rPr>
              <a:t>但</a:t>
            </a:r>
            <a:r>
              <a:rPr sz="1400" kern="0" spc="0" dirty="0">
                <a:solidFill>
                  <a:schemeClr val="dk1"/>
                </a:solidFill>
                <a:cs typeface="微软雅黑" panose="020B0503020204020204" charset="-122"/>
              </a:rPr>
              <a:t>     </a:t>
            </a:r>
            <a:r>
              <a:rPr sz="1400" kern="0" spc="-40" dirty="0">
                <a:solidFill>
                  <a:schemeClr val="dk1"/>
                </a:solidFill>
                <a:cs typeface="微软雅黑" panose="020B0503020204020204" charset="-122"/>
              </a:rPr>
              <a:t>各省公司的网络缺乏统一规划和管理，</a:t>
            </a:r>
            <a:r>
              <a:rPr sz="1400" kern="0" spc="310" dirty="0">
                <a:solidFill>
                  <a:schemeClr val="dk1"/>
                </a:solidFill>
                <a:cs typeface="微软雅黑" panose="020B0503020204020204" charset="-122"/>
              </a:rPr>
              <a:t> </a:t>
            </a:r>
            <a:r>
              <a:rPr sz="1400" kern="0" spc="-40" dirty="0">
                <a:solidFill>
                  <a:schemeClr val="dk1"/>
                </a:solidFill>
                <a:cs typeface="微软雅黑" panose="020B0503020204020204" charset="-122"/>
              </a:rPr>
              <a:t>尤</a:t>
            </a:r>
            <a:r>
              <a:rPr sz="1400" kern="0" spc="0" dirty="0">
                <a:solidFill>
                  <a:schemeClr val="dk1"/>
                </a:solidFill>
                <a:cs typeface="微软雅黑" panose="020B0503020204020204" charset="-122"/>
              </a:rPr>
              <a:t>     其成员企业和加盟网点</a:t>
            </a:r>
            <a:endParaRPr lang="en-US" altLang="en-US" sz="1400" kern="0" spc="0" dirty="0">
              <a:solidFill>
                <a:schemeClr val="dk1"/>
              </a:solidFill>
              <a:cs typeface="微软雅黑" panose="020B0503020204020204" charset="-122"/>
            </a:endParaRPr>
          </a:p>
        </p:txBody>
      </p:sp>
      <p:sp>
        <p:nvSpPr>
          <p:cNvPr id="1640" name="textbox 1640"/>
          <p:cNvSpPr/>
          <p:nvPr>
            <p:custDataLst>
              <p:tags r:id="rId3"/>
            </p:custDataLst>
          </p:nvPr>
        </p:nvSpPr>
        <p:spPr>
          <a:xfrm>
            <a:off x="547116" y="3273552"/>
            <a:ext cx="3562350" cy="751840"/>
          </a:xfrm>
          <a:prstGeom prst="rect">
            <a:avLst/>
          </a:prstGeom>
          <a:solidFill>
            <a:srgbClr val="FFFFFF"/>
          </a:solidFill>
        </p:spPr>
        <p:txBody>
          <a:bodyPr vert="horz" wrap="square" lIns="0" tIns="0" rIns="0" bIns="0">
            <a:normAutofit/>
          </a:bodyPr>
          <a:lstStyle/>
          <a:p>
            <a:pPr algn="l" rtl="0" eaLnBrk="0">
              <a:lnSpc>
                <a:spcPct val="101000"/>
              </a:lnSpc>
            </a:pPr>
            <a:endParaRPr lang="en-US" altLang="en-US" sz="500" dirty="0">
              <a:solidFill>
                <a:schemeClr val="dk1"/>
              </a:solidFill>
            </a:endParaRPr>
          </a:p>
          <a:p>
            <a:pPr marL="201930" indent="-103505" algn="l" rtl="0" eaLnBrk="0">
              <a:lnSpc>
                <a:spcPct val="99000"/>
              </a:lnSpc>
              <a:spcBef>
                <a:spcPts val="5"/>
              </a:spcBef>
            </a:pPr>
            <a:r>
              <a:rPr sz="600" kern="0" spc="-20" dirty="0">
                <a:solidFill>
                  <a:schemeClr val="dk1"/>
                </a:solidFill>
                <a:cs typeface="Wingdings" panose="05000000000000000000"/>
              </a:rPr>
              <a:t>.</a:t>
            </a:r>
            <a:r>
              <a:rPr sz="600" kern="0" spc="-250" dirty="0">
                <a:solidFill>
                  <a:schemeClr val="dk1"/>
                </a:solidFill>
                <a:cs typeface="Wingdings" panose="05000000000000000000"/>
              </a:rPr>
              <a:t> </a:t>
            </a:r>
            <a:r>
              <a:rPr sz="1400" kern="0" spc="-20" dirty="0">
                <a:solidFill>
                  <a:schemeClr val="dk1"/>
                </a:solidFill>
                <a:cs typeface="微软雅黑" panose="020B0503020204020204" charset="-122"/>
              </a:rPr>
              <a:t>银河系统使用“知道创宇”应用级入</a:t>
            </a:r>
            <a:r>
              <a:rPr sz="1400" kern="0" spc="-30" dirty="0">
                <a:solidFill>
                  <a:schemeClr val="dk1"/>
                </a:solidFill>
                <a:cs typeface="微软雅黑" panose="020B0503020204020204" charset="-122"/>
              </a:rPr>
              <a:t>侵防</a:t>
            </a:r>
            <a:r>
              <a:rPr sz="1400" kern="0" spc="0" dirty="0">
                <a:solidFill>
                  <a:schemeClr val="dk1"/>
                </a:solidFill>
                <a:cs typeface="微软雅黑" panose="020B0503020204020204" charset="-122"/>
              </a:rPr>
              <a:t>    御系统，但仍需要增加安全测试；公司信    息安全没有统一标准，防护能力不足</a:t>
            </a:r>
            <a:endParaRPr lang="en-US" altLang="en-US" sz="1400" kern="0" spc="0" dirty="0">
              <a:solidFill>
                <a:schemeClr val="dk1"/>
              </a:solidFill>
              <a:cs typeface="微软雅黑" panose="020B0503020204020204" charset="-122"/>
            </a:endParaRPr>
          </a:p>
        </p:txBody>
      </p:sp>
      <p:sp>
        <p:nvSpPr>
          <p:cNvPr id="1642" name="textbox 1642"/>
          <p:cNvSpPr/>
          <p:nvPr>
            <p:custDataLst>
              <p:tags r:id="rId4"/>
            </p:custDataLst>
          </p:nvPr>
        </p:nvSpPr>
        <p:spPr>
          <a:xfrm>
            <a:off x="8401811" y="3331464"/>
            <a:ext cx="2801620" cy="751840"/>
          </a:xfrm>
          <a:prstGeom prst="rect">
            <a:avLst/>
          </a:prstGeom>
          <a:solidFill>
            <a:srgbClr val="FFFFFF"/>
          </a:solidFill>
        </p:spPr>
        <p:txBody>
          <a:bodyPr vert="horz" wrap="square" lIns="0" tIns="0" rIns="0" bIns="0">
            <a:normAutofit/>
          </a:bodyPr>
          <a:lstStyle/>
          <a:p>
            <a:pPr algn="l" rtl="0" eaLnBrk="0">
              <a:lnSpc>
                <a:spcPct val="100000"/>
              </a:lnSpc>
            </a:pPr>
            <a:endParaRPr lang="en-US" altLang="en-US" sz="500" dirty="0">
              <a:solidFill>
                <a:schemeClr val="dk1"/>
              </a:solidFill>
            </a:endParaRPr>
          </a:p>
          <a:p>
            <a:pPr marL="204470" indent="-104140" algn="l" rtl="0" eaLnBrk="0">
              <a:lnSpc>
                <a:spcPct val="99000"/>
              </a:lnSpc>
              <a:spcBef>
                <a:spcPts val="5"/>
              </a:spcBef>
            </a:pPr>
            <a:r>
              <a:rPr sz="600" kern="0" spc="-30" dirty="0">
                <a:solidFill>
                  <a:schemeClr val="dk1"/>
                </a:solidFill>
                <a:cs typeface="Wingdings" panose="05000000000000000000"/>
              </a:rPr>
              <a:t>.</a:t>
            </a:r>
            <a:r>
              <a:rPr sz="600" kern="0" spc="-190" dirty="0">
                <a:solidFill>
                  <a:schemeClr val="dk1"/>
                </a:solidFill>
                <a:cs typeface="Wingdings" panose="05000000000000000000"/>
              </a:rPr>
              <a:t> </a:t>
            </a:r>
            <a:r>
              <a:rPr sz="1400" kern="0" spc="-30" dirty="0">
                <a:solidFill>
                  <a:schemeClr val="dk1"/>
                </a:solidFill>
                <a:cs typeface="微软雅黑" panose="020B0503020204020204" charset="-122"/>
              </a:rPr>
              <a:t>在数据中心方面，XX目前</a:t>
            </a:r>
            <a:r>
              <a:rPr sz="1400" kern="0" spc="0" dirty="0">
                <a:solidFill>
                  <a:schemeClr val="dk1"/>
                </a:solidFill>
                <a:cs typeface="微软雅黑" panose="020B0503020204020204" charset="-122"/>
              </a:rPr>
              <a:t>   采用阿里云和世纪互联，基本可   </a:t>
            </a:r>
            <a:r>
              <a:rPr sz="1400" kern="0" spc="-10" dirty="0">
                <a:solidFill>
                  <a:schemeClr val="dk1"/>
                </a:solidFill>
                <a:cs typeface="微软雅黑" panose="020B0503020204020204" charset="-122"/>
              </a:rPr>
              <a:t>以满足业务需求</a:t>
            </a:r>
            <a:endParaRPr lang="en-US" altLang="en-US" sz="1400" kern="0" spc="-10" dirty="0">
              <a:solidFill>
                <a:schemeClr val="dk1"/>
              </a:solidFill>
              <a:cs typeface="微软雅黑" panose="020B0503020204020204" charset="-122"/>
            </a:endParaRPr>
          </a:p>
        </p:txBody>
      </p:sp>
      <p:graphicFrame>
        <p:nvGraphicFramePr>
          <p:cNvPr id="1644" name="table 1644"/>
          <p:cNvGraphicFramePr>
            <a:graphicFrameLocks noGrp="1"/>
          </p:cNvGraphicFramePr>
          <p:nvPr>
            <p:custDataLst>
              <p:tags r:id="rId5"/>
            </p:custDataLst>
          </p:nvPr>
        </p:nvGraphicFramePr>
        <p:xfrm>
          <a:off x="4428934" y="2607754"/>
          <a:ext cx="887729" cy="2213610"/>
        </p:xfrm>
        <a:graphic>
          <a:graphicData uri="http://schemas.openxmlformats.org/drawingml/2006/table">
            <a:tbl>
              <a:tblPr>
                <a:solidFill>
                  <a:srgbClr val="F2F2F2"/>
                </a:solidFill>
              </a:tblPr>
              <a:tblGrid>
                <a:gridCol w="887729"/>
              </a:tblGrid>
              <a:tr h="2185035">
                <a:tc>
                  <a:txBody>
                    <a:bodyPr/>
                    <a:lstStyle/>
                    <a:p>
                      <a:pPr algn="l" rtl="0" eaLnBrk="0">
                        <a:lnSpc>
                          <a:spcPct val="117000"/>
                        </a:lnSpc>
                      </a:pPr>
                      <a:endParaRPr lang="en-US" altLang="en-US" sz="1000" dirty="0"/>
                    </a:p>
                    <a:p>
                      <a:pPr algn="l" rtl="0" eaLnBrk="0">
                        <a:lnSpc>
                          <a:spcPct val="117000"/>
                        </a:lnSpc>
                      </a:pPr>
                      <a:endParaRPr lang="en-US" altLang="en-US" sz="1000" dirty="0"/>
                    </a:p>
                    <a:p>
                      <a:pPr algn="l" rtl="0" eaLnBrk="0">
                        <a:lnSpc>
                          <a:spcPct val="117000"/>
                        </a:lnSpc>
                      </a:pPr>
                      <a:endParaRPr lang="en-US" altLang="en-US" sz="1000" dirty="0"/>
                    </a:p>
                    <a:p>
                      <a:pPr algn="l" rtl="0" eaLnBrk="0">
                        <a:lnSpc>
                          <a:spcPct val="118000"/>
                        </a:lnSpc>
                      </a:pPr>
                      <a:endParaRPr lang="en-US" altLang="en-US" sz="1000" dirty="0"/>
                    </a:p>
                    <a:p>
                      <a:pPr algn="l" rtl="0" eaLnBrk="0">
                        <a:lnSpc>
                          <a:spcPct val="118000"/>
                        </a:lnSpc>
                      </a:pPr>
                      <a:endParaRPr lang="en-US" altLang="en-US" sz="1000" dirty="0"/>
                    </a:p>
                    <a:p>
                      <a:pPr marL="243205" algn="l" rtl="0" eaLnBrk="0">
                        <a:lnSpc>
                          <a:spcPct val="94000"/>
                        </a:lnSpc>
                        <a:spcBef>
                          <a:spcPts val="0"/>
                        </a:spcBef>
                      </a:pPr>
                      <a:r>
                        <a:rPr sz="1500" kern="0" spc="80" dirty="0">
                          <a:solidFill>
                            <a:srgbClr val="000000">
                              <a:alpha val="100000"/>
                            </a:srgbClr>
                          </a:solidFill>
                          <a:cs typeface="微软雅黑" panose="020B0503020204020204" charset="-122"/>
                        </a:rPr>
                        <a:t>信息</a:t>
                      </a:r>
                      <a:endParaRPr lang="en-US" altLang="en-US" sz="1500" dirty="0"/>
                    </a:p>
                    <a:p>
                      <a:pPr marL="243840" algn="l" rtl="0" eaLnBrk="0">
                        <a:lnSpc>
                          <a:spcPts val="1920"/>
                        </a:lnSpc>
                      </a:pPr>
                      <a:r>
                        <a:rPr sz="1500" kern="0" spc="70" dirty="0">
                          <a:solidFill>
                            <a:srgbClr val="000000">
                              <a:alpha val="100000"/>
                            </a:srgbClr>
                          </a:solidFill>
                          <a:cs typeface="微软雅黑" panose="020B0503020204020204" charset="-122"/>
                        </a:rPr>
                        <a:t>安全</a:t>
                      </a:r>
                      <a:endParaRPr lang="en-US" altLang="en-US" sz="1500" dirty="0"/>
                    </a:p>
                  </a:txBody>
                  <a:tcPr marL="0" marR="0" marT="0" marB="0" vert="horz">
                    <a:lnL w="28575" cap="flat" cmpd="sng" algn="ctr">
                      <a:solidFill>
                        <a:srgbClr val="A6A6A6"/>
                      </a:solidFill>
                      <a:prstDash val="solid"/>
                      <a:round/>
                      <a:headEnd type="none" w="med" len="med"/>
                      <a:tailEnd type="none" w="med" len="med"/>
                    </a:lnL>
                    <a:lnR w="28575" cap="flat" cmpd="sng" algn="ctr">
                      <a:solidFill>
                        <a:srgbClr val="A6A6A6"/>
                      </a:solidFill>
                      <a:prstDash val="solid"/>
                      <a:round/>
                      <a:headEnd type="none" w="med" len="med"/>
                      <a:tailEnd type="none" w="med" len="med"/>
                    </a:lnR>
                    <a:lnT w="28575" cap="flat" cmpd="sng" algn="ctr">
                      <a:solidFill>
                        <a:srgbClr val="A6A6A6"/>
                      </a:solidFill>
                      <a:prstDash val="solid"/>
                      <a:round/>
                      <a:headEnd type="none" w="med" len="med"/>
                      <a:tailEnd type="none" w="med" len="med"/>
                    </a:lnT>
                    <a:lnB w="28575" cap="flat" cmpd="sng" algn="ctr">
                      <a:solidFill>
                        <a:srgbClr val="A6A6A6"/>
                      </a:solidFill>
                      <a:prstDash val="solid"/>
                      <a:round/>
                      <a:headEnd type="none" w="med" len="med"/>
                      <a:tailEnd type="none" w="med" len="med"/>
                    </a:lnB>
                    <a:solidFill>
                      <a:srgbClr val="F2F2F2"/>
                    </a:solidFill>
                  </a:tcPr>
                </a:tc>
              </a:tr>
            </a:tbl>
          </a:graphicData>
        </a:graphic>
      </p:graphicFrame>
      <p:sp>
        <p:nvSpPr>
          <p:cNvPr id="1646" name="textbox 1646"/>
          <p:cNvSpPr/>
          <p:nvPr>
            <p:custDataLst>
              <p:tags r:id="rId6"/>
            </p:custDataLst>
          </p:nvPr>
        </p:nvSpPr>
        <p:spPr>
          <a:xfrm>
            <a:off x="4442459" y="1799844"/>
            <a:ext cx="3650615" cy="535940"/>
          </a:xfrm>
          <a:prstGeom prst="rect">
            <a:avLst/>
          </a:prstGeom>
          <a:solidFill>
            <a:srgbClr val="FFFFFF"/>
          </a:solidFill>
        </p:spPr>
        <p:txBody>
          <a:bodyPr vert="horz" wrap="square" lIns="0" tIns="0" rIns="0" bIns="0">
            <a:normAutofit/>
          </a:bodyPr>
          <a:lstStyle/>
          <a:p>
            <a:pPr algn="l" rtl="0" eaLnBrk="0">
              <a:lnSpc>
                <a:spcPct val="120000"/>
              </a:lnSpc>
            </a:pPr>
            <a:endParaRPr lang="en-US" altLang="en-US" sz="400" dirty="0">
              <a:solidFill>
                <a:schemeClr val="dk1"/>
              </a:solidFill>
            </a:endParaRPr>
          </a:p>
          <a:p>
            <a:pPr marL="205105" indent="-106045" algn="l" rtl="0" eaLnBrk="0">
              <a:lnSpc>
                <a:spcPct val="99000"/>
              </a:lnSpc>
            </a:pPr>
            <a:r>
              <a:rPr sz="600" kern="0" spc="-20" dirty="0">
                <a:solidFill>
                  <a:schemeClr val="dk1"/>
                </a:solidFill>
                <a:cs typeface="Wingdings" panose="05000000000000000000"/>
              </a:rPr>
              <a:t>.</a:t>
            </a:r>
            <a:r>
              <a:rPr sz="600" kern="0" spc="-200" dirty="0">
                <a:solidFill>
                  <a:schemeClr val="dk1"/>
                </a:solidFill>
                <a:cs typeface="Wingdings" panose="05000000000000000000"/>
              </a:rPr>
              <a:t> </a:t>
            </a:r>
            <a:r>
              <a:rPr sz="1400" kern="0" spc="-20" dirty="0">
                <a:solidFill>
                  <a:schemeClr val="dk1"/>
                </a:solidFill>
                <a:cs typeface="微软雅黑" panose="020B0503020204020204" charset="-122"/>
              </a:rPr>
              <a:t>没有统一的灾备规划，绝大多数系统没有     </a:t>
            </a:r>
            <a:r>
              <a:rPr sz="1400" kern="0" spc="0" dirty="0">
                <a:solidFill>
                  <a:schemeClr val="dk1"/>
                </a:solidFill>
                <a:cs typeface="微软雅黑" panose="020B0503020204020204" charset="-122"/>
              </a:rPr>
              <a:t>异地灾备措施，存在信息安全隐患</a:t>
            </a:r>
            <a:endParaRPr lang="en-US" altLang="en-US" sz="1400" kern="0" spc="0" dirty="0">
              <a:solidFill>
                <a:schemeClr val="dk1"/>
              </a:solidFill>
              <a:cs typeface="微软雅黑" panose="020B0503020204020204" charset="-122"/>
            </a:endParaRPr>
          </a:p>
        </p:txBody>
      </p:sp>
      <p:graphicFrame>
        <p:nvGraphicFramePr>
          <p:cNvPr id="1648" name="table 1648"/>
          <p:cNvGraphicFramePr>
            <a:graphicFrameLocks noGrp="1"/>
          </p:cNvGraphicFramePr>
          <p:nvPr>
            <p:custDataLst>
              <p:tags r:id="rId7"/>
            </p:custDataLst>
          </p:nvPr>
        </p:nvGraphicFramePr>
        <p:xfrm>
          <a:off x="5427154" y="2607754"/>
          <a:ext cx="2667635" cy="727709"/>
        </p:xfrm>
        <a:graphic>
          <a:graphicData uri="http://schemas.openxmlformats.org/drawingml/2006/table">
            <a:tbl>
              <a:tblPr>
                <a:solidFill>
                  <a:srgbClr val="F2F2F2"/>
                </a:solidFill>
              </a:tblPr>
              <a:tblGrid>
                <a:gridCol w="2667635"/>
              </a:tblGrid>
              <a:tr h="699134">
                <a:tc>
                  <a:txBody>
                    <a:bodyPr/>
                    <a:lstStyle/>
                    <a:p>
                      <a:pPr algn="l" rtl="0" eaLnBrk="0">
                        <a:lnSpc>
                          <a:spcPct val="178000"/>
                        </a:lnSpc>
                      </a:pPr>
                      <a:endParaRPr lang="en-US" altLang="en-US" sz="1000" dirty="0"/>
                    </a:p>
                    <a:p>
                      <a:pPr algn="l" rtl="0" eaLnBrk="0">
                        <a:lnSpc>
                          <a:spcPct val="9000"/>
                        </a:lnSpc>
                      </a:pPr>
                      <a:endParaRPr lang="en-US" altLang="en-US" sz="100" dirty="0"/>
                    </a:p>
                    <a:p>
                      <a:pPr marL="1134745" algn="l" rtl="0" eaLnBrk="0">
                        <a:lnSpc>
                          <a:spcPts val="1865"/>
                        </a:lnSpc>
                      </a:pPr>
                      <a:r>
                        <a:rPr sz="1500" kern="0" spc="70" dirty="0">
                          <a:solidFill>
                            <a:srgbClr val="000000">
                              <a:alpha val="100000"/>
                            </a:srgbClr>
                          </a:solidFill>
                          <a:cs typeface="微软雅黑" panose="020B0503020204020204" charset="-122"/>
                        </a:rPr>
                        <a:t>灾备</a:t>
                      </a:r>
                      <a:endParaRPr lang="en-US" altLang="en-US" sz="1500" dirty="0"/>
                    </a:p>
                  </a:txBody>
                  <a:tcPr marL="0" marR="0" marT="0" marB="0" vert="horz">
                    <a:lnL w="28575" cap="flat" cmpd="sng" algn="ctr">
                      <a:solidFill>
                        <a:srgbClr val="A6A6A6"/>
                      </a:solidFill>
                      <a:prstDash val="solid"/>
                      <a:round/>
                      <a:headEnd type="none" w="med" len="med"/>
                      <a:tailEnd type="none" w="med" len="med"/>
                    </a:lnL>
                    <a:lnR w="28575" cap="flat" cmpd="sng" algn="ctr">
                      <a:solidFill>
                        <a:srgbClr val="A6A6A6"/>
                      </a:solidFill>
                      <a:prstDash val="solid"/>
                      <a:round/>
                      <a:headEnd type="none" w="med" len="med"/>
                      <a:tailEnd type="none" w="med" len="med"/>
                    </a:lnR>
                    <a:lnT w="28575" cap="flat" cmpd="sng" algn="ctr">
                      <a:solidFill>
                        <a:srgbClr val="A6A6A6"/>
                      </a:solidFill>
                      <a:prstDash val="solid"/>
                      <a:round/>
                      <a:headEnd type="none" w="med" len="med"/>
                      <a:tailEnd type="none" w="med" len="med"/>
                    </a:lnT>
                    <a:lnB w="28575" cap="flat" cmpd="sng" algn="ctr">
                      <a:solidFill>
                        <a:srgbClr val="A6A6A6"/>
                      </a:solidFill>
                      <a:prstDash val="solid"/>
                      <a:round/>
                      <a:headEnd type="none" w="med" len="med"/>
                      <a:tailEnd type="none" w="med" len="med"/>
                    </a:lnB>
                    <a:solidFill>
                      <a:srgbClr val="F2F2F2"/>
                    </a:solidFill>
                  </a:tcPr>
                </a:tc>
              </a:tr>
            </a:tbl>
          </a:graphicData>
        </a:graphic>
      </p:graphicFrame>
      <p:graphicFrame>
        <p:nvGraphicFramePr>
          <p:cNvPr id="1650" name="table 1650"/>
          <p:cNvGraphicFramePr>
            <a:graphicFrameLocks noGrp="1"/>
          </p:cNvGraphicFramePr>
          <p:nvPr>
            <p:custDataLst>
              <p:tags r:id="rId8"/>
            </p:custDataLst>
          </p:nvPr>
        </p:nvGraphicFramePr>
        <p:xfrm>
          <a:off x="5427154" y="3406330"/>
          <a:ext cx="2667635" cy="674370"/>
        </p:xfrm>
        <a:graphic>
          <a:graphicData uri="http://schemas.openxmlformats.org/drawingml/2006/table">
            <a:tbl>
              <a:tblPr>
                <a:solidFill>
                  <a:srgbClr val="F2F2F2"/>
                </a:solidFill>
              </a:tblPr>
              <a:tblGrid>
                <a:gridCol w="2667635"/>
              </a:tblGrid>
              <a:tr h="645795">
                <a:tc>
                  <a:txBody>
                    <a:bodyPr/>
                    <a:lstStyle/>
                    <a:p>
                      <a:pPr algn="l" rtl="0" eaLnBrk="0">
                        <a:lnSpc>
                          <a:spcPct val="161000"/>
                        </a:lnSpc>
                      </a:pPr>
                      <a:endParaRPr lang="en-US" altLang="en-US" sz="1000" dirty="0"/>
                    </a:p>
                    <a:p>
                      <a:pPr algn="l" rtl="0" eaLnBrk="0">
                        <a:lnSpc>
                          <a:spcPct val="9000"/>
                        </a:lnSpc>
                      </a:pPr>
                      <a:endParaRPr lang="en-US" altLang="en-US" sz="100" dirty="0"/>
                    </a:p>
                    <a:p>
                      <a:pPr marL="929640" algn="l" rtl="0" eaLnBrk="0">
                        <a:lnSpc>
                          <a:spcPts val="1840"/>
                        </a:lnSpc>
                      </a:pPr>
                      <a:r>
                        <a:rPr sz="1500" kern="0" spc="80" dirty="0">
                          <a:solidFill>
                            <a:srgbClr val="000000">
                              <a:alpha val="100000"/>
                            </a:srgbClr>
                          </a:solidFill>
                          <a:cs typeface="微软雅黑" panose="020B0503020204020204" charset="-122"/>
                        </a:rPr>
                        <a:t>数据中心</a:t>
                      </a:r>
                      <a:endParaRPr lang="en-US" altLang="en-US" sz="1500" dirty="0"/>
                    </a:p>
                  </a:txBody>
                  <a:tcPr marL="0" marR="0" marT="0" marB="0" vert="horz">
                    <a:lnL w="28575" cap="flat" cmpd="sng" algn="ctr">
                      <a:solidFill>
                        <a:srgbClr val="A6A6A6"/>
                      </a:solidFill>
                      <a:prstDash val="solid"/>
                      <a:round/>
                      <a:headEnd type="none" w="med" len="med"/>
                      <a:tailEnd type="none" w="med" len="med"/>
                    </a:lnL>
                    <a:lnR w="28575" cap="flat" cmpd="sng" algn="ctr">
                      <a:solidFill>
                        <a:srgbClr val="A6A6A6"/>
                      </a:solidFill>
                      <a:prstDash val="solid"/>
                      <a:round/>
                      <a:headEnd type="none" w="med" len="med"/>
                      <a:tailEnd type="none" w="med" len="med"/>
                    </a:lnR>
                    <a:lnT w="28575" cap="flat" cmpd="sng" algn="ctr">
                      <a:solidFill>
                        <a:srgbClr val="A6A6A6"/>
                      </a:solidFill>
                      <a:prstDash val="solid"/>
                      <a:round/>
                      <a:headEnd type="none" w="med" len="med"/>
                      <a:tailEnd type="none" w="med" len="med"/>
                    </a:lnT>
                    <a:lnB w="28575" cap="flat" cmpd="sng" algn="ctr">
                      <a:solidFill>
                        <a:srgbClr val="A6A6A6"/>
                      </a:solidFill>
                      <a:prstDash val="solid"/>
                      <a:round/>
                      <a:headEnd type="none" w="med" len="med"/>
                      <a:tailEnd type="none" w="med" len="med"/>
                    </a:lnB>
                    <a:solidFill>
                      <a:srgbClr val="F2F2F2"/>
                    </a:solidFill>
                  </a:tcPr>
                </a:tc>
              </a:tr>
            </a:tbl>
          </a:graphicData>
        </a:graphic>
      </p:graphicFrame>
      <p:graphicFrame>
        <p:nvGraphicFramePr>
          <p:cNvPr id="1652" name="table 1652"/>
          <p:cNvGraphicFramePr>
            <a:graphicFrameLocks noGrp="1"/>
          </p:cNvGraphicFramePr>
          <p:nvPr>
            <p:custDataLst>
              <p:tags r:id="rId9"/>
            </p:custDataLst>
          </p:nvPr>
        </p:nvGraphicFramePr>
        <p:xfrm>
          <a:off x="5427154" y="4151566"/>
          <a:ext cx="2667635" cy="669925"/>
        </p:xfrm>
        <a:graphic>
          <a:graphicData uri="http://schemas.openxmlformats.org/drawingml/2006/table">
            <a:tbl>
              <a:tblPr>
                <a:solidFill>
                  <a:srgbClr val="F2F2F2"/>
                </a:solidFill>
              </a:tblPr>
              <a:tblGrid>
                <a:gridCol w="2667635"/>
              </a:tblGrid>
              <a:tr h="641350">
                <a:tc>
                  <a:txBody>
                    <a:bodyPr/>
                    <a:lstStyle/>
                    <a:p>
                      <a:pPr algn="l" rtl="0" eaLnBrk="0">
                        <a:lnSpc>
                          <a:spcPct val="160000"/>
                        </a:lnSpc>
                      </a:pPr>
                      <a:endParaRPr lang="en-US" altLang="en-US" sz="1000" dirty="0"/>
                    </a:p>
                    <a:p>
                      <a:pPr marL="1147445" algn="l" rtl="0" eaLnBrk="0">
                        <a:lnSpc>
                          <a:spcPts val="1860"/>
                        </a:lnSpc>
                        <a:spcBef>
                          <a:spcPts val="5"/>
                        </a:spcBef>
                      </a:pPr>
                      <a:r>
                        <a:rPr sz="1500" kern="0" spc="20" dirty="0">
                          <a:solidFill>
                            <a:srgbClr val="000000">
                              <a:alpha val="100000"/>
                            </a:srgbClr>
                          </a:solidFill>
                          <a:cs typeface="微软雅黑" panose="020B0503020204020204" charset="-122"/>
                        </a:rPr>
                        <a:t>网络</a:t>
                      </a:r>
                      <a:endParaRPr lang="en-US" altLang="en-US" sz="1500" dirty="0"/>
                    </a:p>
                  </a:txBody>
                  <a:tcPr marL="0" marR="0" marT="0" marB="0" vert="horz">
                    <a:lnL w="28575" cap="flat" cmpd="sng" algn="ctr">
                      <a:solidFill>
                        <a:srgbClr val="A6A6A6"/>
                      </a:solidFill>
                      <a:prstDash val="solid"/>
                      <a:round/>
                      <a:headEnd type="none" w="med" len="med"/>
                      <a:tailEnd type="none" w="med" len="med"/>
                    </a:lnL>
                    <a:lnR w="28575" cap="flat" cmpd="sng" algn="ctr">
                      <a:solidFill>
                        <a:srgbClr val="A6A6A6"/>
                      </a:solidFill>
                      <a:prstDash val="solid"/>
                      <a:round/>
                      <a:headEnd type="none" w="med" len="med"/>
                      <a:tailEnd type="none" w="med" len="med"/>
                    </a:lnR>
                    <a:lnT w="28575" cap="flat" cmpd="sng" algn="ctr">
                      <a:solidFill>
                        <a:srgbClr val="A6A6A6"/>
                      </a:solidFill>
                      <a:prstDash val="solid"/>
                      <a:round/>
                      <a:headEnd type="none" w="med" len="med"/>
                      <a:tailEnd type="none" w="med" len="med"/>
                    </a:lnT>
                    <a:lnB w="28575" cap="flat" cmpd="sng" algn="ctr">
                      <a:solidFill>
                        <a:srgbClr val="A6A6A6"/>
                      </a:solidFill>
                      <a:prstDash val="solid"/>
                      <a:round/>
                      <a:headEnd type="none" w="med" len="med"/>
                      <a:tailEnd type="none" w="med" len="med"/>
                    </a:lnB>
                    <a:solidFill>
                      <a:srgbClr val="F2F2F2"/>
                    </a:solidFill>
                  </a:tcPr>
                </a:tc>
              </a:tr>
            </a:tbl>
          </a:graphicData>
        </a:graphic>
      </p:graphicFrame>
      <p:pic>
        <p:nvPicPr>
          <p:cNvPr id="1656" name="picture 1656"/>
          <p:cNvPicPr>
            <a:picLocks noChangeAspect="1"/>
          </p:cNvPicPr>
          <p:nvPr>
            <p:custDataLst>
              <p:tags r:id="rId10"/>
            </p:custDataLst>
          </p:nvPr>
        </p:nvPicPr>
        <p:blipFill>
          <a:blip r:embed="rId11"/>
          <a:stretch>
            <a:fillRect/>
          </a:stretch>
        </p:blipFill>
        <p:spPr>
          <a:xfrm rot="21600000">
            <a:off x="11915619" y="63196"/>
            <a:ext cx="251252" cy="227508"/>
          </a:xfrm>
          <a:prstGeom prst="rect">
            <a:avLst/>
          </a:prstGeom>
        </p:spPr>
      </p:pic>
      <p:pic>
        <p:nvPicPr>
          <p:cNvPr id="1658" name="picture 1658"/>
          <p:cNvPicPr>
            <a:picLocks noChangeAspect="1"/>
          </p:cNvPicPr>
          <p:nvPr>
            <p:custDataLst>
              <p:tags r:id="rId12"/>
            </p:custDataLst>
          </p:nvPr>
        </p:nvPicPr>
        <p:blipFill>
          <a:blip r:embed="rId13"/>
          <a:stretch>
            <a:fillRect/>
          </a:stretch>
        </p:blipFill>
        <p:spPr>
          <a:xfrm rot="21600000">
            <a:off x="11940745" y="391654"/>
            <a:ext cx="251252" cy="224971"/>
          </a:xfrm>
          <a:prstGeom prst="rect">
            <a:avLst/>
          </a:prstGeom>
        </p:spPr>
      </p:pic>
      <p:graphicFrame>
        <p:nvGraphicFramePr>
          <p:cNvPr id="1660" name="table 1660"/>
          <p:cNvGraphicFramePr>
            <a:graphicFrameLocks noGrp="1"/>
          </p:cNvGraphicFramePr>
          <p:nvPr>
            <p:custDataLst>
              <p:tags r:id="rId14"/>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A6A6A6">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ED7D31">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B0B0B0">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spTree>
    <p:custDataLst>
      <p:tags r:id="rId15"/>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2" name="table 1662"/>
          <p:cNvGraphicFramePr>
            <a:graphicFrameLocks noGrp="1"/>
          </p:cNvGraphicFramePr>
          <p:nvPr>
            <p:custDataLst>
              <p:tags r:id="rId1"/>
            </p:custDataLst>
          </p:nvPr>
        </p:nvGraphicFramePr>
        <p:xfrm>
          <a:off x="3505195" y="2333116"/>
          <a:ext cx="7046594" cy="2489200"/>
        </p:xfrm>
        <a:graphic>
          <a:graphicData uri="http://schemas.openxmlformats.org/drawingml/2006/table">
            <a:tbl>
              <a:tblPr/>
              <a:tblGrid>
                <a:gridCol w="7046594"/>
              </a:tblGrid>
              <a:tr h="1153794">
                <a:tc>
                  <a:txBody>
                    <a:bodyPr/>
                    <a:lstStyle/>
                    <a:p>
                      <a:pPr algn="l" rtl="0" eaLnBrk="0">
                        <a:lnSpc>
                          <a:spcPct val="101000"/>
                        </a:lnSpc>
                      </a:pPr>
                      <a:endParaRPr lang="en-US" altLang="en-US" sz="1000" dirty="0"/>
                    </a:p>
                    <a:p>
                      <a:pPr algn="l" rtl="0" eaLnBrk="0">
                        <a:lnSpc>
                          <a:spcPct val="102000"/>
                        </a:lnSpc>
                      </a:pPr>
                      <a:endParaRPr lang="en-US" altLang="en-US" sz="1000" dirty="0"/>
                    </a:p>
                    <a:p>
                      <a:pPr marL="254000" algn="l" rtl="0" eaLnBrk="0">
                        <a:lnSpc>
                          <a:spcPts val="1855"/>
                        </a:lnSpc>
                        <a:spcBef>
                          <a:spcPts val="5"/>
                        </a:spcBef>
                        <a:tabLst>
                          <a:tab pos="398145" algn="l"/>
                        </a:tabLst>
                      </a:pPr>
                      <a:r>
                        <a:rPr sz="1500" kern="0" spc="0" dirty="0">
                          <a:solidFill>
                            <a:srgbClr val="000000">
                              <a:alpha val="100000"/>
                            </a:srgbClr>
                          </a:solidFill>
                          <a:cs typeface="微软雅黑" panose="020B0503020204020204" charset="-122"/>
                        </a:rPr>
                        <a:t>	</a:t>
                      </a:r>
                      <a:r>
                        <a:rPr sz="1500" kern="0" spc="150" dirty="0">
                          <a:solidFill>
                            <a:srgbClr val="000000">
                              <a:alpha val="100000"/>
                            </a:srgbClr>
                          </a:solidFill>
                          <a:cs typeface="微软雅黑" panose="020B0503020204020204" charset="-122"/>
                        </a:rPr>
                        <a:t>  </a:t>
                      </a:r>
                      <a:r>
                        <a:rPr sz="1500" kern="0" spc="0" dirty="0">
                          <a:solidFill>
                            <a:srgbClr val="000000">
                              <a:alpha val="100000"/>
                            </a:srgbClr>
                          </a:solidFill>
                          <a:cs typeface="微软雅黑" panose="020B0503020204020204" charset="-122"/>
                        </a:rPr>
                        <a:t>IT</a:t>
                      </a:r>
                      <a:r>
                        <a:rPr sz="1500" kern="0" spc="90" dirty="0">
                          <a:solidFill>
                            <a:srgbClr val="000000">
                              <a:alpha val="100000"/>
                            </a:srgbClr>
                          </a:solidFill>
                          <a:cs typeface="微软雅黑" panose="020B0503020204020204" charset="-122"/>
                        </a:rPr>
                        <a:t>管理部门内按</a:t>
                      </a:r>
                      <a:r>
                        <a:rPr sz="1500" kern="0" spc="0" dirty="0">
                          <a:solidFill>
                            <a:srgbClr val="000000">
                              <a:alpha val="100000"/>
                            </a:srgbClr>
                          </a:solidFill>
                          <a:cs typeface="微软雅黑" panose="020B0503020204020204" charset="-122"/>
                        </a:rPr>
                        <a:t>IT</a:t>
                      </a:r>
                      <a:r>
                        <a:rPr sz="1500" kern="0" spc="90" dirty="0">
                          <a:solidFill>
                            <a:srgbClr val="000000">
                              <a:alpha val="100000"/>
                            </a:srgbClr>
                          </a:solidFill>
                          <a:cs typeface="微软雅黑" panose="020B0503020204020204" charset="-122"/>
                        </a:rPr>
                        <a:t>基本职能分工</a:t>
                      </a:r>
                      <a:endParaRPr lang="en-US" altLang="en-US" sz="1500" dirty="0"/>
                    </a:p>
                    <a:p>
                      <a:pPr marL="526415" indent="-272415" algn="l" rtl="0" eaLnBrk="0">
                        <a:lnSpc>
                          <a:spcPct val="105000"/>
                        </a:lnSpc>
                        <a:spcBef>
                          <a:spcPts val="70"/>
                        </a:spcBef>
                        <a:tabLst>
                          <a:tab pos="398145" algn="l"/>
                        </a:tabLst>
                      </a:pPr>
                      <a:r>
                        <a:rPr sz="1500" kern="0" spc="0" dirty="0">
                          <a:solidFill>
                            <a:srgbClr val="000000">
                              <a:alpha val="100000"/>
                            </a:srgbClr>
                          </a:solidFill>
                          <a:cs typeface="微软雅黑" panose="020B0503020204020204" charset="-122"/>
                        </a:rPr>
                        <a:t>	</a:t>
                      </a:r>
                      <a:r>
                        <a:rPr sz="1500" kern="0" spc="50" dirty="0">
                          <a:solidFill>
                            <a:srgbClr val="000000">
                              <a:alpha val="100000"/>
                            </a:srgbClr>
                          </a:solidFill>
                          <a:cs typeface="微软雅黑" panose="020B0503020204020204" charset="-122"/>
                        </a:rPr>
                        <a:t>  </a:t>
                      </a:r>
                      <a:r>
                        <a:rPr sz="1500" kern="0" spc="90" dirty="0">
                          <a:solidFill>
                            <a:srgbClr val="000000">
                              <a:alpha val="100000"/>
                            </a:srgbClr>
                          </a:solidFill>
                          <a:cs typeface="微软雅黑" panose="020B0503020204020204" charset="-122"/>
                        </a:rPr>
                        <a:t>人员方面存在结构性缺</a:t>
                      </a:r>
                      <a:r>
                        <a:rPr sz="1500" kern="0" spc="80" dirty="0">
                          <a:solidFill>
                            <a:srgbClr val="000000">
                              <a:alpha val="100000"/>
                            </a:srgbClr>
                          </a:solidFill>
                          <a:cs typeface="微软雅黑" panose="020B0503020204020204" charset="-122"/>
                        </a:rPr>
                        <a:t>员的问题，需要提升</a:t>
                      </a:r>
                      <a:r>
                        <a:rPr sz="1500" kern="0" spc="0" dirty="0">
                          <a:solidFill>
                            <a:srgbClr val="000000">
                              <a:alpha val="100000"/>
                            </a:srgbClr>
                          </a:solidFill>
                          <a:cs typeface="微软雅黑" panose="020B0503020204020204" charset="-122"/>
                        </a:rPr>
                        <a:t>IT</a:t>
                      </a:r>
                      <a:r>
                        <a:rPr sz="1500" kern="0" spc="80" dirty="0">
                          <a:solidFill>
                            <a:srgbClr val="000000">
                              <a:alpha val="100000"/>
                            </a:srgbClr>
                          </a:solidFill>
                          <a:cs typeface="微软雅黑" panose="020B0503020204020204" charset="-122"/>
                        </a:rPr>
                        <a:t>架构管理、业务管理和数     </a:t>
                      </a:r>
                      <a:r>
                        <a:rPr sz="1500" kern="0" spc="90" dirty="0">
                          <a:solidFill>
                            <a:srgbClr val="000000">
                              <a:alpha val="100000"/>
                            </a:srgbClr>
                          </a:solidFill>
                          <a:cs typeface="微软雅黑" panose="020B0503020204020204" charset="-122"/>
                        </a:rPr>
                        <a:t>据管理能力</a:t>
                      </a:r>
                      <a:endParaRPr lang="en-US" altLang="en-US" sz="1500" dirty="0"/>
                    </a:p>
                  </a:txBody>
                  <a:tcPr marL="0" marR="0" marT="0" marB="0" vert="horz">
                    <a:lnL>
                      <a:noFill/>
                    </a:lnL>
                    <a:lnR>
                      <a:noFill/>
                    </a:lnR>
                    <a:lnT w="15875" cap="flat" cmpd="sng" algn="ctr">
                      <a:solidFill>
                        <a:srgbClr val="A6A6A6"/>
                      </a:solidFill>
                      <a:prstDash val="solid"/>
                      <a:round/>
                      <a:headEnd type="none" w="med" len="med"/>
                      <a:tailEnd type="none" w="med" len="med"/>
                    </a:lnT>
                    <a:lnB w="15875" cap="flat" cmpd="sng" algn="ctr">
                      <a:solidFill>
                        <a:srgbClr val="A6A6A6"/>
                      </a:solidFill>
                      <a:prstDash val="solid"/>
                      <a:round/>
                      <a:headEnd type="none" w="med" len="med"/>
                      <a:tailEnd type="none" w="med" len="med"/>
                    </a:lnB>
                  </a:tcPr>
                </a:tc>
              </a:tr>
              <a:tr h="1335405">
                <a:tc>
                  <a:txBody>
                    <a:bodyPr/>
                    <a:lstStyle/>
                    <a:p>
                      <a:pPr algn="l" rtl="0" eaLnBrk="0">
                        <a:lnSpc>
                          <a:spcPct val="171000"/>
                        </a:lnSpc>
                      </a:pPr>
                      <a:endParaRPr lang="en-US" altLang="en-US" sz="1000" dirty="0"/>
                    </a:p>
                    <a:p>
                      <a:pPr marL="254000" algn="l" rtl="0" eaLnBrk="0">
                        <a:lnSpc>
                          <a:spcPts val="1850"/>
                        </a:lnSpc>
                        <a:spcBef>
                          <a:spcPts val="0"/>
                        </a:spcBef>
                        <a:tabLst>
                          <a:tab pos="398145" algn="l"/>
                        </a:tabLst>
                      </a:pPr>
                      <a:r>
                        <a:rPr sz="1500" kern="0" spc="0" dirty="0">
                          <a:solidFill>
                            <a:srgbClr val="000000">
                              <a:alpha val="100000"/>
                            </a:srgbClr>
                          </a:solidFill>
                          <a:cs typeface="微软雅黑" panose="020B0503020204020204" charset="-122"/>
                        </a:rPr>
                        <a:t>	</a:t>
                      </a:r>
                      <a:r>
                        <a:rPr sz="1500" kern="0" spc="60" dirty="0">
                          <a:solidFill>
                            <a:srgbClr val="000000">
                              <a:alpha val="100000"/>
                            </a:srgbClr>
                          </a:solidFill>
                          <a:cs typeface="微软雅黑" panose="020B0503020204020204" charset="-122"/>
                        </a:rPr>
                        <a:t>  </a:t>
                      </a:r>
                      <a:r>
                        <a:rPr sz="1500" kern="0" spc="100" dirty="0">
                          <a:solidFill>
                            <a:srgbClr val="000000">
                              <a:alpha val="100000"/>
                            </a:srgbClr>
                          </a:solidFill>
                          <a:cs typeface="微软雅黑" panose="020B0503020204020204" charset="-122"/>
                        </a:rPr>
                        <a:t>XX目前在</a:t>
                      </a:r>
                      <a:r>
                        <a:rPr sz="1500" kern="0" spc="0" dirty="0">
                          <a:solidFill>
                            <a:srgbClr val="000000">
                              <a:alpha val="100000"/>
                            </a:srgbClr>
                          </a:solidFill>
                          <a:cs typeface="微软雅黑" panose="020B0503020204020204" charset="-122"/>
                        </a:rPr>
                        <a:t>IT</a:t>
                      </a:r>
                      <a:r>
                        <a:rPr sz="1500" kern="0" spc="100" dirty="0">
                          <a:solidFill>
                            <a:srgbClr val="000000">
                              <a:alpha val="100000"/>
                            </a:srgbClr>
                          </a:solidFill>
                          <a:cs typeface="微软雅黑" panose="020B0503020204020204" charset="-122"/>
                        </a:rPr>
                        <a:t>治理与管理、客户关系相关流程缺</a:t>
                      </a:r>
                      <a:r>
                        <a:rPr sz="1500" kern="0" spc="90" dirty="0">
                          <a:solidFill>
                            <a:srgbClr val="000000">
                              <a:alpha val="100000"/>
                            </a:srgbClr>
                          </a:solidFill>
                          <a:cs typeface="微软雅黑" panose="020B0503020204020204" charset="-122"/>
                        </a:rPr>
                        <a:t>失严重</a:t>
                      </a:r>
                      <a:endParaRPr lang="en-US" altLang="en-US" sz="1500" dirty="0"/>
                    </a:p>
                    <a:p>
                      <a:pPr marL="534670" indent="-280670" algn="l" rtl="0" eaLnBrk="0">
                        <a:lnSpc>
                          <a:spcPct val="105000"/>
                        </a:lnSpc>
                        <a:spcBef>
                          <a:spcPts val="80"/>
                        </a:spcBef>
                        <a:tabLst>
                          <a:tab pos="398145" algn="l"/>
                        </a:tabLst>
                      </a:pPr>
                      <a:r>
                        <a:rPr sz="1500" kern="0" spc="0" dirty="0">
                          <a:solidFill>
                            <a:srgbClr val="000000">
                              <a:alpha val="100000"/>
                            </a:srgbClr>
                          </a:solidFill>
                          <a:cs typeface="微软雅黑" panose="020B0503020204020204" charset="-122"/>
                        </a:rPr>
                        <a:t>	</a:t>
                      </a:r>
                      <a:r>
                        <a:rPr sz="1500" kern="0" spc="60" dirty="0">
                          <a:solidFill>
                            <a:srgbClr val="000000">
                              <a:alpha val="100000"/>
                            </a:srgbClr>
                          </a:solidFill>
                          <a:cs typeface="微软雅黑" panose="020B0503020204020204" charset="-122"/>
                        </a:rPr>
                        <a:t>  </a:t>
                      </a:r>
                      <a:r>
                        <a:rPr sz="1500" kern="0" spc="70" dirty="0">
                          <a:solidFill>
                            <a:srgbClr val="000000">
                              <a:alpha val="100000"/>
                            </a:srgbClr>
                          </a:solidFill>
                          <a:cs typeface="微软雅黑" panose="020B0503020204020204" charset="-122"/>
                        </a:rPr>
                        <a:t>在实现、交付、运营和恢复等层面活动相对健全，</a:t>
                      </a:r>
                      <a:r>
                        <a:rPr sz="1500" kern="0" spc="430" dirty="0">
                          <a:solidFill>
                            <a:srgbClr val="000000">
                              <a:alpha val="100000"/>
                            </a:srgbClr>
                          </a:solidFill>
                          <a:cs typeface="微软雅黑" panose="020B0503020204020204" charset="-122"/>
                        </a:rPr>
                        <a:t> </a:t>
                      </a:r>
                      <a:r>
                        <a:rPr sz="1500" kern="0" spc="70" dirty="0">
                          <a:solidFill>
                            <a:srgbClr val="000000">
                              <a:alpha val="100000"/>
                            </a:srgbClr>
                          </a:solidFill>
                          <a:cs typeface="微软雅黑" panose="020B0503020204020204" charset="-122"/>
                        </a:rPr>
                        <a:t>相关流程有优化完善</a:t>
                      </a:r>
                      <a:r>
                        <a:rPr sz="1500" kern="0" spc="0" dirty="0">
                          <a:solidFill>
                            <a:srgbClr val="000000">
                              <a:alpha val="100000"/>
                            </a:srgbClr>
                          </a:solidFill>
                          <a:cs typeface="微软雅黑" panose="020B0503020204020204" charset="-122"/>
                        </a:rPr>
                        <a:t>     </a:t>
                      </a:r>
                      <a:r>
                        <a:rPr sz="1500" kern="0" spc="60" dirty="0">
                          <a:solidFill>
                            <a:srgbClr val="000000">
                              <a:alpha val="100000"/>
                            </a:srgbClr>
                          </a:solidFill>
                          <a:cs typeface="微软雅黑" panose="020B0503020204020204" charset="-122"/>
                        </a:rPr>
                        <a:t>的空间</a:t>
                      </a:r>
                      <a:endParaRPr lang="en-US" altLang="en-US" sz="1500" dirty="0"/>
                    </a:p>
                    <a:p>
                      <a:pPr marL="254000" algn="l" rtl="0" eaLnBrk="0">
                        <a:lnSpc>
                          <a:spcPts val="1850"/>
                        </a:lnSpc>
                        <a:spcBef>
                          <a:spcPts val="50"/>
                        </a:spcBef>
                        <a:tabLst>
                          <a:tab pos="398145" algn="l"/>
                        </a:tabLst>
                      </a:pPr>
                      <a:r>
                        <a:rPr sz="1500" kern="0" spc="0" dirty="0">
                          <a:solidFill>
                            <a:srgbClr val="000000">
                              <a:alpha val="100000"/>
                            </a:srgbClr>
                          </a:solidFill>
                          <a:cs typeface="微软雅黑" panose="020B0503020204020204" charset="-122"/>
                        </a:rPr>
                        <a:t>	</a:t>
                      </a:r>
                      <a:r>
                        <a:rPr sz="1500" kern="0" spc="130" dirty="0">
                          <a:solidFill>
                            <a:srgbClr val="000000">
                              <a:alpha val="100000"/>
                            </a:srgbClr>
                          </a:solidFill>
                          <a:cs typeface="微软雅黑" panose="020B0503020204020204" charset="-122"/>
                        </a:rPr>
                        <a:t>  </a:t>
                      </a:r>
                      <a:r>
                        <a:rPr sz="1500" kern="0" spc="90" dirty="0">
                          <a:solidFill>
                            <a:srgbClr val="000000">
                              <a:alpha val="100000"/>
                            </a:srgbClr>
                          </a:solidFill>
                          <a:cs typeface="微软雅黑" panose="020B0503020204020204" charset="-122"/>
                        </a:rPr>
                        <a:t>尚未制订完整、公开的</a:t>
                      </a:r>
                      <a:r>
                        <a:rPr sz="1500" kern="0" spc="0" dirty="0">
                          <a:solidFill>
                            <a:srgbClr val="000000">
                              <a:alpha val="100000"/>
                            </a:srgbClr>
                          </a:solidFill>
                          <a:cs typeface="微软雅黑" panose="020B0503020204020204" charset="-122"/>
                        </a:rPr>
                        <a:t>IT</a:t>
                      </a:r>
                      <a:r>
                        <a:rPr sz="1500" kern="0" spc="90" dirty="0">
                          <a:solidFill>
                            <a:srgbClr val="000000">
                              <a:alpha val="100000"/>
                            </a:srgbClr>
                          </a:solidFill>
                          <a:cs typeface="微软雅黑" panose="020B0503020204020204" charset="-122"/>
                        </a:rPr>
                        <a:t>管理与服务流程</a:t>
                      </a:r>
                      <a:endParaRPr lang="en-US" altLang="en-US" sz="1500" dirty="0"/>
                    </a:p>
                  </a:txBody>
                  <a:tcPr marL="0" marR="0" marT="0" marB="0" vert="horz">
                    <a:lnL>
                      <a:noFill/>
                    </a:lnL>
                    <a:lnR>
                      <a:noFill/>
                    </a:lnR>
                    <a:lnT w="15875" cap="flat" cmpd="sng" algn="ctr">
                      <a:solidFill>
                        <a:srgbClr val="A6A6A6"/>
                      </a:solidFill>
                      <a:prstDash val="solid"/>
                      <a:round/>
                      <a:headEnd type="none" w="med" len="med"/>
                      <a:tailEnd type="none" w="med" len="med"/>
                    </a:lnT>
                    <a:lnB w="15875" cap="flat" cmpd="sng" algn="ctr">
                      <a:solidFill>
                        <a:srgbClr val="A6A6A6"/>
                      </a:solidFill>
                      <a:prstDash val="solid"/>
                      <a:round/>
                      <a:headEnd type="none" w="med" len="med"/>
                      <a:tailEnd type="none" w="med" len="med"/>
                    </a:lnB>
                  </a:tcPr>
                </a:tc>
              </a:tr>
            </a:tbl>
          </a:graphicData>
        </a:graphic>
      </p:graphicFrame>
      <p:pic>
        <p:nvPicPr>
          <p:cNvPr id="1664" name="picture 1664"/>
          <p:cNvPicPr>
            <a:picLocks noChangeAspect="1"/>
          </p:cNvPicPr>
          <p:nvPr>
            <p:custDataLst>
              <p:tags r:id="rId2"/>
            </p:custDataLst>
          </p:nvPr>
        </p:nvPicPr>
        <p:blipFill>
          <a:blip r:embed="rId3"/>
          <a:stretch>
            <a:fillRect/>
          </a:stretch>
        </p:blipFill>
        <p:spPr>
          <a:xfrm rot="21600000">
            <a:off x="3759741" y="4494882"/>
            <a:ext cx="144127" cy="148999"/>
          </a:xfrm>
          <a:prstGeom prst="rect">
            <a:avLst/>
          </a:prstGeom>
        </p:spPr>
      </p:pic>
      <p:pic>
        <p:nvPicPr>
          <p:cNvPr id="1666" name="picture 1666"/>
          <p:cNvPicPr>
            <a:picLocks noChangeAspect="1"/>
          </p:cNvPicPr>
          <p:nvPr>
            <p:custDataLst>
              <p:tags r:id="rId4"/>
            </p:custDataLst>
          </p:nvPr>
        </p:nvPicPr>
        <p:blipFill>
          <a:blip r:embed="rId5"/>
          <a:stretch>
            <a:fillRect/>
          </a:stretch>
        </p:blipFill>
        <p:spPr>
          <a:xfrm rot="21600000">
            <a:off x="3759716" y="4007425"/>
            <a:ext cx="143911" cy="148775"/>
          </a:xfrm>
          <a:prstGeom prst="rect">
            <a:avLst/>
          </a:prstGeom>
        </p:spPr>
      </p:pic>
      <p:pic>
        <p:nvPicPr>
          <p:cNvPr id="1668" name="picture 1668"/>
          <p:cNvPicPr>
            <a:picLocks noChangeAspect="1"/>
          </p:cNvPicPr>
          <p:nvPr>
            <p:custDataLst>
              <p:tags r:id="rId6"/>
            </p:custDataLst>
          </p:nvPr>
        </p:nvPicPr>
        <p:blipFill>
          <a:blip r:embed="rId7"/>
          <a:stretch>
            <a:fillRect/>
          </a:stretch>
        </p:blipFill>
        <p:spPr>
          <a:xfrm rot="21600000">
            <a:off x="3759716" y="3763586"/>
            <a:ext cx="143911" cy="148775"/>
          </a:xfrm>
          <a:prstGeom prst="rect">
            <a:avLst/>
          </a:prstGeom>
        </p:spPr>
      </p:pic>
      <p:pic>
        <p:nvPicPr>
          <p:cNvPr id="1670" name="picture 1670"/>
          <p:cNvPicPr>
            <a:picLocks noChangeAspect="1"/>
          </p:cNvPicPr>
          <p:nvPr>
            <p:custDataLst>
              <p:tags r:id="rId8"/>
            </p:custDataLst>
          </p:nvPr>
        </p:nvPicPr>
        <p:blipFill>
          <a:blip r:embed="rId5"/>
          <a:stretch>
            <a:fillRect/>
          </a:stretch>
        </p:blipFill>
        <p:spPr>
          <a:xfrm rot="21600000">
            <a:off x="3759716" y="2902906"/>
            <a:ext cx="143911" cy="148775"/>
          </a:xfrm>
          <a:prstGeom prst="rect">
            <a:avLst/>
          </a:prstGeom>
        </p:spPr>
      </p:pic>
      <p:pic>
        <p:nvPicPr>
          <p:cNvPr id="1672" name="picture 1672"/>
          <p:cNvPicPr>
            <a:picLocks noChangeAspect="1"/>
          </p:cNvPicPr>
          <p:nvPr>
            <p:custDataLst>
              <p:tags r:id="rId9"/>
            </p:custDataLst>
          </p:nvPr>
        </p:nvPicPr>
        <p:blipFill>
          <a:blip r:embed="rId7"/>
          <a:stretch>
            <a:fillRect/>
          </a:stretch>
        </p:blipFill>
        <p:spPr>
          <a:xfrm rot="21600000">
            <a:off x="3759716" y="2659067"/>
            <a:ext cx="143911" cy="148775"/>
          </a:xfrm>
          <a:prstGeom prst="rect">
            <a:avLst/>
          </a:prstGeom>
        </p:spPr>
      </p:pic>
      <p:graphicFrame>
        <p:nvGraphicFramePr>
          <p:cNvPr id="1674" name="table 1674"/>
          <p:cNvGraphicFramePr>
            <a:graphicFrameLocks noGrp="1"/>
          </p:cNvGraphicFramePr>
          <p:nvPr>
            <p:custDataLst>
              <p:tags r:id="rId10"/>
            </p:custDataLst>
          </p:nvPr>
        </p:nvGraphicFramePr>
        <p:xfrm>
          <a:off x="1286001" y="1138173"/>
          <a:ext cx="2064385" cy="4765675"/>
        </p:xfrm>
        <a:graphic>
          <a:graphicData uri="http://schemas.openxmlformats.org/drawingml/2006/table">
            <a:tbl>
              <a:tblPr/>
              <a:tblGrid>
                <a:gridCol w="405764"/>
                <a:gridCol w="1368425"/>
                <a:gridCol w="290195"/>
              </a:tblGrid>
              <a:tr h="556259">
                <a:tc gridSpan="2">
                  <a:txBody>
                    <a:bodyPr/>
                    <a:lstStyle/>
                    <a:p>
                      <a:pPr algn="l" rtl="0" eaLnBrk="0">
                        <a:lnSpc>
                          <a:spcPct val="134000"/>
                        </a:lnSpc>
                      </a:pPr>
                      <a:endParaRPr lang="en-US" altLang="en-US" sz="1000" dirty="0"/>
                    </a:p>
                    <a:p>
                      <a:pPr marL="461645" algn="l" rtl="0" eaLnBrk="0">
                        <a:lnSpc>
                          <a:spcPts val="1860"/>
                        </a:lnSpc>
                        <a:spcBef>
                          <a:spcPts val="5"/>
                        </a:spcBef>
                      </a:pPr>
                      <a:r>
                        <a:rPr sz="1500" kern="0" spc="0" dirty="0">
                          <a:solidFill>
                            <a:srgbClr val="000000">
                              <a:alpha val="100000"/>
                            </a:srgbClr>
                          </a:solidFill>
                          <a:cs typeface="微软雅黑" panose="020B0503020204020204" charset="-122"/>
                        </a:rPr>
                        <a:t>IT</a:t>
                      </a:r>
                      <a:r>
                        <a:rPr sz="1500" kern="0" spc="70" dirty="0">
                          <a:solidFill>
                            <a:srgbClr val="000000">
                              <a:alpha val="100000"/>
                            </a:srgbClr>
                          </a:solidFill>
                          <a:cs typeface="微软雅黑" panose="020B0503020204020204" charset="-122"/>
                        </a:rPr>
                        <a:t>组织评估</a:t>
                      </a:r>
                      <a:endParaRPr lang="en-US" altLang="en-US" sz="15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a:noFill/>
                    </a:lnT>
                    <a:lnB w="9525" cap="flat" cmpd="sng" algn="ctr">
                      <a:solidFill>
                        <a:srgbClr val="FFFFFF"/>
                      </a:solidFill>
                      <a:prstDash val="solid"/>
                      <a:round/>
                      <a:headEnd type="none" w="med" len="med"/>
                      <a:tailEnd type="none" w="med" len="med"/>
                    </a:lnB>
                  </a:tcPr>
                </a:tc>
              </a:tr>
              <a:tr h="605154">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a:noFill/>
                    </a:lnB>
                  </a:tcPr>
                </a:tc>
                <a:tc>
                  <a:txBody>
                    <a:bodyPr/>
                    <a:lstStyle/>
                    <a:p>
                      <a:pPr algn="l" rtl="0" eaLnBrk="0">
                        <a:lnSpc>
                          <a:spcPct val="145000"/>
                        </a:lnSpc>
                      </a:pPr>
                      <a:endParaRPr lang="en-US" altLang="en-US" sz="1000" dirty="0"/>
                    </a:p>
                    <a:p>
                      <a:pPr algn="l" rtl="0" eaLnBrk="0">
                        <a:lnSpc>
                          <a:spcPct val="6000"/>
                        </a:lnSpc>
                      </a:pPr>
                      <a:endParaRPr lang="en-US" altLang="en-US" sz="100" dirty="0"/>
                    </a:p>
                    <a:p>
                      <a:pPr marL="565785" algn="l" rtl="0" eaLnBrk="0">
                        <a:lnSpc>
                          <a:spcPct val="98000"/>
                        </a:lnSpc>
                      </a:pPr>
                      <a:r>
                        <a:rPr sz="1400" b="1" kern="0" spc="-40" dirty="0">
                          <a:solidFill>
                            <a:srgbClr val="000000">
                              <a:alpha val="100000"/>
                            </a:srgbClr>
                          </a:solidFill>
                          <a:cs typeface="微软雅黑" panose="020B0503020204020204" charset="-122"/>
                        </a:rPr>
                        <a:t>IT定位</a:t>
                      </a:r>
                      <a:endParaRPr lang="en-US" altLang="en-US" sz="1400" dirty="0"/>
                    </a:p>
                  </a:txBody>
                  <a:tcPr marL="0" marR="0" marT="0" marB="0" vert="horz">
                    <a:lnL w="9525" cap="flat" cmpd="sng" algn="ctr">
                      <a:solidFill>
                        <a:srgbClr val="FFFFFF"/>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C000"/>
                    </a:solidFill>
                  </a:tcPr>
                </a:tc>
              </a:tr>
              <a:tr h="464819">
                <a:tc gridSpan="2">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r h="606425">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a:noFill/>
                    </a:lnB>
                  </a:tcPr>
                </a:tc>
                <a:tc>
                  <a:txBody>
                    <a:bodyPr/>
                    <a:lstStyle/>
                    <a:p>
                      <a:pPr algn="l" rtl="0" eaLnBrk="0">
                        <a:lnSpc>
                          <a:spcPct val="147000"/>
                        </a:lnSpc>
                      </a:pPr>
                      <a:endParaRPr lang="en-US" altLang="en-US" sz="1000" dirty="0"/>
                    </a:p>
                    <a:p>
                      <a:pPr marL="299085" algn="l" rtl="0" eaLnBrk="0">
                        <a:lnSpc>
                          <a:spcPct val="97000"/>
                        </a:lnSpc>
                        <a:spcBef>
                          <a:spcPts val="0"/>
                        </a:spcBef>
                      </a:pPr>
                      <a:r>
                        <a:rPr sz="1400" b="1" kern="0" spc="-20" dirty="0">
                          <a:solidFill>
                            <a:srgbClr val="000000">
                              <a:alpha val="100000"/>
                            </a:srgbClr>
                          </a:solidFill>
                          <a:cs typeface="微软雅黑" panose="020B0503020204020204" charset="-122"/>
                        </a:rPr>
                        <a:t>IT组织与人员</a:t>
                      </a:r>
                      <a:endParaRPr lang="en-US" altLang="en-US" sz="1400" dirty="0"/>
                    </a:p>
                  </a:txBody>
                  <a:tcPr marL="0" marR="0" marT="0" marB="0" vert="horz">
                    <a:lnL w="9525" cap="flat" cmpd="sng" algn="ctr">
                      <a:solidFill>
                        <a:srgbClr val="FFFFFF"/>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C000"/>
                    </a:solidFill>
                  </a:tcPr>
                </a:tc>
              </a:tr>
              <a:tr h="466090">
                <a:tc gridSpan="2">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r h="605154">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a:noFill/>
                    </a:lnB>
                  </a:tcPr>
                </a:tc>
                <a:tc>
                  <a:txBody>
                    <a:bodyPr/>
                    <a:lstStyle/>
                    <a:p>
                      <a:pPr algn="l" rtl="0" eaLnBrk="0">
                        <a:lnSpc>
                          <a:spcPct val="145000"/>
                        </a:lnSpc>
                      </a:pPr>
                      <a:endParaRPr lang="en-US" altLang="en-US" sz="1000" dirty="0"/>
                    </a:p>
                    <a:p>
                      <a:pPr algn="l" rtl="0" eaLnBrk="0">
                        <a:lnSpc>
                          <a:spcPct val="8000"/>
                        </a:lnSpc>
                      </a:pPr>
                      <a:endParaRPr lang="en-US" altLang="en-US" sz="100" dirty="0"/>
                    </a:p>
                    <a:p>
                      <a:pPr marL="299085" algn="l" rtl="0" eaLnBrk="0">
                        <a:lnSpc>
                          <a:spcPct val="98000"/>
                        </a:lnSpc>
                      </a:pPr>
                      <a:r>
                        <a:rPr sz="1400" b="1" kern="0" spc="-20" dirty="0">
                          <a:solidFill>
                            <a:srgbClr val="000000">
                              <a:alpha val="100000"/>
                            </a:srgbClr>
                          </a:solidFill>
                          <a:cs typeface="微软雅黑" panose="020B0503020204020204" charset="-122"/>
                        </a:rPr>
                        <a:t>IT标准与流程</a:t>
                      </a:r>
                      <a:endParaRPr lang="en-US" altLang="en-US" sz="1400" dirty="0"/>
                    </a:p>
                  </a:txBody>
                  <a:tcPr marL="0" marR="0" marT="0" marB="0" vert="horz">
                    <a:lnL w="9525" cap="flat" cmpd="sng" algn="ctr">
                      <a:solidFill>
                        <a:srgbClr val="FFFFFF"/>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C000"/>
                    </a:solidFill>
                  </a:tcPr>
                </a:tc>
              </a:tr>
              <a:tr h="454025">
                <a:tc gridSpan="2">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r h="606425">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a:noFill/>
                    </a:lnB>
                  </a:tcPr>
                </a:tc>
                <a:tc>
                  <a:txBody>
                    <a:bodyPr/>
                    <a:lstStyle/>
                    <a:p>
                      <a:pPr algn="l" rtl="0" eaLnBrk="0">
                        <a:lnSpc>
                          <a:spcPct val="147000"/>
                        </a:lnSpc>
                      </a:pPr>
                      <a:endParaRPr lang="en-US" altLang="en-US" sz="1000" dirty="0"/>
                    </a:p>
                    <a:p>
                      <a:pPr marL="565785" algn="l" rtl="0" eaLnBrk="0">
                        <a:lnSpc>
                          <a:spcPct val="98000"/>
                        </a:lnSpc>
                        <a:spcBef>
                          <a:spcPts val="0"/>
                        </a:spcBef>
                      </a:pPr>
                      <a:r>
                        <a:rPr sz="1400" b="1" kern="0" spc="-40" dirty="0">
                          <a:solidFill>
                            <a:srgbClr val="000000">
                              <a:alpha val="100000"/>
                            </a:srgbClr>
                          </a:solidFill>
                          <a:cs typeface="微软雅黑" panose="020B0503020204020204" charset="-122"/>
                        </a:rPr>
                        <a:t>IT投资</a:t>
                      </a:r>
                      <a:endParaRPr lang="en-US" altLang="en-US" sz="1400" dirty="0"/>
                    </a:p>
                  </a:txBody>
                  <a:tcPr marL="0" marR="0" marT="0" marB="0" vert="horz">
                    <a:lnL w="9525" cap="flat" cmpd="sng" algn="ctr">
                      <a:solidFill>
                        <a:srgbClr val="FFFFFF"/>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C000"/>
                    </a:solidFill>
                  </a:tcPr>
                </a:tc>
              </a:tr>
              <a:tr h="401319">
                <a:tc gridSpan="2">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a:noFill/>
                    </a:lnB>
                  </a:tcPr>
                </a:tc>
              </a:tr>
            </a:tbl>
          </a:graphicData>
        </a:graphic>
      </p:graphicFrame>
      <p:sp>
        <p:nvSpPr>
          <p:cNvPr id="1678" name="textbox 1678"/>
          <p:cNvSpPr/>
          <p:nvPr>
            <p:custDataLst>
              <p:tags r:id="rId11"/>
            </p:custDataLst>
          </p:nvPr>
        </p:nvSpPr>
        <p:spPr>
          <a:xfrm>
            <a:off x="3747016" y="5095754"/>
            <a:ext cx="6560184" cy="2603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tabLst>
                <a:tab pos="156210" algn="l"/>
              </a:tabLst>
            </a:pPr>
            <a:r>
              <a:rPr sz="1500" kern="0" spc="0" dirty="0">
                <a:solidFill>
                  <a:schemeClr val="dk1"/>
                </a:solidFill>
                <a:cs typeface="微软雅黑" panose="020B0503020204020204" charset="-122"/>
              </a:rPr>
              <a:t>	</a:t>
            </a:r>
            <a:r>
              <a:rPr sz="1500" kern="0" spc="50" dirty="0">
                <a:solidFill>
                  <a:schemeClr val="dk1"/>
                </a:solidFill>
                <a:cs typeface="微软雅黑" panose="020B0503020204020204" charset="-122"/>
              </a:rPr>
              <a:t>  </a:t>
            </a:r>
            <a:r>
              <a:rPr sz="1500" kern="0" spc="70" dirty="0">
                <a:solidFill>
                  <a:schemeClr val="dk1"/>
                </a:solidFill>
                <a:cs typeface="微软雅黑" panose="020B0503020204020204" charset="-122"/>
              </a:rPr>
              <a:t>在</a:t>
            </a:r>
            <a:r>
              <a:rPr sz="1500" kern="0" spc="0" dirty="0">
                <a:solidFill>
                  <a:schemeClr val="dk1"/>
                </a:solidFill>
                <a:cs typeface="微软雅黑" panose="020B0503020204020204" charset="-122"/>
              </a:rPr>
              <a:t>IT</a:t>
            </a:r>
            <a:r>
              <a:rPr sz="1500" kern="0" spc="70" dirty="0">
                <a:solidFill>
                  <a:schemeClr val="dk1"/>
                </a:solidFill>
                <a:cs typeface="微软雅黑" panose="020B0503020204020204" charset="-122"/>
              </a:rPr>
              <a:t>投资方面，处于系统建设高峰期，需要加大投入，</a:t>
            </a:r>
            <a:r>
              <a:rPr sz="1500" kern="0" spc="450" dirty="0">
                <a:solidFill>
                  <a:schemeClr val="dk1"/>
                </a:solidFill>
                <a:cs typeface="微软雅黑" panose="020B0503020204020204" charset="-122"/>
              </a:rPr>
              <a:t> </a:t>
            </a:r>
            <a:r>
              <a:rPr sz="1500" kern="0" spc="70" dirty="0">
                <a:solidFill>
                  <a:schemeClr val="dk1"/>
                </a:solidFill>
                <a:cs typeface="微软雅黑" panose="020B0503020204020204" charset="-122"/>
              </a:rPr>
              <a:t>并优化投资结构</a:t>
            </a:r>
            <a:endParaRPr lang="en-US" altLang="en-US" sz="1500" kern="0" spc="70" dirty="0">
              <a:solidFill>
                <a:schemeClr val="dk1"/>
              </a:solidFill>
              <a:cs typeface="微软雅黑" panose="020B0503020204020204" charset="-122"/>
            </a:endParaRPr>
          </a:p>
        </p:txBody>
      </p:sp>
      <p:pic>
        <p:nvPicPr>
          <p:cNvPr id="1680" name="picture 1680"/>
          <p:cNvPicPr>
            <a:picLocks noChangeAspect="1"/>
          </p:cNvPicPr>
          <p:nvPr>
            <p:custDataLst>
              <p:tags r:id="rId12"/>
            </p:custDataLst>
          </p:nvPr>
        </p:nvPicPr>
        <p:blipFill>
          <a:blip r:embed="rId13"/>
          <a:stretch>
            <a:fillRect/>
          </a:stretch>
        </p:blipFill>
        <p:spPr>
          <a:xfrm rot="21600000">
            <a:off x="3759716" y="5124263"/>
            <a:ext cx="143911" cy="148775"/>
          </a:xfrm>
          <a:prstGeom prst="rect">
            <a:avLst/>
          </a:prstGeom>
        </p:spPr>
      </p:pic>
      <p:sp>
        <p:nvSpPr>
          <p:cNvPr id="1684" name="textbox 1684"/>
          <p:cNvSpPr/>
          <p:nvPr>
            <p:custDataLst>
              <p:tags r:id="rId14"/>
            </p:custDataLst>
          </p:nvPr>
        </p:nvSpPr>
        <p:spPr>
          <a:xfrm>
            <a:off x="3747016" y="1881892"/>
            <a:ext cx="3512820" cy="2603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tabLst>
                <a:tab pos="156210" algn="l"/>
              </a:tabLst>
            </a:pPr>
            <a:r>
              <a:rPr sz="1500" kern="0" spc="0" dirty="0">
                <a:solidFill>
                  <a:schemeClr val="dk1"/>
                </a:solidFill>
                <a:cs typeface="微软雅黑" panose="020B0503020204020204" charset="-122"/>
              </a:rPr>
              <a:t>	</a:t>
            </a:r>
            <a:r>
              <a:rPr sz="1500" kern="0" spc="60" dirty="0">
                <a:solidFill>
                  <a:schemeClr val="dk1"/>
                </a:solidFill>
                <a:cs typeface="微软雅黑" panose="020B0503020204020204" charset="-122"/>
              </a:rPr>
              <a:t>  </a:t>
            </a:r>
            <a:r>
              <a:rPr sz="1500" kern="0" spc="100" dirty="0">
                <a:solidFill>
                  <a:schemeClr val="dk1"/>
                </a:solidFill>
                <a:cs typeface="微软雅黑" panose="020B0503020204020204" charset="-122"/>
              </a:rPr>
              <a:t>XX</a:t>
            </a:r>
            <a:r>
              <a:rPr sz="1500" kern="0" spc="0" dirty="0">
                <a:solidFill>
                  <a:schemeClr val="dk1"/>
                </a:solidFill>
                <a:cs typeface="微软雅黑" panose="020B0503020204020204" charset="-122"/>
              </a:rPr>
              <a:t>IT</a:t>
            </a:r>
            <a:r>
              <a:rPr sz="1500" kern="0" spc="100" dirty="0">
                <a:solidFill>
                  <a:schemeClr val="dk1"/>
                </a:solidFill>
                <a:cs typeface="微软雅黑" panose="020B0503020204020204" charset="-122"/>
              </a:rPr>
              <a:t>的实际定位是服务提</a:t>
            </a:r>
            <a:r>
              <a:rPr sz="1500" kern="0" spc="90" dirty="0">
                <a:solidFill>
                  <a:schemeClr val="dk1"/>
                </a:solidFill>
                <a:cs typeface="微软雅黑" panose="020B0503020204020204" charset="-122"/>
              </a:rPr>
              <a:t>供者</a:t>
            </a:r>
            <a:endParaRPr lang="en-US" altLang="en-US" sz="1500" kern="0" spc="90" dirty="0">
              <a:solidFill>
                <a:schemeClr val="dk1"/>
              </a:solidFill>
              <a:cs typeface="微软雅黑" panose="020B0503020204020204" charset="-122"/>
            </a:endParaRPr>
          </a:p>
        </p:txBody>
      </p:sp>
      <p:pic>
        <p:nvPicPr>
          <p:cNvPr id="1686" name="picture 1686"/>
          <p:cNvPicPr>
            <a:picLocks noChangeAspect="1"/>
          </p:cNvPicPr>
          <p:nvPr>
            <p:custDataLst>
              <p:tags r:id="rId15"/>
            </p:custDataLst>
          </p:nvPr>
        </p:nvPicPr>
        <p:blipFill>
          <a:blip r:embed="rId5"/>
          <a:stretch>
            <a:fillRect/>
          </a:stretch>
        </p:blipFill>
        <p:spPr>
          <a:xfrm rot="21600000">
            <a:off x="3759716" y="1910402"/>
            <a:ext cx="143911" cy="148775"/>
          </a:xfrm>
          <a:prstGeom prst="rect">
            <a:avLst/>
          </a:prstGeom>
        </p:spPr>
      </p:pic>
      <p:pic>
        <p:nvPicPr>
          <p:cNvPr id="1688" name="picture 1688"/>
          <p:cNvPicPr>
            <a:picLocks noChangeAspect="1"/>
          </p:cNvPicPr>
          <p:nvPr>
            <p:custDataLst>
              <p:tags r:id="rId16"/>
            </p:custDataLst>
          </p:nvPr>
        </p:nvPicPr>
        <p:blipFill>
          <a:blip r:embed="rId17"/>
          <a:stretch>
            <a:fillRect/>
          </a:stretch>
        </p:blipFill>
        <p:spPr>
          <a:xfrm rot="21600000">
            <a:off x="11940745" y="391654"/>
            <a:ext cx="251252" cy="224971"/>
          </a:xfrm>
          <a:prstGeom prst="rect">
            <a:avLst/>
          </a:prstGeom>
        </p:spPr>
      </p:pic>
      <p:pic>
        <p:nvPicPr>
          <p:cNvPr id="1690" name="picture 1690"/>
          <p:cNvPicPr>
            <a:picLocks noChangeAspect="1"/>
          </p:cNvPicPr>
          <p:nvPr>
            <p:custDataLst>
              <p:tags r:id="rId18"/>
            </p:custDataLst>
          </p:nvPr>
        </p:nvPicPr>
        <p:blipFill>
          <a:blip r:embed="rId19"/>
          <a:stretch>
            <a:fillRect/>
          </a:stretch>
        </p:blipFill>
        <p:spPr>
          <a:xfrm rot="21600000">
            <a:off x="11915619" y="63196"/>
            <a:ext cx="251252" cy="227508"/>
          </a:xfrm>
          <a:prstGeom prst="rect">
            <a:avLst/>
          </a:prstGeom>
        </p:spPr>
      </p:pic>
      <p:graphicFrame>
        <p:nvGraphicFramePr>
          <p:cNvPr id="1692" name="table 1692"/>
          <p:cNvGraphicFramePr>
            <a:graphicFrameLocks noGrp="1"/>
          </p:cNvGraphicFramePr>
          <p:nvPr>
            <p:custDataLst>
              <p:tags r:id="rId20"/>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A6A6A6">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A6A6A6">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ED7D31">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sp>
        <p:nvSpPr>
          <p:cNvPr id="1694" name="textbox 1694"/>
          <p:cNvSpPr/>
          <p:nvPr>
            <p:custDataLst>
              <p:tags r:id="rId21"/>
            </p:custDataLst>
          </p:nvPr>
        </p:nvSpPr>
        <p:spPr>
          <a:xfrm>
            <a:off x="839107" y="424021"/>
            <a:ext cx="1265555" cy="321945"/>
          </a:xfrm>
          <a:prstGeom prst="rect">
            <a:avLst/>
          </a:prstGeom>
        </p:spPr>
        <p:txBody>
          <a:bodyPr vert="horz" wrap="square" lIns="0" tIns="0" rIns="0" bIns="0"/>
          <a:lstStyle/>
          <a:p>
            <a:pPr algn="l" rtl="0" eaLnBrk="0">
              <a:lnSpc>
                <a:spcPct val="85000"/>
              </a:lnSpc>
            </a:pPr>
            <a:endParaRPr lang="en-US" altLang="en-US" sz="100" dirty="0">
              <a:solidFill>
                <a:schemeClr val="dk1"/>
              </a:solidFill>
            </a:endParaRPr>
          </a:p>
          <a:p>
            <a:pPr marL="12700" algn="l" rtl="0" eaLnBrk="0">
              <a:lnSpc>
                <a:spcPct val="97000"/>
              </a:lnSpc>
            </a:pPr>
            <a:r>
              <a:rPr sz="2000" b="1" kern="0" spc="-30" dirty="0">
                <a:solidFill>
                  <a:schemeClr val="dk1"/>
                </a:solidFill>
                <a:cs typeface="微软雅黑" panose="020B0503020204020204" charset="-122"/>
              </a:rPr>
              <a:t>IT组织评估</a:t>
            </a:r>
            <a:endParaRPr lang="en-US" altLang="en-US" sz="2000" b="1" kern="0" spc="-30" dirty="0">
              <a:solidFill>
                <a:schemeClr val="dk1"/>
              </a:solidFill>
              <a:cs typeface="微软雅黑" panose="020B0503020204020204" charset="-122"/>
            </a:endParaRPr>
          </a:p>
        </p:txBody>
      </p:sp>
      <p:sp>
        <p:nvSpPr>
          <p:cNvPr id="1696" name="rect"/>
          <p:cNvSpPr/>
          <p:nvPr/>
        </p:nvSpPr>
        <p:spPr>
          <a:xfrm>
            <a:off x="3316033" y="2764535"/>
            <a:ext cx="9525" cy="606552"/>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698" name="rect"/>
          <p:cNvSpPr/>
          <p:nvPr/>
        </p:nvSpPr>
        <p:spPr>
          <a:xfrm>
            <a:off x="3316033" y="4896611"/>
            <a:ext cx="9525" cy="606552"/>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700" name="rect"/>
          <p:cNvSpPr/>
          <p:nvPr/>
        </p:nvSpPr>
        <p:spPr>
          <a:xfrm>
            <a:off x="3316033" y="1694688"/>
            <a:ext cx="9525" cy="605028"/>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1702" name="rect"/>
          <p:cNvSpPr/>
          <p:nvPr/>
        </p:nvSpPr>
        <p:spPr>
          <a:xfrm>
            <a:off x="3316033" y="3837432"/>
            <a:ext cx="9525" cy="605027"/>
          </a:xfrm>
          <a:prstGeom prst="rect">
            <a:avLst/>
          </a:prstGeom>
          <a:solidFill>
            <a:srgbClr val="FFFFFF">
              <a:alpha val="100000"/>
            </a:srgbClr>
          </a:solidFill>
          <a:ln cap="flat">
            <a:noFill/>
            <a:prstDash val="solid"/>
            <a:miter lim="0"/>
          </a:ln>
        </p:spPr>
        <p:txBody>
          <a:bodyPr rtlCol="0"/>
          <a:lstStyle/>
          <a:p>
            <a:pPr algn="ctr"/>
            <a:endParaRPr lang="zh-CN" altLang="en-US"/>
          </a:p>
        </p:txBody>
      </p:sp>
    </p:spTree>
    <p:custDataLst>
      <p:tags r:id="rId2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0" name="group 170"/>
          <p:cNvGrpSpPr/>
          <p:nvPr/>
        </p:nvGrpSpPr>
        <p:grpSpPr>
          <a:xfrm rot="21600000">
            <a:off x="1528572" y="1106424"/>
            <a:ext cx="4719828" cy="4608575"/>
            <a:chOff x="0" y="0"/>
            <a:chExt cx="4719828" cy="4608575"/>
          </a:xfrm>
        </p:grpSpPr>
        <p:sp>
          <p:nvSpPr>
            <p:cNvPr id="1704" name="path"/>
            <p:cNvSpPr/>
            <p:nvPr/>
          </p:nvSpPr>
          <p:spPr>
            <a:xfrm>
              <a:off x="0" y="0"/>
              <a:ext cx="4719828" cy="4608575"/>
            </a:xfrm>
            <a:custGeom>
              <a:avLst/>
              <a:gdLst/>
              <a:ahLst/>
              <a:cxnLst/>
              <a:rect l="0" t="0" r="0" b="0"/>
              <a:pathLst>
                <a:path w="7432" h="7257">
                  <a:moveTo>
                    <a:pt x="0" y="3628"/>
                  </a:moveTo>
                  <a:cubicBezTo>
                    <a:pt x="0" y="1624"/>
                    <a:pt x="1663" y="0"/>
                    <a:pt x="3716" y="0"/>
                  </a:cubicBezTo>
                  <a:cubicBezTo>
                    <a:pt x="5769" y="0"/>
                    <a:pt x="7432" y="1624"/>
                    <a:pt x="7432" y="3628"/>
                  </a:cubicBezTo>
                  <a:cubicBezTo>
                    <a:pt x="7432" y="5632"/>
                    <a:pt x="5769" y="7257"/>
                    <a:pt x="3716" y="7257"/>
                  </a:cubicBezTo>
                  <a:cubicBezTo>
                    <a:pt x="1663" y="7257"/>
                    <a:pt x="0" y="5632"/>
                    <a:pt x="0" y="3628"/>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1706" name="path"/>
            <p:cNvSpPr/>
            <p:nvPr/>
          </p:nvSpPr>
          <p:spPr>
            <a:xfrm>
              <a:off x="783335" y="679703"/>
              <a:ext cx="3218687" cy="3235451"/>
            </a:xfrm>
            <a:custGeom>
              <a:avLst/>
              <a:gdLst/>
              <a:ahLst/>
              <a:cxnLst/>
              <a:rect l="0" t="0" r="0" b="0"/>
              <a:pathLst>
                <a:path w="5068" h="5095">
                  <a:moveTo>
                    <a:pt x="0" y="2547"/>
                  </a:moveTo>
                  <a:cubicBezTo>
                    <a:pt x="0" y="1140"/>
                    <a:pt x="1134" y="0"/>
                    <a:pt x="2534" y="0"/>
                  </a:cubicBezTo>
                  <a:cubicBezTo>
                    <a:pt x="3934" y="0"/>
                    <a:pt x="5068" y="1140"/>
                    <a:pt x="5068" y="2547"/>
                  </a:cubicBezTo>
                  <a:cubicBezTo>
                    <a:pt x="5068" y="3954"/>
                    <a:pt x="3934" y="5095"/>
                    <a:pt x="2534" y="5095"/>
                  </a:cubicBezTo>
                  <a:cubicBezTo>
                    <a:pt x="1134" y="5095"/>
                    <a:pt x="0" y="3954"/>
                    <a:pt x="0" y="2547"/>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1708" name="path"/>
            <p:cNvSpPr/>
            <p:nvPr/>
          </p:nvSpPr>
          <p:spPr>
            <a:xfrm>
              <a:off x="1577339" y="1534667"/>
              <a:ext cx="1565147" cy="1539240"/>
            </a:xfrm>
            <a:custGeom>
              <a:avLst/>
              <a:gdLst/>
              <a:ahLst/>
              <a:cxnLst/>
              <a:rect l="0" t="0" r="0" b="0"/>
              <a:pathLst>
                <a:path w="2464" h="2424">
                  <a:moveTo>
                    <a:pt x="0" y="1212"/>
                  </a:moveTo>
                  <a:cubicBezTo>
                    <a:pt x="0" y="542"/>
                    <a:pt x="551" y="0"/>
                    <a:pt x="1232" y="0"/>
                  </a:cubicBezTo>
                  <a:cubicBezTo>
                    <a:pt x="1913" y="0"/>
                    <a:pt x="2464" y="542"/>
                    <a:pt x="2464" y="1212"/>
                  </a:cubicBezTo>
                  <a:cubicBezTo>
                    <a:pt x="2464" y="1881"/>
                    <a:pt x="1913" y="2424"/>
                    <a:pt x="1232" y="2424"/>
                  </a:cubicBezTo>
                  <a:cubicBezTo>
                    <a:pt x="551" y="2424"/>
                    <a:pt x="0" y="1881"/>
                    <a:pt x="0" y="1212"/>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1710" name="path"/>
            <p:cNvSpPr/>
            <p:nvPr/>
          </p:nvSpPr>
          <p:spPr>
            <a:xfrm>
              <a:off x="1572577" y="1529905"/>
              <a:ext cx="1574672" cy="1548765"/>
            </a:xfrm>
            <a:custGeom>
              <a:avLst/>
              <a:gdLst/>
              <a:ahLst/>
              <a:cxnLst/>
              <a:rect l="0" t="0" r="0" b="0"/>
              <a:pathLst>
                <a:path w="2479" h="2439">
                  <a:moveTo>
                    <a:pt x="7" y="1219"/>
                  </a:moveTo>
                  <a:cubicBezTo>
                    <a:pt x="7" y="550"/>
                    <a:pt x="559" y="7"/>
                    <a:pt x="1239" y="7"/>
                  </a:cubicBezTo>
                  <a:cubicBezTo>
                    <a:pt x="1920" y="7"/>
                    <a:pt x="2472" y="550"/>
                    <a:pt x="2472" y="1219"/>
                  </a:cubicBezTo>
                  <a:cubicBezTo>
                    <a:pt x="2472" y="1888"/>
                    <a:pt x="1920" y="2431"/>
                    <a:pt x="1239" y="2431"/>
                  </a:cubicBezTo>
                  <a:cubicBezTo>
                    <a:pt x="559" y="2431"/>
                    <a:pt x="7" y="1888"/>
                    <a:pt x="7" y="1219"/>
                  </a:cubicBezTo>
                </a:path>
              </a:pathLst>
            </a:custGeom>
            <a:noFill/>
            <a:ln w="9525" cap="flat">
              <a:solidFill>
                <a:srgbClr val="FFFFFF">
                  <a:alpha val="100000"/>
                </a:srgbClr>
              </a:solidFill>
              <a:prstDash val="solid"/>
              <a:round/>
            </a:ln>
          </p:spPr>
          <p:txBody>
            <a:bodyPr rtlCol="0"/>
            <a:lstStyle/>
            <a:p>
              <a:pPr algn="ctr"/>
              <a:endParaRPr lang="zh-CN" altLang="en-US"/>
            </a:p>
          </p:txBody>
        </p:sp>
      </p:grpSp>
      <p:sp>
        <p:nvSpPr>
          <p:cNvPr id="1712" name="path"/>
          <p:cNvSpPr/>
          <p:nvPr/>
        </p:nvSpPr>
        <p:spPr>
          <a:xfrm>
            <a:off x="1523809" y="1101661"/>
            <a:ext cx="4729353" cy="4618100"/>
          </a:xfrm>
          <a:custGeom>
            <a:avLst/>
            <a:gdLst/>
            <a:ahLst/>
            <a:cxnLst/>
            <a:rect l="0" t="0" r="0" b="0"/>
            <a:pathLst>
              <a:path w="7447" h="7272">
                <a:moveTo>
                  <a:pt x="7" y="3636"/>
                </a:moveTo>
                <a:cubicBezTo>
                  <a:pt x="7" y="1632"/>
                  <a:pt x="1671" y="7"/>
                  <a:pt x="3723" y="7"/>
                </a:cubicBezTo>
                <a:cubicBezTo>
                  <a:pt x="5776" y="7"/>
                  <a:pt x="7440" y="1632"/>
                  <a:pt x="7440" y="3636"/>
                </a:cubicBezTo>
                <a:cubicBezTo>
                  <a:pt x="7440" y="5640"/>
                  <a:pt x="5776" y="7265"/>
                  <a:pt x="3723" y="7265"/>
                </a:cubicBezTo>
                <a:cubicBezTo>
                  <a:pt x="1671" y="7265"/>
                  <a:pt x="7" y="5640"/>
                  <a:pt x="7" y="3636"/>
                </a:cubicBezTo>
                <a:moveTo>
                  <a:pt x="1241" y="3625"/>
                </a:moveTo>
                <a:cubicBezTo>
                  <a:pt x="1241" y="2218"/>
                  <a:pt x="2375" y="1077"/>
                  <a:pt x="3775" y="1077"/>
                </a:cubicBezTo>
                <a:cubicBezTo>
                  <a:pt x="5175" y="1077"/>
                  <a:pt x="6309" y="2218"/>
                  <a:pt x="6309" y="3625"/>
                </a:cubicBezTo>
                <a:cubicBezTo>
                  <a:pt x="6309" y="5032"/>
                  <a:pt x="5175" y="6173"/>
                  <a:pt x="3775" y="6173"/>
                </a:cubicBezTo>
                <a:cubicBezTo>
                  <a:pt x="2375" y="6173"/>
                  <a:pt x="1241" y="5032"/>
                  <a:pt x="1241" y="3625"/>
                </a:cubicBezTo>
              </a:path>
            </a:pathLst>
          </a:custGeom>
          <a:noFill/>
          <a:ln w="9525" cap="flat">
            <a:solidFill>
              <a:srgbClr val="3965B5">
                <a:alpha val="100000"/>
              </a:srgbClr>
            </a:solidFill>
            <a:prstDash val="solid"/>
            <a:round/>
          </a:ln>
        </p:spPr>
        <p:txBody>
          <a:bodyPr rtlCol="0"/>
          <a:lstStyle/>
          <a:p>
            <a:pPr algn="ctr"/>
            <a:endParaRPr lang="zh-CN" altLang="en-US"/>
          </a:p>
        </p:txBody>
      </p:sp>
      <p:sp>
        <p:nvSpPr>
          <p:cNvPr id="1714" name="textbox 1714"/>
          <p:cNvSpPr/>
          <p:nvPr>
            <p:custDataLst>
              <p:tags r:id="rId1"/>
            </p:custDataLst>
          </p:nvPr>
        </p:nvSpPr>
        <p:spPr>
          <a:xfrm>
            <a:off x="2173457" y="1756151"/>
            <a:ext cx="4195445" cy="3797300"/>
          </a:xfrm>
          <a:prstGeom prst="rect">
            <a:avLst/>
          </a:prstGeom>
        </p:spPr>
        <p:txBody>
          <a:bodyPr vert="horz" wrap="square" lIns="0" tIns="0" rIns="0" bIns="0">
            <a:normAutofit/>
          </a:bodyPr>
          <a:lstStyle/>
          <a:p>
            <a:pPr algn="l" rtl="0" eaLnBrk="0">
              <a:lnSpc>
                <a:spcPct val="90000"/>
              </a:lnSpc>
            </a:pPr>
            <a:endParaRPr lang="en-US" altLang="en-US" sz="100" dirty="0">
              <a:solidFill>
                <a:schemeClr val="dk1"/>
              </a:solidFill>
            </a:endParaRPr>
          </a:p>
          <a:p>
            <a:pPr marL="2228850" algn="l" rtl="0" eaLnBrk="0">
              <a:lnSpc>
                <a:spcPct val="95000"/>
              </a:lnSpc>
              <a:tabLst>
                <a:tab pos="2408555" algn="l"/>
              </a:tabLst>
            </a:pPr>
            <a:r>
              <a:rPr sz="1400" kern="0" spc="0" dirty="0">
                <a:solidFill>
                  <a:schemeClr val="dk1"/>
                </a:solidFill>
                <a:cs typeface="Arial" panose="020B0604020202020204"/>
              </a:rPr>
              <a:t>	</a:t>
            </a:r>
            <a:r>
              <a:rPr sz="1400" kern="0" spc="-40" dirty="0">
                <a:solidFill>
                  <a:schemeClr val="dk1"/>
                </a:solidFill>
                <a:cs typeface="Arial" panose="020B0604020202020204"/>
              </a:rPr>
              <a:t>IT</a:t>
            </a:r>
            <a:r>
              <a:rPr sz="1400" kern="0" spc="-40" dirty="0">
                <a:solidFill>
                  <a:schemeClr val="dk1"/>
                </a:solidFill>
                <a:cs typeface="宋体" panose="02010600030101010101" pitchFamily="2" charset="-122"/>
              </a:rPr>
              <a:t>培训</a:t>
            </a:r>
            <a:endParaRPr lang="en-US" altLang="en-US" sz="1400" dirty="0">
              <a:solidFill>
                <a:schemeClr val="dk1"/>
              </a:solidFill>
            </a:endParaRPr>
          </a:p>
          <a:p>
            <a:pPr algn="l" rtl="0" eaLnBrk="0">
              <a:lnSpc>
                <a:spcPct val="126000"/>
              </a:lnSpc>
            </a:pPr>
            <a:endParaRPr lang="en-US" altLang="en-US" sz="1000" dirty="0">
              <a:solidFill>
                <a:schemeClr val="dk1"/>
              </a:solidFill>
            </a:endParaRPr>
          </a:p>
          <a:p>
            <a:pPr marL="12700" algn="l" rtl="0" eaLnBrk="0">
              <a:lnSpc>
                <a:spcPct val="95000"/>
              </a:lnSpc>
              <a:spcBef>
                <a:spcPts val="430"/>
              </a:spcBef>
            </a:pPr>
            <a:r>
              <a:rPr sz="1400" kern="0" spc="-20" dirty="0">
                <a:solidFill>
                  <a:schemeClr val="dk1"/>
                </a:solidFill>
                <a:cs typeface="宋体" panose="02010600030101010101" pitchFamily="2" charset="-122"/>
              </a:rPr>
              <a:t>系统运维</a:t>
            </a:r>
            <a:r>
              <a:rPr sz="1400" kern="0" spc="-10" dirty="0">
                <a:solidFill>
                  <a:schemeClr val="dk1"/>
                </a:solidFill>
                <a:cs typeface="宋体" panose="02010600030101010101" pitchFamily="2" charset="-122"/>
              </a:rPr>
              <a:t> </a:t>
            </a:r>
            <a:endParaRPr lang="en-US" altLang="en-US" sz="1400" dirty="0">
              <a:solidFill>
                <a:schemeClr val="dk1"/>
              </a:solidFill>
            </a:endParaRPr>
          </a:p>
          <a:p>
            <a:pPr marL="2347595" algn="l" rtl="0" eaLnBrk="0">
              <a:lnSpc>
                <a:spcPct val="68000"/>
              </a:lnSpc>
              <a:spcBef>
                <a:spcPts val="1395"/>
              </a:spcBef>
            </a:pPr>
            <a:r>
              <a:rPr sz="1700" kern="0" spc="-10" dirty="0">
                <a:solidFill>
                  <a:schemeClr val="dk1"/>
                </a:solidFill>
                <a:cs typeface="微软雅黑" panose="020B0503020204020204" charset="-122"/>
              </a:rPr>
              <a:t>●</a:t>
            </a:r>
            <a:r>
              <a:rPr sz="1700" kern="0" spc="120" dirty="0">
                <a:solidFill>
                  <a:schemeClr val="dk1"/>
                </a:solidFill>
                <a:cs typeface="微软雅黑" panose="020B0503020204020204" charset="-122"/>
              </a:rPr>
              <a:t> </a:t>
            </a:r>
            <a:r>
              <a:rPr sz="1400" kern="0" spc="-10" dirty="0">
                <a:solidFill>
                  <a:schemeClr val="dk1"/>
                </a:solidFill>
                <a:cs typeface="宋体" panose="02010600030101010101" pitchFamily="2" charset="-122"/>
              </a:rPr>
              <a:t>供应商管理</a:t>
            </a:r>
            <a:endParaRPr lang="en-US" altLang="en-US" sz="1400" dirty="0">
              <a:solidFill>
                <a:schemeClr val="dk1"/>
              </a:solidFill>
            </a:endParaRPr>
          </a:p>
          <a:p>
            <a:pPr marL="1235710" algn="l" rtl="0" eaLnBrk="0">
              <a:lnSpc>
                <a:spcPct val="93000"/>
              </a:lnSpc>
              <a:spcBef>
                <a:spcPts val="10"/>
              </a:spcBef>
              <a:tabLst>
                <a:tab pos="1315085" algn="l"/>
              </a:tabLst>
            </a:pPr>
            <a:r>
              <a:rPr sz="1400" kern="0" spc="0" dirty="0">
                <a:solidFill>
                  <a:schemeClr val="dk1"/>
                </a:solidFill>
                <a:cs typeface="宋体" panose="02010600030101010101" pitchFamily="2" charset="-122"/>
              </a:rPr>
              <a:t>	</a:t>
            </a:r>
            <a:r>
              <a:rPr sz="1400" kern="0" spc="-20" dirty="0">
                <a:solidFill>
                  <a:schemeClr val="dk1"/>
                </a:solidFill>
                <a:cs typeface="宋体" panose="02010600030101010101" pitchFamily="2" charset="-122"/>
              </a:rPr>
              <a:t>变革管理</a:t>
            </a:r>
            <a:endParaRPr lang="en-US" altLang="en-US" sz="1400" dirty="0">
              <a:solidFill>
                <a:schemeClr val="dk1"/>
              </a:solidFill>
            </a:endParaRPr>
          </a:p>
          <a:p>
            <a:pPr marL="1893570" algn="l" rtl="0" eaLnBrk="0">
              <a:lnSpc>
                <a:spcPct val="95000"/>
              </a:lnSpc>
              <a:spcBef>
                <a:spcPts val="705"/>
              </a:spcBef>
              <a:tabLst>
                <a:tab pos="1978660" algn="l"/>
              </a:tabLst>
            </a:pPr>
            <a:r>
              <a:rPr sz="1400" kern="0" spc="0" dirty="0">
                <a:solidFill>
                  <a:schemeClr val="dk1"/>
                </a:solidFill>
                <a:cs typeface="Arial" panose="020B0604020202020204"/>
              </a:rPr>
              <a:t>	</a:t>
            </a:r>
            <a:r>
              <a:rPr sz="1400" kern="0" spc="-40" dirty="0">
                <a:solidFill>
                  <a:schemeClr val="dk1"/>
                </a:solidFill>
                <a:cs typeface="Arial" panose="020B0604020202020204"/>
              </a:rPr>
              <a:t>IT</a:t>
            </a:r>
            <a:r>
              <a:rPr sz="1400" kern="0" spc="-40" dirty="0">
                <a:solidFill>
                  <a:schemeClr val="dk1"/>
                </a:solidFill>
                <a:cs typeface="宋体" panose="02010600030101010101" pitchFamily="2" charset="-122"/>
              </a:rPr>
              <a:t>战略</a:t>
            </a:r>
            <a:endParaRPr lang="en-US" altLang="en-US" sz="1400" dirty="0">
              <a:solidFill>
                <a:schemeClr val="dk1"/>
              </a:solidFill>
            </a:endParaRPr>
          </a:p>
          <a:p>
            <a:pPr marL="1521460" algn="l" rtl="0" eaLnBrk="0">
              <a:lnSpc>
                <a:spcPct val="101000"/>
              </a:lnSpc>
              <a:spcBef>
                <a:spcPts val="445"/>
              </a:spcBef>
            </a:pPr>
            <a:r>
              <a:rPr sz="1500" u="sng" kern="0" spc="50" dirty="0">
                <a:ln w="5791" cap="flat" cmpd="sng">
                  <a:solidFill>
                    <a:srgbClr val="FFFFFF">
                      <a:alpha val="100000"/>
                    </a:srgbClr>
                  </a:solidFill>
                  <a:prstDash val="solid"/>
                  <a:round/>
                </a:ln>
                <a:solidFill>
                  <a:schemeClr val="dk1"/>
                </a:solidFill>
                <a:cs typeface="宋体" panose="02010600030101010101" pitchFamily="2" charset="-122"/>
              </a:rPr>
              <a:t>核心</a:t>
            </a:r>
            <a:r>
              <a:rPr sz="1500" kern="0" spc="0" dirty="0">
                <a:solidFill>
                  <a:schemeClr val="dk1"/>
                </a:solidFill>
                <a:cs typeface="宋体" panose="02010600030101010101" pitchFamily="2" charset="-122"/>
              </a:rPr>
              <a:t>   </a:t>
            </a:r>
            <a:endParaRPr lang="en-US" altLang="en-US" sz="1500" dirty="0">
              <a:solidFill>
                <a:schemeClr val="dk1"/>
              </a:solidFill>
            </a:endParaRPr>
          </a:p>
          <a:p>
            <a:pPr marL="1520190" algn="l" rtl="0" eaLnBrk="0">
              <a:lnSpc>
                <a:spcPct val="85000"/>
              </a:lnSpc>
              <a:spcBef>
                <a:spcPts val="450"/>
              </a:spcBef>
              <a:tabLst>
                <a:tab pos="1877695" algn="l"/>
              </a:tabLst>
            </a:pPr>
            <a:r>
              <a:rPr sz="1400" kern="0" spc="0" dirty="0">
                <a:solidFill>
                  <a:schemeClr val="dk1"/>
                </a:solidFill>
                <a:cs typeface="宋体" panose="02010600030101010101" pitchFamily="2" charset="-122"/>
              </a:rPr>
              <a:t>	</a:t>
            </a:r>
            <a:r>
              <a:rPr sz="1400" kern="0" spc="-20" dirty="0">
                <a:solidFill>
                  <a:schemeClr val="dk1"/>
                </a:solidFill>
                <a:cs typeface="宋体" panose="02010600030101010101" pitchFamily="2" charset="-122"/>
              </a:rPr>
              <a:t>数据治理</a:t>
            </a:r>
            <a:endParaRPr lang="en-US" altLang="en-US" sz="1400" dirty="0">
              <a:solidFill>
                <a:schemeClr val="dk1"/>
              </a:solidFill>
            </a:endParaRPr>
          </a:p>
          <a:p>
            <a:pPr marL="1066165" algn="l" rtl="0" eaLnBrk="0">
              <a:lnSpc>
                <a:spcPts val="1735"/>
              </a:lnSpc>
            </a:pPr>
            <a:r>
              <a:rPr sz="1400" kern="0" spc="-20" dirty="0">
                <a:solidFill>
                  <a:schemeClr val="dk1"/>
                </a:solidFill>
                <a:cs typeface="宋体" panose="02010600030101010101" pitchFamily="2" charset="-122"/>
              </a:rPr>
              <a:t>架构管控</a:t>
            </a:r>
            <a:endParaRPr lang="en-US" altLang="en-US" sz="1400" dirty="0">
              <a:solidFill>
                <a:schemeClr val="dk1"/>
              </a:solidFill>
            </a:endParaRPr>
          </a:p>
          <a:p>
            <a:pPr algn="r" rtl="0" eaLnBrk="0">
              <a:lnSpc>
                <a:spcPct val="84000"/>
              </a:lnSpc>
              <a:spcBef>
                <a:spcPts val="5"/>
              </a:spcBef>
            </a:pPr>
            <a:r>
              <a:rPr sz="1600" kern="0" spc="-20" dirty="0">
                <a:solidFill>
                  <a:schemeClr val="dk1"/>
                </a:solidFill>
                <a:cs typeface="微软雅黑" panose="020B0503020204020204" charset="-122"/>
              </a:rPr>
              <a:t>●</a:t>
            </a:r>
            <a:r>
              <a:rPr sz="1600" kern="0" spc="280" dirty="0">
                <a:solidFill>
                  <a:schemeClr val="dk1"/>
                </a:solidFill>
                <a:cs typeface="微软雅黑" panose="020B0503020204020204" charset="-122"/>
              </a:rPr>
              <a:t> </a:t>
            </a:r>
            <a:r>
              <a:rPr sz="1400" kern="0" spc="-20" dirty="0">
                <a:solidFill>
                  <a:schemeClr val="dk1"/>
                </a:solidFill>
                <a:cs typeface="宋体" panose="02010600030101010101" pitchFamily="2" charset="-122"/>
              </a:rPr>
              <a:t>项目实施</a:t>
            </a:r>
            <a:endParaRPr lang="en-US" altLang="en-US" sz="1400" dirty="0">
              <a:solidFill>
                <a:schemeClr val="dk1"/>
              </a:solidFill>
            </a:endParaRPr>
          </a:p>
          <a:p>
            <a:pPr algn="l" rtl="0" eaLnBrk="0">
              <a:lnSpc>
                <a:spcPct val="176000"/>
              </a:lnSpc>
            </a:pPr>
            <a:endParaRPr lang="en-US" altLang="en-US" sz="1000" dirty="0">
              <a:solidFill>
                <a:schemeClr val="dk1"/>
              </a:solidFill>
            </a:endParaRPr>
          </a:p>
          <a:p>
            <a:pPr marL="1387475" algn="l" rtl="0" eaLnBrk="0">
              <a:lnSpc>
                <a:spcPct val="101000"/>
              </a:lnSpc>
              <a:spcBef>
                <a:spcPts val="455"/>
              </a:spcBef>
            </a:pPr>
            <a:r>
              <a:rPr sz="1500" u="sng" kern="0" spc="60" dirty="0">
                <a:ln w="5799" cap="flat" cmpd="sng">
                  <a:solidFill>
                    <a:srgbClr val="000000">
                      <a:alpha val="100000"/>
                    </a:srgbClr>
                  </a:solidFill>
                  <a:prstDash val="solid"/>
                  <a:round/>
                </a:ln>
                <a:solidFill>
                  <a:schemeClr val="dk1"/>
                </a:solidFill>
                <a:cs typeface="宋体" panose="02010600030101010101" pitchFamily="2" charset="-122"/>
              </a:rPr>
              <a:t>辅助</a:t>
            </a:r>
            <a:endParaRPr lang="en-US" altLang="en-US" sz="1500" dirty="0">
              <a:solidFill>
                <a:schemeClr val="dk1"/>
              </a:solidFill>
            </a:endParaRPr>
          </a:p>
          <a:p>
            <a:pPr algn="l" rtl="0" eaLnBrk="0">
              <a:lnSpc>
                <a:spcPct val="101000"/>
              </a:lnSpc>
            </a:pPr>
            <a:endParaRPr lang="en-US" altLang="en-US" sz="1000" dirty="0">
              <a:solidFill>
                <a:schemeClr val="dk1"/>
              </a:solidFill>
            </a:endParaRPr>
          </a:p>
          <a:p>
            <a:pPr algn="l" rtl="0" eaLnBrk="0">
              <a:lnSpc>
                <a:spcPct val="101000"/>
              </a:lnSpc>
            </a:pPr>
            <a:endParaRPr lang="en-US" altLang="en-US" sz="1000" dirty="0">
              <a:solidFill>
                <a:schemeClr val="dk1"/>
              </a:solidFill>
            </a:endParaRPr>
          </a:p>
          <a:p>
            <a:pPr algn="l" rtl="0" eaLnBrk="0">
              <a:lnSpc>
                <a:spcPct val="102000"/>
              </a:lnSpc>
            </a:pPr>
            <a:endParaRPr lang="en-US" altLang="en-US" sz="1000" dirty="0">
              <a:solidFill>
                <a:schemeClr val="dk1"/>
              </a:solidFill>
            </a:endParaRPr>
          </a:p>
          <a:p>
            <a:pPr algn="l" rtl="0" eaLnBrk="0">
              <a:lnSpc>
                <a:spcPct val="125000"/>
              </a:lnSpc>
            </a:pPr>
            <a:endParaRPr lang="en-US" altLang="en-US" sz="300" dirty="0">
              <a:solidFill>
                <a:schemeClr val="dk1"/>
              </a:solidFill>
            </a:endParaRPr>
          </a:p>
          <a:p>
            <a:pPr marL="1522095" algn="l" rtl="0" eaLnBrk="0">
              <a:lnSpc>
                <a:spcPct val="101000"/>
              </a:lnSpc>
              <a:spcBef>
                <a:spcPts val="5"/>
              </a:spcBef>
            </a:pPr>
            <a:r>
              <a:rPr sz="1500" u="sng" kern="0" spc="40" dirty="0">
                <a:ln w="5791" cap="flat" cmpd="sng">
                  <a:solidFill>
                    <a:srgbClr val="000000">
                      <a:alpha val="100000"/>
                    </a:srgbClr>
                  </a:solidFill>
                  <a:prstDash val="solid"/>
                  <a:round/>
                </a:ln>
                <a:solidFill>
                  <a:schemeClr val="dk1"/>
                </a:solidFill>
                <a:cs typeface="宋体" panose="02010600030101010101" pitchFamily="2" charset="-122"/>
              </a:rPr>
              <a:t>外围</a:t>
            </a:r>
            <a:endParaRPr lang="en-US" altLang="en-US" sz="1500" u="sng" kern="0" spc="40" dirty="0">
              <a:ln w="5791" cap="flat" cmpd="sng">
                <a:solidFill>
                  <a:srgbClr val="000000">
                    <a:alpha val="100000"/>
                  </a:srgbClr>
                </a:solidFill>
                <a:prstDash val="solid"/>
                <a:round/>
              </a:ln>
              <a:solidFill>
                <a:schemeClr val="dk1"/>
              </a:solidFill>
              <a:cs typeface="宋体" panose="02010600030101010101" pitchFamily="2" charset="-122"/>
            </a:endParaRPr>
          </a:p>
        </p:txBody>
      </p:sp>
      <p:sp>
        <p:nvSpPr>
          <p:cNvPr id="1716" name="path"/>
          <p:cNvSpPr/>
          <p:nvPr/>
        </p:nvSpPr>
        <p:spPr>
          <a:xfrm>
            <a:off x="3563111" y="3660157"/>
            <a:ext cx="131063" cy="132791"/>
          </a:xfrm>
          <a:custGeom>
            <a:avLst/>
            <a:gdLst/>
            <a:ahLst/>
            <a:cxnLst/>
            <a:rect l="0" t="0" r="0" b="0"/>
            <a:pathLst>
              <a:path w="206" h="209">
                <a:moveTo>
                  <a:pt x="0" y="104"/>
                </a:moveTo>
                <a:cubicBezTo>
                  <a:pt x="0" y="46"/>
                  <a:pt x="46" y="0"/>
                  <a:pt x="103" y="0"/>
                </a:cubicBezTo>
                <a:cubicBezTo>
                  <a:pt x="160" y="0"/>
                  <a:pt x="206" y="46"/>
                  <a:pt x="206" y="104"/>
                </a:cubicBezTo>
                <a:cubicBezTo>
                  <a:pt x="206" y="162"/>
                  <a:pt x="160" y="209"/>
                  <a:pt x="103" y="209"/>
                </a:cubicBezTo>
                <a:cubicBezTo>
                  <a:pt x="46" y="209"/>
                  <a:pt x="0" y="162"/>
                  <a:pt x="0" y="104"/>
                </a:cubicBezTo>
              </a:path>
            </a:pathLst>
          </a:custGeom>
          <a:solidFill>
            <a:srgbClr val="D9D9D9">
              <a:alpha val="100000"/>
            </a:srgbClr>
          </a:solidFill>
          <a:ln cap="flat">
            <a:noFill/>
            <a:prstDash val="solid"/>
            <a:miter lim="0"/>
          </a:ln>
        </p:spPr>
        <p:txBody>
          <a:bodyPr rtlCol="0"/>
          <a:lstStyle/>
          <a:p>
            <a:pPr algn="ctr"/>
            <a:endParaRPr lang="zh-CN" altLang="en-US"/>
          </a:p>
        </p:txBody>
      </p:sp>
      <p:sp>
        <p:nvSpPr>
          <p:cNvPr id="1718" name="path"/>
          <p:cNvSpPr/>
          <p:nvPr/>
        </p:nvSpPr>
        <p:spPr>
          <a:xfrm>
            <a:off x="4316145" y="3419855"/>
            <a:ext cx="131064" cy="132588"/>
          </a:xfrm>
          <a:custGeom>
            <a:avLst/>
            <a:gdLst/>
            <a:ahLst/>
            <a:cxnLst/>
            <a:rect l="0" t="0" r="0" b="0"/>
            <a:pathLst>
              <a:path w="206" h="208">
                <a:moveTo>
                  <a:pt x="0" y="104"/>
                </a:moveTo>
                <a:cubicBezTo>
                  <a:pt x="0" y="46"/>
                  <a:pt x="46" y="0"/>
                  <a:pt x="103" y="0"/>
                </a:cubicBezTo>
                <a:cubicBezTo>
                  <a:pt x="160" y="0"/>
                  <a:pt x="206" y="46"/>
                  <a:pt x="206" y="104"/>
                </a:cubicBezTo>
                <a:cubicBezTo>
                  <a:pt x="206" y="162"/>
                  <a:pt x="160" y="208"/>
                  <a:pt x="103" y="208"/>
                </a:cubicBezTo>
                <a:cubicBezTo>
                  <a:pt x="46" y="208"/>
                  <a:pt x="0" y="162"/>
                  <a:pt x="0" y="104"/>
                </a:cubicBezTo>
              </a:path>
            </a:pathLst>
          </a:custGeom>
          <a:solidFill>
            <a:srgbClr val="D9D9D9">
              <a:alpha val="100000"/>
            </a:srgbClr>
          </a:solidFill>
          <a:ln cap="flat">
            <a:noFill/>
            <a:prstDash val="solid"/>
            <a:miter lim="0"/>
          </a:ln>
        </p:spPr>
        <p:txBody>
          <a:bodyPr rtlCol="0"/>
          <a:lstStyle/>
          <a:p>
            <a:pPr algn="ctr"/>
            <a:endParaRPr lang="zh-CN" altLang="en-US"/>
          </a:p>
        </p:txBody>
      </p:sp>
      <p:sp>
        <p:nvSpPr>
          <p:cNvPr id="1720" name="path"/>
          <p:cNvSpPr/>
          <p:nvPr/>
        </p:nvSpPr>
        <p:spPr>
          <a:xfrm>
            <a:off x="3938015" y="3076955"/>
            <a:ext cx="129540" cy="132588"/>
          </a:xfrm>
          <a:custGeom>
            <a:avLst/>
            <a:gdLst/>
            <a:ahLst/>
            <a:cxnLst/>
            <a:rect l="0" t="0" r="0" b="0"/>
            <a:pathLst>
              <a:path w="204" h="208">
                <a:moveTo>
                  <a:pt x="0" y="104"/>
                </a:moveTo>
                <a:cubicBezTo>
                  <a:pt x="0" y="46"/>
                  <a:pt x="45" y="0"/>
                  <a:pt x="102" y="0"/>
                </a:cubicBezTo>
                <a:cubicBezTo>
                  <a:pt x="158" y="0"/>
                  <a:pt x="204" y="46"/>
                  <a:pt x="204" y="104"/>
                </a:cubicBezTo>
                <a:cubicBezTo>
                  <a:pt x="204" y="162"/>
                  <a:pt x="158" y="208"/>
                  <a:pt x="102" y="208"/>
                </a:cubicBezTo>
                <a:cubicBezTo>
                  <a:pt x="45" y="208"/>
                  <a:pt x="0" y="162"/>
                  <a:pt x="0" y="104"/>
                </a:cubicBezTo>
              </a:path>
            </a:pathLst>
          </a:custGeom>
          <a:solidFill>
            <a:srgbClr val="D9D9D9">
              <a:alpha val="100000"/>
            </a:srgbClr>
          </a:solidFill>
          <a:ln cap="flat">
            <a:noFill/>
            <a:prstDash val="solid"/>
            <a:miter lim="0"/>
          </a:ln>
        </p:spPr>
        <p:txBody>
          <a:bodyPr rtlCol="0"/>
          <a:lstStyle/>
          <a:p>
            <a:pPr algn="ctr"/>
            <a:endParaRPr lang="zh-CN" altLang="en-US"/>
          </a:p>
        </p:txBody>
      </p:sp>
      <p:sp>
        <p:nvSpPr>
          <p:cNvPr id="1722" name="path"/>
          <p:cNvSpPr/>
          <p:nvPr/>
        </p:nvSpPr>
        <p:spPr>
          <a:xfrm>
            <a:off x="3279648" y="2805154"/>
            <a:ext cx="129539" cy="130321"/>
          </a:xfrm>
          <a:custGeom>
            <a:avLst/>
            <a:gdLst/>
            <a:ahLst/>
            <a:cxnLst/>
            <a:rect l="0" t="0" r="0" b="0"/>
            <a:pathLst>
              <a:path w="203" h="205">
                <a:moveTo>
                  <a:pt x="0" y="102"/>
                </a:moveTo>
                <a:cubicBezTo>
                  <a:pt x="0" y="46"/>
                  <a:pt x="45" y="0"/>
                  <a:pt x="101" y="0"/>
                </a:cubicBezTo>
                <a:cubicBezTo>
                  <a:pt x="158" y="0"/>
                  <a:pt x="203" y="46"/>
                  <a:pt x="203" y="102"/>
                </a:cubicBezTo>
                <a:cubicBezTo>
                  <a:pt x="203" y="159"/>
                  <a:pt x="158" y="205"/>
                  <a:pt x="101" y="205"/>
                </a:cubicBezTo>
                <a:cubicBezTo>
                  <a:pt x="45" y="205"/>
                  <a:pt x="0" y="159"/>
                  <a:pt x="0" y="102"/>
                </a:cubicBezTo>
              </a:path>
            </a:pathLst>
          </a:custGeom>
          <a:solidFill>
            <a:srgbClr val="D9D9D9">
              <a:alpha val="100000"/>
            </a:srgbClr>
          </a:solidFill>
          <a:ln cap="flat">
            <a:noFill/>
            <a:prstDash val="solid"/>
            <a:miter lim="0"/>
          </a:ln>
        </p:spPr>
        <p:txBody>
          <a:bodyPr rtlCol="0"/>
          <a:lstStyle/>
          <a:p>
            <a:pPr algn="ctr"/>
            <a:endParaRPr lang="zh-CN" altLang="en-US"/>
          </a:p>
        </p:txBody>
      </p:sp>
      <p:grpSp>
        <p:nvGrpSpPr>
          <p:cNvPr id="172" name="group 172"/>
          <p:cNvGrpSpPr/>
          <p:nvPr/>
        </p:nvGrpSpPr>
        <p:grpSpPr>
          <a:xfrm rot="21600000">
            <a:off x="2956285" y="2229484"/>
            <a:ext cx="141985" cy="145034"/>
            <a:chOff x="0" y="0"/>
            <a:chExt cx="141985" cy="145034"/>
          </a:xfrm>
        </p:grpSpPr>
        <p:sp>
          <p:nvSpPr>
            <p:cNvPr id="1724" name="path"/>
            <p:cNvSpPr/>
            <p:nvPr/>
          </p:nvSpPr>
          <p:spPr>
            <a:xfrm>
              <a:off x="3175" y="3175"/>
              <a:ext cx="135635" cy="138684"/>
            </a:xfrm>
            <a:custGeom>
              <a:avLst/>
              <a:gdLst/>
              <a:ahLst/>
              <a:cxnLst/>
              <a:rect l="0" t="0" r="0" b="0"/>
              <a:pathLst>
                <a:path w="213" h="218">
                  <a:moveTo>
                    <a:pt x="0" y="109"/>
                  </a:moveTo>
                  <a:cubicBezTo>
                    <a:pt x="0" y="48"/>
                    <a:pt x="47" y="0"/>
                    <a:pt x="106" y="0"/>
                  </a:cubicBezTo>
                  <a:cubicBezTo>
                    <a:pt x="165" y="0"/>
                    <a:pt x="213" y="48"/>
                    <a:pt x="213" y="109"/>
                  </a:cubicBezTo>
                  <a:cubicBezTo>
                    <a:pt x="213" y="169"/>
                    <a:pt x="165" y="218"/>
                    <a:pt x="106" y="218"/>
                  </a:cubicBezTo>
                  <a:cubicBezTo>
                    <a:pt x="47" y="218"/>
                    <a:pt x="0" y="169"/>
                    <a:pt x="0" y="109"/>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1726" name="path"/>
            <p:cNvSpPr/>
            <p:nvPr/>
          </p:nvSpPr>
          <p:spPr>
            <a:xfrm>
              <a:off x="0" y="0"/>
              <a:ext cx="141985" cy="145034"/>
            </a:xfrm>
            <a:custGeom>
              <a:avLst/>
              <a:gdLst/>
              <a:ahLst/>
              <a:cxnLst/>
              <a:rect l="0" t="0" r="0" b="0"/>
              <a:pathLst>
                <a:path w="223" h="228">
                  <a:moveTo>
                    <a:pt x="5" y="114"/>
                  </a:moveTo>
                  <a:cubicBezTo>
                    <a:pt x="5" y="53"/>
                    <a:pt x="52" y="5"/>
                    <a:pt x="111" y="5"/>
                  </a:cubicBezTo>
                  <a:cubicBezTo>
                    <a:pt x="170" y="5"/>
                    <a:pt x="218" y="53"/>
                    <a:pt x="218" y="114"/>
                  </a:cubicBezTo>
                  <a:cubicBezTo>
                    <a:pt x="218" y="174"/>
                    <a:pt x="170" y="223"/>
                    <a:pt x="111" y="223"/>
                  </a:cubicBezTo>
                  <a:cubicBezTo>
                    <a:pt x="52" y="223"/>
                    <a:pt x="5" y="174"/>
                    <a:pt x="5" y="114"/>
                  </a:cubicBezTo>
                </a:path>
              </a:pathLst>
            </a:custGeom>
            <a:noFill/>
            <a:ln w="6350" cap="flat">
              <a:solidFill>
                <a:srgbClr val="FFC000">
                  <a:alpha val="100000"/>
                </a:srgbClr>
              </a:solidFill>
              <a:prstDash val="solid"/>
              <a:round/>
            </a:ln>
          </p:spPr>
          <p:txBody>
            <a:bodyPr rtlCol="0"/>
            <a:lstStyle/>
            <a:p>
              <a:pPr algn="ctr"/>
              <a:endParaRPr lang="zh-CN" altLang="en-US"/>
            </a:p>
          </p:txBody>
        </p:sp>
      </p:grpSp>
      <p:sp>
        <p:nvSpPr>
          <p:cNvPr id="1728" name="path"/>
          <p:cNvSpPr/>
          <p:nvPr/>
        </p:nvSpPr>
        <p:spPr>
          <a:xfrm>
            <a:off x="4273295" y="1786128"/>
            <a:ext cx="129540" cy="134111"/>
          </a:xfrm>
          <a:custGeom>
            <a:avLst/>
            <a:gdLst/>
            <a:ahLst/>
            <a:cxnLst/>
            <a:rect l="0" t="0" r="0" b="0"/>
            <a:pathLst>
              <a:path w="204" h="211">
                <a:moveTo>
                  <a:pt x="0" y="105"/>
                </a:moveTo>
                <a:cubicBezTo>
                  <a:pt x="0" y="47"/>
                  <a:pt x="45" y="0"/>
                  <a:pt x="102" y="0"/>
                </a:cubicBezTo>
                <a:cubicBezTo>
                  <a:pt x="158" y="0"/>
                  <a:pt x="204" y="47"/>
                  <a:pt x="204" y="105"/>
                </a:cubicBezTo>
                <a:cubicBezTo>
                  <a:pt x="204" y="163"/>
                  <a:pt x="158" y="211"/>
                  <a:pt x="102" y="211"/>
                </a:cubicBezTo>
                <a:cubicBezTo>
                  <a:pt x="45" y="211"/>
                  <a:pt x="0" y="163"/>
                  <a:pt x="0" y="105"/>
                </a:cubicBezTo>
              </a:path>
            </a:pathLst>
          </a:custGeom>
          <a:solidFill>
            <a:srgbClr val="D9D9D9">
              <a:alpha val="100000"/>
            </a:srgbClr>
          </a:solidFill>
          <a:ln cap="flat">
            <a:noFill/>
            <a:prstDash val="solid"/>
            <a:miter lim="0"/>
          </a:ln>
        </p:spPr>
        <p:txBody>
          <a:bodyPr rtlCol="0"/>
          <a:lstStyle/>
          <a:p>
            <a:pPr algn="ctr"/>
            <a:endParaRPr lang="zh-CN" altLang="en-US"/>
          </a:p>
        </p:txBody>
      </p:sp>
      <p:sp>
        <p:nvSpPr>
          <p:cNvPr id="1730" name="textbox 1730"/>
          <p:cNvSpPr/>
          <p:nvPr>
            <p:custDataLst>
              <p:tags r:id="rId2"/>
            </p:custDataLst>
          </p:nvPr>
        </p:nvSpPr>
        <p:spPr>
          <a:xfrm>
            <a:off x="7701682" y="995939"/>
            <a:ext cx="2516504" cy="49847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3335" algn="l" rtl="0" eaLnBrk="0">
              <a:lnSpc>
                <a:spcPts val="1850"/>
              </a:lnSpc>
            </a:pPr>
            <a:r>
              <a:rPr sz="1500" b="1" kern="0" spc="80" dirty="0">
                <a:solidFill>
                  <a:schemeClr val="dk1"/>
                </a:solidFill>
                <a:cs typeface="微软雅黑" panose="020B0503020204020204" charset="-122"/>
              </a:rPr>
              <a:t>核心能力</a:t>
            </a:r>
            <a:endParaRPr lang="en-US" altLang="en-US" sz="1500" dirty="0">
              <a:solidFill>
                <a:schemeClr val="dk1"/>
              </a:solidFill>
            </a:endParaRPr>
          </a:p>
          <a:p>
            <a:pPr marL="188595" indent="-167005" algn="l" rtl="0" eaLnBrk="0">
              <a:lnSpc>
                <a:spcPct val="106000"/>
              </a:lnSpc>
              <a:spcBef>
                <a:spcPts val="220"/>
              </a:spcBef>
            </a:pPr>
            <a:r>
              <a:rPr sz="900" kern="0" spc="-50" dirty="0">
                <a:solidFill>
                  <a:schemeClr val="dk1"/>
                </a:solidFill>
                <a:cs typeface="Wingdings" panose="05000000000000000000"/>
              </a:rPr>
              <a:t>.</a:t>
            </a:r>
            <a:r>
              <a:rPr sz="900" kern="0" spc="-180" dirty="0">
                <a:solidFill>
                  <a:schemeClr val="dk1"/>
                </a:solidFill>
                <a:cs typeface="Wingdings" panose="05000000000000000000"/>
              </a:rPr>
              <a:t> </a:t>
            </a:r>
            <a:r>
              <a:rPr sz="1400" kern="0" spc="-50" dirty="0">
                <a:solidFill>
                  <a:schemeClr val="dk1"/>
                </a:solidFill>
                <a:cs typeface="微软雅黑" panose="020B0503020204020204" charset="-122"/>
              </a:rPr>
              <a:t>与企业战略紧密结合，能够持</a:t>
            </a:r>
            <a:r>
              <a:rPr sz="1400" kern="0" spc="0" dirty="0">
                <a:solidFill>
                  <a:schemeClr val="dk1"/>
                </a:solidFill>
                <a:cs typeface="微软雅黑" panose="020B0503020204020204" charset="-122"/>
              </a:rPr>
              <a:t> 续的支持企业达到业务发展与 变革目标的能力</a:t>
            </a:r>
            <a:endParaRPr lang="en-US" altLang="en-US" sz="1400" dirty="0">
              <a:solidFill>
                <a:schemeClr val="dk1"/>
              </a:solidFill>
            </a:endParaRPr>
          </a:p>
          <a:p>
            <a:pPr marL="187960" indent="-166370" algn="l" rtl="0" eaLnBrk="0">
              <a:lnSpc>
                <a:spcPct val="103000"/>
              </a:lnSpc>
              <a:spcBef>
                <a:spcPts val="225"/>
              </a:spcBef>
            </a:pPr>
            <a:r>
              <a:rPr sz="900" kern="0" spc="-50" dirty="0">
                <a:solidFill>
                  <a:schemeClr val="dk1"/>
                </a:solidFill>
                <a:cs typeface="Wingdings" panose="05000000000000000000"/>
              </a:rPr>
              <a:t>.</a:t>
            </a:r>
            <a:r>
              <a:rPr sz="900" kern="0" spc="-180" dirty="0">
                <a:solidFill>
                  <a:schemeClr val="dk1"/>
                </a:solidFill>
                <a:cs typeface="Wingdings" panose="05000000000000000000"/>
              </a:rPr>
              <a:t> </a:t>
            </a:r>
            <a:r>
              <a:rPr sz="1400" kern="0" spc="-50" dirty="0">
                <a:solidFill>
                  <a:schemeClr val="dk1"/>
                </a:solidFill>
                <a:cs typeface="微软雅黑" panose="020B0503020204020204" charset="-122"/>
              </a:rPr>
              <a:t>主要包括需求管理、架构管控</a:t>
            </a:r>
            <a:r>
              <a:rPr sz="1400" kern="0" spc="0" dirty="0">
                <a:solidFill>
                  <a:schemeClr val="dk1"/>
                </a:solidFill>
                <a:cs typeface="微软雅黑" panose="020B0503020204020204" charset="-122"/>
              </a:rPr>
              <a:t> 和数据治理等能力</a:t>
            </a:r>
            <a:endParaRPr lang="en-US" altLang="en-US" sz="1400" dirty="0">
              <a:solidFill>
                <a:schemeClr val="dk1"/>
              </a:solidFill>
            </a:endParaRPr>
          </a:p>
          <a:p>
            <a:pPr marL="203200" indent="-181610" algn="l" rtl="0" eaLnBrk="0">
              <a:lnSpc>
                <a:spcPct val="104000"/>
              </a:lnSpc>
              <a:spcBef>
                <a:spcPts val="215"/>
              </a:spcBef>
            </a:pPr>
            <a:r>
              <a:rPr sz="900" kern="0" spc="-50" dirty="0">
                <a:solidFill>
                  <a:schemeClr val="dk1"/>
                </a:solidFill>
                <a:cs typeface="Wingdings" panose="05000000000000000000"/>
              </a:rPr>
              <a:t>.</a:t>
            </a:r>
            <a:r>
              <a:rPr sz="900" kern="0" spc="-180" dirty="0">
                <a:solidFill>
                  <a:schemeClr val="dk1"/>
                </a:solidFill>
                <a:cs typeface="Wingdings" panose="05000000000000000000"/>
              </a:rPr>
              <a:t> </a:t>
            </a:r>
            <a:r>
              <a:rPr sz="1400" kern="0" spc="-50" dirty="0">
                <a:solidFill>
                  <a:schemeClr val="dk1"/>
                </a:solidFill>
                <a:cs typeface="微软雅黑" panose="020B0503020204020204" charset="-122"/>
              </a:rPr>
              <a:t>这些能力应该由</a:t>
            </a:r>
            <a:r>
              <a:rPr sz="1400" b="1" kern="0" spc="-50" dirty="0">
                <a:solidFill>
                  <a:schemeClr val="dk1"/>
                </a:solidFill>
                <a:cs typeface="微软雅黑" panose="020B0503020204020204" charset="-122"/>
              </a:rPr>
              <a:t>XX自身</a:t>
            </a:r>
            <a:r>
              <a:rPr sz="1400" b="1" kern="0" spc="0" dirty="0">
                <a:solidFill>
                  <a:schemeClr val="dk1"/>
                </a:solidFill>
                <a:cs typeface="微软雅黑" panose="020B0503020204020204" charset="-122"/>
              </a:rPr>
              <a:t> </a:t>
            </a:r>
            <a:r>
              <a:rPr sz="1400" kern="0" spc="-20" dirty="0">
                <a:solidFill>
                  <a:schemeClr val="dk1"/>
                </a:solidFill>
                <a:cs typeface="微软雅黑" panose="020B0503020204020204" charset="-122"/>
              </a:rPr>
              <a:t>IT组织来执行</a:t>
            </a:r>
            <a:endParaRPr lang="en-US" altLang="en-US" sz="1400" dirty="0">
              <a:solidFill>
                <a:schemeClr val="dk1"/>
              </a:solidFill>
            </a:endParaRPr>
          </a:p>
          <a:p>
            <a:pPr algn="l" rtl="0" eaLnBrk="0">
              <a:lnSpc>
                <a:spcPct val="110000"/>
              </a:lnSpc>
            </a:pPr>
            <a:endParaRPr lang="en-US" altLang="en-US" sz="1000" dirty="0">
              <a:solidFill>
                <a:schemeClr val="dk1"/>
              </a:solidFill>
            </a:endParaRPr>
          </a:p>
          <a:p>
            <a:pPr marL="13970" algn="l" rtl="0" eaLnBrk="0">
              <a:lnSpc>
                <a:spcPts val="1850"/>
              </a:lnSpc>
              <a:spcBef>
                <a:spcPts val="460"/>
              </a:spcBef>
            </a:pPr>
            <a:r>
              <a:rPr sz="1500" b="1" kern="0" spc="80" dirty="0">
                <a:solidFill>
                  <a:schemeClr val="dk1"/>
                </a:solidFill>
                <a:cs typeface="微软雅黑" panose="020B0503020204020204" charset="-122"/>
              </a:rPr>
              <a:t>辅助能力</a:t>
            </a:r>
            <a:endParaRPr lang="en-US" altLang="en-US" sz="1500" dirty="0">
              <a:solidFill>
                <a:schemeClr val="dk1"/>
              </a:solidFill>
            </a:endParaRPr>
          </a:p>
          <a:p>
            <a:pPr marL="189865" indent="-168275" algn="l" rtl="0" eaLnBrk="0">
              <a:lnSpc>
                <a:spcPct val="106000"/>
              </a:lnSpc>
              <a:spcBef>
                <a:spcPts val="215"/>
              </a:spcBef>
            </a:pPr>
            <a:r>
              <a:rPr sz="900" kern="0" spc="-60" dirty="0">
                <a:solidFill>
                  <a:schemeClr val="dk1"/>
                </a:solidFill>
                <a:cs typeface="Wingdings" panose="05000000000000000000"/>
              </a:rPr>
              <a:t>.</a:t>
            </a:r>
            <a:r>
              <a:rPr sz="900" kern="0" spc="-190" dirty="0">
                <a:solidFill>
                  <a:schemeClr val="dk1"/>
                </a:solidFill>
                <a:cs typeface="Wingdings" panose="05000000000000000000"/>
              </a:rPr>
              <a:t> </a:t>
            </a:r>
            <a:r>
              <a:rPr sz="1400" kern="0" spc="-60" dirty="0">
                <a:solidFill>
                  <a:schemeClr val="dk1"/>
                </a:solidFill>
                <a:cs typeface="微软雅黑" panose="020B0503020204020204" charset="-122"/>
              </a:rPr>
              <a:t>与企业需求有较强的关联，同 </a:t>
            </a:r>
            <a:r>
              <a:rPr sz="1400" kern="0" spc="0" dirty="0">
                <a:solidFill>
                  <a:schemeClr val="dk1"/>
                </a:solidFill>
                <a:cs typeface="微软雅黑" panose="020B0503020204020204" charset="-122"/>
              </a:rPr>
              <a:t>事具有一定的技术专业性和</a:t>
            </a:r>
            <a:r>
              <a:rPr sz="1400" kern="0" spc="-10" dirty="0">
                <a:solidFill>
                  <a:schemeClr val="dk1"/>
                </a:solidFill>
                <a:cs typeface="微软雅黑" panose="020B0503020204020204" charset="-122"/>
              </a:rPr>
              <a:t>通</a:t>
            </a:r>
            <a:r>
              <a:rPr sz="1400" kern="0" spc="0" dirty="0">
                <a:solidFill>
                  <a:schemeClr val="dk1"/>
                </a:solidFill>
                <a:cs typeface="微软雅黑" panose="020B0503020204020204" charset="-122"/>
              </a:rPr>
              <a:t> </a:t>
            </a:r>
            <a:r>
              <a:rPr sz="1400" kern="0" spc="-10" dirty="0">
                <a:solidFill>
                  <a:schemeClr val="dk1"/>
                </a:solidFill>
                <a:cs typeface="微软雅黑" panose="020B0503020204020204" charset="-122"/>
              </a:rPr>
              <a:t>用性的能力</a:t>
            </a:r>
            <a:endParaRPr lang="en-US" altLang="en-US" sz="1400" dirty="0">
              <a:solidFill>
                <a:schemeClr val="dk1"/>
              </a:solidFill>
            </a:endParaRPr>
          </a:p>
          <a:p>
            <a:pPr marL="188595" indent="-167005" algn="l" rtl="0" eaLnBrk="0">
              <a:lnSpc>
                <a:spcPct val="106000"/>
              </a:lnSpc>
              <a:spcBef>
                <a:spcPts val="210"/>
              </a:spcBef>
            </a:pPr>
            <a:r>
              <a:rPr sz="900" kern="0" spc="-50" dirty="0">
                <a:solidFill>
                  <a:schemeClr val="dk1"/>
                </a:solidFill>
                <a:cs typeface="Wingdings" panose="05000000000000000000"/>
              </a:rPr>
              <a:t>.</a:t>
            </a:r>
            <a:r>
              <a:rPr sz="900" kern="0" spc="-180" dirty="0">
                <a:solidFill>
                  <a:schemeClr val="dk1"/>
                </a:solidFill>
                <a:cs typeface="Wingdings" panose="05000000000000000000"/>
              </a:rPr>
              <a:t> </a:t>
            </a:r>
            <a:r>
              <a:rPr sz="1400" kern="0" spc="-50" dirty="0">
                <a:solidFill>
                  <a:schemeClr val="dk1"/>
                </a:solidFill>
                <a:cs typeface="微软雅黑" panose="020B0503020204020204" charset="-122"/>
              </a:rPr>
              <a:t>这些能力可以由XX自己</a:t>
            </a:r>
            <a:r>
              <a:rPr sz="1400" kern="0" spc="0" dirty="0">
                <a:solidFill>
                  <a:schemeClr val="dk1"/>
                </a:solidFill>
                <a:cs typeface="微软雅黑" panose="020B0503020204020204" charset="-122"/>
              </a:rPr>
              <a:t> 执行，也可以与</a:t>
            </a:r>
            <a:r>
              <a:rPr sz="1400" b="1" kern="0" spc="0" dirty="0">
                <a:solidFill>
                  <a:schemeClr val="dk1"/>
                </a:solidFill>
                <a:cs typeface="微软雅黑" panose="020B0503020204020204" charset="-122"/>
              </a:rPr>
              <a:t>合作伙伴</a:t>
            </a:r>
            <a:r>
              <a:rPr sz="1400" kern="0" spc="0" dirty="0">
                <a:solidFill>
                  <a:schemeClr val="dk1"/>
                </a:solidFill>
                <a:cs typeface="微软雅黑" panose="020B0503020204020204" charset="-122"/>
              </a:rPr>
              <a:t>合作 </a:t>
            </a:r>
            <a:r>
              <a:rPr sz="1400" kern="0" spc="-10" dirty="0">
                <a:solidFill>
                  <a:schemeClr val="dk1"/>
                </a:solidFill>
                <a:cs typeface="微软雅黑" panose="020B0503020204020204" charset="-122"/>
              </a:rPr>
              <a:t>实现</a:t>
            </a:r>
            <a:endParaRPr lang="en-US" altLang="en-US" sz="1400" dirty="0">
              <a:solidFill>
                <a:schemeClr val="dk1"/>
              </a:solidFill>
            </a:endParaRPr>
          </a:p>
          <a:p>
            <a:pPr algn="l" rtl="0" eaLnBrk="0">
              <a:lnSpc>
                <a:spcPct val="137000"/>
              </a:lnSpc>
            </a:pPr>
            <a:endParaRPr lang="en-US" altLang="en-US" sz="1000" dirty="0">
              <a:solidFill>
                <a:schemeClr val="dk1"/>
              </a:solidFill>
            </a:endParaRPr>
          </a:p>
          <a:p>
            <a:pPr marL="12700" algn="l" rtl="0" eaLnBrk="0">
              <a:lnSpc>
                <a:spcPts val="1850"/>
              </a:lnSpc>
              <a:spcBef>
                <a:spcPts val="450"/>
              </a:spcBef>
            </a:pPr>
            <a:r>
              <a:rPr sz="1500" b="1" kern="0" spc="90" dirty="0">
                <a:solidFill>
                  <a:schemeClr val="dk1"/>
                </a:solidFill>
                <a:cs typeface="微软雅黑" panose="020B0503020204020204" charset="-122"/>
              </a:rPr>
              <a:t>外围能力</a:t>
            </a:r>
            <a:endParaRPr lang="en-US" altLang="en-US" sz="1500" dirty="0">
              <a:solidFill>
                <a:schemeClr val="dk1"/>
              </a:solidFill>
            </a:endParaRPr>
          </a:p>
          <a:p>
            <a:pPr marL="189230" indent="-167640" algn="l" rtl="0" eaLnBrk="0">
              <a:lnSpc>
                <a:spcPct val="104000"/>
              </a:lnSpc>
              <a:spcBef>
                <a:spcPts val="215"/>
              </a:spcBef>
            </a:pPr>
            <a:r>
              <a:rPr sz="900" kern="0" spc="-50" dirty="0">
                <a:solidFill>
                  <a:schemeClr val="dk1"/>
                </a:solidFill>
                <a:cs typeface="Wingdings" panose="05000000000000000000"/>
              </a:rPr>
              <a:t>.</a:t>
            </a:r>
            <a:r>
              <a:rPr sz="900" kern="0" spc="-210" dirty="0">
                <a:solidFill>
                  <a:schemeClr val="dk1"/>
                </a:solidFill>
                <a:cs typeface="Wingdings" panose="05000000000000000000"/>
              </a:rPr>
              <a:t> </a:t>
            </a:r>
            <a:r>
              <a:rPr sz="1400" kern="0" spc="-50" dirty="0">
                <a:solidFill>
                  <a:schemeClr val="dk1"/>
                </a:solidFill>
                <a:cs typeface="微软雅黑" panose="020B0503020204020204" charset="-122"/>
              </a:rPr>
              <a:t>与业务需求不具强相关性、专</a:t>
            </a:r>
            <a:r>
              <a:rPr sz="1400" kern="0" spc="0" dirty="0">
                <a:solidFill>
                  <a:schemeClr val="dk1"/>
                </a:solidFill>
                <a:cs typeface="微软雅黑" panose="020B0503020204020204" charset="-122"/>
              </a:rPr>
              <a:t> 业性和通用性强的IT能力</a:t>
            </a:r>
            <a:endParaRPr lang="en-US" altLang="en-US" sz="1400" dirty="0">
              <a:solidFill>
                <a:schemeClr val="dk1"/>
              </a:solidFill>
            </a:endParaRPr>
          </a:p>
          <a:p>
            <a:pPr marL="21590" algn="l" rtl="0" eaLnBrk="0">
              <a:lnSpc>
                <a:spcPct val="97000"/>
              </a:lnSpc>
              <a:spcBef>
                <a:spcPts val="225"/>
              </a:spcBef>
            </a:pPr>
            <a:r>
              <a:rPr sz="900" kern="0" spc="-60" dirty="0">
                <a:solidFill>
                  <a:schemeClr val="dk1"/>
                </a:solidFill>
                <a:cs typeface="Wingdings" panose="05000000000000000000"/>
              </a:rPr>
              <a:t>.</a:t>
            </a:r>
            <a:r>
              <a:rPr sz="900" kern="0" spc="-220" dirty="0">
                <a:solidFill>
                  <a:schemeClr val="dk1"/>
                </a:solidFill>
                <a:cs typeface="Wingdings" panose="05000000000000000000"/>
              </a:rPr>
              <a:t> </a:t>
            </a:r>
            <a:r>
              <a:rPr sz="1400" kern="0" spc="-60" dirty="0">
                <a:solidFill>
                  <a:schemeClr val="dk1"/>
                </a:solidFill>
                <a:cs typeface="微软雅黑" panose="020B0503020204020204" charset="-122"/>
              </a:rPr>
              <a:t>可以适当考虑</a:t>
            </a:r>
            <a:r>
              <a:rPr sz="1400" b="1" kern="0" spc="-60" dirty="0">
                <a:solidFill>
                  <a:schemeClr val="dk1"/>
                </a:solidFill>
                <a:cs typeface="微软雅黑" panose="020B0503020204020204" charset="-122"/>
              </a:rPr>
              <a:t>外包</a:t>
            </a:r>
            <a:r>
              <a:rPr sz="1400" kern="0" spc="-60" dirty="0">
                <a:solidFill>
                  <a:schemeClr val="dk1"/>
                </a:solidFill>
                <a:cs typeface="微软雅黑" panose="020B0503020204020204" charset="-122"/>
              </a:rPr>
              <a:t>实现</a:t>
            </a:r>
            <a:endParaRPr lang="en-US" altLang="en-US" sz="1400" kern="0" spc="-60" dirty="0">
              <a:solidFill>
                <a:schemeClr val="dk1"/>
              </a:solidFill>
              <a:cs typeface="微软雅黑" panose="020B0503020204020204" charset="-122"/>
            </a:endParaRPr>
          </a:p>
        </p:txBody>
      </p:sp>
      <p:sp>
        <p:nvSpPr>
          <p:cNvPr id="1732" name="textbox 1732"/>
          <p:cNvSpPr/>
          <p:nvPr>
            <p:custDataLst>
              <p:tags r:id="rId3"/>
            </p:custDataLst>
          </p:nvPr>
        </p:nvSpPr>
        <p:spPr>
          <a:xfrm>
            <a:off x="951083" y="428339"/>
            <a:ext cx="10423525" cy="596265"/>
          </a:xfrm>
          <a:prstGeom prst="rect">
            <a:avLst/>
          </a:prstGeom>
        </p:spPr>
        <p:txBody>
          <a:bodyPr vert="horz" wrap="square" lIns="0" tIns="0" rIns="0" bIns="0"/>
          <a:lstStyle/>
          <a:p>
            <a:pPr algn="l" rtl="0" eaLnBrk="0">
              <a:lnSpc>
                <a:spcPct val="69000"/>
              </a:lnSpc>
            </a:pPr>
            <a:endParaRPr lang="en-US" altLang="en-US" sz="100" dirty="0">
              <a:solidFill>
                <a:schemeClr val="dk1"/>
              </a:solidFill>
            </a:endParaRPr>
          </a:p>
          <a:p>
            <a:pPr marL="12700" indent="1270" algn="l" rtl="0" eaLnBrk="0">
              <a:lnSpc>
                <a:spcPct val="94000"/>
              </a:lnSpc>
            </a:pPr>
            <a:r>
              <a:rPr sz="2000" b="1" kern="0" spc="0" dirty="0">
                <a:solidFill>
                  <a:schemeClr val="dk1"/>
                </a:solidFill>
                <a:cs typeface="微软雅黑" panose="020B0503020204020204" charset="-122"/>
              </a:rPr>
              <a:t>XXIT组织目前处于服务提供者的位置，具备了一定的IT管理和运行能力，但最核心的</a:t>
            </a:r>
            <a:r>
              <a:rPr sz="2000" b="1" kern="0" spc="-10" dirty="0">
                <a:solidFill>
                  <a:schemeClr val="dk1"/>
                </a:solidFill>
                <a:cs typeface="微软雅黑" panose="020B0503020204020204" charset="-122"/>
              </a:rPr>
              <a:t>架</a:t>
            </a:r>
            <a:r>
              <a:rPr sz="2000" b="1" kern="0" spc="0" dirty="0">
                <a:solidFill>
                  <a:schemeClr val="dk1"/>
                </a:solidFill>
                <a:cs typeface="微软雅黑" panose="020B0503020204020204" charset="-122"/>
              </a:rPr>
              <a:t> 构管控、数据治理和需求管理能力都有提升的必要</a:t>
            </a:r>
            <a:endParaRPr lang="en-US" altLang="en-US" sz="2000" b="1" kern="0" spc="0" dirty="0">
              <a:solidFill>
                <a:schemeClr val="dk1"/>
              </a:solidFill>
              <a:cs typeface="微软雅黑" panose="020B0503020204020204" charset="-122"/>
            </a:endParaRPr>
          </a:p>
        </p:txBody>
      </p:sp>
      <p:pic>
        <p:nvPicPr>
          <p:cNvPr id="1738" name="picture 1738"/>
          <p:cNvPicPr>
            <a:picLocks noChangeAspect="1"/>
          </p:cNvPicPr>
          <p:nvPr>
            <p:custDataLst>
              <p:tags r:id="rId4"/>
            </p:custDataLst>
          </p:nvPr>
        </p:nvPicPr>
        <p:blipFill>
          <a:blip r:embed="rId5"/>
          <a:stretch>
            <a:fillRect/>
          </a:stretch>
        </p:blipFill>
        <p:spPr>
          <a:xfrm rot="21600000">
            <a:off x="11915619" y="63196"/>
            <a:ext cx="251252" cy="227508"/>
          </a:xfrm>
          <a:prstGeom prst="rect">
            <a:avLst/>
          </a:prstGeom>
        </p:spPr>
      </p:pic>
      <p:pic>
        <p:nvPicPr>
          <p:cNvPr id="1740" name="picture 1740"/>
          <p:cNvPicPr>
            <a:picLocks noChangeAspect="1"/>
          </p:cNvPicPr>
          <p:nvPr>
            <p:custDataLst>
              <p:tags r:id="rId6"/>
            </p:custDataLst>
          </p:nvPr>
        </p:nvPicPr>
        <p:blipFill>
          <a:blip r:embed="rId7"/>
          <a:stretch>
            <a:fillRect/>
          </a:stretch>
        </p:blipFill>
        <p:spPr>
          <a:xfrm rot="21600000">
            <a:off x="11940745" y="391654"/>
            <a:ext cx="251252" cy="224971"/>
          </a:xfrm>
          <a:prstGeom prst="rect">
            <a:avLst/>
          </a:prstGeom>
        </p:spPr>
      </p:pic>
      <p:graphicFrame>
        <p:nvGraphicFramePr>
          <p:cNvPr id="1742" name="table 1742"/>
          <p:cNvGraphicFramePr>
            <a:graphicFrameLocks noGrp="1"/>
          </p:cNvGraphicFramePr>
          <p:nvPr>
            <p:custDataLst>
              <p:tags r:id="rId8"/>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A6A6A6">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A6A6A6">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ED7D31">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sp>
        <p:nvSpPr>
          <p:cNvPr id="1744" name="textbox 1744"/>
          <p:cNvSpPr/>
          <p:nvPr>
            <p:custDataLst>
              <p:tags r:id="rId9"/>
            </p:custDataLst>
          </p:nvPr>
        </p:nvSpPr>
        <p:spPr>
          <a:xfrm>
            <a:off x="467359" y="5941441"/>
            <a:ext cx="2314575" cy="222884"/>
          </a:xfrm>
          <a:prstGeom prst="rect">
            <a:avLst/>
          </a:prstGeom>
        </p:spPr>
        <p:txBody>
          <a:bodyPr vert="horz" wrap="square" lIns="0" tIns="0" rIns="0" bIns="0">
            <a:normAutofit/>
          </a:bodyPr>
          <a:lstStyle/>
          <a:p>
            <a:pPr algn="l" rtl="0" eaLnBrk="0">
              <a:lnSpc>
                <a:spcPct val="125000"/>
              </a:lnSpc>
            </a:pPr>
            <a:endParaRPr lang="en-US" altLang="en-US" sz="200" dirty="0">
              <a:solidFill>
                <a:schemeClr val="dk1"/>
              </a:solidFill>
            </a:endParaRPr>
          </a:p>
          <a:p>
            <a:pPr marL="149225" algn="l" rtl="0" eaLnBrk="0">
              <a:lnSpc>
                <a:spcPts val="1350"/>
              </a:lnSpc>
              <a:spcBef>
                <a:spcPts val="0"/>
              </a:spcBef>
              <a:tabLst>
                <a:tab pos="204470" algn="l"/>
              </a:tabLst>
            </a:pPr>
            <a:r>
              <a:rPr sz="1100" kern="0" spc="0" dirty="0">
                <a:solidFill>
                  <a:schemeClr val="dk1"/>
                </a:solidFill>
                <a:cs typeface="微软雅黑" panose="020B0503020204020204" charset="-122"/>
              </a:rPr>
              <a:t>	</a:t>
            </a:r>
            <a:r>
              <a:rPr sz="1100" kern="0" spc="-10" dirty="0">
                <a:solidFill>
                  <a:schemeClr val="dk1"/>
                </a:solidFill>
                <a:cs typeface="微软雅黑" panose="020B0503020204020204" charset="-122"/>
              </a:rPr>
              <a:t>初期</a:t>
            </a:r>
            <a:r>
              <a:rPr sz="1100" kern="0" spc="30" dirty="0">
                <a:solidFill>
                  <a:schemeClr val="dk1"/>
                </a:solidFill>
                <a:cs typeface="微软雅黑" panose="020B0503020204020204" charset="-122"/>
              </a:rPr>
              <a:t>            </a:t>
            </a:r>
            <a:r>
              <a:rPr sz="1100" kern="0" spc="-10" dirty="0">
                <a:solidFill>
                  <a:schemeClr val="dk1"/>
                </a:solidFill>
                <a:cs typeface="微软雅黑" panose="020B0503020204020204" charset="-122"/>
              </a:rPr>
              <a:t>发展中</a:t>
            </a:r>
            <a:r>
              <a:rPr sz="1100" kern="0" spc="20" dirty="0">
                <a:solidFill>
                  <a:schemeClr val="dk1"/>
                </a:solidFill>
                <a:cs typeface="微软雅黑" panose="020B0503020204020204" charset="-122"/>
              </a:rPr>
              <a:t>          </a:t>
            </a:r>
            <a:r>
              <a:rPr sz="1100" kern="0" spc="-10" dirty="0">
                <a:solidFill>
                  <a:schemeClr val="dk1"/>
                </a:solidFill>
                <a:cs typeface="微软雅黑" panose="020B0503020204020204" charset="-122"/>
              </a:rPr>
              <a:t>较完善</a:t>
            </a:r>
            <a:endParaRPr lang="en-US" altLang="en-US" sz="1100" kern="0" spc="-10" dirty="0">
              <a:solidFill>
                <a:schemeClr val="dk1"/>
              </a:solidFill>
              <a:cs typeface="微软雅黑" panose="020B0503020204020204" charset="-122"/>
            </a:endParaRPr>
          </a:p>
        </p:txBody>
      </p:sp>
      <p:sp>
        <p:nvSpPr>
          <p:cNvPr id="1746" name="path"/>
          <p:cNvSpPr/>
          <p:nvPr/>
        </p:nvSpPr>
        <p:spPr>
          <a:xfrm>
            <a:off x="2170557" y="5978652"/>
            <a:ext cx="135636" cy="137159"/>
          </a:xfrm>
          <a:custGeom>
            <a:avLst/>
            <a:gdLst/>
            <a:ahLst/>
            <a:cxnLst/>
            <a:rect l="0" t="0" r="0" b="0"/>
            <a:pathLst>
              <a:path w="213" h="215">
                <a:moveTo>
                  <a:pt x="0" y="107"/>
                </a:moveTo>
                <a:cubicBezTo>
                  <a:pt x="0" y="48"/>
                  <a:pt x="47" y="0"/>
                  <a:pt x="106" y="0"/>
                </a:cubicBezTo>
                <a:cubicBezTo>
                  <a:pt x="165" y="0"/>
                  <a:pt x="213" y="48"/>
                  <a:pt x="213" y="107"/>
                </a:cubicBezTo>
                <a:cubicBezTo>
                  <a:pt x="213" y="167"/>
                  <a:pt x="165" y="215"/>
                  <a:pt x="106" y="215"/>
                </a:cubicBezTo>
                <a:cubicBezTo>
                  <a:pt x="47" y="215"/>
                  <a:pt x="0" y="167"/>
                  <a:pt x="0" y="107"/>
                </a:cubicBezTo>
              </a:path>
            </a:pathLst>
          </a:custGeom>
          <a:solidFill>
            <a:schemeClr val="accent4">
              <a:alpha val="100000"/>
            </a:schemeClr>
          </a:solidFill>
          <a:ln cap="flat">
            <a:noFill/>
            <a:prstDash val="solid"/>
            <a:miter lim="0"/>
          </a:ln>
        </p:spPr>
        <p:txBody>
          <a:bodyPr rtlCol="0"/>
          <a:lstStyle/>
          <a:p>
            <a:pPr algn="ctr"/>
            <a:endParaRPr lang="zh-CN" altLang="en-US"/>
          </a:p>
        </p:txBody>
      </p:sp>
      <p:grpSp>
        <p:nvGrpSpPr>
          <p:cNvPr id="174" name="group 174"/>
          <p:cNvGrpSpPr/>
          <p:nvPr/>
        </p:nvGrpSpPr>
        <p:grpSpPr>
          <a:xfrm rot="21600000">
            <a:off x="1289659" y="5954141"/>
            <a:ext cx="143510" cy="143509"/>
            <a:chOff x="0" y="0"/>
            <a:chExt cx="143510" cy="143509"/>
          </a:xfrm>
        </p:grpSpPr>
        <p:sp>
          <p:nvSpPr>
            <p:cNvPr id="1748" name="path"/>
            <p:cNvSpPr/>
            <p:nvPr/>
          </p:nvSpPr>
          <p:spPr>
            <a:xfrm>
              <a:off x="3175" y="3175"/>
              <a:ext cx="137160" cy="137159"/>
            </a:xfrm>
            <a:custGeom>
              <a:avLst/>
              <a:gdLst/>
              <a:ahLst/>
              <a:cxnLst/>
              <a:rect l="0" t="0" r="0" b="0"/>
              <a:pathLst>
                <a:path w="216" h="215">
                  <a:moveTo>
                    <a:pt x="0" y="108"/>
                  </a:moveTo>
                  <a:cubicBezTo>
                    <a:pt x="0" y="48"/>
                    <a:pt x="48" y="0"/>
                    <a:pt x="108" y="0"/>
                  </a:cubicBezTo>
                  <a:cubicBezTo>
                    <a:pt x="167" y="0"/>
                    <a:pt x="216" y="48"/>
                    <a:pt x="216" y="108"/>
                  </a:cubicBezTo>
                  <a:cubicBezTo>
                    <a:pt x="216" y="167"/>
                    <a:pt x="167" y="215"/>
                    <a:pt x="108" y="215"/>
                  </a:cubicBezTo>
                  <a:cubicBezTo>
                    <a:pt x="48" y="215"/>
                    <a:pt x="0" y="167"/>
                    <a:pt x="0" y="108"/>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1750" name="path"/>
            <p:cNvSpPr/>
            <p:nvPr/>
          </p:nvSpPr>
          <p:spPr>
            <a:xfrm>
              <a:off x="0" y="0"/>
              <a:ext cx="143510" cy="143509"/>
            </a:xfrm>
            <a:custGeom>
              <a:avLst/>
              <a:gdLst/>
              <a:ahLst/>
              <a:cxnLst/>
              <a:rect l="0" t="0" r="0" b="0"/>
              <a:pathLst>
                <a:path w="226" h="225">
                  <a:moveTo>
                    <a:pt x="5" y="113"/>
                  </a:moveTo>
                  <a:cubicBezTo>
                    <a:pt x="5" y="53"/>
                    <a:pt x="53" y="5"/>
                    <a:pt x="113" y="5"/>
                  </a:cubicBezTo>
                  <a:cubicBezTo>
                    <a:pt x="172" y="5"/>
                    <a:pt x="221" y="53"/>
                    <a:pt x="221" y="113"/>
                  </a:cubicBezTo>
                  <a:cubicBezTo>
                    <a:pt x="221" y="172"/>
                    <a:pt x="172" y="220"/>
                    <a:pt x="113" y="220"/>
                  </a:cubicBezTo>
                  <a:cubicBezTo>
                    <a:pt x="53" y="220"/>
                    <a:pt x="5" y="172"/>
                    <a:pt x="5" y="113"/>
                  </a:cubicBezTo>
                </a:path>
              </a:pathLst>
            </a:custGeom>
            <a:noFill/>
            <a:ln w="6350" cap="flat">
              <a:solidFill>
                <a:srgbClr val="FFC000">
                  <a:alpha val="100000"/>
                </a:srgbClr>
              </a:solidFill>
              <a:prstDash val="solid"/>
              <a:round/>
            </a:ln>
          </p:spPr>
          <p:txBody>
            <a:bodyPr rtlCol="0"/>
            <a:lstStyle/>
            <a:p>
              <a:pPr algn="ctr"/>
              <a:endParaRPr lang="zh-CN" altLang="en-US"/>
            </a:p>
          </p:txBody>
        </p:sp>
      </p:grpSp>
      <p:sp>
        <p:nvSpPr>
          <p:cNvPr id="1752" name="path"/>
          <p:cNvSpPr/>
          <p:nvPr/>
        </p:nvSpPr>
        <p:spPr>
          <a:xfrm>
            <a:off x="480059" y="5974079"/>
            <a:ext cx="137159" cy="137159"/>
          </a:xfrm>
          <a:custGeom>
            <a:avLst/>
            <a:gdLst/>
            <a:ahLst/>
            <a:cxnLst/>
            <a:rect l="0" t="0" r="0" b="0"/>
            <a:pathLst>
              <a:path w="215" h="215">
                <a:moveTo>
                  <a:pt x="0" y="108"/>
                </a:moveTo>
                <a:cubicBezTo>
                  <a:pt x="0" y="48"/>
                  <a:pt x="48" y="0"/>
                  <a:pt x="108" y="0"/>
                </a:cubicBezTo>
                <a:cubicBezTo>
                  <a:pt x="167" y="0"/>
                  <a:pt x="215" y="48"/>
                  <a:pt x="215" y="108"/>
                </a:cubicBezTo>
                <a:cubicBezTo>
                  <a:pt x="215" y="167"/>
                  <a:pt x="167" y="215"/>
                  <a:pt x="108" y="215"/>
                </a:cubicBezTo>
                <a:cubicBezTo>
                  <a:pt x="48" y="215"/>
                  <a:pt x="0" y="167"/>
                  <a:pt x="0" y="108"/>
                </a:cubicBezTo>
              </a:path>
            </a:pathLst>
          </a:custGeom>
          <a:solidFill>
            <a:srgbClr val="D9D9D9">
              <a:alpha val="100000"/>
            </a:srgbClr>
          </a:solidFill>
          <a:ln cap="flat">
            <a:noFill/>
            <a:prstDash val="solid"/>
            <a:miter lim="0"/>
          </a:ln>
        </p:spPr>
        <p:txBody>
          <a:bodyPr rtlCol="0"/>
          <a:lstStyle/>
          <a:p>
            <a:pPr algn="ctr"/>
            <a:endParaRPr lang="zh-CN" altLang="en-US"/>
          </a:p>
        </p:txBody>
      </p:sp>
      <p:sp>
        <p:nvSpPr>
          <p:cNvPr id="1754" name="textbox 1754"/>
          <p:cNvSpPr/>
          <p:nvPr>
            <p:custDataLst>
              <p:tags r:id="rId10"/>
            </p:custDataLst>
          </p:nvPr>
        </p:nvSpPr>
        <p:spPr>
          <a:xfrm>
            <a:off x="2453763" y="3297296"/>
            <a:ext cx="974725" cy="237490"/>
          </a:xfrm>
          <a:prstGeom prst="rect">
            <a:avLst/>
          </a:prstGeom>
        </p:spPr>
        <p:txBody>
          <a:bodyPr vert="horz" wrap="square" lIns="0" tIns="0" rIns="0" bIns="0"/>
          <a:lstStyle/>
          <a:p>
            <a:pPr algn="l" rtl="0" eaLnBrk="0">
              <a:lnSpc>
                <a:spcPct val="81000"/>
              </a:lnSpc>
            </a:pPr>
            <a:endParaRPr lang="en-US" altLang="en-US" sz="100" dirty="0">
              <a:solidFill>
                <a:schemeClr val="dk1"/>
              </a:solidFill>
            </a:endParaRPr>
          </a:p>
          <a:p>
            <a:pPr marL="12700" algn="l" rtl="0" eaLnBrk="0">
              <a:lnSpc>
                <a:spcPct val="82000"/>
              </a:lnSpc>
            </a:pPr>
            <a:r>
              <a:rPr sz="1400" kern="0" spc="-30" dirty="0">
                <a:solidFill>
                  <a:schemeClr val="dk1"/>
                </a:solidFill>
                <a:cs typeface="宋体" panose="02010600030101010101" pitchFamily="2" charset="-122"/>
              </a:rPr>
              <a:t>需求管理</a:t>
            </a:r>
            <a:r>
              <a:rPr sz="1400" kern="0" spc="190" dirty="0">
                <a:solidFill>
                  <a:schemeClr val="dk1"/>
                </a:solidFill>
                <a:cs typeface="宋体" panose="02010600030101010101" pitchFamily="2" charset="-122"/>
              </a:rPr>
              <a:t> </a:t>
            </a:r>
            <a:r>
              <a:rPr sz="1700" kern="0" spc="-30" dirty="0">
                <a:solidFill>
                  <a:schemeClr val="dk1"/>
                </a:solidFill>
                <a:cs typeface="微软雅黑" panose="020B0503020204020204" charset="-122"/>
              </a:rPr>
              <a:t>●</a:t>
            </a:r>
            <a:endParaRPr lang="en-US" altLang="en-US" sz="1700" kern="0" spc="-30" dirty="0">
              <a:solidFill>
                <a:schemeClr val="dk1"/>
              </a:solidFill>
              <a:cs typeface="微软雅黑" panose="020B0503020204020204" charset="-122"/>
            </a:endParaRPr>
          </a:p>
        </p:txBody>
      </p:sp>
      <p:sp>
        <p:nvSpPr>
          <p:cNvPr id="1756" name="textbox 1756"/>
          <p:cNvSpPr/>
          <p:nvPr>
            <p:custDataLst>
              <p:tags r:id="rId11"/>
            </p:custDataLst>
          </p:nvPr>
        </p:nvSpPr>
        <p:spPr>
          <a:xfrm>
            <a:off x="4816728" y="3492622"/>
            <a:ext cx="948055" cy="234950"/>
          </a:xfrm>
          <a:prstGeom prst="rect">
            <a:avLst/>
          </a:prstGeom>
        </p:spPr>
        <p:txBody>
          <a:bodyPr vert="horz" wrap="square" lIns="0" tIns="0" rIns="0" bIns="0"/>
          <a:lstStyle/>
          <a:p>
            <a:pPr algn="l" rtl="0" eaLnBrk="0">
              <a:lnSpc>
                <a:spcPct val="79000"/>
              </a:lnSpc>
            </a:pPr>
            <a:endParaRPr lang="en-US" altLang="en-US" sz="100" dirty="0">
              <a:solidFill>
                <a:schemeClr val="tx1">
                  <a:lumMod val="75000"/>
                  <a:lumOff val="25000"/>
                </a:schemeClr>
              </a:solidFill>
            </a:endParaRPr>
          </a:p>
          <a:p>
            <a:pPr marL="12700" algn="l" rtl="0" eaLnBrk="0">
              <a:lnSpc>
                <a:spcPct val="86000"/>
              </a:lnSpc>
            </a:pPr>
            <a:r>
              <a:rPr sz="1600" kern="0" spc="-10" dirty="0">
                <a:solidFill>
                  <a:schemeClr val="tx1">
                    <a:lumMod val="75000"/>
                    <a:lumOff val="25000"/>
                  </a:schemeClr>
                </a:solidFill>
                <a:cs typeface="微软雅黑" panose="020B0503020204020204" charset="-122"/>
              </a:rPr>
              <a:t>●</a:t>
            </a:r>
            <a:r>
              <a:rPr sz="1600" kern="0" spc="180" dirty="0">
                <a:solidFill>
                  <a:schemeClr val="tx1">
                    <a:lumMod val="75000"/>
                    <a:lumOff val="25000"/>
                  </a:schemeClr>
                </a:solidFill>
                <a:cs typeface="微软雅黑" panose="020B0503020204020204" charset="-122"/>
              </a:rPr>
              <a:t> </a:t>
            </a:r>
            <a:r>
              <a:rPr sz="1400" kern="0" spc="-10" dirty="0">
                <a:solidFill>
                  <a:schemeClr val="tx1">
                    <a:lumMod val="75000"/>
                    <a:lumOff val="25000"/>
                  </a:schemeClr>
                </a:solidFill>
                <a:cs typeface="宋体" panose="02010600030101010101" pitchFamily="2" charset="-122"/>
              </a:rPr>
              <a:t>项目管理</a:t>
            </a:r>
            <a:endParaRPr lang="en-US" altLang="en-US" sz="1400" kern="0" spc="-10" dirty="0">
              <a:solidFill>
                <a:schemeClr val="tx1">
                  <a:lumMod val="75000"/>
                  <a:lumOff val="25000"/>
                </a:schemeClr>
              </a:solidFill>
              <a:cs typeface="宋体" panose="02010600030101010101" pitchFamily="2" charset="-122"/>
            </a:endParaRPr>
          </a:p>
        </p:txBody>
      </p:sp>
      <p:sp>
        <p:nvSpPr>
          <p:cNvPr id="1758" name="textbox 1758"/>
          <p:cNvSpPr/>
          <p:nvPr>
            <p:custDataLst>
              <p:tags r:id="rId12"/>
            </p:custDataLst>
          </p:nvPr>
        </p:nvSpPr>
        <p:spPr>
          <a:xfrm>
            <a:off x="4328359" y="4404863"/>
            <a:ext cx="882014" cy="228600"/>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5000"/>
              </a:lnSpc>
            </a:pPr>
            <a:r>
              <a:rPr sz="1400" kern="0" spc="-20" dirty="0">
                <a:solidFill>
                  <a:schemeClr val="dk1"/>
                </a:solidFill>
                <a:cs typeface="Arial" panose="020B0604020202020204"/>
              </a:rPr>
              <a:t>IT</a:t>
            </a:r>
            <a:r>
              <a:rPr sz="1400" kern="0" spc="-20" dirty="0">
                <a:solidFill>
                  <a:schemeClr val="dk1"/>
                </a:solidFill>
                <a:cs typeface="宋体" panose="02010600030101010101" pitchFamily="2" charset="-122"/>
              </a:rPr>
              <a:t>行政管理</a:t>
            </a:r>
            <a:endParaRPr lang="en-US" altLang="en-US" sz="1400" kern="0" spc="-20" dirty="0">
              <a:solidFill>
                <a:schemeClr val="dk1"/>
              </a:solidFill>
              <a:cs typeface="宋体" panose="02010600030101010101" pitchFamily="2" charset="-122"/>
            </a:endParaRPr>
          </a:p>
        </p:txBody>
      </p:sp>
      <p:sp>
        <p:nvSpPr>
          <p:cNvPr id="1760" name="textbox 1760"/>
          <p:cNvSpPr/>
          <p:nvPr>
            <p:custDataLst>
              <p:tags r:id="rId13"/>
            </p:custDataLst>
          </p:nvPr>
        </p:nvSpPr>
        <p:spPr>
          <a:xfrm>
            <a:off x="2123278" y="4487532"/>
            <a:ext cx="730250" cy="229234"/>
          </a:xfrm>
          <a:prstGeom prst="rect">
            <a:avLst/>
          </a:prstGeom>
        </p:spPr>
        <p:txBody>
          <a:bodyPr vert="horz" wrap="square" lIns="0" tIns="0" rIns="0" bIns="0">
            <a:normAutofit/>
          </a:bodyPr>
          <a:lstStyle/>
          <a:p>
            <a:pPr algn="l" rtl="0" eaLnBrk="0">
              <a:lnSpc>
                <a:spcPct val="87000"/>
              </a:lnSpc>
            </a:pPr>
            <a:endParaRPr lang="en-US" altLang="en-US" sz="100" dirty="0">
              <a:solidFill>
                <a:schemeClr val="dk1"/>
              </a:solidFill>
            </a:endParaRPr>
          </a:p>
          <a:p>
            <a:pPr marL="12700" algn="l" rtl="0" eaLnBrk="0">
              <a:lnSpc>
                <a:spcPct val="95000"/>
              </a:lnSpc>
            </a:pPr>
            <a:r>
              <a:rPr sz="1400" kern="0" spc="-20" dirty="0">
                <a:solidFill>
                  <a:schemeClr val="dk1"/>
                </a:solidFill>
                <a:cs typeface="宋体" panose="02010600030101010101" pitchFamily="2" charset="-122"/>
              </a:rPr>
              <a:t>桌面运维</a:t>
            </a:r>
            <a:endParaRPr lang="en-US" altLang="en-US" sz="1400" kern="0" spc="-20" dirty="0">
              <a:solidFill>
                <a:schemeClr val="dk1"/>
              </a:solidFill>
              <a:cs typeface="宋体" panose="02010600030101010101" pitchFamily="2" charset="-122"/>
            </a:endParaRPr>
          </a:p>
        </p:txBody>
      </p:sp>
      <p:grpSp>
        <p:nvGrpSpPr>
          <p:cNvPr id="176" name="group 176"/>
          <p:cNvGrpSpPr/>
          <p:nvPr/>
        </p:nvGrpSpPr>
        <p:grpSpPr>
          <a:xfrm rot="21600000">
            <a:off x="2438272" y="4728845"/>
            <a:ext cx="137414" cy="140461"/>
            <a:chOff x="0" y="0"/>
            <a:chExt cx="137414" cy="140461"/>
          </a:xfrm>
        </p:grpSpPr>
        <p:sp>
          <p:nvSpPr>
            <p:cNvPr id="1762" name="path"/>
            <p:cNvSpPr/>
            <p:nvPr/>
          </p:nvSpPr>
          <p:spPr>
            <a:xfrm>
              <a:off x="3175" y="3175"/>
              <a:ext cx="131064" cy="134111"/>
            </a:xfrm>
            <a:custGeom>
              <a:avLst/>
              <a:gdLst/>
              <a:ahLst/>
              <a:cxnLst/>
              <a:rect l="0" t="0" r="0" b="0"/>
              <a:pathLst>
                <a:path w="206" h="211">
                  <a:moveTo>
                    <a:pt x="0" y="105"/>
                  </a:moveTo>
                  <a:cubicBezTo>
                    <a:pt x="0" y="47"/>
                    <a:pt x="46" y="0"/>
                    <a:pt x="103" y="0"/>
                  </a:cubicBezTo>
                  <a:cubicBezTo>
                    <a:pt x="160" y="0"/>
                    <a:pt x="206" y="47"/>
                    <a:pt x="206" y="105"/>
                  </a:cubicBezTo>
                  <a:cubicBezTo>
                    <a:pt x="206" y="163"/>
                    <a:pt x="160" y="211"/>
                    <a:pt x="103" y="211"/>
                  </a:cubicBezTo>
                  <a:cubicBezTo>
                    <a:pt x="46" y="211"/>
                    <a:pt x="0" y="163"/>
                    <a:pt x="0" y="105"/>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1764" name="path"/>
            <p:cNvSpPr/>
            <p:nvPr/>
          </p:nvSpPr>
          <p:spPr>
            <a:xfrm>
              <a:off x="0" y="0"/>
              <a:ext cx="137414" cy="140461"/>
            </a:xfrm>
            <a:custGeom>
              <a:avLst/>
              <a:gdLst/>
              <a:ahLst/>
              <a:cxnLst/>
              <a:rect l="0" t="0" r="0" b="0"/>
              <a:pathLst>
                <a:path w="216" h="221">
                  <a:moveTo>
                    <a:pt x="5" y="110"/>
                  </a:moveTo>
                  <a:cubicBezTo>
                    <a:pt x="5" y="52"/>
                    <a:pt x="51" y="5"/>
                    <a:pt x="108" y="5"/>
                  </a:cubicBezTo>
                  <a:cubicBezTo>
                    <a:pt x="165" y="5"/>
                    <a:pt x="211" y="52"/>
                    <a:pt x="211" y="110"/>
                  </a:cubicBezTo>
                  <a:cubicBezTo>
                    <a:pt x="211" y="168"/>
                    <a:pt x="165" y="216"/>
                    <a:pt x="108" y="216"/>
                  </a:cubicBezTo>
                  <a:cubicBezTo>
                    <a:pt x="51" y="216"/>
                    <a:pt x="5" y="168"/>
                    <a:pt x="5" y="110"/>
                  </a:cubicBezTo>
                </a:path>
              </a:pathLst>
            </a:custGeom>
            <a:noFill/>
            <a:ln w="6350" cap="flat">
              <a:solidFill>
                <a:srgbClr val="FFC000">
                  <a:alpha val="100000"/>
                </a:srgbClr>
              </a:solidFill>
              <a:prstDash val="solid"/>
              <a:round/>
            </a:ln>
          </p:spPr>
          <p:txBody>
            <a:bodyPr rtlCol="0"/>
            <a:lstStyle/>
            <a:p>
              <a:pPr algn="ctr"/>
              <a:endParaRPr lang="zh-CN" altLang="en-US"/>
            </a:p>
          </p:txBody>
        </p:sp>
      </p:grpSp>
      <p:grpSp>
        <p:nvGrpSpPr>
          <p:cNvPr id="178" name="group 178"/>
          <p:cNvGrpSpPr/>
          <p:nvPr/>
        </p:nvGrpSpPr>
        <p:grpSpPr>
          <a:xfrm rot="21600000">
            <a:off x="4526153" y="4195445"/>
            <a:ext cx="137413" cy="140461"/>
            <a:chOff x="0" y="0"/>
            <a:chExt cx="137413" cy="140461"/>
          </a:xfrm>
        </p:grpSpPr>
        <p:sp>
          <p:nvSpPr>
            <p:cNvPr id="1766" name="path"/>
            <p:cNvSpPr/>
            <p:nvPr/>
          </p:nvSpPr>
          <p:spPr>
            <a:xfrm>
              <a:off x="3175" y="3175"/>
              <a:ext cx="131063" cy="134111"/>
            </a:xfrm>
            <a:custGeom>
              <a:avLst/>
              <a:gdLst/>
              <a:ahLst/>
              <a:cxnLst/>
              <a:rect l="0" t="0" r="0" b="0"/>
              <a:pathLst>
                <a:path w="206" h="211">
                  <a:moveTo>
                    <a:pt x="0" y="105"/>
                  </a:moveTo>
                  <a:cubicBezTo>
                    <a:pt x="0" y="47"/>
                    <a:pt x="46" y="0"/>
                    <a:pt x="103" y="0"/>
                  </a:cubicBezTo>
                  <a:cubicBezTo>
                    <a:pt x="160" y="0"/>
                    <a:pt x="206" y="47"/>
                    <a:pt x="206" y="105"/>
                  </a:cubicBezTo>
                  <a:cubicBezTo>
                    <a:pt x="206" y="163"/>
                    <a:pt x="160" y="211"/>
                    <a:pt x="103" y="211"/>
                  </a:cubicBezTo>
                  <a:cubicBezTo>
                    <a:pt x="46" y="211"/>
                    <a:pt x="0" y="163"/>
                    <a:pt x="0" y="105"/>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1768" name="path"/>
            <p:cNvSpPr/>
            <p:nvPr/>
          </p:nvSpPr>
          <p:spPr>
            <a:xfrm>
              <a:off x="0" y="0"/>
              <a:ext cx="137413" cy="140461"/>
            </a:xfrm>
            <a:custGeom>
              <a:avLst/>
              <a:gdLst/>
              <a:ahLst/>
              <a:cxnLst/>
              <a:rect l="0" t="0" r="0" b="0"/>
              <a:pathLst>
                <a:path w="216" h="221">
                  <a:moveTo>
                    <a:pt x="5" y="110"/>
                  </a:moveTo>
                  <a:cubicBezTo>
                    <a:pt x="5" y="52"/>
                    <a:pt x="51" y="5"/>
                    <a:pt x="108" y="5"/>
                  </a:cubicBezTo>
                  <a:cubicBezTo>
                    <a:pt x="165" y="5"/>
                    <a:pt x="211" y="52"/>
                    <a:pt x="211" y="110"/>
                  </a:cubicBezTo>
                  <a:cubicBezTo>
                    <a:pt x="211" y="168"/>
                    <a:pt x="165" y="216"/>
                    <a:pt x="108" y="216"/>
                  </a:cubicBezTo>
                  <a:cubicBezTo>
                    <a:pt x="51" y="216"/>
                    <a:pt x="5" y="168"/>
                    <a:pt x="5" y="110"/>
                  </a:cubicBezTo>
                </a:path>
              </a:pathLst>
            </a:custGeom>
            <a:noFill/>
            <a:ln w="6350" cap="flat">
              <a:solidFill>
                <a:srgbClr val="FFC000">
                  <a:alpha val="100000"/>
                </a:srgbClr>
              </a:solidFill>
              <a:prstDash val="solid"/>
              <a:round/>
            </a:ln>
          </p:spPr>
          <p:txBody>
            <a:bodyPr rtlCol="0"/>
            <a:lstStyle/>
            <a:p>
              <a:pPr algn="ctr"/>
              <a:endParaRPr lang="zh-CN" altLang="en-US"/>
            </a:p>
          </p:txBody>
        </p:sp>
      </p:grpSp>
    </p:spTree>
    <p:custDataLst>
      <p:tags r:id="rId14"/>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0" name="picture 1770"/>
          <p:cNvPicPr>
            <a:picLocks noChangeAspect="1"/>
          </p:cNvPicPr>
          <p:nvPr>
            <p:custDataLst>
              <p:tags r:id="rId1"/>
            </p:custDataLst>
          </p:nvPr>
        </p:nvPicPr>
        <p:blipFill>
          <a:blip r:embed="rId2"/>
          <a:stretch>
            <a:fillRect/>
          </a:stretch>
        </p:blipFill>
        <p:spPr>
          <a:xfrm rot="21600000">
            <a:off x="5890259" y="2145792"/>
            <a:ext cx="2386456" cy="1936876"/>
          </a:xfrm>
          <a:prstGeom prst="rect">
            <a:avLst/>
          </a:prstGeom>
        </p:spPr>
      </p:pic>
      <p:graphicFrame>
        <p:nvGraphicFramePr>
          <p:cNvPr id="1772" name="table 1772"/>
          <p:cNvGraphicFramePr>
            <a:graphicFrameLocks noGrp="1"/>
          </p:cNvGraphicFramePr>
          <p:nvPr>
            <p:custDataLst>
              <p:tags r:id="rId3"/>
            </p:custDataLst>
          </p:nvPr>
        </p:nvGraphicFramePr>
        <p:xfrm>
          <a:off x="4867833" y="1904233"/>
          <a:ext cx="6935469" cy="2753995"/>
        </p:xfrm>
        <a:graphic>
          <a:graphicData uri="http://schemas.openxmlformats.org/drawingml/2006/table">
            <a:tbl>
              <a:tblPr/>
              <a:tblGrid>
                <a:gridCol w="3561079"/>
                <a:gridCol w="3374390"/>
              </a:tblGrid>
              <a:tr h="2753995">
                <a:tc>
                  <a:txBody>
                    <a:bodyPr/>
                    <a:lstStyle/>
                    <a:p>
                      <a:pPr marL="412115" algn="l" rtl="0" eaLnBrk="0">
                        <a:lnSpc>
                          <a:spcPct val="95000"/>
                        </a:lnSpc>
                        <a:spcBef>
                          <a:spcPts val="0"/>
                        </a:spcBef>
                      </a:pPr>
                      <a:r>
                        <a:rPr sz="1400" kern="0" spc="0" dirty="0">
                          <a:ln w="5094" cap="flat" cmpd="sng">
                            <a:solidFill>
                              <a:srgbClr val="000000">
                                <a:alpha val="100000"/>
                              </a:srgbClr>
                            </a:solidFill>
                            <a:prstDash val="solid"/>
                            <a:miter lim="10"/>
                          </a:ln>
                          <a:solidFill>
                            <a:srgbClr val="000000">
                              <a:alpha val="100000"/>
                            </a:srgbClr>
                          </a:solidFill>
                          <a:cs typeface="宋体" panose="02010600030101010101" pitchFamily="2" charset="-122"/>
                        </a:rPr>
                        <a:t>XX</a:t>
                      </a:r>
                      <a:r>
                        <a:rPr sz="1400" b="1" kern="0" spc="0" dirty="0">
                          <a:solidFill>
                            <a:srgbClr val="000000">
                              <a:alpha val="100000"/>
                            </a:srgbClr>
                          </a:solidFill>
                          <a:cs typeface="Calibri" panose="020F0502020204030204"/>
                        </a:rPr>
                        <a:t>IT</a:t>
                      </a:r>
                      <a:r>
                        <a:rPr sz="1400" kern="0" spc="0" dirty="0">
                          <a:ln w="5094" cap="flat" cmpd="sng">
                            <a:solidFill>
                              <a:srgbClr val="000000">
                                <a:alpha val="100000"/>
                              </a:srgbClr>
                            </a:solidFill>
                            <a:prstDash val="solid"/>
                            <a:miter lim="10"/>
                          </a:ln>
                          <a:solidFill>
                            <a:srgbClr val="000000">
                              <a:alpha val="100000"/>
                            </a:srgbClr>
                          </a:solidFill>
                          <a:cs typeface="宋体" panose="02010600030101010101" pitchFamily="2" charset="-122"/>
                        </a:rPr>
                        <a:t>人员数量</a:t>
                      </a:r>
                      <a:r>
                        <a:rPr sz="1400" kern="0" spc="-10" dirty="0">
                          <a:ln w="5094" cap="flat" cmpd="sng">
                            <a:solidFill>
                              <a:srgbClr val="000000">
                                <a:alpha val="100000"/>
                              </a:srgbClr>
                            </a:solidFill>
                            <a:prstDash val="solid"/>
                            <a:miter lim="10"/>
                          </a:ln>
                          <a:solidFill>
                            <a:srgbClr val="000000">
                              <a:alpha val="100000"/>
                            </a:srgbClr>
                          </a:solidFill>
                          <a:cs typeface="宋体" panose="02010600030101010101" pitchFamily="2" charset="-122"/>
                        </a:rPr>
                        <a:t>及构成分析</a:t>
                      </a:r>
                      <a:endParaRPr lang="en-US" altLang="en-US" sz="1400" dirty="0"/>
                    </a:p>
                    <a:p>
                      <a:pPr marL="41910" algn="l" rtl="0" eaLnBrk="0">
                        <a:lnSpc>
                          <a:spcPct val="83000"/>
                        </a:lnSpc>
                        <a:spcBef>
                          <a:spcPts val="1375"/>
                        </a:spcBef>
                      </a:pPr>
                      <a:r>
                        <a:rPr sz="1200" kern="0" spc="-20" dirty="0">
                          <a:solidFill>
                            <a:srgbClr val="595959">
                              <a:alpha val="100000"/>
                            </a:srgbClr>
                          </a:solidFill>
                          <a:cs typeface="宋体" panose="02010600030101010101" pitchFamily="2" charset="-122"/>
                        </a:rPr>
                        <a:t>西安</a:t>
                      </a:r>
                      <a:r>
                        <a:rPr sz="1200" kern="0" spc="-20" dirty="0">
                          <a:solidFill>
                            <a:srgbClr val="595959">
                              <a:alpha val="100000"/>
                            </a:srgbClr>
                          </a:solidFill>
                          <a:cs typeface="Calibri" panose="020F0502020204030204"/>
                        </a:rPr>
                        <a:t>IT</a:t>
                      </a:r>
                      <a:r>
                        <a:rPr sz="1200" kern="0" spc="-20" dirty="0">
                          <a:solidFill>
                            <a:srgbClr val="595959">
                              <a:alpha val="100000"/>
                            </a:srgbClr>
                          </a:solidFill>
                          <a:cs typeface="宋体" panose="02010600030101010101" pitchFamily="2" charset="-122"/>
                        </a:rPr>
                        <a:t>研发部</a:t>
                      </a:r>
                      <a:endParaRPr lang="en-US" altLang="en-US" sz="1200" dirty="0"/>
                    </a:p>
                    <a:p>
                      <a:pPr algn="l" rtl="0" eaLnBrk="0">
                        <a:lnSpc>
                          <a:spcPts val="1790"/>
                        </a:lnSpc>
                      </a:pPr>
                      <a:r>
                        <a:rPr sz="1200" kern="0" spc="-10" dirty="0">
                          <a:solidFill>
                            <a:srgbClr val="595959">
                              <a:alpha val="100000"/>
                            </a:srgbClr>
                          </a:solidFill>
                          <a:cs typeface="宋体" panose="02010600030101010101" pitchFamily="2" charset="-122"/>
                        </a:rPr>
                        <a:t>单系统项目部</a:t>
                      </a:r>
                      <a:endParaRPr lang="en-US" altLang="en-US" sz="1200" dirty="0"/>
                    </a:p>
                    <a:p>
                      <a:pPr marL="151765" algn="l" rtl="0" eaLnBrk="0">
                        <a:lnSpc>
                          <a:spcPts val="1790"/>
                        </a:lnSpc>
                      </a:pPr>
                      <a:r>
                        <a:rPr sz="1200" kern="0" spc="-10" dirty="0">
                          <a:solidFill>
                            <a:srgbClr val="595959">
                              <a:alpha val="100000"/>
                            </a:srgbClr>
                          </a:solidFill>
                          <a:cs typeface="宋体" panose="02010600030101010101" pitchFamily="2" charset="-122"/>
                        </a:rPr>
                        <a:t>数据支持部</a:t>
                      </a:r>
                      <a:endParaRPr lang="en-US" altLang="en-US" sz="1200" dirty="0"/>
                    </a:p>
                    <a:p>
                      <a:pPr marL="349250" algn="l" rtl="0" eaLnBrk="0">
                        <a:lnSpc>
                          <a:spcPts val="1795"/>
                        </a:lnSpc>
                      </a:pPr>
                      <a:r>
                        <a:rPr sz="1200" kern="0" spc="-30" dirty="0">
                          <a:solidFill>
                            <a:srgbClr val="595959">
                              <a:alpha val="100000"/>
                            </a:srgbClr>
                          </a:solidFill>
                          <a:cs typeface="Calibri" panose="020F0502020204030204"/>
                        </a:rPr>
                        <a:t>IT</a:t>
                      </a:r>
                      <a:r>
                        <a:rPr sz="1200" kern="0" spc="-30" dirty="0">
                          <a:solidFill>
                            <a:srgbClr val="595959">
                              <a:alpha val="100000"/>
                            </a:srgbClr>
                          </a:solidFill>
                          <a:cs typeface="宋体" panose="02010600030101010101" pitchFamily="2" charset="-122"/>
                        </a:rPr>
                        <a:t>管控部</a:t>
                      </a:r>
                      <a:endParaRPr lang="en-US" altLang="en-US" sz="1200" dirty="0"/>
                    </a:p>
                    <a:p>
                      <a:pPr marL="1404620" algn="l" rtl="0" eaLnBrk="0">
                        <a:lnSpc>
                          <a:spcPct val="73000"/>
                        </a:lnSpc>
                        <a:spcBef>
                          <a:spcPts val="695"/>
                        </a:spcBef>
                      </a:pPr>
                      <a:r>
                        <a:rPr sz="1200" kern="0" spc="-20" dirty="0">
                          <a:solidFill>
                            <a:srgbClr val="404040">
                              <a:alpha val="100000"/>
                            </a:srgbClr>
                          </a:solidFill>
                          <a:cs typeface="Calibri" panose="020F0502020204030204"/>
                        </a:rPr>
                        <a:t>9</a:t>
                      </a:r>
                      <a:endParaRPr lang="en-US" altLang="en-US" sz="1200" dirty="0"/>
                    </a:p>
                    <a:p>
                      <a:pPr marL="1828800" algn="l" rtl="0" eaLnBrk="0">
                        <a:lnSpc>
                          <a:spcPct val="73000"/>
                        </a:lnSpc>
                        <a:spcBef>
                          <a:spcPts val="740"/>
                        </a:spcBef>
                      </a:pPr>
                      <a:r>
                        <a:rPr sz="1200" kern="0" spc="-30" dirty="0">
                          <a:solidFill>
                            <a:srgbClr val="404040">
                              <a:alpha val="100000"/>
                            </a:srgbClr>
                          </a:solidFill>
                          <a:cs typeface="Calibri" panose="020F0502020204030204"/>
                        </a:rPr>
                        <a:t>24</a:t>
                      </a:r>
                      <a:endParaRPr lang="en-US" altLang="en-US" sz="1200" dirty="0"/>
                    </a:p>
                    <a:p>
                      <a:pPr marL="2894965" algn="l" rtl="0" eaLnBrk="0">
                        <a:lnSpc>
                          <a:spcPct val="73000"/>
                        </a:lnSpc>
                        <a:spcBef>
                          <a:spcPts val="740"/>
                        </a:spcBef>
                      </a:pPr>
                      <a:r>
                        <a:rPr sz="1200" kern="0" spc="-30" dirty="0">
                          <a:solidFill>
                            <a:srgbClr val="404040">
                              <a:alpha val="100000"/>
                            </a:srgbClr>
                          </a:solidFill>
                          <a:cs typeface="Calibri" panose="020F0502020204030204"/>
                        </a:rPr>
                        <a:t>62</a:t>
                      </a:r>
                      <a:endParaRPr lang="en-US" altLang="en-US" sz="1200" dirty="0"/>
                    </a:p>
                    <a:p>
                      <a:pPr marL="1744345" algn="l" rtl="0" eaLnBrk="0">
                        <a:lnSpc>
                          <a:spcPct val="73000"/>
                        </a:lnSpc>
                        <a:spcBef>
                          <a:spcPts val="745"/>
                        </a:spcBef>
                      </a:pPr>
                      <a:r>
                        <a:rPr sz="1200" kern="0" spc="-30" dirty="0">
                          <a:solidFill>
                            <a:srgbClr val="404040">
                              <a:alpha val="100000"/>
                            </a:srgbClr>
                          </a:solidFill>
                          <a:cs typeface="Calibri" panose="020F0502020204030204"/>
                        </a:rPr>
                        <a:t>21</a:t>
                      </a:r>
                      <a:endParaRPr lang="en-US" altLang="en-US" sz="1200" dirty="0"/>
                    </a:p>
                    <a:p>
                      <a:pPr marL="1014095" algn="l" rtl="0" eaLnBrk="0">
                        <a:lnSpc>
                          <a:spcPct val="73000"/>
                        </a:lnSpc>
                        <a:spcBef>
                          <a:spcPts val="1475"/>
                        </a:spcBef>
                      </a:pPr>
                      <a:r>
                        <a:rPr sz="1200" kern="0" spc="-10" dirty="0">
                          <a:solidFill>
                            <a:srgbClr val="595959">
                              <a:alpha val="100000"/>
                            </a:srgbClr>
                          </a:solidFill>
                          <a:cs typeface="Calibri" panose="020F0502020204030204"/>
                        </a:rPr>
                        <a:t>0</a:t>
                      </a:r>
                      <a:r>
                        <a:rPr sz="1200" kern="0" spc="0" dirty="0">
                          <a:solidFill>
                            <a:srgbClr val="595959">
                              <a:alpha val="100000"/>
                            </a:srgbClr>
                          </a:solidFill>
                          <a:cs typeface="Calibri" panose="020F0502020204030204"/>
                        </a:rPr>
                        <a:t>             </a:t>
                      </a:r>
                      <a:r>
                        <a:rPr sz="1200" kern="0" spc="-10" dirty="0">
                          <a:solidFill>
                            <a:srgbClr val="595959">
                              <a:alpha val="100000"/>
                            </a:srgbClr>
                          </a:solidFill>
                          <a:cs typeface="Calibri" panose="020F0502020204030204"/>
                        </a:rPr>
                        <a:t>20      </a:t>
                      </a:r>
                      <a:r>
                        <a:rPr sz="1200" kern="0" spc="-20" dirty="0">
                          <a:solidFill>
                            <a:srgbClr val="595959">
                              <a:alpha val="100000"/>
                            </a:srgbClr>
                          </a:solidFill>
                          <a:cs typeface="Calibri" panose="020F0502020204030204"/>
                        </a:rPr>
                        <a:t>      40</a:t>
                      </a:r>
                      <a:r>
                        <a:rPr sz="1200" kern="0" spc="20" dirty="0">
                          <a:solidFill>
                            <a:srgbClr val="595959">
                              <a:alpha val="100000"/>
                            </a:srgbClr>
                          </a:solidFill>
                          <a:cs typeface="Calibri" panose="020F0502020204030204"/>
                        </a:rPr>
                        <a:t>           </a:t>
                      </a:r>
                      <a:r>
                        <a:rPr sz="1200" kern="0" spc="-20" dirty="0">
                          <a:solidFill>
                            <a:srgbClr val="595959">
                              <a:alpha val="100000"/>
                            </a:srgbClr>
                          </a:solidFill>
                          <a:cs typeface="Calibri" panose="020F0502020204030204"/>
                        </a:rPr>
                        <a:t>60</a:t>
                      </a:r>
                      <a:r>
                        <a:rPr sz="1200" kern="0" spc="20" dirty="0">
                          <a:solidFill>
                            <a:srgbClr val="595959">
                              <a:alpha val="100000"/>
                            </a:srgbClr>
                          </a:solidFill>
                          <a:cs typeface="Calibri" panose="020F0502020204030204"/>
                        </a:rPr>
                        <a:t>           </a:t>
                      </a:r>
                      <a:r>
                        <a:rPr sz="1200" kern="0" spc="-20" dirty="0">
                          <a:solidFill>
                            <a:srgbClr val="595959">
                              <a:alpha val="100000"/>
                            </a:srgbClr>
                          </a:solidFill>
                          <a:cs typeface="Calibri" panose="020F0502020204030204"/>
                        </a:rPr>
                        <a:t>80</a:t>
                      </a:r>
                      <a:endParaRPr lang="en-US" altLang="en-US" sz="1200" dirty="0"/>
                    </a:p>
                    <a:p>
                      <a:pPr algn="l" rtl="0" eaLnBrk="0">
                        <a:lnSpc>
                          <a:spcPct val="107000"/>
                        </a:lnSpc>
                      </a:pPr>
                      <a:endParaRPr lang="en-US" altLang="en-US" sz="1000" dirty="0"/>
                    </a:p>
                    <a:p>
                      <a:pPr marL="1640840" algn="l" rtl="0" eaLnBrk="0">
                        <a:lnSpc>
                          <a:spcPct val="80000"/>
                        </a:lnSpc>
                        <a:spcBef>
                          <a:spcPts val="5"/>
                        </a:spcBef>
                        <a:tabLst>
                          <a:tab pos="1687195" algn="l"/>
                        </a:tabLst>
                      </a:pPr>
                      <a:r>
                        <a:rPr sz="1200" kern="0" spc="0" dirty="0">
                          <a:solidFill>
                            <a:srgbClr val="595959">
                              <a:alpha val="100000"/>
                            </a:srgbClr>
                          </a:solidFill>
                          <a:cs typeface="宋体" panose="02010600030101010101" pitchFamily="2" charset="-122"/>
                        </a:rPr>
                        <a:t>	</a:t>
                      </a:r>
                      <a:r>
                        <a:rPr sz="1200" kern="0" spc="-20" dirty="0">
                          <a:solidFill>
                            <a:srgbClr val="595959">
                              <a:alpha val="100000"/>
                            </a:srgbClr>
                          </a:solidFill>
                          <a:cs typeface="宋体" panose="02010600030101010101" pitchFamily="2" charset="-122"/>
                        </a:rPr>
                        <a:t>XX</a:t>
                      </a:r>
                      <a:endParaRPr lang="en-US" altLang="en-US" sz="1200" dirty="0"/>
                    </a:p>
                  </a:txBody>
                  <a:tcPr marL="0" marR="0" marT="245" marB="0" vert="horz">
                    <a:lnL>
                      <a:noFill/>
                    </a:lnL>
                    <a:lnR>
                      <a:noFill/>
                    </a:lnR>
                    <a:lnT>
                      <a:noFill/>
                    </a:lnT>
                    <a:lnB>
                      <a:noFill/>
                    </a:lnB>
                  </a:tcPr>
                </a:tc>
                <a:tc>
                  <a:txBody>
                    <a:bodyPr/>
                    <a:lstStyle/>
                    <a:p>
                      <a:pPr algn="l" rtl="0" eaLnBrk="0">
                        <a:lnSpc>
                          <a:spcPct val="130000"/>
                        </a:lnSpc>
                      </a:pPr>
                      <a:endParaRPr lang="en-US" altLang="en-US" sz="300" dirty="0"/>
                    </a:p>
                    <a:p>
                      <a:pPr marL="332105" indent="-179705" algn="l" rtl="0" eaLnBrk="0">
                        <a:lnSpc>
                          <a:spcPct val="118000"/>
                        </a:lnSpc>
                        <a:spcBef>
                          <a:spcPts val="5"/>
                        </a:spcBef>
                      </a:pPr>
                      <a:r>
                        <a:rPr sz="800" kern="0" spc="-50" dirty="0">
                          <a:solidFill>
                            <a:srgbClr val="7889FB">
                              <a:alpha val="100000"/>
                            </a:srgbClr>
                          </a:solidFill>
                          <a:cs typeface="Wingdings" panose="05000000000000000000"/>
                        </a:rPr>
                        <a:t>. </a:t>
                      </a:r>
                      <a:r>
                        <a:rPr sz="1200" kern="0" spc="-50" dirty="0">
                          <a:solidFill>
                            <a:srgbClr val="000000">
                              <a:alpha val="100000"/>
                            </a:srgbClr>
                          </a:solidFill>
                          <a:cs typeface="微软雅黑" panose="020B0503020204020204" charset="-122"/>
                        </a:rPr>
                        <a:t>从人员构成上看，</a:t>
                      </a:r>
                      <a:r>
                        <a:rPr sz="1200" kern="0" spc="-60" dirty="0">
                          <a:solidFill>
                            <a:srgbClr val="000000">
                              <a:alpha val="100000"/>
                            </a:srgbClr>
                          </a:solidFill>
                          <a:cs typeface="微软雅黑" panose="020B0503020204020204" charset="-122"/>
                        </a:rPr>
                        <a:t>目前战略与计划的工作主要</a:t>
                      </a:r>
                      <a:r>
                        <a:rPr sz="1200" kern="0" spc="-10" dirty="0">
                          <a:solidFill>
                            <a:srgbClr val="000000">
                              <a:alpha val="100000"/>
                            </a:srgbClr>
                          </a:solidFill>
                          <a:cs typeface="微软雅黑" panose="020B0503020204020204" charset="-122"/>
                        </a:rPr>
                        <a:t>   </a:t>
                      </a:r>
                      <a:r>
                        <a:rPr sz="1200" kern="0" spc="-70" dirty="0">
                          <a:solidFill>
                            <a:srgbClr val="000000">
                              <a:alpha val="100000"/>
                            </a:srgbClr>
                          </a:solidFill>
                          <a:cs typeface="微软雅黑" panose="020B0503020204020204" charset="-122"/>
                        </a:rPr>
                        <a:t>由IT部门领导兼顾，主要的人员集中在IT实施。</a:t>
                      </a:r>
                      <a:endParaRPr lang="en-US" altLang="en-US" sz="1200" dirty="0"/>
                    </a:p>
                    <a:p>
                      <a:pPr marL="323850" indent="-171450" algn="l" rtl="0" eaLnBrk="0">
                        <a:lnSpc>
                          <a:spcPct val="125000"/>
                        </a:lnSpc>
                        <a:spcBef>
                          <a:spcPts val="600"/>
                        </a:spcBef>
                      </a:pPr>
                      <a:r>
                        <a:rPr sz="800" kern="0" spc="-30" dirty="0">
                          <a:solidFill>
                            <a:srgbClr val="7889FB">
                              <a:alpha val="100000"/>
                            </a:srgbClr>
                          </a:solidFill>
                          <a:cs typeface="Wingdings" panose="05000000000000000000"/>
                        </a:rPr>
                        <a:t>. </a:t>
                      </a:r>
                      <a:r>
                        <a:rPr sz="1200" kern="0" spc="-30" dirty="0">
                          <a:solidFill>
                            <a:srgbClr val="000000">
                              <a:alpha val="100000"/>
                            </a:srgbClr>
                          </a:solidFill>
                          <a:cs typeface="微软雅黑" panose="020B0503020204020204" charset="-122"/>
                        </a:rPr>
                        <a:t>为满足未来信息化建设和运营的要求，需要加</a:t>
                      </a:r>
                      <a:r>
                        <a:rPr sz="1200" kern="0" spc="2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强对关键岗位人员的能力培养，如业务</a:t>
                      </a:r>
                      <a:r>
                        <a:rPr sz="1200" kern="0" spc="-10" dirty="0">
                          <a:solidFill>
                            <a:srgbClr val="000000">
                              <a:alpha val="100000"/>
                            </a:srgbClr>
                          </a:solidFill>
                          <a:cs typeface="微软雅黑" panose="020B0503020204020204" charset="-122"/>
                        </a:rPr>
                        <a:t>需求分 </a:t>
                      </a:r>
                      <a:r>
                        <a:rPr sz="1200" kern="0" spc="0" dirty="0">
                          <a:solidFill>
                            <a:srgbClr val="000000">
                              <a:alpha val="100000"/>
                            </a:srgbClr>
                          </a:solidFill>
                          <a:cs typeface="微软雅黑" panose="020B0503020204020204" charset="-122"/>
                        </a:rPr>
                        <a:t>析、企业架构和设计、数据管控</a:t>
                      </a:r>
                      <a:r>
                        <a:rPr sz="1200" kern="0" spc="-10" dirty="0">
                          <a:solidFill>
                            <a:srgbClr val="000000">
                              <a:alpha val="100000"/>
                            </a:srgbClr>
                          </a:solidFill>
                          <a:cs typeface="微软雅黑" panose="020B0503020204020204" charset="-122"/>
                        </a:rPr>
                        <a:t>能力等</a:t>
                      </a:r>
                      <a:endParaRPr lang="en-US" altLang="en-US" sz="1200" dirty="0"/>
                    </a:p>
                    <a:p>
                      <a:pPr marL="324485" indent="-172085" algn="l" rtl="0" eaLnBrk="0">
                        <a:lnSpc>
                          <a:spcPct val="118000"/>
                        </a:lnSpc>
                        <a:spcBef>
                          <a:spcPts val="605"/>
                        </a:spcBef>
                      </a:pPr>
                      <a:r>
                        <a:rPr sz="800" kern="0" spc="-30" dirty="0">
                          <a:solidFill>
                            <a:srgbClr val="7889FB">
                              <a:alpha val="100000"/>
                            </a:srgbClr>
                          </a:solidFill>
                          <a:cs typeface="Wingdings" panose="05000000000000000000"/>
                        </a:rPr>
                        <a:t>. </a:t>
                      </a:r>
                      <a:r>
                        <a:rPr sz="1200" kern="0" spc="-30" dirty="0">
                          <a:solidFill>
                            <a:srgbClr val="000000">
                              <a:alpha val="100000"/>
                            </a:srgbClr>
                          </a:solidFill>
                          <a:cs typeface="微软雅黑" panose="020B0503020204020204" charset="-122"/>
                        </a:rPr>
                        <a:t>公司缺乏内、外部的IT培训和内部知识共享机 </a:t>
                      </a:r>
                      <a:r>
                        <a:rPr sz="1200" kern="0" spc="0" dirty="0">
                          <a:solidFill>
                            <a:srgbClr val="000000">
                              <a:alpha val="100000"/>
                            </a:srgbClr>
                          </a:solidFill>
                          <a:cs typeface="微软雅黑" panose="020B0503020204020204" charset="-122"/>
                        </a:rPr>
                        <a:t>制，缺乏IT职业发展规划</a:t>
                      </a:r>
                      <a:r>
                        <a:rPr sz="1200" kern="0" spc="-10" dirty="0">
                          <a:solidFill>
                            <a:srgbClr val="000000">
                              <a:alpha val="100000"/>
                            </a:srgbClr>
                          </a:solidFill>
                          <a:cs typeface="微软雅黑" panose="020B0503020204020204" charset="-122"/>
                        </a:rPr>
                        <a:t>及指导体系</a:t>
                      </a:r>
                      <a:endParaRPr lang="en-US" altLang="en-US" sz="1200" dirty="0"/>
                    </a:p>
                    <a:p>
                      <a:pPr algn="l" rtl="0" eaLnBrk="0">
                        <a:lnSpc>
                          <a:spcPct val="100000"/>
                        </a:lnSpc>
                      </a:pPr>
                      <a:endParaRPr lang="en-US" altLang="en-US" sz="500" dirty="0"/>
                    </a:p>
                    <a:p>
                      <a:pPr marL="324485" indent="-172085" algn="l" rtl="0" eaLnBrk="0">
                        <a:lnSpc>
                          <a:spcPct val="118000"/>
                        </a:lnSpc>
                        <a:spcBef>
                          <a:spcPts val="0"/>
                        </a:spcBef>
                      </a:pPr>
                      <a:r>
                        <a:rPr sz="800" kern="0" spc="-30" dirty="0">
                          <a:solidFill>
                            <a:srgbClr val="7889FB">
                              <a:alpha val="100000"/>
                            </a:srgbClr>
                          </a:solidFill>
                          <a:cs typeface="Wingdings" panose="05000000000000000000"/>
                        </a:rPr>
                        <a:t>. </a:t>
                      </a:r>
                      <a:r>
                        <a:rPr sz="1200" kern="0" spc="-30" dirty="0">
                          <a:solidFill>
                            <a:srgbClr val="000000">
                              <a:alpha val="100000"/>
                            </a:srgbClr>
                          </a:solidFill>
                          <a:cs typeface="微软雅黑" panose="020B0503020204020204" charset="-122"/>
                        </a:rPr>
                        <a:t>IT部门的绩效考核与薪酬未挂钩，缺乏激励机 </a:t>
                      </a:r>
                      <a:r>
                        <a:rPr sz="1200" kern="0" spc="-10" dirty="0">
                          <a:solidFill>
                            <a:srgbClr val="000000">
                              <a:alpha val="100000"/>
                            </a:srgbClr>
                          </a:solidFill>
                          <a:cs typeface="微软雅黑" panose="020B0503020204020204" charset="-122"/>
                        </a:rPr>
                        <a:t>制和明确的晋升通道</a:t>
                      </a:r>
                      <a:endParaRPr lang="en-US" altLang="en-US" sz="1200" dirty="0"/>
                    </a:p>
                  </a:txBody>
                  <a:tcPr marL="0" marR="0" marT="0" marB="0" vert="horz">
                    <a:lnL>
                      <a:noFill/>
                    </a:lnL>
                    <a:lnR>
                      <a:noFill/>
                    </a:lnR>
                    <a:lnT>
                      <a:noFill/>
                    </a:lnT>
                    <a:lnB>
                      <a:noFill/>
                    </a:lnB>
                  </a:tcPr>
                </a:tc>
              </a:tr>
            </a:tbl>
          </a:graphicData>
        </a:graphic>
      </p:graphicFrame>
      <p:sp>
        <p:nvSpPr>
          <p:cNvPr id="1774" name="path"/>
          <p:cNvSpPr/>
          <p:nvPr/>
        </p:nvSpPr>
        <p:spPr>
          <a:xfrm>
            <a:off x="6426708" y="4545838"/>
            <a:ext cx="82296" cy="80241"/>
          </a:xfrm>
          <a:custGeom>
            <a:avLst/>
            <a:gdLst/>
            <a:ahLst/>
            <a:cxnLst/>
            <a:rect l="0" t="0" r="0" b="0"/>
            <a:pathLst>
              <a:path w="129" h="126">
                <a:moveTo>
                  <a:pt x="0" y="126"/>
                </a:moveTo>
                <a:lnTo>
                  <a:pt x="129" y="126"/>
                </a:lnTo>
                <a:lnTo>
                  <a:pt x="129" y="0"/>
                </a:lnTo>
                <a:lnTo>
                  <a:pt x="0" y="0"/>
                </a:lnTo>
                <a:lnTo>
                  <a:pt x="0" y="126"/>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1778" name="textbox 1778"/>
          <p:cNvSpPr/>
          <p:nvPr>
            <p:custDataLst>
              <p:tags r:id="rId4"/>
            </p:custDataLst>
          </p:nvPr>
        </p:nvSpPr>
        <p:spPr>
          <a:xfrm>
            <a:off x="5138236" y="4949774"/>
            <a:ext cx="6642734" cy="710565"/>
          </a:xfrm>
          <a:prstGeom prst="rect">
            <a:avLst/>
          </a:prstGeom>
        </p:spPr>
        <p:txBody>
          <a:bodyPr vert="horz" wrap="square" lIns="0" tIns="0" rIns="0" bIns="0">
            <a:normAutofit/>
          </a:bodyPr>
          <a:lstStyle/>
          <a:p>
            <a:pPr algn="l" rtl="0" eaLnBrk="0">
              <a:lnSpc>
                <a:spcPct val="82000"/>
              </a:lnSpc>
            </a:pPr>
            <a:endParaRPr lang="en-US" altLang="en-US" sz="100" dirty="0">
              <a:solidFill>
                <a:schemeClr val="tx1"/>
              </a:solidFill>
            </a:endParaRPr>
          </a:p>
          <a:p>
            <a:pPr marL="184150" indent="-171450" algn="l" rtl="0" eaLnBrk="0">
              <a:lnSpc>
                <a:spcPct val="118000"/>
              </a:lnSpc>
            </a:pPr>
            <a:r>
              <a:rPr sz="800" kern="0" spc="-10" dirty="0">
                <a:solidFill>
                  <a:schemeClr val="tx1"/>
                </a:solidFill>
                <a:cs typeface="Wingdings" panose="05000000000000000000"/>
              </a:rPr>
              <a:t>. </a:t>
            </a:r>
            <a:r>
              <a:rPr sz="1200" kern="0" spc="-10" dirty="0">
                <a:solidFill>
                  <a:schemeClr val="tx1"/>
                </a:solidFill>
                <a:cs typeface="微软雅黑" panose="020B0503020204020204" charset="-122"/>
              </a:rPr>
              <a:t>XX的IT人员总部139人左右，外部人</a:t>
            </a:r>
            <a:r>
              <a:rPr sz="1200" kern="0" spc="-20" dirty="0">
                <a:solidFill>
                  <a:schemeClr val="tx1"/>
                </a:solidFill>
                <a:cs typeface="微软雅黑" panose="020B0503020204020204" charset="-122"/>
              </a:rPr>
              <a:t>员22人，省区IT</a:t>
            </a:r>
            <a:r>
              <a:rPr sz="1200" kern="0" spc="80" dirty="0">
                <a:solidFill>
                  <a:schemeClr val="tx1"/>
                </a:solidFill>
                <a:cs typeface="微软雅黑" panose="020B0503020204020204" charset="-122"/>
              </a:rPr>
              <a:t> </a:t>
            </a:r>
            <a:r>
              <a:rPr sz="1200" kern="0" spc="-20" dirty="0">
                <a:solidFill>
                  <a:schemeClr val="tx1"/>
                </a:solidFill>
                <a:cs typeface="微软雅黑" panose="020B0503020204020204" charset="-122"/>
              </a:rPr>
              <a:t>19人，成员企业IT 27人，同类企业IT </a:t>
            </a:r>
            <a:r>
              <a:rPr sz="1200" kern="0" spc="0" dirty="0">
                <a:solidFill>
                  <a:schemeClr val="tx1"/>
                </a:solidFill>
                <a:cs typeface="微软雅黑" panose="020B0503020204020204" charset="-122"/>
              </a:rPr>
              <a:t>人员占员工总人数的2.6-6.4%左右，目前</a:t>
            </a:r>
            <a:r>
              <a:rPr sz="1200" b="1" kern="0" spc="0" dirty="0">
                <a:solidFill>
                  <a:schemeClr val="tx1"/>
                </a:solidFill>
                <a:cs typeface="微软雅黑" panose="020B0503020204020204" charset="-122"/>
              </a:rPr>
              <a:t>XX的IT人</a:t>
            </a:r>
            <a:r>
              <a:rPr sz="1200" b="1" kern="0" spc="-10" dirty="0">
                <a:solidFill>
                  <a:schemeClr val="tx1"/>
                </a:solidFill>
                <a:cs typeface="微软雅黑" panose="020B0503020204020204" charset="-122"/>
              </a:rPr>
              <a:t>员不足</a:t>
            </a:r>
            <a:endParaRPr lang="en-US" altLang="en-US" sz="1200" dirty="0">
              <a:solidFill>
                <a:schemeClr val="tx1"/>
              </a:solidFill>
            </a:endParaRPr>
          </a:p>
          <a:p>
            <a:pPr algn="l" rtl="0" eaLnBrk="0">
              <a:lnSpc>
                <a:spcPct val="124000"/>
              </a:lnSpc>
            </a:pPr>
            <a:endParaRPr lang="en-US" altLang="en-US" sz="400" dirty="0">
              <a:solidFill>
                <a:schemeClr val="tx1"/>
              </a:solidFill>
            </a:endParaRPr>
          </a:p>
          <a:p>
            <a:pPr marL="12700" algn="l" rtl="0" eaLnBrk="0">
              <a:lnSpc>
                <a:spcPct val="97000"/>
              </a:lnSpc>
              <a:spcBef>
                <a:spcPts val="5"/>
              </a:spcBef>
            </a:pPr>
            <a:r>
              <a:rPr sz="800" kern="0" spc="-50" dirty="0">
                <a:solidFill>
                  <a:schemeClr val="tx1"/>
                </a:solidFill>
                <a:cs typeface="Wingdings" panose="05000000000000000000"/>
              </a:rPr>
              <a:t>. </a:t>
            </a:r>
            <a:r>
              <a:rPr sz="1200" kern="0" spc="-50" dirty="0">
                <a:solidFill>
                  <a:schemeClr val="tx1"/>
                </a:solidFill>
                <a:cs typeface="微软雅黑" panose="020B0503020204020204" charset="-122"/>
              </a:rPr>
              <a:t>参考案例：</a:t>
            </a:r>
            <a:r>
              <a:rPr sz="1200" kern="0" spc="110" dirty="0">
                <a:solidFill>
                  <a:schemeClr val="tx1"/>
                </a:solidFill>
                <a:cs typeface="微软雅黑" panose="020B0503020204020204" charset="-122"/>
              </a:rPr>
              <a:t>  </a:t>
            </a:r>
            <a:r>
              <a:rPr sz="1200" kern="0" spc="-50" dirty="0">
                <a:solidFill>
                  <a:schemeClr val="tx1"/>
                </a:solidFill>
                <a:cs typeface="微软雅黑" panose="020B0503020204020204" charset="-122"/>
              </a:rPr>
              <a:t>FEDEX全球有20多万员工，其中IT人员为6000多人，  IT占比3%左右</a:t>
            </a:r>
            <a:endParaRPr lang="en-US" altLang="en-US" sz="1200" kern="0" spc="-50" dirty="0">
              <a:solidFill>
                <a:schemeClr val="tx1"/>
              </a:solidFill>
              <a:cs typeface="微软雅黑" panose="020B0503020204020204" charset="-122"/>
            </a:endParaRPr>
          </a:p>
        </p:txBody>
      </p:sp>
      <p:sp>
        <p:nvSpPr>
          <p:cNvPr id="1782" name="rect"/>
          <p:cNvSpPr/>
          <p:nvPr/>
        </p:nvSpPr>
        <p:spPr>
          <a:xfrm>
            <a:off x="3435095" y="1562100"/>
            <a:ext cx="1091183" cy="382523"/>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1784" name="rect"/>
          <p:cNvSpPr/>
          <p:nvPr/>
        </p:nvSpPr>
        <p:spPr>
          <a:xfrm>
            <a:off x="1412747" y="1583436"/>
            <a:ext cx="1359408" cy="345947"/>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1786" name="textbox 1786"/>
          <p:cNvSpPr/>
          <p:nvPr>
            <p:custDataLst>
              <p:tags r:id="rId5"/>
            </p:custDataLst>
          </p:nvPr>
        </p:nvSpPr>
        <p:spPr>
          <a:xfrm>
            <a:off x="956563" y="1663822"/>
            <a:ext cx="3573145" cy="579755"/>
          </a:xfrm>
          <a:prstGeom prst="rect">
            <a:avLst/>
          </a:prstGeom>
        </p:spPr>
        <p:txBody>
          <a:bodyPr vert="horz" wrap="square" lIns="0" tIns="0" rIns="0" bIns="0"/>
          <a:lstStyle/>
          <a:p>
            <a:pPr algn="l" rtl="0" eaLnBrk="0">
              <a:lnSpc>
                <a:spcPct val="82000"/>
              </a:lnSpc>
            </a:pPr>
            <a:endParaRPr lang="en-US" altLang="en-US" sz="100" dirty="0">
              <a:solidFill>
                <a:schemeClr val="tx1"/>
              </a:solidFill>
            </a:endParaRPr>
          </a:p>
          <a:p>
            <a:pPr marL="455930" algn="l" rtl="0" eaLnBrk="0">
              <a:lnSpc>
                <a:spcPct val="85000"/>
              </a:lnSpc>
              <a:tabLst>
                <a:tab pos="700405" algn="l"/>
              </a:tabLst>
            </a:pPr>
            <a:r>
              <a:rPr sz="1400" kern="0" spc="0" dirty="0">
                <a:solidFill>
                  <a:schemeClr val="tx1"/>
                </a:solidFill>
                <a:cs typeface="宋体" panose="02010600030101010101" pitchFamily="2" charset="-122"/>
              </a:rPr>
              <a:t>	</a:t>
            </a:r>
            <a:r>
              <a:rPr sz="1400" kern="0" spc="10" dirty="0">
                <a:ln w="5103" cap="flat" cmpd="sng">
                  <a:solidFill>
                    <a:srgbClr val="FFFFFF">
                      <a:alpha val="100000"/>
                    </a:srgbClr>
                  </a:solidFill>
                  <a:prstDash val="solid"/>
                  <a:miter lim="10"/>
                </a:ln>
                <a:solidFill>
                  <a:schemeClr val="tx1"/>
                </a:solidFill>
                <a:cs typeface="宋体" panose="02010600030101010101" pitchFamily="2" charset="-122"/>
              </a:rPr>
              <a:t>总部</a:t>
            </a:r>
            <a:r>
              <a:rPr sz="1400" kern="0" spc="0" dirty="0">
                <a:ln w="5103" cap="flat" cmpd="sng">
                  <a:solidFill>
                    <a:srgbClr val="FFFFFF">
                      <a:alpha val="100000"/>
                    </a:srgbClr>
                  </a:solidFill>
                  <a:prstDash val="solid"/>
                  <a:miter lim="10"/>
                </a:ln>
                <a:solidFill>
                  <a:schemeClr val="tx1"/>
                </a:solidFill>
                <a:cs typeface="宋体" panose="02010600030101010101" pitchFamily="2" charset="-122"/>
              </a:rPr>
              <a:t>IT</a:t>
            </a:r>
            <a:r>
              <a:rPr sz="1400" kern="0" spc="10" dirty="0">
                <a:ln w="5103" cap="flat" cmpd="sng">
                  <a:solidFill>
                    <a:srgbClr val="FFFFFF">
                      <a:alpha val="100000"/>
                    </a:srgbClr>
                  </a:solidFill>
                  <a:prstDash val="solid"/>
                  <a:miter lim="10"/>
                </a:ln>
                <a:solidFill>
                  <a:schemeClr val="tx1"/>
                </a:solidFill>
                <a:cs typeface="宋体" panose="02010600030101010101" pitchFamily="2" charset="-122"/>
              </a:rPr>
              <a:t>中心</a:t>
            </a:r>
            <a:r>
              <a:rPr sz="1400" kern="0" spc="10" dirty="0">
                <a:solidFill>
                  <a:schemeClr val="tx1"/>
                </a:solidFill>
                <a:cs typeface="宋体" panose="02010600030101010101" pitchFamily="2" charset="-122"/>
              </a:rPr>
              <a:t>      </a:t>
            </a:r>
            <a:r>
              <a:rPr sz="1400" kern="0" spc="0" dirty="0">
                <a:solidFill>
                  <a:schemeClr val="tx1"/>
                </a:solidFill>
                <a:cs typeface="宋体" panose="02010600030101010101" pitchFamily="2" charset="-122"/>
              </a:rPr>
              <a:t>    总部业务部门</a:t>
            </a:r>
            <a:endParaRPr lang="en-US" altLang="en-US" sz="1400" dirty="0">
              <a:solidFill>
                <a:schemeClr val="tx1"/>
              </a:solidFill>
            </a:endParaRPr>
          </a:p>
          <a:p>
            <a:pPr algn="l" rtl="0" eaLnBrk="0">
              <a:lnSpc>
                <a:spcPct val="118000"/>
              </a:lnSpc>
            </a:pPr>
            <a:endParaRPr lang="en-US" altLang="en-US" sz="1000" dirty="0">
              <a:solidFill>
                <a:schemeClr val="tx1"/>
              </a:solidFill>
            </a:endParaRPr>
          </a:p>
          <a:p>
            <a:pPr algn="l" rtl="0" eaLnBrk="0">
              <a:lnSpc>
                <a:spcPct val="129000"/>
              </a:lnSpc>
            </a:pPr>
            <a:endParaRPr lang="en-US" altLang="en-US" sz="200" dirty="0">
              <a:solidFill>
                <a:schemeClr val="tx1"/>
              </a:solidFill>
            </a:endParaRPr>
          </a:p>
          <a:p>
            <a:pPr marL="12700" algn="l" rtl="0" eaLnBrk="0">
              <a:lnSpc>
                <a:spcPts val="1205"/>
              </a:lnSpc>
              <a:spcBef>
                <a:spcPts val="0"/>
              </a:spcBef>
              <a:tabLst>
                <a:tab pos="2773045" algn="l"/>
              </a:tabLst>
            </a:pPr>
            <a:r>
              <a:rPr sz="1000" u="sng" kern="0" spc="0" dirty="0">
                <a:solidFill>
                  <a:schemeClr val="tx1"/>
                </a:solidFill>
                <a:cs typeface="Arial" panose="020B0604020202020204"/>
              </a:rPr>
              <a:t>	</a:t>
            </a:r>
            <a:endParaRPr lang="en-US" altLang="en-US" sz="1000" u="sng" kern="0" spc="0" dirty="0">
              <a:solidFill>
                <a:schemeClr val="tx1"/>
              </a:solidFill>
              <a:cs typeface="Arial" panose="020B0604020202020204"/>
            </a:endParaRPr>
          </a:p>
        </p:txBody>
      </p:sp>
      <p:pic>
        <p:nvPicPr>
          <p:cNvPr id="1788" name="picture 1788"/>
          <p:cNvPicPr>
            <a:picLocks noChangeAspect="1"/>
          </p:cNvPicPr>
          <p:nvPr>
            <p:custDataLst>
              <p:tags r:id="rId6"/>
            </p:custDataLst>
          </p:nvPr>
        </p:nvPicPr>
        <p:blipFill>
          <a:blip r:embed="rId7"/>
          <a:stretch>
            <a:fillRect/>
          </a:stretch>
        </p:blipFill>
        <p:spPr>
          <a:xfrm rot="21600000">
            <a:off x="2783027" y="1701291"/>
            <a:ext cx="663955" cy="105536"/>
          </a:xfrm>
          <a:prstGeom prst="rect">
            <a:avLst/>
          </a:prstGeom>
        </p:spPr>
      </p:pic>
      <p:grpSp>
        <p:nvGrpSpPr>
          <p:cNvPr id="180" name="group 180"/>
          <p:cNvGrpSpPr/>
          <p:nvPr/>
        </p:nvGrpSpPr>
        <p:grpSpPr>
          <a:xfrm rot="21600000">
            <a:off x="650748" y="1929384"/>
            <a:ext cx="1468373" cy="269875"/>
            <a:chOff x="0" y="0"/>
            <a:chExt cx="1468373" cy="269875"/>
          </a:xfrm>
        </p:grpSpPr>
        <p:sp>
          <p:nvSpPr>
            <p:cNvPr id="1790" name="path"/>
            <p:cNvSpPr/>
            <p:nvPr/>
          </p:nvSpPr>
          <p:spPr>
            <a:xfrm>
              <a:off x="1438528" y="0"/>
              <a:ext cx="6350" cy="269875"/>
            </a:xfrm>
            <a:custGeom>
              <a:avLst/>
              <a:gdLst/>
              <a:ahLst/>
              <a:cxnLst/>
              <a:rect l="0" t="0" r="0" b="0"/>
              <a:pathLst>
                <a:path w="10" h="425">
                  <a:moveTo>
                    <a:pt x="5" y="0"/>
                  </a:moveTo>
                  <a:lnTo>
                    <a:pt x="5" y="425"/>
                  </a:lnTo>
                </a:path>
              </a:pathLst>
            </a:custGeom>
            <a:noFill/>
            <a:ln w="6350" cap="flat">
              <a:solidFill>
                <a:srgbClr val="000000">
                  <a:alpha val="100000"/>
                </a:srgbClr>
              </a:solidFill>
              <a:prstDash val="solid"/>
              <a:miter lim="1000000"/>
            </a:ln>
          </p:spPr>
          <p:txBody>
            <a:bodyPr rtlCol="0"/>
            <a:lstStyle/>
            <a:p>
              <a:pPr algn="ctr"/>
              <a:endParaRPr lang="zh-CN" altLang="en-US"/>
            </a:p>
          </p:txBody>
        </p:sp>
        <p:sp>
          <p:nvSpPr>
            <p:cNvPr id="1792" name="path"/>
            <p:cNvSpPr/>
            <p:nvPr/>
          </p:nvSpPr>
          <p:spPr>
            <a:xfrm>
              <a:off x="0" y="168973"/>
              <a:ext cx="1468373" cy="9525"/>
            </a:xfrm>
            <a:custGeom>
              <a:avLst/>
              <a:gdLst/>
              <a:ahLst/>
              <a:cxnLst/>
              <a:rect l="0" t="0" r="0" b="0"/>
              <a:pathLst>
                <a:path w="2312" h="15">
                  <a:moveTo>
                    <a:pt x="2312" y="7"/>
                  </a:moveTo>
                  <a:lnTo>
                    <a:pt x="0" y="7"/>
                  </a:lnTo>
                </a:path>
              </a:pathLst>
            </a:custGeom>
            <a:noFill/>
            <a:ln w="9525" cap="flat">
              <a:solidFill>
                <a:srgbClr val="000000">
                  <a:alpha val="100000"/>
                </a:srgbClr>
              </a:solidFill>
              <a:prstDash val="dash"/>
              <a:round/>
            </a:ln>
          </p:spPr>
          <p:txBody>
            <a:bodyPr rtlCol="0"/>
            <a:lstStyle/>
            <a:p>
              <a:pPr algn="ctr"/>
              <a:endParaRPr lang="zh-CN" altLang="en-US"/>
            </a:p>
          </p:txBody>
        </p:sp>
      </p:grpSp>
      <p:sp>
        <p:nvSpPr>
          <p:cNvPr id="1794" name="rect"/>
          <p:cNvSpPr/>
          <p:nvPr/>
        </p:nvSpPr>
        <p:spPr>
          <a:xfrm>
            <a:off x="645985" y="2103120"/>
            <a:ext cx="9525" cy="3044824"/>
          </a:xfrm>
          <a:prstGeom prst="rect">
            <a:avLst/>
          </a:prstGeom>
          <a:solidFill>
            <a:srgbClr val="000000">
              <a:alpha val="100000"/>
            </a:srgbClr>
          </a:solidFill>
          <a:ln cap="flat">
            <a:noFill/>
            <a:prstDash val="solid"/>
            <a:miter lim="0"/>
          </a:ln>
        </p:spPr>
        <p:txBody>
          <a:bodyPr rtlCol="0"/>
          <a:lstStyle/>
          <a:p>
            <a:pPr algn="ctr"/>
            <a:endParaRPr lang="zh-CN" altLang="en-US"/>
          </a:p>
        </p:txBody>
      </p:sp>
      <p:grpSp>
        <p:nvGrpSpPr>
          <p:cNvPr id="182" name="group 182"/>
          <p:cNvGrpSpPr/>
          <p:nvPr/>
        </p:nvGrpSpPr>
        <p:grpSpPr>
          <a:xfrm rot="21600000">
            <a:off x="650722" y="4956047"/>
            <a:ext cx="4085869" cy="376427"/>
            <a:chOff x="0" y="0"/>
            <a:chExt cx="4085869" cy="376427"/>
          </a:xfrm>
        </p:grpSpPr>
        <p:pic>
          <p:nvPicPr>
            <p:cNvPr id="1796" name="picture 1796"/>
            <p:cNvPicPr>
              <a:picLocks noChangeAspect="1"/>
            </p:cNvPicPr>
            <p:nvPr>
              <p:custDataLst>
                <p:tags r:id="rId8"/>
              </p:custDataLst>
            </p:nvPr>
          </p:nvPicPr>
          <p:blipFill>
            <a:blip r:embed="rId9"/>
            <a:stretch>
              <a:fillRect/>
            </a:stretch>
          </p:blipFill>
          <p:spPr>
            <a:xfrm rot="21600000">
              <a:off x="0" y="0"/>
              <a:ext cx="4085869" cy="376427"/>
            </a:xfrm>
            <a:prstGeom prst="rect">
              <a:avLst/>
            </a:prstGeom>
          </p:spPr>
        </p:pic>
        <p:sp>
          <p:nvSpPr>
            <p:cNvPr id="1798" name="textbox 1798"/>
            <p:cNvSpPr/>
            <p:nvPr>
              <p:custDataLst>
                <p:tags r:id="rId10"/>
              </p:custDataLst>
            </p:nvPr>
          </p:nvSpPr>
          <p:spPr>
            <a:xfrm>
              <a:off x="-12700" y="-12700"/>
              <a:ext cx="4111625" cy="426719"/>
            </a:xfrm>
            <a:prstGeom prst="rect">
              <a:avLst/>
            </a:prstGeom>
          </p:spPr>
          <p:txBody>
            <a:bodyPr vert="horz" wrap="square" lIns="0" tIns="0" rIns="0" bIns="0">
              <a:normAutofit/>
            </a:bodyPr>
            <a:lstStyle/>
            <a:p>
              <a:pPr algn="l" rtl="0" eaLnBrk="0">
                <a:lnSpc>
                  <a:spcPct val="102000"/>
                </a:lnSpc>
              </a:pPr>
              <a:endParaRPr lang="en-US" altLang="en-US" sz="800" dirty="0">
                <a:solidFill>
                  <a:schemeClr val="tx1"/>
                </a:solidFill>
              </a:endParaRPr>
            </a:p>
            <a:p>
              <a:pPr marL="886460" algn="l" rtl="0" eaLnBrk="0">
                <a:lnSpc>
                  <a:spcPct val="97000"/>
                </a:lnSpc>
                <a:spcBef>
                  <a:spcPts val="0"/>
                </a:spcBef>
              </a:pPr>
              <a:r>
                <a:rPr sz="1400" kern="0" spc="-10" dirty="0">
                  <a:ln w="5094" cap="flat" cmpd="sng">
                    <a:solidFill>
                      <a:srgbClr val="FFFFFF">
                        <a:alpha val="100000"/>
                      </a:srgbClr>
                    </a:solidFill>
                    <a:prstDash val="solid"/>
                    <a:miter lim="10"/>
                  </a:ln>
                  <a:solidFill>
                    <a:schemeClr val="tx1"/>
                  </a:solidFill>
                  <a:cs typeface="宋体" panose="02010600030101010101" pitchFamily="2" charset="-122"/>
                </a:rPr>
                <a:t>省公司IT相关人员</a:t>
              </a:r>
              <a:r>
                <a:rPr sz="1400" kern="0" spc="150" dirty="0">
                  <a:solidFill>
                    <a:schemeClr val="tx1"/>
                  </a:solidFill>
                  <a:cs typeface="宋体" panose="02010600030101010101" pitchFamily="2" charset="-122"/>
                </a:rPr>
                <a:t>    </a:t>
              </a:r>
              <a:r>
                <a:rPr sz="1400" kern="0" spc="-10" dirty="0">
                  <a:solidFill>
                    <a:schemeClr val="tx1"/>
                  </a:solidFill>
                  <a:cs typeface="宋体" panose="02010600030101010101" pitchFamily="2" charset="-122"/>
                </a:rPr>
                <a:t>省公司业务部门</a:t>
              </a:r>
              <a:endParaRPr lang="en-US" altLang="en-US" sz="1400" kern="0" spc="-10" dirty="0">
                <a:solidFill>
                  <a:schemeClr val="tx1"/>
                </a:solidFill>
                <a:cs typeface="宋体" panose="02010600030101010101" pitchFamily="2" charset="-122"/>
              </a:endParaRPr>
            </a:p>
          </p:txBody>
        </p:sp>
      </p:grpSp>
      <p:grpSp>
        <p:nvGrpSpPr>
          <p:cNvPr id="184" name="group 184"/>
          <p:cNvGrpSpPr/>
          <p:nvPr/>
        </p:nvGrpSpPr>
        <p:grpSpPr>
          <a:xfrm rot="21600000">
            <a:off x="1967483" y="2202179"/>
            <a:ext cx="303276" cy="2179320"/>
            <a:chOff x="0" y="0"/>
            <a:chExt cx="303276" cy="2179320"/>
          </a:xfrm>
        </p:grpSpPr>
        <p:pic>
          <p:nvPicPr>
            <p:cNvPr id="1804" name="picture 1804"/>
            <p:cNvPicPr>
              <a:picLocks noChangeAspect="1"/>
            </p:cNvPicPr>
            <p:nvPr>
              <p:custDataLst>
                <p:tags r:id="rId11"/>
              </p:custDataLst>
            </p:nvPr>
          </p:nvPicPr>
          <p:blipFill>
            <a:blip r:embed="rId12"/>
            <a:stretch>
              <a:fillRect/>
            </a:stretch>
          </p:blipFill>
          <p:spPr>
            <a:xfrm rot="21600000">
              <a:off x="0" y="0"/>
              <a:ext cx="303276" cy="2179320"/>
            </a:xfrm>
            <a:prstGeom prst="rect">
              <a:avLst/>
            </a:prstGeom>
          </p:spPr>
        </p:pic>
        <p:sp>
          <p:nvSpPr>
            <p:cNvPr id="1806" name="textbox 1806"/>
            <p:cNvSpPr/>
            <p:nvPr>
              <p:custDataLst>
                <p:tags r:id="rId13"/>
              </p:custDataLst>
            </p:nvPr>
          </p:nvSpPr>
          <p:spPr>
            <a:xfrm>
              <a:off x="-34440" y="-12700"/>
              <a:ext cx="350520" cy="2205354"/>
            </a:xfrm>
            <a:prstGeom prst="rect">
              <a:avLst/>
            </a:prstGeom>
          </p:spPr>
          <p:txBody>
            <a:bodyPr vert="eaVert" wrap="square" lIns="0" tIns="0" rIns="0" bIns="0">
              <a:normAutofit/>
            </a:bodyPr>
            <a:lstStyle/>
            <a:p>
              <a:pPr algn="l" rtl="0" eaLnBrk="0">
                <a:lnSpc>
                  <a:spcPct val="112000"/>
                </a:lnSpc>
              </a:pPr>
              <a:endParaRPr lang="en-US" altLang="en-US" sz="500" dirty="0">
                <a:solidFill>
                  <a:schemeClr val="lt1"/>
                </a:solidFill>
              </a:endParaRPr>
            </a:p>
            <a:p>
              <a:pPr marL="796290" algn="l" rtl="0" eaLnBrk="0">
                <a:lnSpc>
                  <a:spcPct val="91000"/>
                </a:lnSpc>
                <a:spcBef>
                  <a:spcPts val="0"/>
                </a:spcBef>
              </a:pP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系</a:t>
              </a:r>
              <a:r>
                <a:rPr sz="1200" kern="0" spc="190" dirty="0">
                  <a:ln w="4362" cap="flat" cmpd="sng">
                    <a:solidFill>
                      <a:srgbClr val="FFFFFF">
                        <a:alpha val="100000"/>
                      </a:srgbClr>
                    </a:solidFill>
                    <a:prstDash val="solid"/>
                    <a:miter lim="10"/>
                  </a:ln>
                  <a:solidFill>
                    <a:schemeClr val="lt1"/>
                  </a:solidFill>
                  <a:cs typeface="宋体" panose="02010600030101010101" pitchFamily="2" charset="-122"/>
                </a:rPr>
                <a:t>统</a:t>
              </a: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运维部</a:t>
              </a:r>
              <a:endParaRPr lang="en-US" altLang="en-US" sz="1200" kern="0" spc="190" dirty="0">
                <a:ln w="4354" cap="flat" cmpd="sng">
                  <a:solidFill>
                    <a:srgbClr val="FFFFFF">
                      <a:alpha val="100000"/>
                    </a:srgbClr>
                  </a:solidFill>
                  <a:prstDash val="solid"/>
                  <a:miter lim="10"/>
                </a:ln>
                <a:solidFill>
                  <a:schemeClr val="lt1"/>
                </a:solidFill>
                <a:cs typeface="宋体" panose="02010600030101010101" pitchFamily="2" charset="-122"/>
              </a:endParaRPr>
            </a:p>
          </p:txBody>
        </p:sp>
      </p:grpSp>
      <p:grpSp>
        <p:nvGrpSpPr>
          <p:cNvPr id="186" name="group 186"/>
          <p:cNvGrpSpPr/>
          <p:nvPr/>
        </p:nvGrpSpPr>
        <p:grpSpPr>
          <a:xfrm rot="21600000">
            <a:off x="2362200" y="2215896"/>
            <a:ext cx="303276" cy="2145791"/>
            <a:chOff x="0" y="0"/>
            <a:chExt cx="303276" cy="2145791"/>
          </a:xfrm>
        </p:grpSpPr>
        <p:pic>
          <p:nvPicPr>
            <p:cNvPr id="1808" name="picture 1808"/>
            <p:cNvPicPr>
              <a:picLocks noChangeAspect="1"/>
            </p:cNvPicPr>
            <p:nvPr>
              <p:custDataLst>
                <p:tags r:id="rId14"/>
              </p:custDataLst>
            </p:nvPr>
          </p:nvPicPr>
          <p:blipFill>
            <a:blip r:embed="rId15"/>
            <a:stretch>
              <a:fillRect/>
            </a:stretch>
          </p:blipFill>
          <p:spPr>
            <a:xfrm rot="21600000">
              <a:off x="0" y="0"/>
              <a:ext cx="303276" cy="2145791"/>
            </a:xfrm>
            <a:prstGeom prst="rect">
              <a:avLst/>
            </a:prstGeom>
          </p:spPr>
        </p:pic>
        <p:sp>
          <p:nvSpPr>
            <p:cNvPr id="1810" name="textbox 1810"/>
            <p:cNvSpPr/>
            <p:nvPr>
              <p:custDataLst>
                <p:tags r:id="rId16"/>
              </p:custDataLst>
            </p:nvPr>
          </p:nvSpPr>
          <p:spPr>
            <a:xfrm>
              <a:off x="-12700" y="-12700"/>
              <a:ext cx="328929" cy="2192654"/>
            </a:xfrm>
            <a:prstGeom prst="rect">
              <a:avLst/>
            </a:prstGeom>
          </p:spPr>
          <p:txBody>
            <a:bodyPr vert="horz" wrap="square" lIns="0" tIns="0" rIns="0" bIns="0">
              <a:normAutofit/>
            </a:bodyPr>
            <a:lstStyle/>
            <a:p>
              <a:pPr algn="l" rtl="0" eaLnBrk="0">
                <a:lnSpc>
                  <a:spcPct val="105000"/>
                </a:lnSpc>
              </a:pPr>
              <a:endParaRPr lang="en-US" altLang="en-US" sz="1000" dirty="0">
                <a:solidFill>
                  <a:schemeClr val="lt1"/>
                </a:solidFill>
              </a:endParaRPr>
            </a:p>
            <a:p>
              <a:pPr algn="l" rtl="0" eaLnBrk="0">
                <a:lnSpc>
                  <a:spcPct val="105000"/>
                </a:lnSpc>
              </a:pPr>
              <a:endParaRPr lang="en-US" altLang="en-US" sz="1000" dirty="0">
                <a:solidFill>
                  <a:schemeClr val="lt1"/>
                </a:solidFill>
              </a:endParaRPr>
            </a:p>
            <a:p>
              <a:pPr algn="l" rtl="0" eaLnBrk="0">
                <a:lnSpc>
                  <a:spcPct val="105000"/>
                </a:lnSpc>
              </a:pPr>
              <a:endParaRPr lang="en-US" altLang="en-US" sz="1000" dirty="0">
                <a:solidFill>
                  <a:schemeClr val="lt1"/>
                </a:solidFill>
              </a:endParaRPr>
            </a:p>
            <a:p>
              <a:pPr algn="l" rtl="0" eaLnBrk="0">
                <a:lnSpc>
                  <a:spcPct val="105000"/>
                </a:lnSpc>
              </a:pPr>
              <a:endParaRPr lang="en-US" altLang="en-US" sz="1000" dirty="0">
                <a:solidFill>
                  <a:schemeClr val="lt1"/>
                </a:solidFill>
              </a:endParaRPr>
            </a:p>
            <a:p>
              <a:pPr algn="l" rtl="0" eaLnBrk="0">
                <a:lnSpc>
                  <a:spcPct val="105000"/>
                </a:lnSpc>
              </a:pPr>
              <a:endParaRPr lang="en-US" altLang="en-US" sz="1000" dirty="0">
                <a:solidFill>
                  <a:schemeClr val="lt1"/>
                </a:solidFill>
              </a:endParaRPr>
            </a:p>
            <a:p>
              <a:pPr marL="121920" algn="l" rtl="0" eaLnBrk="0">
                <a:lnSpc>
                  <a:spcPct val="77000"/>
                </a:lnSpc>
                <a:spcBef>
                  <a:spcPts val="0"/>
                </a:spcBef>
              </a:pPr>
              <a:r>
                <a:rPr sz="1200" kern="0" spc="-10" dirty="0">
                  <a:ln w="4362" cap="flat" cmpd="sng">
                    <a:solidFill>
                      <a:srgbClr val="FFFFFF">
                        <a:alpha val="100000"/>
                      </a:srgbClr>
                    </a:solidFill>
                    <a:prstDash val="solid"/>
                    <a:miter lim="10"/>
                  </a:ln>
                  <a:solidFill>
                    <a:schemeClr val="lt1"/>
                  </a:solidFill>
                  <a:cs typeface="宋体" panose="02010600030101010101" pitchFamily="2" charset="-122"/>
                </a:rPr>
                <a:t>I</a:t>
              </a:r>
              <a:endParaRPr lang="en-US" altLang="en-US" sz="1200" dirty="0">
                <a:solidFill>
                  <a:schemeClr val="lt1"/>
                </a:solidFill>
              </a:endParaRPr>
            </a:p>
            <a:p>
              <a:pPr marL="111760" algn="l" rtl="0" eaLnBrk="0">
                <a:lnSpc>
                  <a:spcPts val="800"/>
                </a:lnSpc>
                <a:spcBef>
                  <a:spcPts val="335"/>
                </a:spcBef>
              </a:pPr>
              <a:r>
                <a:rPr sz="1200" kern="0" spc="-10" dirty="0">
                  <a:ln w="4354" cap="flat" cmpd="sng">
                    <a:solidFill>
                      <a:srgbClr val="FFFFFF">
                        <a:alpha val="100000"/>
                      </a:srgbClr>
                    </a:solidFill>
                    <a:prstDash val="solid"/>
                    <a:miter lim="10"/>
                  </a:ln>
                  <a:solidFill>
                    <a:schemeClr val="lt1"/>
                  </a:solidFill>
                  <a:cs typeface="宋体" panose="02010600030101010101" pitchFamily="2" charset="-122"/>
                </a:rPr>
                <a:t>T</a:t>
              </a:r>
              <a:endParaRPr lang="en-US" altLang="en-US" sz="1200" dirty="0">
                <a:solidFill>
                  <a:schemeClr val="lt1"/>
                </a:solidFill>
              </a:endParaRPr>
            </a:p>
            <a:p>
              <a:pPr marL="97790" algn="l" rtl="0" eaLnBrk="0">
                <a:lnSpc>
                  <a:spcPts val="1630"/>
                </a:lnSpc>
              </a:pPr>
              <a:r>
                <a:rPr sz="1200" kern="0" spc="-10" dirty="0">
                  <a:ln w="4354" cap="flat" cmpd="sng">
                    <a:solidFill>
                      <a:srgbClr val="FFFFFF">
                        <a:alpha val="100000"/>
                      </a:srgbClr>
                    </a:solidFill>
                    <a:prstDash val="solid"/>
                    <a:miter lim="10"/>
                  </a:ln>
                  <a:solidFill>
                    <a:schemeClr val="lt1"/>
                  </a:solidFill>
                  <a:cs typeface="宋体" panose="02010600030101010101" pitchFamily="2" charset="-122"/>
                </a:rPr>
                <a:t>管</a:t>
              </a:r>
              <a:endParaRPr lang="en-US" altLang="en-US" sz="1200" dirty="0">
                <a:solidFill>
                  <a:schemeClr val="lt1"/>
                </a:solidFill>
              </a:endParaRPr>
            </a:p>
            <a:p>
              <a:pPr marL="93345" algn="l" rtl="0" eaLnBrk="0">
                <a:lnSpc>
                  <a:spcPct val="100000"/>
                </a:lnSpc>
              </a:pPr>
              <a:r>
                <a:rPr sz="1200" kern="0" spc="-10" dirty="0">
                  <a:ln w="4354" cap="flat" cmpd="sng">
                    <a:solidFill>
                      <a:srgbClr val="FFFFFF">
                        <a:alpha val="100000"/>
                      </a:srgbClr>
                    </a:solidFill>
                    <a:prstDash val="solid"/>
                    <a:miter lim="10"/>
                  </a:ln>
                  <a:solidFill>
                    <a:schemeClr val="lt1"/>
                  </a:solidFill>
                  <a:cs typeface="宋体" panose="02010600030101010101" pitchFamily="2" charset="-122"/>
                </a:rPr>
                <a:t>控</a:t>
              </a:r>
              <a:endParaRPr lang="en-US" altLang="en-US" sz="1200" dirty="0">
                <a:solidFill>
                  <a:schemeClr val="lt1"/>
                </a:solidFill>
              </a:endParaRPr>
            </a:p>
            <a:p>
              <a:pPr marL="95885" algn="l" rtl="0" eaLnBrk="0">
                <a:lnSpc>
                  <a:spcPts val="1605"/>
                </a:lnSpc>
              </a:pPr>
              <a:r>
                <a:rPr sz="1200" kern="0" spc="-10" dirty="0">
                  <a:ln w="4354" cap="flat" cmpd="sng">
                    <a:solidFill>
                      <a:srgbClr val="FFFFFF">
                        <a:alpha val="100000"/>
                      </a:srgbClr>
                    </a:solidFill>
                    <a:prstDash val="solid"/>
                    <a:miter lim="10"/>
                  </a:ln>
                  <a:solidFill>
                    <a:schemeClr val="lt1"/>
                  </a:solidFill>
                  <a:cs typeface="宋体" panose="02010600030101010101" pitchFamily="2" charset="-122"/>
                </a:rPr>
                <a:t>部</a:t>
              </a:r>
              <a:endParaRPr lang="en-US" altLang="en-US" sz="1200" kern="0" spc="-10" dirty="0">
                <a:ln w="4354" cap="flat" cmpd="sng">
                  <a:solidFill>
                    <a:srgbClr val="FFFFFF">
                      <a:alpha val="100000"/>
                    </a:srgbClr>
                  </a:solidFill>
                  <a:prstDash val="solid"/>
                  <a:miter lim="10"/>
                </a:ln>
                <a:solidFill>
                  <a:schemeClr val="lt1"/>
                </a:solidFill>
                <a:cs typeface="宋体" panose="02010600030101010101" pitchFamily="2" charset="-122"/>
              </a:endParaRPr>
            </a:p>
          </p:txBody>
        </p:sp>
      </p:grpSp>
      <p:grpSp>
        <p:nvGrpSpPr>
          <p:cNvPr id="188" name="group 188"/>
          <p:cNvGrpSpPr/>
          <p:nvPr/>
        </p:nvGrpSpPr>
        <p:grpSpPr>
          <a:xfrm rot="21600000">
            <a:off x="3185160" y="2215896"/>
            <a:ext cx="303275" cy="2138171"/>
            <a:chOff x="0" y="0"/>
            <a:chExt cx="303275" cy="2138171"/>
          </a:xfrm>
        </p:grpSpPr>
        <p:pic>
          <p:nvPicPr>
            <p:cNvPr id="1812" name="picture 1812"/>
            <p:cNvPicPr>
              <a:picLocks noChangeAspect="1"/>
            </p:cNvPicPr>
            <p:nvPr>
              <p:custDataLst>
                <p:tags r:id="rId17"/>
              </p:custDataLst>
            </p:nvPr>
          </p:nvPicPr>
          <p:blipFill>
            <a:blip r:embed="rId18"/>
            <a:stretch>
              <a:fillRect/>
            </a:stretch>
          </p:blipFill>
          <p:spPr>
            <a:xfrm rot="21600000">
              <a:off x="0" y="0"/>
              <a:ext cx="303275" cy="2138171"/>
            </a:xfrm>
            <a:prstGeom prst="rect">
              <a:avLst/>
            </a:prstGeom>
          </p:spPr>
        </p:pic>
        <p:sp>
          <p:nvSpPr>
            <p:cNvPr id="1814" name="textbox 1814"/>
            <p:cNvSpPr/>
            <p:nvPr>
              <p:custDataLst>
                <p:tags r:id="rId19"/>
              </p:custDataLst>
            </p:nvPr>
          </p:nvSpPr>
          <p:spPr>
            <a:xfrm>
              <a:off x="-34440" y="-12700"/>
              <a:ext cx="350520" cy="2164079"/>
            </a:xfrm>
            <a:prstGeom prst="rect">
              <a:avLst/>
            </a:prstGeom>
          </p:spPr>
          <p:txBody>
            <a:bodyPr vert="eaVert" wrap="square" lIns="0" tIns="0" rIns="0" bIns="0">
              <a:normAutofit/>
            </a:bodyPr>
            <a:lstStyle/>
            <a:p>
              <a:pPr algn="l" rtl="0" eaLnBrk="0">
                <a:lnSpc>
                  <a:spcPct val="112000"/>
                </a:lnSpc>
              </a:pPr>
              <a:endParaRPr lang="en-US" altLang="en-US" sz="500" dirty="0">
                <a:solidFill>
                  <a:schemeClr val="lt1"/>
                </a:solidFill>
              </a:endParaRPr>
            </a:p>
            <a:p>
              <a:pPr marL="678180" algn="l" rtl="0" eaLnBrk="0">
                <a:lnSpc>
                  <a:spcPct val="90000"/>
                </a:lnSpc>
              </a:pP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单系统项目</a:t>
              </a:r>
              <a:r>
                <a:rPr sz="1200" kern="0" spc="190" dirty="0">
                  <a:ln w="4362" cap="flat" cmpd="sng">
                    <a:solidFill>
                      <a:srgbClr val="FFFFFF">
                        <a:alpha val="100000"/>
                      </a:srgbClr>
                    </a:solidFill>
                    <a:prstDash val="solid"/>
                    <a:miter lim="10"/>
                  </a:ln>
                  <a:solidFill>
                    <a:schemeClr val="lt1"/>
                  </a:solidFill>
                  <a:cs typeface="宋体" panose="02010600030101010101" pitchFamily="2" charset="-122"/>
                </a:rPr>
                <a:t>部</a:t>
              </a:r>
              <a:endParaRPr lang="en-US" altLang="en-US" sz="1200" kern="0" spc="190" dirty="0">
                <a:ln w="4362" cap="flat" cmpd="sng">
                  <a:solidFill>
                    <a:srgbClr val="FFFFFF">
                      <a:alpha val="100000"/>
                    </a:srgbClr>
                  </a:solidFill>
                  <a:prstDash val="solid"/>
                  <a:miter lim="10"/>
                </a:ln>
                <a:solidFill>
                  <a:schemeClr val="lt1"/>
                </a:solidFill>
                <a:cs typeface="宋体" panose="02010600030101010101" pitchFamily="2" charset="-122"/>
              </a:endParaRPr>
            </a:p>
          </p:txBody>
        </p:sp>
      </p:grpSp>
      <p:grpSp>
        <p:nvGrpSpPr>
          <p:cNvPr id="190" name="group 190"/>
          <p:cNvGrpSpPr/>
          <p:nvPr/>
        </p:nvGrpSpPr>
        <p:grpSpPr>
          <a:xfrm rot="21600000">
            <a:off x="2772155" y="2199132"/>
            <a:ext cx="301751" cy="2148839"/>
            <a:chOff x="0" y="0"/>
            <a:chExt cx="301751" cy="2148839"/>
          </a:xfrm>
        </p:grpSpPr>
        <p:pic>
          <p:nvPicPr>
            <p:cNvPr id="1816" name="picture 1816"/>
            <p:cNvPicPr>
              <a:picLocks noChangeAspect="1"/>
            </p:cNvPicPr>
            <p:nvPr>
              <p:custDataLst>
                <p:tags r:id="rId20"/>
              </p:custDataLst>
            </p:nvPr>
          </p:nvPicPr>
          <p:blipFill>
            <a:blip r:embed="rId21"/>
            <a:stretch>
              <a:fillRect/>
            </a:stretch>
          </p:blipFill>
          <p:spPr>
            <a:xfrm rot="21600000">
              <a:off x="0" y="0"/>
              <a:ext cx="301751" cy="2148839"/>
            </a:xfrm>
            <a:prstGeom prst="rect">
              <a:avLst/>
            </a:prstGeom>
          </p:spPr>
        </p:pic>
        <p:sp>
          <p:nvSpPr>
            <p:cNvPr id="1818" name="textbox 1818"/>
            <p:cNvSpPr/>
            <p:nvPr>
              <p:custDataLst>
                <p:tags r:id="rId22"/>
              </p:custDataLst>
            </p:nvPr>
          </p:nvSpPr>
          <p:spPr>
            <a:xfrm>
              <a:off x="-34440" y="-12700"/>
              <a:ext cx="349250" cy="2174239"/>
            </a:xfrm>
            <a:prstGeom prst="rect">
              <a:avLst/>
            </a:prstGeom>
          </p:spPr>
          <p:txBody>
            <a:bodyPr vert="eaVert" wrap="square" lIns="0" tIns="0" rIns="0" bIns="0">
              <a:normAutofit/>
            </a:bodyPr>
            <a:lstStyle/>
            <a:p>
              <a:pPr algn="l" rtl="0" eaLnBrk="0">
                <a:lnSpc>
                  <a:spcPct val="111000"/>
                </a:lnSpc>
              </a:pPr>
              <a:endParaRPr lang="en-US" altLang="en-US" sz="500" dirty="0">
                <a:solidFill>
                  <a:schemeClr val="lt1"/>
                </a:solidFill>
              </a:endParaRPr>
            </a:p>
            <a:p>
              <a:pPr marL="779145" algn="l" rtl="0" eaLnBrk="0">
                <a:lnSpc>
                  <a:spcPct val="91000"/>
                </a:lnSpc>
                <a:spcBef>
                  <a:spcPts val="5"/>
                </a:spcBef>
              </a:pP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数据支</a:t>
              </a:r>
              <a:r>
                <a:rPr sz="1200" kern="0" spc="190" dirty="0">
                  <a:ln w="4362" cap="flat" cmpd="sng">
                    <a:solidFill>
                      <a:srgbClr val="FFFFFF">
                        <a:alpha val="100000"/>
                      </a:srgbClr>
                    </a:solidFill>
                    <a:prstDash val="solid"/>
                    <a:miter lim="10"/>
                  </a:ln>
                  <a:solidFill>
                    <a:schemeClr val="lt1"/>
                  </a:solidFill>
                  <a:cs typeface="宋体" panose="02010600030101010101" pitchFamily="2" charset="-122"/>
                </a:rPr>
                <a:t>撑</a:t>
              </a: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部</a:t>
              </a:r>
              <a:endParaRPr lang="en-US" altLang="en-US" sz="1200" kern="0" spc="190" dirty="0">
                <a:ln w="4354" cap="flat" cmpd="sng">
                  <a:solidFill>
                    <a:srgbClr val="FFFFFF">
                      <a:alpha val="100000"/>
                    </a:srgbClr>
                  </a:solidFill>
                  <a:prstDash val="solid"/>
                  <a:miter lim="10"/>
                </a:ln>
                <a:solidFill>
                  <a:schemeClr val="lt1"/>
                </a:solidFill>
                <a:cs typeface="宋体" panose="02010600030101010101" pitchFamily="2" charset="-122"/>
              </a:endParaRPr>
            </a:p>
          </p:txBody>
        </p:sp>
      </p:grpSp>
      <p:grpSp>
        <p:nvGrpSpPr>
          <p:cNvPr id="192" name="group 192"/>
          <p:cNvGrpSpPr/>
          <p:nvPr/>
        </p:nvGrpSpPr>
        <p:grpSpPr>
          <a:xfrm rot="21600000">
            <a:off x="3579875" y="2215896"/>
            <a:ext cx="303276" cy="2135123"/>
            <a:chOff x="0" y="0"/>
            <a:chExt cx="303276" cy="2135123"/>
          </a:xfrm>
        </p:grpSpPr>
        <p:pic>
          <p:nvPicPr>
            <p:cNvPr id="1820" name="picture 1820"/>
            <p:cNvPicPr>
              <a:picLocks noChangeAspect="1"/>
            </p:cNvPicPr>
            <p:nvPr>
              <p:custDataLst>
                <p:tags r:id="rId23"/>
              </p:custDataLst>
            </p:nvPr>
          </p:nvPicPr>
          <p:blipFill>
            <a:blip r:embed="rId24"/>
            <a:stretch>
              <a:fillRect/>
            </a:stretch>
          </p:blipFill>
          <p:spPr>
            <a:xfrm rot="21600000">
              <a:off x="0" y="0"/>
              <a:ext cx="303276" cy="2135123"/>
            </a:xfrm>
            <a:prstGeom prst="rect">
              <a:avLst/>
            </a:prstGeom>
          </p:spPr>
        </p:pic>
        <p:sp>
          <p:nvSpPr>
            <p:cNvPr id="1822" name="textbox 1822"/>
            <p:cNvSpPr/>
            <p:nvPr>
              <p:custDataLst>
                <p:tags r:id="rId25"/>
              </p:custDataLst>
            </p:nvPr>
          </p:nvSpPr>
          <p:spPr>
            <a:xfrm>
              <a:off x="-33845" y="-12700"/>
              <a:ext cx="349884" cy="2160904"/>
            </a:xfrm>
            <a:prstGeom prst="rect">
              <a:avLst/>
            </a:prstGeom>
          </p:spPr>
          <p:txBody>
            <a:bodyPr vert="eaVert" wrap="square" lIns="0" tIns="0" rIns="0" bIns="0">
              <a:normAutofit/>
            </a:bodyPr>
            <a:lstStyle/>
            <a:p>
              <a:pPr algn="l" rtl="0" eaLnBrk="0">
                <a:lnSpc>
                  <a:spcPct val="113000"/>
                </a:lnSpc>
              </a:pPr>
              <a:endParaRPr lang="en-US" altLang="en-US" sz="500" dirty="0">
                <a:solidFill>
                  <a:schemeClr val="lt1"/>
                </a:solidFill>
              </a:endParaRPr>
            </a:p>
            <a:p>
              <a:pPr marL="948690" algn="l" rtl="0" eaLnBrk="0">
                <a:lnSpc>
                  <a:spcPct val="90000"/>
                </a:lnSpc>
                <a:spcBef>
                  <a:spcPts val="0"/>
                </a:spcBef>
              </a:pPr>
              <a:r>
                <a:rPr sz="1200" kern="0" spc="150" dirty="0">
                  <a:ln w="4354" cap="flat" cmpd="sng">
                    <a:solidFill>
                      <a:srgbClr val="FFFFFF">
                        <a:alpha val="100000"/>
                      </a:srgbClr>
                    </a:solidFill>
                    <a:prstDash val="solid"/>
                    <a:miter lim="10"/>
                  </a:ln>
                  <a:solidFill>
                    <a:schemeClr val="lt1"/>
                  </a:solidFill>
                  <a:cs typeface="宋体" panose="02010600030101010101" pitchFamily="2" charset="-122"/>
                </a:rPr>
                <a:t>供应商</a:t>
              </a:r>
              <a:endParaRPr lang="en-US" altLang="en-US" sz="1200" kern="0" spc="150" dirty="0">
                <a:ln w="4354" cap="flat" cmpd="sng">
                  <a:solidFill>
                    <a:srgbClr val="FFFFFF">
                      <a:alpha val="100000"/>
                    </a:srgbClr>
                  </a:solidFill>
                  <a:prstDash val="solid"/>
                  <a:miter lim="10"/>
                </a:ln>
                <a:solidFill>
                  <a:schemeClr val="lt1"/>
                </a:solidFill>
                <a:cs typeface="宋体" panose="02010600030101010101" pitchFamily="2" charset="-122"/>
              </a:endParaRPr>
            </a:p>
          </p:txBody>
        </p:sp>
      </p:grpSp>
      <p:grpSp>
        <p:nvGrpSpPr>
          <p:cNvPr id="194" name="group 194"/>
          <p:cNvGrpSpPr/>
          <p:nvPr/>
        </p:nvGrpSpPr>
        <p:grpSpPr>
          <a:xfrm rot="21600000">
            <a:off x="822960" y="2191511"/>
            <a:ext cx="294132" cy="2183892"/>
            <a:chOff x="0" y="0"/>
            <a:chExt cx="294132" cy="2183892"/>
          </a:xfrm>
        </p:grpSpPr>
        <p:pic>
          <p:nvPicPr>
            <p:cNvPr id="1824" name="picture 1824"/>
            <p:cNvPicPr>
              <a:picLocks noChangeAspect="1"/>
            </p:cNvPicPr>
            <p:nvPr>
              <p:custDataLst>
                <p:tags r:id="rId26"/>
              </p:custDataLst>
            </p:nvPr>
          </p:nvPicPr>
          <p:blipFill>
            <a:blip r:embed="rId27"/>
            <a:stretch>
              <a:fillRect/>
            </a:stretch>
          </p:blipFill>
          <p:spPr>
            <a:xfrm rot="21600000">
              <a:off x="0" y="0"/>
              <a:ext cx="294132" cy="2183892"/>
            </a:xfrm>
            <a:prstGeom prst="rect">
              <a:avLst/>
            </a:prstGeom>
          </p:spPr>
        </p:pic>
        <p:sp>
          <p:nvSpPr>
            <p:cNvPr id="1826" name="textbox 1826"/>
            <p:cNvSpPr/>
            <p:nvPr>
              <p:custDataLst>
                <p:tags r:id="rId28"/>
              </p:custDataLst>
            </p:nvPr>
          </p:nvSpPr>
          <p:spPr>
            <a:xfrm>
              <a:off x="-34440" y="-12700"/>
              <a:ext cx="341629" cy="2209800"/>
            </a:xfrm>
            <a:prstGeom prst="rect">
              <a:avLst/>
            </a:prstGeom>
          </p:spPr>
          <p:txBody>
            <a:bodyPr vert="eaVert" wrap="square" lIns="0" tIns="0" rIns="0" bIns="0">
              <a:normAutofit/>
            </a:bodyPr>
            <a:lstStyle/>
            <a:p>
              <a:pPr algn="l" rtl="0" eaLnBrk="0">
                <a:lnSpc>
                  <a:spcPct val="106000"/>
                </a:lnSpc>
              </a:pPr>
              <a:endParaRPr lang="en-US" altLang="en-US" sz="500" dirty="0">
                <a:solidFill>
                  <a:schemeClr val="lt1"/>
                </a:solidFill>
              </a:endParaRPr>
            </a:p>
            <a:p>
              <a:pPr marL="800735" algn="l" rtl="0" eaLnBrk="0">
                <a:lnSpc>
                  <a:spcPct val="91000"/>
                </a:lnSpc>
                <a:spcBef>
                  <a:spcPts val="0"/>
                </a:spcBef>
              </a:pP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产品支</a:t>
              </a:r>
              <a:r>
                <a:rPr sz="1200" kern="0" spc="190" dirty="0">
                  <a:ln w="4362" cap="flat" cmpd="sng">
                    <a:solidFill>
                      <a:srgbClr val="FFFFFF">
                        <a:alpha val="100000"/>
                      </a:srgbClr>
                    </a:solidFill>
                    <a:prstDash val="solid"/>
                    <a:miter lim="10"/>
                  </a:ln>
                  <a:solidFill>
                    <a:schemeClr val="lt1"/>
                  </a:solidFill>
                  <a:cs typeface="宋体" panose="02010600030101010101" pitchFamily="2" charset="-122"/>
                </a:rPr>
                <a:t>持</a:t>
              </a: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部</a:t>
              </a:r>
              <a:endParaRPr lang="en-US" altLang="en-US" sz="1200" kern="0" spc="190" dirty="0">
                <a:ln w="4354" cap="flat" cmpd="sng">
                  <a:solidFill>
                    <a:srgbClr val="FFFFFF">
                      <a:alpha val="100000"/>
                    </a:srgbClr>
                  </a:solidFill>
                  <a:prstDash val="solid"/>
                  <a:miter lim="10"/>
                </a:ln>
                <a:solidFill>
                  <a:schemeClr val="lt1"/>
                </a:solidFill>
                <a:cs typeface="宋体" panose="02010600030101010101" pitchFamily="2" charset="-122"/>
              </a:endParaRPr>
            </a:p>
          </p:txBody>
        </p:sp>
      </p:grpSp>
      <p:sp>
        <p:nvSpPr>
          <p:cNvPr id="1828" name="textbox 1828"/>
          <p:cNvSpPr/>
          <p:nvPr>
            <p:custDataLst>
              <p:tags r:id="rId29"/>
            </p:custDataLst>
          </p:nvPr>
        </p:nvSpPr>
        <p:spPr>
          <a:xfrm>
            <a:off x="5005933" y="3178962"/>
            <a:ext cx="783590" cy="882014"/>
          </a:xfrm>
          <a:prstGeom prst="rect">
            <a:avLst/>
          </a:prstGeom>
        </p:spPr>
        <p:txBody>
          <a:bodyPr vert="horz" wrap="square" lIns="0" tIns="0" rIns="0" bIns="0">
            <a:normAutofit/>
          </a:bodyPr>
          <a:lstStyle/>
          <a:p>
            <a:pPr algn="l" rtl="0" eaLnBrk="0">
              <a:lnSpc>
                <a:spcPct val="86000"/>
              </a:lnSpc>
            </a:pPr>
            <a:endParaRPr lang="en-US" altLang="en-US" sz="100" dirty="0">
              <a:solidFill>
                <a:schemeClr val="dk1">
                  <a:lumMod val="65000"/>
                  <a:lumOff val="35000"/>
                </a:schemeClr>
              </a:solidFill>
            </a:endParaRPr>
          </a:p>
          <a:p>
            <a:pPr marL="12700" indent="2540" algn="r" rtl="0" eaLnBrk="0">
              <a:lnSpc>
                <a:spcPct val="117000"/>
              </a:lnSpc>
            </a:pPr>
            <a:r>
              <a:rPr sz="1200" kern="0" spc="-20" dirty="0">
                <a:solidFill>
                  <a:schemeClr val="dk1">
                    <a:lumMod val="65000"/>
                    <a:lumOff val="35000"/>
                  </a:schemeClr>
                </a:solidFill>
                <a:cs typeface="宋体" panose="02010600030101010101" pitchFamily="2" charset="-122"/>
              </a:rPr>
              <a:t>系统运维部</a:t>
            </a:r>
            <a:r>
              <a:rPr sz="1200" kern="0" spc="20" dirty="0">
                <a:solidFill>
                  <a:schemeClr val="dk1">
                    <a:lumMod val="65000"/>
                    <a:lumOff val="35000"/>
                  </a:schemeClr>
                </a:solidFill>
                <a:cs typeface="宋体" panose="02010600030101010101" pitchFamily="2" charset="-122"/>
              </a:rPr>
              <a:t> </a:t>
            </a:r>
            <a:r>
              <a:rPr sz="1200" kern="0" spc="-10" dirty="0">
                <a:solidFill>
                  <a:schemeClr val="dk1">
                    <a:lumMod val="65000"/>
                    <a:lumOff val="35000"/>
                  </a:schemeClr>
                </a:solidFill>
                <a:cs typeface="宋体" panose="02010600030101010101" pitchFamily="2" charset="-122"/>
              </a:rPr>
              <a:t>系统测试部</a:t>
            </a:r>
            <a:r>
              <a:rPr sz="1200" kern="0" spc="0" dirty="0">
                <a:solidFill>
                  <a:schemeClr val="dk1">
                    <a:lumMod val="65000"/>
                    <a:lumOff val="35000"/>
                  </a:schemeClr>
                </a:solidFill>
                <a:cs typeface="宋体" panose="02010600030101010101" pitchFamily="2" charset="-122"/>
              </a:rPr>
              <a:t> </a:t>
            </a:r>
            <a:r>
              <a:rPr sz="1200" kern="0" spc="-10" dirty="0">
                <a:solidFill>
                  <a:schemeClr val="dk1">
                    <a:lumMod val="65000"/>
                    <a:lumOff val="35000"/>
                  </a:schemeClr>
                </a:solidFill>
                <a:cs typeface="宋体" panose="02010600030101010101" pitchFamily="2" charset="-122"/>
              </a:rPr>
              <a:t>系统研发部 产品支持部</a:t>
            </a:r>
            <a:endParaRPr lang="en-US" altLang="en-US" sz="1200" kern="0" spc="-10" dirty="0">
              <a:solidFill>
                <a:schemeClr val="dk1">
                  <a:lumMod val="65000"/>
                  <a:lumOff val="35000"/>
                </a:schemeClr>
              </a:solidFill>
              <a:cs typeface="宋体" panose="02010600030101010101" pitchFamily="2" charset="-122"/>
            </a:endParaRPr>
          </a:p>
        </p:txBody>
      </p:sp>
      <p:grpSp>
        <p:nvGrpSpPr>
          <p:cNvPr id="196" name="group 196"/>
          <p:cNvGrpSpPr/>
          <p:nvPr/>
        </p:nvGrpSpPr>
        <p:grpSpPr>
          <a:xfrm rot="21600000">
            <a:off x="1211580" y="2205228"/>
            <a:ext cx="280416" cy="2170175"/>
            <a:chOff x="0" y="0"/>
            <a:chExt cx="280416" cy="2170175"/>
          </a:xfrm>
        </p:grpSpPr>
        <p:pic>
          <p:nvPicPr>
            <p:cNvPr id="1830" name="picture 1830"/>
            <p:cNvPicPr>
              <a:picLocks noChangeAspect="1"/>
            </p:cNvPicPr>
            <p:nvPr>
              <p:custDataLst>
                <p:tags r:id="rId30"/>
              </p:custDataLst>
            </p:nvPr>
          </p:nvPicPr>
          <p:blipFill>
            <a:blip r:embed="rId31"/>
            <a:stretch>
              <a:fillRect/>
            </a:stretch>
          </p:blipFill>
          <p:spPr>
            <a:xfrm rot="21600000">
              <a:off x="0" y="0"/>
              <a:ext cx="280416" cy="2170175"/>
            </a:xfrm>
            <a:prstGeom prst="rect">
              <a:avLst/>
            </a:prstGeom>
          </p:spPr>
        </p:pic>
        <p:sp>
          <p:nvSpPr>
            <p:cNvPr id="1832" name="textbox 1832"/>
            <p:cNvSpPr/>
            <p:nvPr>
              <p:custDataLst>
                <p:tags r:id="rId32"/>
              </p:custDataLst>
            </p:nvPr>
          </p:nvSpPr>
          <p:spPr>
            <a:xfrm>
              <a:off x="-34440" y="-12700"/>
              <a:ext cx="327659" cy="2195829"/>
            </a:xfrm>
            <a:prstGeom prst="rect">
              <a:avLst/>
            </a:prstGeom>
          </p:spPr>
          <p:txBody>
            <a:bodyPr vert="eaVert" wrap="square" lIns="0" tIns="0" rIns="0" bIns="0">
              <a:normAutofit/>
            </a:bodyPr>
            <a:lstStyle/>
            <a:p>
              <a:pPr algn="l" rtl="0" eaLnBrk="0">
                <a:lnSpc>
                  <a:spcPct val="122000"/>
                </a:lnSpc>
              </a:pPr>
              <a:endParaRPr lang="en-US" altLang="en-US" sz="400" dirty="0">
                <a:solidFill>
                  <a:schemeClr val="lt1"/>
                </a:solidFill>
              </a:endParaRPr>
            </a:p>
            <a:p>
              <a:pPr marL="786765" algn="l" rtl="0" eaLnBrk="0">
                <a:lnSpc>
                  <a:spcPct val="91000"/>
                </a:lnSpc>
                <a:spcBef>
                  <a:spcPts val="0"/>
                </a:spcBef>
              </a:pP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系统研</a:t>
              </a:r>
              <a:r>
                <a:rPr sz="1200" kern="0" spc="190" dirty="0">
                  <a:ln w="4362" cap="flat" cmpd="sng">
                    <a:solidFill>
                      <a:srgbClr val="FFFFFF">
                        <a:alpha val="100000"/>
                      </a:srgbClr>
                    </a:solidFill>
                    <a:prstDash val="solid"/>
                    <a:miter lim="10"/>
                  </a:ln>
                  <a:solidFill>
                    <a:schemeClr val="lt1"/>
                  </a:solidFill>
                  <a:cs typeface="宋体" panose="02010600030101010101" pitchFamily="2" charset="-122"/>
                </a:rPr>
                <a:t>发</a:t>
              </a: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部</a:t>
              </a:r>
              <a:endParaRPr lang="en-US" altLang="en-US" sz="1200" kern="0" spc="190" dirty="0">
                <a:ln w="4354" cap="flat" cmpd="sng">
                  <a:solidFill>
                    <a:srgbClr val="FFFFFF">
                      <a:alpha val="100000"/>
                    </a:srgbClr>
                  </a:solidFill>
                  <a:prstDash val="solid"/>
                  <a:miter lim="10"/>
                </a:ln>
                <a:solidFill>
                  <a:schemeClr val="lt1"/>
                </a:solidFill>
                <a:cs typeface="宋体" panose="02010600030101010101" pitchFamily="2" charset="-122"/>
              </a:endParaRPr>
            </a:p>
          </p:txBody>
        </p:sp>
      </p:grpSp>
      <p:grpSp>
        <p:nvGrpSpPr>
          <p:cNvPr id="198" name="group 198"/>
          <p:cNvGrpSpPr/>
          <p:nvPr/>
        </p:nvGrpSpPr>
        <p:grpSpPr>
          <a:xfrm rot="21600000">
            <a:off x="1600200" y="2208276"/>
            <a:ext cx="278891" cy="2167127"/>
            <a:chOff x="0" y="0"/>
            <a:chExt cx="278891" cy="2167127"/>
          </a:xfrm>
        </p:grpSpPr>
        <p:pic>
          <p:nvPicPr>
            <p:cNvPr id="1834" name="picture 1834"/>
            <p:cNvPicPr>
              <a:picLocks noChangeAspect="1"/>
            </p:cNvPicPr>
            <p:nvPr>
              <p:custDataLst>
                <p:tags r:id="rId33"/>
              </p:custDataLst>
            </p:nvPr>
          </p:nvPicPr>
          <p:blipFill>
            <a:blip r:embed="rId34"/>
            <a:stretch>
              <a:fillRect/>
            </a:stretch>
          </p:blipFill>
          <p:spPr>
            <a:xfrm rot="21600000">
              <a:off x="0" y="0"/>
              <a:ext cx="278891" cy="2167127"/>
            </a:xfrm>
            <a:prstGeom prst="rect">
              <a:avLst/>
            </a:prstGeom>
          </p:spPr>
        </p:pic>
        <p:sp>
          <p:nvSpPr>
            <p:cNvPr id="1836" name="textbox 1836"/>
            <p:cNvSpPr/>
            <p:nvPr>
              <p:custDataLst>
                <p:tags r:id="rId35"/>
              </p:custDataLst>
            </p:nvPr>
          </p:nvSpPr>
          <p:spPr>
            <a:xfrm>
              <a:off x="-34440" y="-12700"/>
              <a:ext cx="326390" cy="2192654"/>
            </a:xfrm>
            <a:prstGeom prst="rect">
              <a:avLst/>
            </a:prstGeom>
          </p:spPr>
          <p:txBody>
            <a:bodyPr vert="eaVert" wrap="square" lIns="0" tIns="0" rIns="0" bIns="0">
              <a:normAutofit/>
            </a:bodyPr>
            <a:lstStyle/>
            <a:p>
              <a:pPr algn="l" rtl="0" eaLnBrk="0">
                <a:lnSpc>
                  <a:spcPct val="119000"/>
                </a:lnSpc>
              </a:pPr>
              <a:endParaRPr lang="en-US" altLang="en-US" sz="400" dirty="0">
                <a:solidFill>
                  <a:schemeClr val="lt1"/>
                </a:solidFill>
              </a:endParaRPr>
            </a:p>
            <a:p>
              <a:pPr marL="784225" algn="l" rtl="0" eaLnBrk="0">
                <a:lnSpc>
                  <a:spcPct val="91000"/>
                </a:lnSpc>
                <a:spcBef>
                  <a:spcPts val="5"/>
                </a:spcBef>
              </a:pP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系统测</a:t>
              </a:r>
              <a:r>
                <a:rPr sz="1200" kern="0" spc="190" dirty="0">
                  <a:ln w="4362" cap="flat" cmpd="sng">
                    <a:solidFill>
                      <a:srgbClr val="FFFFFF">
                        <a:alpha val="100000"/>
                      </a:srgbClr>
                    </a:solidFill>
                    <a:prstDash val="solid"/>
                    <a:miter lim="10"/>
                  </a:ln>
                  <a:solidFill>
                    <a:schemeClr val="lt1"/>
                  </a:solidFill>
                  <a:cs typeface="宋体" panose="02010600030101010101" pitchFamily="2" charset="-122"/>
                </a:rPr>
                <a:t>试</a:t>
              </a:r>
              <a:r>
                <a:rPr sz="1200" kern="0" spc="190" dirty="0">
                  <a:ln w="4354" cap="flat" cmpd="sng">
                    <a:solidFill>
                      <a:srgbClr val="FFFFFF">
                        <a:alpha val="100000"/>
                      </a:srgbClr>
                    </a:solidFill>
                    <a:prstDash val="solid"/>
                    <a:miter lim="10"/>
                  </a:ln>
                  <a:solidFill>
                    <a:schemeClr val="lt1"/>
                  </a:solidFill>
                  <a:cs typeface="宋体" panose="02010600030101010101" pitchFamily="2" charset="-122"/>
                </a:rPr>
                <a:t>部</a:t>
              </a:r>
              <a:endParaRPr lang="en-US" altLang="en-US" sz="1200" kern="0" spc="190" dirty="0">
                <a:ln w="4354" cap="flat" cmpd="sng">
                  <a:solidFill>
                    <a:srgbClr val="FFFFFF">
                      <a:alpha val="100000"/>
                    </a:srgbClr>
                  </a:solidFill>
                  <a:prstDash val="solid"/>
                  <a:miter lim="10"/>
                </a:ln>
                <a:solidFill>
                  <a:schemeClr val="lt1"/>
                </a:solidFill>
                <a:cs typeface="宋体" panose="02010600030101010101" pitchFamily="2" charset="-122"/>
              </a:endParaRPr>
            </a:p>
          </p:txBody>
        </p:sp>
      </p:grpSp>
      <p:pic>
        <p:nvPicPr>
          <p:cNvPr id="1838" name="picture 1838"/>
          <p:cNvPicPr>
            <a:picLocks noChangeAspect="1"/>
          </p:cNvPicPr>
          <p:nvPr>
            <p:custDataLst>
              <p:tags r:id="rId36"/>
            </p:custDataLst>
          </p:nvPr>
        </p:nvPicPr>
        <p:blipFill>
          <a:blip r:embed="rId37"/>
          <a:stretch>
            <a:fillRect/>
          </a:stretch>
        </p:blipFill>
        <p:spPr>
          <a:xfrm rot="21600000">
            <a:off x="11915619" y="63196"/>
            <a:ext cx="251252" cy="227508"/>
          </a:xfrm>
          <a:prstGeom prst="rect">
            <a:avLst/>
          </a:prstGeom>
        </p:spPr>
      </p:pic>
      <p:pic>
        <p:nvPicPr>
          <p:cNvPr id="1840" name="picture 1840"/>
          <p:cNvPicPr>
            <a:picLocks noChangeAspect="1"/>
          </p:cNvPicPr>
          <p:nvPr>
            <p:custDataLst>
              <p:tags r:id="rId38"/>
            </p:custDataLst>
          </p:nvPr>
        </p:nvPicPr>
        <p:blipFill>
          <a:blip r:embed="rId39"/>
          <a:stretch>
            <a:fillRect/>
          </a:stretch>
        </p:blipFill>
        <p:spPr>
          <a:xfrm rot="21600000">
            <a:off x="11940745" y="391654"/>
            <a:ext cx="251252" cy="224971"/>
          </a:xfrm>
          <a:prstGeom prst="rect">
            <a:avLst/>
          </a:prstGeom>
        </p:spPr>
      </p:pic>
      <p:graphicFrame>
        <p:nvGraphicFramePr>
          <p:cNvPr id="1842" name="table 1842"/>
          <p:cNvGraphicFramePr>
            <a:graphicFrameLocks noGrp="1"/>
          </p:cNvGraphicFramePr>
          <p:nvPr>
            <p:custDataLst>
              <p:tags r:id="rId40"/>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A6A6A6">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A6A6A6">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ED7D31">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sp>
        <p:nvSpPr>
          <p:cNvPr id="1844" name="textbox 1844"/>
          <p:cNvSpPr/>
          <p:nvPr>
            <p:custDataLst>
              <p:tags r:id="rId41"/>
            </p:custDataLst>
          </p:nvPr>
        </p:nvSpPr>
        <p:spPr>
          <a:xfrm>
            <a:off x="9244558" y="6136335"/>
            <a:ext cx="2654935" cy="202564"/>
          </a:xfrm>
          <a:prstGeom prst="rect">
            <a:avLst/>
          </a:prstGeom>
        </p:spPr>
        <p:txBody>
          <a:bodyPr vert="horz" wrap="square" lIns="0" tIns="0" rIns="0" bIns="0">
            <a:normAutofit/>
          </a:bodyPr>
          <a:lstStyle/>
          <a:p>
            <a:pPr algn="l" rtl="0" eaLnBrk="0">
              <a:lnSpc>
                <a:spcPct val="79000"/>
              </a:lnSpc>
            </a:pPr>
            <a:endParaRPr lang="en-US" altLang="en-US" sz="100" dirty="0">
              <a:solidFill>
                <a:schemeClr val="dk1"/>
              </a:solidFill>
            </a:endParaRPr>
          </a:p>
          <a:p>
            <a:pPr marL="12700" algn="l" rtl="0" eaLnBrk="0">
              <a:lnSpc>
                <a:spcPct val="97000"/>
              </a:lnSpc>
            </a:pPr>
            <a:r>
              <a:rPr sz="1200" kern="0" spc="0" dirty="0">
                <a:solidFill>
                  <a:schemeClr val="dk1"/>
                </a:solidFill>
                <a:cs typeface="微软雅黑" panose="020B0503020204020204" charset="-122"/>
              </a:rPr>
              <a:t>数据来源于人事和企业微信 20XX/5</a:t>
            </a:r>
            <a:r>
              <a:rPr sz="1200" kern="0" spc="-10" dirty="0">
                <a:solidFill>
                  <a:schemeClr val="dk1"/>
                </a:solidFill>
                <a:cs typeface="微软雅黑" panose="020B0503020204020204" charset="-122"/>
              </a:rPr>
              <a:t>/23</a:t>
            </a:r>
            <a:endParaRPr lang="en-US" altLang="en-US" sz="1200" kern="0" spc="-10" dirty="0">
              <a:solidFill>
                <a:schemeClr val="dk1"/>
              </a:solidFill>
              <a:cs typeface="微软雅黑" panose="020B0503020204020204" charset="-122"/>
            </a:endParaRPr>
          </a:p>
        </p:txBody>
      </p:sp>
      <p:pic>
        <p:nvPicPr>
          <p:cNvPr id="1846" name="picture 1846"/>
          <p:cNvPicPr>
            <a:picLocks noChangeAspect="1"/>
          </p:cNvPicPr>
          <p:nvPr>
            <p:custDataLst>
              <p:tags r:id="rId42"/>
            </p:custDataLst>
          </p:nvPr>
        </p:nvPicPr>
        <p:blipFill>
          <a:blip r:embed="rId43"/>
          <a:stretch>
            <a:fillRect/>
          </a:stretch>
        </p:blipFill>
        <p:spPr>
          <a:xfrm rot="21600000">
            <a:off x="3929125" y="1944624"/>
            <a:ext cx="103378" cy="3012058"/>
          </a:xfrm>
          <a:prstGeom prst="rect">
            <a:avLst/>
          </a:prstGeom>
        </p:spPr>
      </p:pic>
      <p:sp>
        <p:nvSpPr>
          <p:cNvPr id="1848" name="textbox 1848"/>
          <p:cNvSpPr/>
          <p:nvPr>
            <p:custDataLst>
              <p:tags r:id="rId44"/>
            </p:custDataLst>
          </p:nvPr>
        </p:nvSpPr>
        <p:spPr>
          <a:xfrm>
            <a:off x="1939645" y="4476953"/>
            <a:ext cx="632459" cy="203834"/>
          </a:xfrm>
          <a:prstGeom prst="rect">
            <a:avLst/>
          </a:prstGeom>
        </p:spPr>
        <p:txBody>
          <a:bodyPr vert="horz" wrap="square" lIns="0" tIns="0" rIns="0" bIns="0">
            <a:normAutofit/>
          </a:bodyPr>
          <a:lstStyle/>
          <a:p>
            <a:pPr algn="l" rtl="0" eaLnBrk="0">
              <a:lnSpc>
                <a:spcPct val="78000"/>
              </a:lnSpc>
            </a:pPr>
            <a:endParaRPr lang="en-US" altLang="en-US" sz="100" dirty="0">
              <a:solidFill>
                <a:schemeClr val="dk1"/>
              </a:solidFill>
            </a:endParaRPr>
          </a:p>
          <a:p>
            <a:pPr marL="12700" algn="l" rtl="0" eaLnBrk="0">
              <a:lnSpc>
                <a:spcPct val="98000"/>
              </a:lnSpc>
            </a:pPr>
            <a:r>
              <a:rPr sz="1200" kern="0" spc="-10" dirty="0">
                <a:solidFill>
                  <a:schemeClr val="dk1"/>
                </a:solidFill>
                <a:cs typeface="微软雅黑" panose="020B0503020204020204" charset="-122"/>
              </a:rPr>
              <a:t>职能组织</a:t>
            </a:r>
            <a:endParaRPr lang="en-US" altLang="en-US" sz="1200" kern="0" spc="-10" dirty="0">
              <a:solidFill>
                <a:schemeClr val="dk1"/>
              </a:solidFill>
              <a:cs typeface="微软雅黑" panose="020B0503020204020204" charset="-122"/>
            </a:endParaRPr>
          </a:p>
        </p:txBody>
      </p:sp>
      <p:sp>
        <p:nvSpPr>
          <p:cNvPr id="1850" name="rect"/>
          <p:cNvSpPr/>
          <p:nvPr/>
        </p:nvSpPr>
        <p:spPr>
          <a:xfrm>
            <a:off x="822951" y="4733417"/>
            <a:ext cx="3567193" cy="16128"/>
          </a:xfrm>
          <a:prstGeom prst="rect">
            <a:avLst/>
          </a:prstGeom>
          <a:solidFill>
            <a:schemeClr val="accent3">
              <a:alpha val="100000"/>
            </a:schemeClr>
          </a:solidFill>
          <a:ln cap="flat">
            <a:noFill/>
            <a:prstDash val="solid"/>
            <a:miter lim="0"/>
          </a:ln>
        </p:spPr>
        <p:txBody>
          <a:bodyPr rtlCol="0"/>
          <a:lstStyle/>
          <a:p>
            <a:pPr algn="ctr"/>
            <a:endParaRPr lang="zh-CN" altLang="en-US"/>
          </a:p>
        </p:txBody>
      </p:sp>
      <p:sp>
        <p:nvSpPr>
          <p:cNvPr id="1852" name="textbox 1852"/>
          <p:cNvSpPr/>
          <p:nvPr>
            <p:custDataLst>
              <p:tags r:id="rId45"/>
            </p:custDataLst>
          </p:nvPr>
        </p:nvSpPr>
        <p:spPr>
          <a:xfrm>
            <a:off x="6203950" y="2280767"/>
            <a:ext cx="97155" cy="160020"/>
          </a:xfrm>
          <a:prstGeom prst="rect">
            <a:avLst/>
          </a:prstGeom>
        </p:spPr>
        <p:txBody>
          <a:bodyPr vert="horz" wrap="square" lIns="0" tIns="0" rIns="0" bIns="0"/>
          <a:lstStyle/>
          <a:p>
            <a:pPr algn="l" rtl="0" eaLnBrk="0">
              <a:lnSpc>
                <a:spcPct val="87000"/>
              </a:lnSpc>
            </a:pPr>
            <a:endParaRPr lang="en-US" altLang="en-US" sz="100" dirty="0">
              <a:solidFill>
                <a:schemeClr val="dk1">
                  <a:lumMod val="75000"/>
                  <a:lumOff val="25000"/>
                </a:schemeClr>
              </a:solidFill>
            </a:endParaRPr>
          </a:p>
          <a:p>
            <a:pPr marL="12700" algn="l" rtl="0" eaLnBrk="0">
              <a:lnSpc>
                <a:spcPct val="73000"/>
              </a:lnSpc>
            </a:pPr>
            <a:r>
              <a:rPr sz="1200" kern="0" spc="-20" dirty="0">
                <a:solidFill>
                  <a:schemeClr val="dk1">
                    <a:lumMod val="75000"/>
                    <a:lumOff val="25000"/>
                  </a:schemeClr>
                </a:solidFill>
                <a:cs typeface="Calibri" panose="020F0502020204030204"/>
              </a:rPr>
              <a:t>8</a:t>
            </a:r>
            <a:endParaRPr lang="en-US" altLang="en-US" sz="1200" kern="0" spc="-20" dirty="0">
              <a:solidFill>
                <a:schemeClr val="dk1">
                  <a:lumMod val="75000"/>
                  <a:lumOff val="25000"/>
                </a:schemeClr>
              </a:solidFill>
              <a:cs typeface="Calibri" panose="020F0502020204030204"/>
            </a:endParaRPr>
          </a:p>
        </p:txBody>
      </p:sp>
      <p:sp>
        <p:nvSpPr>
          <p:cNvPr id="1854" name="textbox 1854"/>
          <p:cNvSpPr/>
          <p:nvPr>
            <p:custDataLst>
              <p:tags r:id="rId46"/>
            </p:custDataLst>
          </p:nvPr>
        </p:nvSpPr>
        <p:spPr>
          <a:xfrm>
            <a:off x="6093079" y="2963773"/>
            <a:ext cx="95250" cy="160020"/>
          </a:xfrm>
          <a:prstGeom prst="rect">
            <a:avLst/>
          </a:prstGeom>
        </p:spPr>
        <p:txBody>
          <a:bodyPr vert="horz" wrap="square" lIns="0" tIns="0" rIns="0" bIns="0"/>
          <a:lstStyle/>
          <a:p>
            <a:pPr algn="l" rtl="0" eaLnBrk="0">
              <a:lnSpc>
                <a:spcPct val="87000"/>
              </a:lnSpc>
            </a:pPr>
            <a:endParaRPr lang="en-US" altLang="en-US" sz="100" dirty="0">
              <a:solidFill>
                <a:schemeClr val="dk1">
                  <a:lumMod val="75000"/>
                  <a:lumOff val="25000"/>
                </a:schemeClr>
              </a:solidFill>
            </a:endParaRPr>
          </a:p>
          <a:p>
            <a:pPr marL="12700" algn="l" rtl="0" eaLnBrk="0">
              <a:lnSpc>
                <a:spcPct val="73000"/>
              </a:lnSpc>
            </a:pPr>
            <a:r>
              <a:rPr sz="1200" kern="0" spc="-20" dirty="0">
                <a:solidFill>
                  <a:schemeClr val="dk1">
                    <a:lumMod val="75000"/>
                    <a:lumOff val="25000"/>
                  </a:schemeClr>
                </a:solidFill>
                <a:cs typeface="Calibri" panose="020F0502020204030204"/>
              </a:rPr>
              <a:t>3</a:t>
            </a:r>
            <a:endParaRPr lang="en-US" altLang="en-US" sz="1200" kern="0" spc="-20" dirty="0">
              <a:solidFill>
                <a:schemeClr val="dk1">
                  <a:lumMod val="75000"/>
                  <a:lumOff val="25000"/>
                </a:schemeClr>
              </a:solidFill>
              <a:cs typeface="Calibri" panose="020F0502020204030204"/>
            </a:endParaRPr>
          </a:p>
        </p:txBody>
      </p:sp>
      <p:sp>
        <p:nvSpPr>
          <p:cNvPr id="1856" name="textbox 1856"/>
          <p:cNvSpPr/>
          <p:nvPr>
            <p:custDataLst>
              <p:tags r:id="rId47"/>
            </p:custDataLst>
          </p:nvPr>
        </p:nvSpPr>
        <p:spPr>
          <a:xfrm>
            <a:off x="6148933" y="2509849"/>
            <a:ext cx="95250" cy="158114"/>
          </a:xfrm>
          <a:prstGeom prst="rect">
            <a:avLst/>
          </a:prstGeom>
        </p:spPr>
        <p:txBody>
          <a:bodyPr vert="horz" wrap="square" lIns="0" tIns="0" rIns="0" bIns="0"/>
          <a:lstStyle/>
          <a:p>
            <a:pPr algn="l" rtl="0" eaLnBrk="0">
              <a:lnSpc>
                <a:spcPct val="78000"/>
              </a:lnSpc>
            </a:pPr>
            <a:endParaRPr lang="en-US" altLang="en-US" sz="100" dirty="0">
              <a:solidFill>
                <a:schemeClr val="dk1">
                  <a:lumMod val="75000"/>
                  <a:lumOff val="25000"/>
                </a:schemeClr>
              </a:solidFill>
            </a:endParaRPr>
          </a:p>
          <a:p>
            <a:pPr marL="12700" algn="l" rtl="0" eaLnBrk="0">
              <a:lnSpc>
                <a:spcPct val="73000"/>
              </a:lnSpc>
            </a:pPr>
            <a:r>
              <a:rPr sz="1200" kern="0" spc="-20" dirty="0">
                <a:solidFill>
                  <a:schemeClr val="dk1">
                    <a:lumMod val="75000"/>
                    <a:lumOff val="25000"/>
                  </a:schemeClr>
                </a:solidFill>
                <a:cs typeface="Calibri" panose="020F0502020204030204"/>
              </a:rPr>
              <a:t>5</a:t>
            </a:r>
            <a:endParaRPr lang="en-US" altLang="en-US" sz="1200" kern="0" spc="-20" dirty="0">
              <a:solidFill>
                <a:schemeClr val="dk1">
                  <a:lumMod val="75000"/>
                  <a:lumOff val="25000"/>
                </a:schemeClr>
              </a:solidFill>
              <a:cs typeface="Calibri" panose="020F0502020204030204"/>
            </a:endParaRPr>
          </a:p>
        </p:txBody>
      </p:sp>
      <p:sp>
        <p:nvSpPr>
          <p:cNvPr id="1858" name="textbox 1858"/>
          <p:cNvSpPr/>
          <p:nvPr>
            <p:custDataLst>
              <p:tags r:id="rId48"/>
            </p:custDataLst>
          </p:nvPr>
        </p:nvSpPr>
        <p:spPr>
          <a:xfrm>
            <a:off x="6205168" y="2737561"/>
            <a:ext cx="95885" cy="158750"/>
          </a:xfrm>
          <a:prstGeom prst="rect">
            <a:avLst/>
          </a:prstGeom>
        </p:spPr>
        <p:txBody>
          <a:bodyPr vert="horz" wrap="square" lIns="0" tIns="0" rIns="0" bIns="0"/>
          <a:lstStyle/>
          <a:p>
            <a:pPr algn="l" rtl="0" eaLnBrk="0">
              <a:lnSpc>
                <a:spcPct val="78000"/>
              </a:lnSpc>
            </a:pPr>
            <a:endParaRPr lang="en-US" altLang="en-US" sz="100" dirty="0">
              <a:solidFill>
                <a:schemeClr val="dk1">
                  <a:lumMod val="75000"/>
                  <a:lumOff val="25000"/>
                </a:schemeClr>
              </a:solidFill>
            </a:endParaRPr>
          </a:p>
          <a:p>
            <a:pPr marL="12700" algn="l" rtl="0" eaLnBrk="0">
              <a:lnSpc>
                <a:spcPct val="73000"/>
              </a:lnSpc>
            </a:pPr>
            <a:r>
              <a:rPr sz="1200" kern="0" spc="-20" dirty="0">
                <a:solidFill>
                  <a:schemeClr val="dk1">
                    <a:lumMod val="75000"/>
                    <a:lumOff val="25000"/>
                  </a:schemeClr>
                </a:solidFill>
                <a:cs typeface="Calibri" panose="020F0502020204030204"/>
              </a:rPr>
              <a:t>7</a:t>
            </a:r>
            <a:endParaRPr lang="en-US" altLang="en-US" sz="1200" kern="0" spc="-20" dirty="0">
              <a:solidFill>
                <a:schemeClr val="dk1">
                  <a:lumMod val="75000"/>
                  <a:lumOff val="25000"/>
                </a:schemeClr>
              </a:solidFill>
              <a:cs typeface="Calibri" panose="020F0502020204030204"/>
            </a:endParaRPr>
          </a:p>
        </p:txBody>
      </p:sp>
      <p:sp>
        <p:nvSpPr>
          <p:cNvPr id="3" name="标题 2"/>
          <p:cNvSpPr>
            <a:spLocks noGrp="1"/>
          </p:cNvSpPr>
          <p:nvPr>
            <p:ph type="title"/>
            <p:custDataLst>
              <p:tags r:id="rId49"/>
            </p:custDataLst>
          </p:nvPr>
        </p:nvSpPr>
        <p:spPr>
          <a:xfrm>
            <a:off x="435610" y="290785"/>
            <a:ext cx="10800000" cy="720000"/>
          </a:xfrm>
        </p:spPr>
        <p:txBody>
          <a:bodyPr vert="horz" lIns="0" tIns="0" rIns="0" bIns="0" rtlCol="0" anchor="b">
            <a:normAutofit/>
          </a:bodyPr>
          <a:lstStyle>
            <a:lvl1pPr>
              <a:defRPr sz="3200"/>
            </a:lvl1pPr>
          </a:lstStyle>
          <a:p>
            <a:pPr lvl="0" algn="l">
              <a:buClrTx/>
              <a:buSzTx/>
              <a:buFontTx/>
            </a:pPr>
            <a:r>
              <a:rPr sz="2000" kern="0" spc="-30" dirty="0">
                <a:solidFill>
                  <a:schemeClr val="dk1"/>
                </a:solidFill>
                <a:latin typeface="+mn-lt"/>
                <a:ea typeface="+mn-ea"/>
                <a:cs typeface="微软雅黑" panose="020B0503020204020204" charset="-122"/>
                <a:sym typeface="+mn-ea"/>
              </a:rPr>
              <a:t>IT管理部门内按IT基本职能分工，  管理、业务管理和数据管理能力</a:t>
            </a:r>
            <a:r>
              <a:rPr sz="2000" kern="0" dirty="0">
                <a:solidFill>
                  <a:schemeClr val="dk1"/>
                </a:solidFill>
                <a:cs typeface="微软雅黑" panose="020B0503020204020204" charset="-122"/>
                <a:sym typeface="+mn-ea"/>
              </a:rPr>
              <a:t>人员方面存在结构性缺员的问题，需要提升I</a:t>
            </a:r>
            <a:r>
              <a:rPr sz="2000" kern="0" spc="-10" dirty="0">
                <a:solidFill>
                  <a:schemeClr val="dk1"/>
                </a:solidFill>
                <a:cs typeface="微软雅黑" panose="020B0503020204020204" charset="-122"/>
                <a:sym typeface="+mn-ea"/>
              </a:rPr>
              <a:t>T架构</a:t>
            </a:r>
            <a:endParaRPr sz="2000" kern="0" spc="-30" dirty="0">
              <a:solidFill>
                <a:schemeClr val="dk1"/>
              </a:solidFill>
              <a:latin typeface="+mn-lt"/>
              <a:ea typeface="+mn-ea"/>
              <a:cs typeface="微软雅黑" panose="020B0503020204020204" charset="-122"/>
              <a:sym typeface="+mn-ea"/>
            </a:endParaRPr>
          </a:p>
        </p:txBody>
      </p:sp>
    </p:spTree>
    <p:custDataLst>
      <p:tags r:id="rId50"/>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0" name="path"/>
          <p:cNvSpPr/>
          <p:nvPr/>
        </p:nvSpPr>
        <p:spPr>
          <a:xfrm>
            <a:off x="1909572" y="2711196"/>
            <a:ext cx="5394959" cy="2389631"/>
          </a:xfrm>
          <a:custGeom>
            <a:avLst/>
            <a:gdLst/>
            <a:ahLst/>
            <a:cxnLst/>
            <a:rect l="0" t="0" r="0" b="0"/>
            <a:pathLst>
              <a:path w="8495" h="3763">
                <a:moveTo>
                  <a:pt x="6355" y="0"/>
                </a:moveTo>
                <a:lnTo>
                  <a:pt x="8348" y="0"/>
                </a:lnTo>
                <a:lnTo>
                  <a:pt x="8495" y="1881"/>
                </a:lnTo>
                <a:lnTo>
                  <a:pt x="8348" y="3763"/>
                </a:lnTo>
                <a:lnTo>
                  <a:pt x="6355" y="3763"/>
                </a:lnTo>
                <a:lnTo>
                  <a:pt x="6503" y="1881"/>
                </a:lnTo>
                <a:lnTo>
                  <a:pt x="6355" y="0"/>
                </a:lnTo>
                <a:close/>
              </a:path>
              <a:path w="8495" h="3763">
                <a:moveTo>
                  <a:pt x="4497" y="0"/>
                </a:moveTo>
                <a:lnTo>
                  <a:pt x="6298" y="0"/>
                </a:lnTo>
                <a:lnTo>
                  <a:pt x="6431" y="1881"/>
                </a:lnTo>
                <a:lnTo>
                  <a:pt x="6298" y="3763"/>
                </a:lnTo>
                <a:lnTo>
                  <a:pt x="4497" y="3763"/>
                </a:lnTo>
                <a:lnTo>
                  <a:pt x="4631" y="1881"/>
                </a:lnTo>
                <a:lnTo>
                  <a:pt x="4497" y="0"/>
                </a:lnTo>
                <a:close/>
              </a:path>
              <a:path w="8495" h="3763">
                <a:moveTo>
                  <a:pt x="2044" y="0"/>
                </a:moveTo>
                <a:lnTo>
                  <a:pt x="4392" y="0"/>
                </a:lnTo>
                <a:lnTo>
                  <a:pt x="4567" y="1881"/>
                </a:lnTo>
                <a:lnTo>
                  <a:pt x="4392" y="3763"/>
                </a:lnTo>
                <a:lnTo>
                  <a:pt x="2044" y="3763"/>
                </a:lnTo>
                <a:lnTo>
                  <a:pt x="2219" y="1881"/>
                </a:lnTo>
                <a:lnTo>
                  <a:pt x="2044" y="0"/>
                </a:lnTo>
                <a:close/>
              </a:path>
              <a:path w="8495" h="3763">
                <a:moveTo>
                  <a:pt x="0" y="0"/>
                </a:moveTo>
                <a:lnTo>
                  <a:pt x="1991" y="0"/>
                </a:lnTo>
                <a:lnTo>
                  <a:pt x="2136" y="1881"/>
                </a:lnTo>
                <a:lnTo>
                  <a:pt x="1991" y="3763"/>
                </a:lnTo>
                <a:lnTo>
                  <a:pt x="0" y="3763"/>
                </a:lnTo>
                <a:lnTo>
                  <a:pt x="0" y="0"/>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1864" name="rect"/>
          <p:cNvSpPr/>
          <p:nvPr/>
        </p:nvSpPr>
        <p:spPr>
          <a:xfrm>
            <a:off x="723900" y="1219200"/>
            <a:ext cx="1147572" cy="4718303"/>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1866" name="textbox 1866"/>
          <p:cNvSpPr/>
          <p:nvPr>
            <p:custDataLst>
              <p:tags r:id="rId1"/>
            </p:custDataLst>
          </p:nvPr>
        </p:nvSpPr>
        <p:spPr>
          <a:xfrm>
            <a:off x="7486277" y="1274196"/>
            <a:ext cx="4121784" cy="1135380"/>
          </a:xfrm>
          <a:prstGeom prst="rect">
            <a:avLst/>
          </a:prstGeom>
        </p:spPr>
        <p:txBody>
          <a:bodyPr vert="horz" wrap="square" lIns="0" tIns="0" rIns="0" bIns="0">
            <a:normAutofit/>
          </a:bodyPr>
          <a:lstStyle/>
          <a:p>
            <a:pPr algn="l" rtl="0" eaLnBrk="0">
              <a:lnSpc>
                <a:spcPct val="82000"/>
              </a:lnSpc>
            </a:pPr>
            <a:endParaRPr lang="en-US" altLang="en-US" sz="100" dirty="0">
              <a:solidFill>
                <a:schemeClr val="dk1"/>
              </a:solidFill>
            </a:endParaRPr>
          </a:p>
          <a:p>
            <a:pPr marL="285750" indent="-273685" algn="l" rtl="0" eaLnBrk="0">
              <a:lnSpc>
                <a:spcPct val="96000"/>
              </a:lnSpc>
              <a:tabLst>
                <a:tab pos="156210" algn="l"/>
              </a:tabLst>
            </a:pPr>
            <a:r>
              <a:rPr sz="1500" kern="0" spc="0" dirty="0">
                <a:solidFill>
                  <a:schemeClr val="dk1"/>
                </a:solidFill>
                <a:cs typeface="微软雅黑" panose="020B0503020204020204" charset="-122"/>
              </a:rPr>
              <a:t>	</a:t>
            </a:r>
            <a:r>
              <a:rPr sz="1500" kern="0" spc="60" dirty="0">
                <a:solidFill>
                  <a:schemeClr val="dk1"/>
                </a:solidFill>
                <a:cs typeface="微软雅黑" panose="020B0503020204020204" charset="-122"/>
              </a:rPr>
              <a:t>  </a:t>
            </a:r>
            <a:r>
              <a:rPr sz="1500" kern="0" spc="100" dirty="0">
                <a:solidFill>
                  <a:schemeClr val="dk1"/>
                </a:solidFill>
                <a:cs typeface="微软雅黑" panose="020B0503020204020204" charset="-122"/>
              </a:rPr>
              <a:t>XX目前在</a:t>
            </a:r>
            <a:r>
              <a:rPr sz="1500" kern="0" spc="0" dirty="0">
                <a:solidFill>
                  <a:schemeClr val="dk1"/>
                </a:solidFill>
                <a:cs typeface="微软雅黑" panose="020B0503020204020204" charset="-122"/>
              </a:rPr>
              <a:t>IT</a:t>
            </a:r>
            <a:r>
              <a:rPr sz="1500" kern="0" spc="100" dirty="0">
                <a:solidFill>
                  <a:schemeClr val="dk1"/>
                </a:solidFill>
                <a:cs typeface="微软雅黑" panose="020B0503020204020204" charset="-122"/>
              </a:rPr>
              <a:t>治理与管理、客户关</a:t>
            </a:r>
            <a:r>
              <a:rPr sz="1500" kern="0" spc="90" dirty="0">
                <a:solidFill>
                  <a:schemeClr val="dk1"/>
                </a:solidFill>
                <a:cs typeface="微软雅黑" panose="020B0503020204020204" charset="-122"/>
              </a:rPr>
              <a:t>系相</a:t>
            </a:r>
            <a:r>
              <a:rPr sz="1500" kern="0" spc="0" dirty="0">
                <a:solidFill>
                  <a:schemeClr val="dk1"/>
                </a:solidFill>
                <a:cs typeface="微软雅黑" panose="020B0503020204020204" charset="-122"/>
              </a:rPr>
              <a:t> </a:t>
            </a:r>
            <a:r>
              <a:rPr sz="1500" kern="0" spc="80" dirty="0">
                <a:solidFill>
                  <a:schemeClr val="dk1"/>
                </a:solidFill>
                <a:cs typeface="微软雅黑" panose="020B0503020204020204" charset="-122"/>
              </a:rPr>
              <a:t>关流程缺失</a:t>
            </a:r>
            <a:endParaRPr lang="en-US" altLang="en-US" sz="1500" dirty="0">
              <a:solidFill>
                <a:schemeClr val="dk1"/>
              </a:solidFill>
            </a:endParaRPr>
          </a:p>
          <a:p>
            <a:pPr marL="284480" indent="-271780" algn="l" rtl="0" eaLnBrk="0">
              <a:lnSpc>
                <a:spcPct val="95000"/>
              </a:lnSpc>
              <a:spcBef>
                <a:spcPts val="15"/>
              </a:spcBef>
              <a:tabLst>
                <a:tab pos="156845" algn="l"/>
              </a:tabLst>
            </a:pPr>
            <a:r>
              <a:rPr sz="1500" kern="0" spc="0" dirty="0">
                <a:solidFill>
                  <a:schemeClr val="dk1"/>
                </a:solidFill>
                <a:cs typeface="微软雅黑" panose="020B0503020204020204" charset="-122"/>
              </a:rPr>
              <a:t>	</a:t>
            </a:r>
            <a:r>
              <a:rPr sz="1500" kern="0" spc="50" dirty="0">
                <a:solidFill>
                  <a:schemeClr val="dk1"/>
                </a:solidFill>
                <a:cs typeface="微软雅黑" panose="020B0503020204020204" charset="-122"/>
              </a:rPr>
              <a:t>  </a:t>
            </a:r>
            <a:r>
              <a:rPr sz="1500" kern="0" spc="100" dirty="0">
                <a:solidFill>
                  <a:schemeClr val="dk1"/>
                </a:solidFill>
                <a:cs typeface="微软雅黑" panose="020B0503020204020204" charset="-122"/>
              </a:rPr>
              <a:t>在实现、交付、运营</a:t>
            </a:r>
            <a:r>
              <a:rPr sz="1500" kern="0" spc="90" dirty="0">
                <a:solidFill>
                  <a:schemeClr val="dk1"/>
                </a:solidFill>
                <a:cs typeface="微软雅黑" panose="020B0503020204020204" charset="-122"/>
              </a:rPr>
              <a:t>和恢复等层面活动相</a:t>
            </a:r>
            <a:r>
              <a:rPr sz="1500" kern="0" spc="0" dirty="0">
                <a:solidFill>
                  <a:schemeClr val="dk1"/>
                </a:solidFill>
                <a:cs typeface="微软雅黑" panose="020B0503020204020204" charset="-122"/>
              </a:rPr>
              <a:t>    </a:t>
            </a:r>
            <a:r>
              <a:rPr sz="1500" kern="0" spc="90" dirty="0">
                <a:solidFill>
                  <a:schemeClr val="dk1"/>
                </a:solidFill>
                <a:cs typeface="微软雅黑" panose="020B0503020204020204" charset="-122"/>
              </a:rPr>
              <a:t>对健全，相关流程有优化完善的空间</a:t>
            </a:r>
            <a:endParaRPr lang="en-US" altLang="en-US" sz="1500" dirty="0">
              <a:solidFill>
                <a:schemeClr val="dk1"/>
              </a:solidFill>
            </a:endParaRPr>
          </a:p>
          <a:p>
            <a:pPr marL="12700" algn="l" rtl="0" eaLnBrk="0">
              <a:lnSpc>
                <a:spcPts val="1850"/>
              </a:lnSpc>
              <a:tabLst>
                <a:tab pos="156210" algn="l"/>
              </a:tabLst>
            </a:pPr>
            <a:r>
              <a:rPr sz="1500" kern="0" spc="0" dirty="0">
                <a:solidFill>
                  <a:schemeClr val="dk1"/>
                </a:solidFill>
                <a:cs typeface="微软雅黑" panose="020B0503020204020204" charset="-122"/>
              </a:rPr>
              <a:t>	</a:t>
            </a:r>
            <a:r>
              <a:rPr sz="1500" kern="0" spc="130" dirty="0">
                <a:solidFill>
                  <a:schemeClr val="dk1"/>
                </a:solidFill>
                <a:cs typeface="微软雅黑" panose="020B0503020204020204" charset="-122"/>
              </a:rPr>
              <a:t>  </a:t>
            </a:r>
            <a:r>
              <a:rPr sz="1500" kern="0" spc="90" dirty="0">
                <a:solidFill>
                  <a:schemeClr val="dk1"/>
                </a:solidFill>
                <a:cs typeface="微软雅黑" panose="020B0503020204020204" charset="-122"/>
              </a:rPr>
              <a:t>尚未制订完整、公开的</a:t>
            </a:r>
            <a:r>
              <a:rPr sz="1500" kern="0" spc="0" dirty="0">
                <a:solidFill>
                  <a:schemeClr val="dk1"/>
                </a:solidFill>
                <a:cs typeface="微软雅黑" panose="020B0503020204020204" charset="-122"/>
              </a:rPr>
              <a:t>IT</a:t>
            </a:r>
            <a:r>
              <a:rPr sz="1500" kern="0" spc="90" dirty="0">
                <a:solidFill>
                  <a:schemeClr val="dk1"/>
                </a:solidFill>
                <a:cs typeface="微软雅黑" panose="020B0503020204020204" charset="-122"/>
              </a:rPr>
              <a:t>管理与服务流程</a:t>
            </a:r>
            <a:endParaRPr lang="en-US" altLang="en-US" sz="1500" kern="0" spc="90" dirty="0">
              <a:solidFill>
                <a:schemeClr val="dk1"/>
              </a:solidFill>
              <a:cs typeface="微软雅黑" panose="020B0503020204020204" charset="-122"/>
            </a:endParaRPr>
          </a:p>
        </p:txBody>
      </p:sp>
      <p:pic>
        <p:nvPicPr>
          <p:cNvPr id="1868" name="picture 1868"/>
          <p:cNvPicPr>
            <a:picLocks noChangeAspect="1"/>
          </p:cNvPicPr>
          <p:nvPr>
            <p:custDataLst>
              <p:tags r:id="rId2"/>
            </p:custDataLst>
          </p:nvPr>
        </p:nvPicPr>
        <p:blipFill>
          <a:blip r:embed="rId3"/>
          <a:stretch>
            <a:fillRect/>
          </a:stretch>
        </p:blipFill>
        <p:spPr>
          <a:xfrm rot="21600000">
            <a:off x="7498977" y="2177737"/>
            <a:ext cx="143911" cy="148775"/>
          </a:xfrm>
          <a:prstGeom prst="rect">
            <a:avLst/>
          </a:prstGeom>
        </p:spPr>
      </p:pic>
      <p:pic>
        <p:nvPicPr>
          <p:cNvPr id="1870" name="picture 1870"/>
          <p:cNvPicPr>
            <a:picLocks noChangeAspect="1"/>
          </p:cNvPicPr>
          <p:nvPr>
            <p:custDataLst>
              <p:tags r:id="rId4"/>
            </p:custDataLst>
          </p:nvPr>
        </p:nvPicPr>
        <p:blipFill>
          <a:blip r:embed="rId5"/>
          <a:stretch>
            <a:fillRect/>
          </a:stretch>
        </p:blipFill>
        <p:spPr>
          <a:xfrm rot="21600000">
            <a:off x="7499002" y="1741395"/>
            <a:ext cx="144127" cy="148999"/>
          </a:xfrm>
          <a:prstGeom prst="rect">
            <a:avLst/>
          </a:prstGeom>
        </p:spPr>
      </p:pic>
      <p:pic>
        <p:nvPicPr>
          <p:cNvPr id="1872" name="picture 1872"/>
          <p:cNvPicPr>
            <a:picLocks noChangeAspect="1"/>
          </p:cNvPicPr>
          <p:nvPr>
            <p:custDataLst>
              <p:tags r:id="rId6"/>
            </p:custDataLst>
          </p:nvPr>
        </p:nvPicPr>
        <p:blipFill>
          <a:blip r:embed="rId3"/>
          <a:stretch>
            <a:fillRect/>
          </a:stretch>
        </p:blipFill>
        <p:spPr>
          <a:xfrm rot="21600000">
            <a:off x="7498977" y="1302706"/>
            <a:ext cx="143911" cy="148775"/>
          </a:xfrm>
          <a:prstGeom prst="rect">
            <a:avLst/>
          </a:prstGeom>
        </p:spPr>
      </p:pic>
      <p:sp>
        <p:nvSpPr>
          <p:cNvPr id="1874" name="rect"/>
          <p:cNvSpPr/>
          <p:nvPr/>
        </p:nvSpPr>
        <p:spPr>
          <a:xfrm>
            <a:off x="1909572" y="1854708"/>
            <a:ext cx="5285232" cy="821435"/>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1876" name="rect"/>
          <p:cNvSpPr/>
          <p:nvPr/>
        </p:nvSpPr>
        <p:spPr>
          <a:xfrm>
            <a:off x="1909572" y="5134355"/>
            <a:ext cx="5285232" cy="803147"/>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1878" name="rect"/>
          <p:cNvSpPr/>
          <p:nvPr/>
        </p:nvSpPr>
        <p:spPr>
          <a:xfrm>
            <a:off x="1909572" y="1219199"/>
            <a:ext cx="5285232" cy="606552"/>
          </a:xfrm>
          <a:prstGeom prst="rect">
            <a:avLst/>
          </a:prstGeom>
          <a:solidFill>
            <a:schemeClr val="accent2">
              <a:alpha val="100000"/>
            </a:schemeClr>
          </a:solidFill>
          <a:ln cap="flat">
            <a:noFill/>
            <a:prstDash val="solid"/>
            <a:miter lim="0"/>
          </a:ln>
        </p:spPr>
        <p:txBody>
          <a:bodyPr rtlCol="0"/>
          <a:lstStyle/>
          <a:p>
            <a:pPr algn="ctr"/>
            <a:endParaRPr lang="zh-CN" altLang="en-US"/>
          </a:p>
        </p:txBody>
      </p:sp>
      <p:graphicFrame>
        <p:nvGraphicFramePr>
          <p:cNvPr id="1880" name="table 1880"/>
          <p:cNvGraphicFramePr>
            <a:graphicFrameLocks noGrp="1"/>
          </p:cNvGraphicFramePr>
          <p:nvPr>
            <p:custDataLst>
              <p:tags r:id="rId7"/>
            </p:custDataLst>
          </p:nvPr>
        </p:nvGraphicFramePr>
        <p:xfrm>
          <a:off x="7627429" y="5074729"/>
          <a:ext cx="3956050" cy="762000"/>
        </p:xfrm>
        <a:graphic>
          <a:graphicData uri="http://schemas.openxmlformats.org/drawingml/2006/table">
            <a:tbl>
              <a:tblPr/>
              <a:tblGrid>
                <a:gridCol w="3956050"/>
              </a:tblGrid>
              <a:tr h="752475">
                <a:tc>
                  <a:txBody>
                    <a:bodyPr/>
                    <a:lstStyle/>
                    <a:p>
                      <a:pPr algn="l" rtl="0" eaLnBrk="0">
                        <a:lnSpc>
                          <a:spcPct val="111000"/>
                        </a:lnSpc>
                      </a:pPr>
                      <a:endParaRPr lang="en-US" altLang="en-US" sz="800" dirty="0"/>
                    </a:p>
                    <a:p>
                      <a:pPr marL="99060" indent="-1270" algn="l" rtl="0" eaLnBrk="0">
                        <a:lnSpc>
                          <a:spcPct val="99000"/>
                        </a:lnSpc>
                        <a:spcBef>
                          <a:spcPts val="5"/>
                        </a:spcBef>
                      </a:pPr>
                      <a:r>
                        <a:rPr sz="1200" kern="0" spc="-40" dirty="0">
                          <a:solidFill>
                            <a:srgbClr val="000000">
                              <a:alpha val="100000"/>
                            </a:srgbClr>
                          </a:solidFill>
                          <a:cs typeface="微软雅黑" panose="020B0503020204020204" charset="-122"/>
                        </a:rPr>
                        <a:t>项目管理、</a:t>
                      </a:r>
                      <a:r>
                        <a:rPr sz="1200" kern="0" spc="120" dirty="0">
                          <a:solidFill>
                            <a:srgbClr val="000000">
                              <a:alpha val="100000"/>
                            </a:srgbClr>
                          </a:solidFill>
                          <a:cs typeface="微软雅黑" panose="020B0503020204020204" charset="-122"/>
                        </a:rPr>
                        <a:t>  </a:t>
                      </a:r>
                      <a:r>
                        <a:rPr sz="1200" kern="0" spc="-40" dirty="0">
                          <a:solidFill>
                            <a:srgbClr val="000000">
                              <a:alpha val="100000"/>
                            </a:srgbClr>
                          </a:solidFill>
                          <a:cs typeface="微软雅黑" panose="020B0503020204020204" charset="-122"/>
                        </a:rPr>
                        <a:t>IT战略管理、产品管理流程方面有相应的活      </a:t>
                      </a:r>
                      <a:r>
                        <a:rPr sz="1200" kern="0" spc="-20" dirty="0">
                          <a:solidFill>
                            <a:srgbClr val="000000">
                              <a:alpha val="100000"/>
                            </a:srgbClr>
                          </a:solidFill>
                          <a:cs typeface="微软雅黑" panose="020B0503020204020204" charset="-122"/>
                        </a:rPr>
                        <a:t>动，但缺乏规划和明确的流</a:t>
                      </a:r>
                      <a:r>
                        <a:rPr sz="1200" kern="0" spc="-30" dirty="0">
                          <a:solidFill>
                            <a:srgbClr val="000000">
                              <a:alpha val="100000"/>
                            </a:srgbClr>
                          </a:solidFill>
                          <a:cs typeface="微软雅黑" panose="020B0503020204020204" charset="-122"/>
                        </a:rPr>
                        <a:t>程管理；  企业架构和企业的     </a:t>
                      </a:r>
                      <a:r>
                        <a:rPr sz="1200" kern="0" spc="0" dirty="0">
                          <a:solidFill>
                            <a:srgbClr val="000000">
                              <a:alpha val="100000"/>
                            </a:srgbClr>
                          </a:solidFill>
                          <a:cs typeface="微软雅黑" panose="020B0503020204020204" charset="-122"/>
                        </a:rPr>
                        <a:t>IT风险管理没有有</a:t>
                      </a:r>
                      <a:r>
                        <a:rPr sz="1200" kern="0" spc="-10" dirty="0">
                          <a:solidFill>
                            <a:srgbClr val="000000">
                              <a:alpha val="100000"/>
                            </a:srgbClr>
                          </a:solidFill>
                          <a:cs typeface="微软雅黑" panose="020B0503020204020204" charset="-122"/>
                        </a:rPr>
                        <a:t>效开展</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1882" name="table 1882"/>
          <p:cNvGraphicFramePr>
            <a:graphicFrameLocks noGrp="1"/>
          </p:cNvGraphicFramePr>
          <p:nvPr>
            <p:custDataLst>
              <p:tags r:id="rId8"/>
            </p:custDataLst>
          </p:nvPr>
        </p:nvGraphicFramePr>
        <p:xfrm>
          <a:off x="7599997" y="3978973"/>
          <a:ext cx="3983990" cy="745489"/>
        </p:xfrm>
        <a:graphic>
          <a:graphicData uri="http://schemas.openxmlformats.org/drawingml/2006/table">
            <a:tbl>
              <a:tblPr/>
              <a:tblGrid>
                <a:gridCol w="3983990"/>
              </a:tblGrid>
              <a:tr h="735964">
                <a:tc>
                  <a:txBody>
                    <a:bodyPr/>
                    <a:lstStyle/>
                    <a:p>
                      <a:pPr algn="l" rtl="0" eaLnBrk="0">
                        <a:lnSpc>
                          <a:spcPct val="112000"/>
                        </a:lnSpc>
                      </a:pPr>
                      <a:endParaRPr lang="en-US" altLang="en-US" sz="800" dirty="0"/>
                    </a:p>
                    <a:p>
                      <a:pPr marL="97155" algn="l" rtl="0" eaLnBrk="0">
                        <a:lnSpc>
                          <a:spcPct val="99000"/>
                        </a:lnSpc>
                        <a:spcBef>
                          <a:spcPts val="5"/>
                        </a:spcBef>
                      </a:pPr>
                      <a:r>
                        <a:rPr sz="1200" kern="0" spc="0" dirty="0">
                          <a:solidFill>
                            <a:srgbClr val="000000">
                              <a:alpha val="100000"/>
                            </a:srgbClr>
                          </a:solidFill>
                          <a:cs typeface="微软雅黑" panose="020B0503020204020204" charset="-122"/>
                        </a:rPr>
                        <a:t>有需求管理相关流程，但没有确立SL</a:t>
                      </a:r>
                      <a:r>
                        <a:rPr sz="1200" kern="0" spc="-10" dirty="0">
                          <a:solidFill>
                            <a:srgbClr val="000000">
                              <a:alpha val="100000"/>
                            </a:srgbClr>
                          </a:solidFill>
                          <a:cs typeface="微软雅黑" panose="020B0503020204020204" charset="-122"/>
                        </a:rPr>
                        <a:t>A，因此客户关系方   面的流程缺失比较严重；对IT服务质量、内部客户的满意   度都有不利的影响</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graphicFrame>
        <p:nvGraphicFramePr>
          <p:cNvPr id="1886" name="table 1886"/>
          <p:cNvGraphicFramePr>
            <a:graphicFrameLocks noGrp="1"/>
          </p:cNvGraphicFramePr>
          <p:nvPr>
            <p:custDataLst>
              <p:tags r:id="rId9"/>
            </p:custDataLst>
          </p:nvPr>
        </p:nvGraphicFramePr>
        <p:xfrm>
          <a:off x="7599997" y="3021901"/>
          <a:ext cx="3983990" cy="603250"/>
        </p:xfrm>
        <a:graphic>
          <a:graphicData uri="http://schemas.openxmlformats.org/drawingml/2006/table">
            <a:tbl>
              <a:tblPr/>
              <a:tblGrid>
                <a:gridCol w="3983990"/>
              </a:tblGrid>
              <a:tr h="593725">
                <a:tc>
                  <a:txBody>
                    <a:bodyPr/>
                    <a:lstStyle/>
                    <a:p>
                      <a:pPr algn="l" rtl="0" eaLnBrk="0">
                        <a:lnSpc>
                          <a:spcPct val="110000"/>
                        </a:lnSpc>
                      </a:pPr>
                      <a:endParaRPr lang="en-US" altLang="en-US" sz="800" dirty="0"/>
                    </a:p>
                    <a:p>
                      <a:pPr marL="98425" indent="12700" algn="l" rtl="0" eaLnBrk="0">
                        <a:lnSpc>
                          <a:spcPct val="99000"/>
                        </a:lnSpc>
                        <a:spcBef>
                          <a:spcPts val="5"/>
                        </a:spcBef>
                      </a:pPr>
                      <a:r>
                        <a:rPr sz="1200" kern="0" spc="-40" dirty="0">
                          <a:solidFill>
                            <a:srgbClr val="000000">
                              <a:alpha val="100000"/>
                            </a:srgbClr>
                          </a:solidFill>
                          <a:cs typeface="微软雅黑" panose="020B0503020204020204" charset="-122"/>
                        </a:rPr>
                        <a:t>IT治理与管理相关流程全部缺失，</a:t>
                      </a:r>
                      <a:r>
                        <a:rPr sz="1200" kern="0" spc="120" dirty="0">
                          <a:solidFill>
                            <a:srgbClr val="000000">
                              <a:alpha val="100000"/>
                            </a:srgbClr>
                          </a:solidFill>
                          <a:cs typeface="微软雅黑" panose="020B0503020204020204" charset="-122"/>
                        </a:rPr>
                        <a:t>  </a:t>
                      </a:r>
                      <a:r>
                        <a:rPr sz="1200" kern="0" spc="-40" dirty="0">
                          <a:solidFill>
                            <a:srgbClr val="000000">
                              <a:alpha val="100000"/>
                            </a:srgbClr>
                          </a:solidFill>
                          <a:cs typeface="微软雅黑" panose="020B0503020204020204" charset="-122"/>
                        </a:rPr>
                        <a:t>IT治理活动空白，对IT   </a:t>
                      </a:r>
                      <a:r>
                        <a:rPr sz="1200" kern="0" spc="-5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在企业中的战略价值有不</a:t>
                      </a:r>
                      <a:r>
                        <a:rPr sz="1200" kern="0" spc="-10" dirty="0">
                          <a:solidFill>
                            <a:srgbClr val="000000">
                              <a:alpha val="100000"/>
                            </a:srgbClr>
                          </a:solidFill>
                          <a:cs typeface="微软雅黑" panose="020B0503020204020204" charset="-122"/>
                        </a:rPr>
                        <a:t>利影响</a:t>
                      </a:r>
                      <a:endParaRPr lang="en-US" altLang="en-US" sz="12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1892" name="picture 1892"/>
          <p:cNvPicPr>
            <a:picLocks noChangeAspect="1"/>
          </p:cNvPicPr>
          <p:nvPr>
            <p:custDataLst>
              <p:tags r:id="rId10"/>
            </p:custDataLst>
          </p:nvPr>
        </p:nvPicPr>
        <p:blipFill>
          <a:blip r:embed="rId11"/>
          <a:stretch>
            <a:fillRect/>
          </a:stretch>
        </p:blipFill>
        <p:spPr>
          <a:xfrm rot="21600000">
            <a:off x="11915619" y="63196"/>
            <a:ext cx="251252" cy="227508"/>
          </a:xfrm>
          <a:prstGeom prst="rect">
            <a:avLst/>
          </a:prstGeom>
        </p:spPr>
      </p:pic>
      <p:pic>
        <p:nvPicPr>
          <p:cNvPr id="1894" name="picture 1894"/>
          <p:cNvPicPr>
            <a:picLocks noChangeAspect="1"/>
          </p:cNvPicPr>
          <p:nvPr>
            <p:custDataLst>
              <p:tags r:id="rId12"/>
            </p:custDataLst>
          </p:nvPr>
        </p:nvPicPr>
        <p:blipFill>
          <a:blip r:embed="rId13"/>
          <a:stretch>
            <a:fillRect/>
          </a:stretch>
        </p:blipFill>
        <p:spPr>
          <a:xfrm rot="21600000">
            <a:off x="11940745" y="391654"/>
            <a:ext cx="251252" cy="224971"/>
          </a:xfrm>
          <a:prstGeom prst="rect">
            <a:avLst/>
          </a:prstGeom>
        </p:spPr>
      </p:pic>
      <p:graphicFrame>
        <p:nvGraphicFramePr>
          <p:cNvPr id="1896" name="table 1896"/>
          <p:cNvGraphicFramePr>
            <a:graphicFrameLocks noGrp="1"/>
          </p:cNvGraphicFramePr>
          <p:nvPr>
            <p:custDataLst>
              <p:tags r:id="rId14"/>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A6A6A6">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A6A6A6">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ED7D31">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graphicFrame>
        <p:nvGraphicFramePr>
          <p:cNvPr id="1898" name="table 1898"/>
          <p:cNvGraphicFramePr>
            <a:graphicFrameLocks noGrp="1"/>
          </p:cNvGraphicFramePr>
          <p:nvPr>
            <p:custDataLst>
              <p:tags r:id="rId15"/>
            </p:custDataLst>
          </p:nvPr>
        </p:nvGraphicFramePr>
        <p:xfrm>
          <a:off x="834961" y="3991165"/>
          <a:ext cx="922020" cy="498475"/>
        </p:xfrm>
        <a:graphic>
          <a:graphicData uri="http://schemas.openxmlformats.org/drawingml/2006/table">
            <a:tbl>
              <a:tblPr>
                <a:solidFill>
                  <a:srgbClr val="FFFF00"/>
                </a:solidFill>
              </a:tblPr>
              <a:tblGrid>
                <a:gridCol w="922020"/>
              </a:tblGrid>
              <a:tr h="488950">
                <a:tc>
                  <a:txBody>
                    <a:bodyPr/>
                    <a:lstStyle/>
                    <a:p>
                      <a:pPr algn="l" rtl="0" eaLnBrk="0">
                        <a:lnSpc>
                          <a:spcPct val="125000"/>
                        </a:lnSpc>
                      </a:pPr>
                      <a:endParaRPr lang="en-US" altLang="en-US" sz="1000" dirty="0"/>
                    </a:p>
                    <a:p>
                      <a:pPr marL="213360" algn="l" rtl="0" eaLnBrk="0">
                        <a:lnSpc>
                          <a:spcPts val="1120"/>
                        </a:lnSpc>
                      </a:pPr>
                      <a:r>
                        <a:rPr sz="900" kern="0" spc="80" dirty="0">
                          <a:solidFill>
                            <a:srgbClr val="000000">
                              <a:alpha val="100000"/>
                            </a:srgbClr>
                          </a:solidFill>
                          <a:cs typeface="宋体" panose="02010600030101010101" pitchFamily="2" charset="-122"/>
                        </a:rPr>
                        <a:t>人员管理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00" name="table 1900"/>
          <p:cNvGraphicFramePr>
            <a:graphicFrameLocks noGrp="1"/>
          </p:cNvGraphicFramePr>
          <p:nvPr>
            <p:custDataLst>
              <p:tags r:id="rId16"/>
            </p:custDataLst>
          </p:nvPr>
        </p:nvGraphicFramePr>
        <p:xfrm>
          <a:off x="834961" y="4574857"/>
          <a:ext cx="922020" cy="498475"/>
        </p:xfrm>
        <a:graphic>
          <a:graphicData uri="http://schemas.openxmlformats.org/drawingml/2006/table">
            <a:tbl>
              <a:tblPr>
                <a:solidFill>
                  <a:srgbClr val="FFFFFF"/>
                </a:solidFill>
              </a:tblPr>
              <a:tblGrid>
                <a:gridCol w="922020"/>
              </a:tblGrid>
              <a:tr h="488950">
                <a:tc>
                  <a:txBody>
                    <a:bodyPr/>
                    <a:lstStyle/>
                    <a:p>
                      <a:pPr algn="l" rtl="0" eaLnBrk="0">
                        <a:lnSpc>
                          <a:spcPct val="125000"/>
                        </a:lnSpc>
                      </a:pPr>
                      <a:endParaRPr lang="en-US" altLang="en-US" sz="1000" dirty="0"/>
                    </a:p>
                    <a:p>
                      <a:pPr marL="214630" algn="l" rtl="0" eaLnBrk="0">
                        <a:lnSpc>
                          <a:spcPts val="1120"/>
                        </a:lnSpc>
                        <a:spcBef>
                          <a:spcPts val="5"/>
                        </a:spcBef>
                      </a:pPr>
                      <a:r>
                        <a:rPr sz="900" kern="0" spc="70" dirty="0">
                          <a:solidFill>
                            <a:srgbClr val="000000">
                              <a:alpha val="100000"/>
                            </a:srgbClr>
                          </a:solidFill>
                          <a:cs typeface="宋体" panose="02010600030101010101" pitchFamily="2" charset="-122"/>
                        </a:rPr>
                        <a:t>知识管理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02" name="table 1902"/>
          <p:cNvGraphicFramePr>
            <a:graphicFrameLocks noGrp="1"/>
          </p:cNvGraphicFramePr>
          <p:nvPr>
            <p:custDataLst>
              <p:tags r:id="rId17"/>
            </p:custDataLst>
          </p:nvPr>
        </p:nvGraphicFramePr>
        <p:xfrm>
          <a:off x="834961" y="3407473"/>
          <a:ext cx="922020" cy="498475"/>
        </p:xfrm>
        <a:graphic>
          <a:graphicData uri="http://schemas.openxmlformats.org/drawingml/2006/table">
            <a:tbl>
              <a:tblPr>
                <a:solidFill>
                  <a:srgbClr val="FFFF00"/>
                </a:solidFill>
              </a:tblPr>
              <a:tblGrid>
                <a:gridCol w="922020"/>
              </a:tblGrid>
              <a:tr h="488950">
                <a:tc>
                  <a:txBody>
                    <a:bodyPr/>
                    <a:lstStyle/>
                    <a:p>
                      <a:pPr algn="l" rtl="0" eaLnBrk="0">
                        <a:lnSpc>
                          <a:spcPct val="108000"/>
                        </a:lnSpc>
                      </a:pPr>
                      <a:endParaRPr lang="en-US" altLang="en-US" sz="700" dirty="0"/>
                    </a:p>
                    <a:p>
                      <a:pPr marL="212725" indent="-62865" algn="l" rtl="0" eaLnBrk="0">
                        <a:lnSpc>
                          <a:spcPct val="107000"/>
                        </a:lnSpc>
                      </a:pPr>
                      <a:r>
                        <a:rPr sz="900" kern="0" spc="80" dirty="0">
                          <a:solidFill>
                            <a:srgbClr val="000000">
                              <a:alpha val="100000"/>
                            </a:srgbClr>
                          </a:solidFill>
                          <a:cs typeface="宋体" panose="02010600030101010101" pitchFamily="2" charset="-122"/>
                        </a:rPr>
                        <a:t>服务价格与</a:t>
                      </a:r>
                      <a:r>
                        <a:rPr sz="900" kern="0" spc="0" dirty="0">
                          <a:solidFill>
                            <a:srgbClr val="000000">
                              <a:alpha val="100000"/>
                            </a:srgbClr>
                          </a:solidFill>
                          <a:cs typeface="宋体" panose="02010600030101010101" pitchFamily="2" charset="-122"/>
                        </a:rPr>
                        <a:t>   </a:t>
                      </a:r>
                      <a:r>
                        <a:rPr sz="900" kern="0" spc="80" dirty="0">
                          <a:solidFill>
                            <a:srgbClr val="000000">
                              <a:alpha val="100000"/>
                            </a:srgbClr>
                          </a:solidFill>
                          <a:cs typeface="宋体" panose="02010600030101010101" pitchFamily="2" charset="-122"/>
                        </a:rPr>
                        <a:t>合同管理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04" name="table 1904"/>
          <p:cNvGraphicFramePr>
            <a:graphicFrameLocks noGrp="1"/>
          </p:cNvGraphicFramePr>
          <p:nvPr>
            <p:custDataLst>
              <p:tags r:id="rId18"/>
            </p:custDataLst>
          </p:nvPr>
        </p:nvGraphicFramePr>
        <p:xfrm>
          <a:off x="834961" y="2240089"/>
          <a:ext cx="922020" cy="498475"/>
        </p:xfrm>
        <a:graphic>
          <a:graphicData uri="http://schemas.openxmlformats.org/drawingml/2006/table">
            <a:tbl>
              <a:tblPr>
                <a:solidFill>
                  <a:srgbClr val="FFFF00"/>
                </a:solidFill>
              </a:tblPr>
              <a:tblGrid>
                <a:gridCol w="922020"/>
              </a:tblGrid>
              <a:tr h="488950">
                <a:tc>
                  <a:txBody>
                    <a:bodyPr/>
                    <a:lstStyle/>
                    <a:p>
                      <a:pPr algn="l" rtl="0" eaLnBrk="0">
                        <a:lnSpc>
                          <a:spcPct val="124000"/>
                        </a:lnSpc>
                      </a:pPr>
                      <a:endParaRPr lang="en-US" altLang="en-US" sz="1000" dirty="0"/>
                    </a:p>
                    <a:p>
                      <a:pPr marL="212725" algn="l" rtl="0" eaLnBrk="0">
                        <a:lnSpc>
                          <a:spcPts val="1120"/>
                        </a:lnSpc>
                        <a:spcBef>
                          <a:spcPts val="5"/>
                        </a:spcBef>
                      </a:pPr>
                      <a:r>
                        <a:rPr sz="900" kern="0" spc="80" dirty="0">
                          <a:solidFill>
                            <a:srgbClr val="000000">
                              <a:alpha val="100000"/>
                            </a:srgbClr>
                          </a:solidFill>
                          <a:cs typeface="宋体" panose="02010600030101010101" pitchFamily="2" charset="-122"/>
                        </a:rPr>
                        <a:t>财务管理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06" name="table 1906"/>
          <p:cNvGraphicFramePr>
            <a:graphicFrameLocks noGrp="1"/>
          </p:cNvGraphicFramePr>
          <p:nvPr>
            <p:custDataLst>
              <p:tags r:id="rId19"/>
            </p:custDataLst>
          </p:nvPr>
        </p:nvGraphicFramePr>
        <p:xfrm>
          <a:off x="834961" y="2823781"/>
          <a:ext cx="922020" cy="498475"/>
        </p:xfrm>
        <a:graphic>
          <a:graphicData uri="http://schemas.openxmlformats.org/drawingml/2006/table">
            <a:tbl>
              <a:tblPr>
                <a:solidFill>
                  <a:srgbClr val="FFFF00"/>
                </a:solidFill>
              </a:tblPr>
              <a:tblGrid>
                <a:gridCol w="922020"/>
              </a:tblGrid>
              <a:tr h="488950">
                <a:tc>
                  <a:txBody>
                    <a:bodyPr/>
                    <a:lstStyle/>
                    <a:p>
                      <a:pPr algn="l" rtl="0" eaLnBrk="0">
                        <a:lnSpc>
                          <a:spcPct val="124000"/>
                        </a:lnSpc>
                      </a:pPr>
                      <a:endParaRPr lang="en-US" altLang="en-US" sz="1000" dirty="0"/>
                    </a:p>
                    <a:p>
                      <a:pPr algn="l" rtl="0" eaLnBrk="0">
                        <a:lnSpc>
                          <a:spcPct val="7000"/>
                        </a:lnSpc>
                      </a:pPr>
                      <a:endParaRPr lang="en-US" altLang="en-US" sz="100" dirty="0"/>
                    </a:p>
                    <a:p>
                      <a:pPr marL="149860" algn="l" rtl="0" eaLnBrk="0">
                        <a:lnSpc>
                          <a:spcPts val="1115"/>
                        </a:lnSpc>
                      </a:pPr>
                      <a:r>
                        <a:rPr sz="900" kern="0" spc="80" dirty="0">
                          <a:solidFill>
                            <a:srgbClr val="000000">
                              <a:alpha val="100000"/>
                            </a:srgbClr>
                          </a:solidFill>
                          <a:cs typeface="宋体" panose="02010600030101010101" pitchFamily="2" charset="-122"/>
                        </a:rPr>
                        <a:t>供应商管理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pic>
        <p:nvPicPr>
          <p:cNvPr id="1908" name="picture 1908"/>
          <p:cNvPicPr>
            <a:picLocks noChangeAspect="1"/>
          </p:cNvPicPr>
          <p:nvPr>
            <p:custDataLst>
              <p:tags r:id="rId20"/>
            </p:custDataLst>
          </p:nvPr>
        </p:nvPicPr>
        <p:blipFill>
          <a:blip r:embed="rId21"/>
          <a:stretch>
            <a:fillRect/>
          </a:stretch>
        </p:blipFill>
        <p:spPr>
          <a:xfrm rot="21600000">
            <a:off x="3057275" y="1018866"/>
            <a:ext cx="147832" cy="24940"/>
          </a:xfrm>
          <a:prstGeom prst="rect">
            <a:avLst/>
          </a:prstGeom>
        </p:spPr>
      </p:pic>
      <p:sp>
        <p:nvSpPr>
          <p:cNvPr id="1910" name="textbox 1910"/>
          <p:cNvSpPr/>
          <p:nvPr>
            <p:custDataLst>
              <p:tags r:id="rId22"/>
            </p:custDataLst>
          </p:nvPr>
        </p:nvSpPr>
        <p:spPr>
          <a:xfrm>
            <a:off x="2234455" y="923539"/>
            <a:ext cx="2603500" cy="228600"/>
          </a:xfrm>
          <a:prstGeom prst="rect">
            <a:avLst/>
          </a:prstGeom>
        </p:spPr>
        <p:txBody>
          <a:bodyPr vert="horz" wrap="square" lIns="0" tIns="0" rIns="0" bIns="0"/>
          <a:lstStyle/>
          <a:p>
            <a:pPr algn="l" rtl="0" eaLnBrk="0">
              <a:lnSpc>
                <a:spcPct val="85000"/>
              </a:lnSpc>
            </a:pPr>
            <a:endParaRPr lang="en-US" altLang="en-US" sz="100" dirty="0">
              <a:solidFill>
                <a:schemeClr val="dk1"/>
              </a:solidFill>
            </a:endParaRPr>
          </a:p>
          <a:p>
            <a:pPr marL="12700" algn="l" rtl="0" eaLnBrk="0">
              <a:lnSpc>
                <a:spcPct val="95000"/>
              </a:lnSpc>
            </a:pPr>
            <a:r>
              <a:rPr sz="1400" b="1" i="1" kern="0" spc="0" dirty="0">
                <a:solidFill>
                  <a:schemeClr val="dk1"/>
                </a:solidFill>
                <a:cs typeface="Arial" panose="020B0604020202020204"/>
              </a:rPr>
              <a:t>IBM</a:t>
            </a:r>
            <a:r>
              <a:rPr sz="1400" b="1" i="1" kern="0" spc="30" dirty="0">
                <a:solidFill>
                  <a:schemeClr val="dk1"/>
                </a:solidFill>
                <a:cs typeface="Arial" panose="020B0604020202020204"/>
              </a:rPr>
              <a:t> </a:t>
            </a:r>
            <a:r>
              <a:rPr sz="1400" b="1" i="1" kern="0" spc="0" dirty="0">
                <a:solidFill>
                  <a:schemeClr val="dk1"/>
                </a:solidFill>
                <a:cs typeface="Arial" panose="020B0604020202020204"/>
              </a:rPr>
              <a:t>PRM</a:t>
            </a:r>
            <a:r>
              <a:rPr sz="1400" i="1" kern="0" spc="30" dirty="0">
                <a:ln w="5094" cap="flat" cmpd="sng">
                  <a:solidFill>
                    <a:srgbClr val="000000">
                      <a:alpha val="100000"/>
                    </a:srgbClr>
                  </a:solidFill>
                  <a:prstDash val="solid"/>
                  <a:miter lim="10"/>
                </a:ln>
                <a:solidFill>
                  <a:schemeClr val="dk1"/>
                </a:solidFill>
                <a:cs typeface="宋体" panose="02010600030101010101" pitchFamily="2" charset="-122"/>
              </a:rPr>
              <a:t>－</a:t>
            </a:r>
            <a:r>
              <a:rPr sz="1400" b="1" i="1" kern="0" spc="0" dirty="0">
                <a:solidFill>
                  <a:schemeClr val="dk1"/>
                </a:solidFill>
                <a:cs typeface="Arial" panose="020B0604020202020204"/>
              </a:rPr>
              <a:t>IT</a:t>
            </a:r>
            <a:r>
              <a:rPr sz="1400" i="1" kern="0" spc="30" dirty="0">
                <a:ln w="5094" cap="flat" cmpd="sng">
                  <a:solidFill>
                    <a:srgbClr val="000000">
                      <a:alpha val="100000"/>
                    </a:srgbClr>
                  </a:solidFill>
                  <a:prstDash val="solid"/>
                  <a:miter lim="10"/>
                </a:ln>
                <a:solidFill>
                  <a:schemeClr val="dk1"/>
                </a:solidFill>
                <a:cs typeface="宋体" panose="02010600030101010101" pitchFamily="2" charset="-122"/>
              </a:rPr>
              <a:t>流程框架参考模型</a:t>
            </a:r>
            <a:endParaRPr lang="en-US" altLang="en-US" sz="1400" i="1" kern="0" spc="30" dirty="0">
              <a:ln w="5094" cap="flat" cmpd="sng">
                <a:solidFill>
                  <a:srgbClr val="000000">
                    <a:alpha val="100000"/>
                  </a:srgbClr>
                </a:solidFill>
                <a:prstDash val="solid"/>
                <a:miter lim="10"/>
              </a:ln>
              <a:solidFill>
                <a:schemeClr val="dk1"/>
              </a:solidFill>
              <a:cs typeface="宋体" panose="02010600030101010101" pitchFamily="2" charset="-122"/>
            </a:endParaRPr>
          </a:p>
        </p:txBody>
      </p:sp>
      <p:graphicFrame>
        <p:nvGraphicFramePr>
          <p:cNvPr id="1912" name="table 1912"/>
          <p:cNvGraphicFramePr>
            <a:graphicFrameLocks noGrp="1"/>
          </p:cNvGraphicFramePr>
          <p:nvPr>
            <p:custDataLst>
              <p:tags r:id="rId23"/>
            </p:custDataLst>
          </p:nvPr>
        </p:nvGraphicFramePr>
        <p:xfrm>
          <a:off x="3352609" y="3826573"/>
          <a:ext cx="1238884" cy="297179"/>
        </p:xfrm>
        <a:graphic>
          <a:graphicData uri="http://schemas.openxmlformats.org/drawingml/2006/table">
            <a:tbl>
              <a:tblPr>
                <a:solidFill>
                  <a:srgbClr val="FFFF00"/>
                </a:solidFill>
              </a:tblPr>
              <a:tblGrid>
                <a:gridCol w="1238884"/>
              </a:tblGrid>
              <a:tr h="287654">
                <a:tc>
                  <a:txBody>
                    <a:bodyPr/>
                    <a:lstStyle/>
                    <a:p>
                      <a:pPr algn="l" rtl="0" eaLnBrk="0">
                        <a:lnSpc>
                          <a:spcPct val="117000"/>
                        </a:lnSpc>
                      </a:pPr>
                      <a:endParaRPr lang="en-US" altLang="en-US" sz="500" dirty="0"/>
                    </a:p>
                    <a:p>
                      <a:pPr marL="55880" algn="l" rtl="0" eaLnBrk="0">
                        <a:lnSpc>
                          <a:spcPts val="1120"/>
                        </a:lnSpc>
                        <a:spcBef>
                          <a:spcPts val="0"/>
                        </a:spcBef>
                      </a:pPr>
                      <a:r>
                        <a:rPr sz="900" kern="0" spc="90" dirty="0">
                          <a:solidFill>
                            <a:srgbClr val="000000">
                              <a:alpha val="100000"/>
                            </a:srgbClr>
                          </a:solidFill>
                          <a:cs typeface="宋体" panose="02010600030101010101" pitchFamily="2" charset="-122"/>
                        </a:rPr>
                        <a:t>解决方案开发和集成</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14" name="table 1914"/>
          <p:cNvGraphicFramePr>
            <a:graphicFrameLocks noGrp="1"/>
          </p:cNvGraphicFramePr>
          <p:nvPr>
            <p:custDataLst>
              <p:tags r:id="rId24"/>
            </p:custDataLst>
          </p:nvPr>
        </p:nvGraphicFramePr>
        <p:xfrm>
          <a:off x="3352609" y="3407473"/>
          <a:ext cx="1238884" cy="295910"/>
        </p:xfrm>
        <a:graphic>
          <a:graphicData uri="http://schemas.openxmlformats.org/drawingml/2006/table">
            <a:tbl>
              <a:tblPr>
                <a:solidFill>
                  <a:srgbClr val="FFFF00"/>
                </a:solidFill>
              </a:tblPr>
              <a:tblGrid>
                <a:gridCol w="1238884"/>
              </a:tblGrid>
              <a:tr h="286385">
                <a:tc>
                  <a:txBody>
                    <a:bodyPr/>
                    <a:lstStyle/>
                    <a:p>
                      <a:pPr algn="l" rtl="0" eaLnBrk="0">
                        <a:lnSpc>
                          <a:spcPct val="116000"/>
                        </a:lnSpc>
                      </a:pPr>
                      <a:endParaRPr lang="en-US" altLang="en-US" sz="500" dirty="0"/>
                    </a:p>
                    <a:p>
                      <a:pPr marL="55880" algn="l" rtl="0" eaLnBrk="0">
                        <a:lnSpc>
                          <a:spcPts val="1120"/>
                        </a:lnSpc>
                        <a:spcBef>
                          <a:spcPts val="5"/>
                        </a:spcBef>
                      </a:pPr>
                      <a:r>
                        <a:rPr sz="900" kern="0" spc="90" dirty="0">
                          <a:solidFill>
                            <a:srgbClr val="000000">
                              <a:alpha val="100000"/>
                            </a:srgbClr>
                          </a:solidFill>
                          <a:cs typeface="宋体" panose="02010600030101010101" pitchFamily="2" charset="-122"/>
                        </a:rPr>
                        <a:t>解决方案分析和设计</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16" name="table 1916"/>
          <p:cNvGraphicFramePr>
            <a:graphicFrameLocks noGrp="1"/>
          </p:cNvGraphicFramePr>
          <p:nvPr>
            <p:custDataLst>
              <p:tags r:id="rId25"/>
            </p:custDataLst>
          </p:nvPr>
        </p:nvGraphicFramePr>
        <p:xfrm>
          <a:off x="3352609" y="2986849"/>
          <a:ext cx="1238884" cy="295909"/>
        </p:xfrm>
        <a:graphic>
          <a:graphicData uri="http://schemas.openxmlformats.org/drawingml/2006/table">
            <a:tbl>
              <a:tblPr>
                <a:solidFill>
                  <a:srgbClr val="FFFF00"/>
                </a:solidFill>
              </a:tblPr>
              <a:tblGrid>
                <a:gridCol w="1238884"/>
              </a:tblGrid>
              <a:tr h="286384">
                <a:tc>
                  <a:txBody>
                    <a:bodyPr/>
                    <a:lstStyle/>
                    <a:p>
                      <a:pPr algn="l" rtl="0" eaLnBrk="0">
                        <a:lnSpc>
                          <a:spcPct val="116000"/>
                        </a:lnSpc>
                      </a:pPr>
                      <a:endParaRPr lang="en-US" altLang="en-US" sz="500" dirty="0"/>
                    </a:p>
                    <a:p>
                      <a:pPr marL="245110" algn="l" rtl="0" eaLnBrk="0">
                        <a:lnSpc>
                          <a:spcPts val="1120"/>
                        </a:lnSpc>
                        <a:spcBef>
                          <a:spcPts val="5"/>
                        </a:spcBef>
                      </a:pPr>
                      <a:r>
                        <a:rPr sz="900" kern="0" spc="80" dirty="0">
                          <a:solidFill>
                            <a:srgbClr val="000000">
                              <a:alpha val="100000"/>
                            </a:srgbClr>
                          </a:solidFill>
                          <a:cs typeface="宋体" panose="02010600030101010101" pitchFamily="2" charset="-122"/>
                        </a:rPr>
                        <a:t>解决方案需求</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18" name="table 1918"/>
          <p:cNvGraphicFramePr>
            <a:graphicFrameLocks noGrp="1"/>
          </p:cNvGraphicFramePr>
          <p:nvPr>
            <p:custDataLst>
              <p:tags r:id="rId26"/>
            </p:custDataLst>
          </p:nvPr>
        </p:nvGraphicFramePr>
        <p:xfrm>
          <a:off x="3352609" y="4247197"/>
          <a:ext cx="1238884" cy="295910"/>
        </p:xfrm>
        <a:graphic>
          <a:graphicData uri="http://schemas.openxmlformats.org/drawingml/2006/table">
            <a:tbl>
              <a:tblPr>
                <a:solidFill>
                  <a:srgbClr val="FFFF00"/>
                </a:solidFill>
              </a:tblPr>
              <a:tblGrid>
                <a:gridCol w="1238884"/>
              </a:tblGrid>
              <a:tr h="286385">
                <a:tc>
                  <a:txBody>
                    <a:bodyPr/>
                    <a:lstStyle/>
                    <a:p>
                      <a:pPr algn="l" rtl="0" eaLnBrk="0">
                        <a:lnSpc>
                          <a:spcPct val="117000"/>
                        </a:lnSpc>
                      </a:pPr>
                      <a:endParaRPr lang="en-US" altLang="en-US" sz="500" dirty="0"/>
                    </a:p>
                    <a:p>
                      <a:pPr marL="245110" algn="l" rtl="0" eaLnBrk="0">
                        <a:lnSpc>
                          <a:spcPts val="1120"/>
                        </a:lnSpc>
                        <a:spcBef>
                          <a:spcPts val="0"/>
                        </a:spcBef>
                      </a:pPr>
                      <a:r>
                        <a:rPr sz="900" kern="0" spc="80" dirty="0">
                          <a:solidFill>
                            <a:srgbClr val="000000">
                              <a:alpha val="100000"/>
                            </a:srgbClr>
                          </a:solidFill>
                          <a:cs typeface="宋体" panose="02010600030101010101" pitchFamily="2" charset="-122"/>
                        </a:rPr>
                        <a:t>解决方案测试</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20" name="table 1920"/>
          <p:cNvGraphicFramePr>
            <a:graphicFrameLocks noGrp="1"/>
          </p:cNvGraphicFramePr>
          <p:nvPr>
            <p:custDataLst>
              <p:tags r:id="rId27"/>
            </p:custDataLst>
          </p:nvPr>
        </p:nvGraphicFramePr>
        <p:xfrm>
          <a:off x="3352609" y="4667821"/>
          <a:ext cx="1238884" cy="295910"/>
        </p:xfrm>
        <a:graphic>
          <a:graphicData uri="http://schemas.openxmlformats.org/drawingml/2006/table">
            <a:tbl>
              <a:tblPr>
                <a:solidFill>
                  <a:srgbClr val="FFFF00"/>
                </a:solidFill>
              </a:tblPr>
              <a:tblGrid>
                <a:gridCol w="1238884"/>
              </a:tblGrid>
              <a:tr h="286385">
                <a:tc>
                  <a:txBody>
                    <a:bodyPr/>
                    <a:lstStyle/>
                    <a:p>
                      <a:pPr algn="l" rtl="0" eaLnBrk="0">
                        <a:lnSpc>
                          <a:spcPct val="116000"/>
                        </a:lnSpc>
                      </a:pPr>
                      <a:endParaRPr lang="en-US" altLang="en-US" sz="500" dirty="0"/>
                    </a:p>
                    <a:p>
                      <a:pPr marL="245110" algn="l" rtl="0" eaLnBrk="0">
                        <a:lnSpc>
                          <a:spcPts val="1120"/>
                        </a:lnSpc>
                        <a:spcBef>
                          <a:spcPts val="5"/>
                        </a:spcBef>
                      </a:pPr>
                      <a:r>
                        <a:rPr sz="900" kern="0" spc="80" dirty="0">
                          <a:solidFill>
                            <a:srgbClr val="000000">
                              <a:alpha val="100000"/>
                            </a:srgbClr>
                          </a:solidFill>
                          <a:cs typeface="宋体" panose="02010600030101010101" pitchFamily="2" charset="-122"/>
                        </a:rPr>
                        <a:t>解决方案验收</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sp>
        <p:nvSpPr>
          <p:cNvPr id="1922" name="rect"/>
          <p:cNvSpPr/>
          <p:nvPr/>
        </p:nvSpPr>
        <p:spPr>
          <a:xfrm>
            <a:off x="7839456" y="2804159"/>
            <a:ext cx="1234440" cy="246888"/>
          </a:xfrm>
          <a:prstGeom prst="rect">
            <a:avLst/>
          </a:prstGeom>
          <a:solidFill>
            <a:srgbClr val="FFFFFF">
              <a:alpha val="100000"/>
            </a:srgbClr>
          </a:solidFill>
          <a:ln cap="flat">
            <a:noFill/>
            <a:prstDash val="solid"/>
            <a:miter lim="0"/>
          </a:ln>
        </p:spPr>
        <p:txBody>
          <a:bodyPr rtlCol="0"/>
          <a:lstStyle/>
          <a:p>
            <a:pPr algn="ctr"/>
            <a:endParaRPr lang="zh-CN" altLang="en-US"/>
          </a:p>
        </p:txBody>
      </p:sp>
      <p:graphicFrame>
        <p:nvGraphicFramePr>
          <p:cNvPr id="1924" name="table 1924"/>
          <p:cNvGraphicFramePr>
            <a:graphicFrameLocks noGrp="1"/>
          </p:cNvGraphicFramePr>
          <p:nvPr>
            <p:custDataLst>
              <p:tags r:id="rId28"/>
            </p:custDataLst>
          </p:nvPr>
        </p:nvGraphicFramePr>
        <p:xfrm>
          <a:off x="1985581" y="1488757"/>
          <a:ext cx="1203960" cy="251459"/>
        </p:xfrm>
        <a:graphic>
          <a:graphicData uri="http://schemas.openxmlformats.org/drawingml/2006/table">
            <a:tbl>
              <a:tblPr>
                <a:solidFill>
                  <a:srgbClr val="FFFFFF"/>
                </a:solidFill>
              </a:tblPr>
              <a:tblGrid>
                <a:gridCol w="1203960"/>
              </a:tblGrid>
              <a:tr h="241934">
                <a:tc>
                  <a:txBody>
                    <a:bodyPr/>
                    <a:lstStyle/>
                    <a:p>
                      <a:pPr algn="l" rtl="0" eaLnBrk="0">
                        <a:lnSpc>
                          <a:spcPct val="109000"/>
                        </a:lnSpc>
                      </a:pPr>
                      <a:endParaRPr lang="en-US" altLang="en-US" sz="400" dirty="0"/>
                    </a:p>
                    <a:p>
                      <a:pPr marL="114935" algn="l" rtl="0" eaLnBrk="0">
                        <a:lnSpc>
                          <a:spcPts val="1120"/>
                        </a:lnSpc>
                        <a:spcBef>
                          <a:spcPts val="5"/>
                        </a:spcBef>
                      </a:pPr>
                      <a:r>
                        <a:rPr sz="900" kern="0" spc="0" dirty="0">
                          <a:solidFill>
                            <a:srgbClr val="000000">
                              <a:alpha val="100000"/>
                            </a:srgbClr>
                          </a:solidFill>
                          <a:cs typeface="Arial" panose="020B0604020202020204"/>
                        </a:rPr>
                        <a:t>IT</a:t>
                      </a:r>
                      <a:r>
                        <a:rPr sz="900" kern="0" spc="90" dirty="0">
                          <a:solidFill>
                            <a:srgbClr val="000000">
                              <a:alpha val="100000"/>
                            </a:srgbClr>
                          </a:solidFill>
                          <a:cs typeface="宋体" panose="02010600030101010101" pitchFamily="2" charset="-122"/>
                        </a:rPr>
                        <a:t>治理与管理框架</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26" name="table 1926"/>
          <p:cNvGraphicFramePr>
            <a:graphicFrameLocks noGrp="1"/>
          </p:cNvGraphicFramePr>
          <p:nvPr>
            <p:custDataLst>
              <p:tags r:id="rId29"/>
            </p:custDataLst>
          </p:nvPr>
        </p:nvGraphicFramePr>
        <p:xfrm>
          <a:off x="3261169" y="1497901"/>
          <a:ext cx="1203959" cy="251459"/>
        </p:xfrm>
        <a:graphic>
          <a:graphicData uri="http://schemas.openxmlformats.org/drawingml/2006/table">
            <a:tbl>
              <a:tblPr>
                <a:solidFill>
                  <a:srgbClr val="FFFFFF"/>
                </a:solidFill>
              </a:tblPr>
              <a:tblGrid>
                <a:gridCol w="1203959"/>
              </a:tblGrid>
              <a:tr h="241934">
                <a:tc>
                  <a:txBody>
                    <a:bodyPr/>
                    <a:lstStyle/>
                    <a:p>
                      <a:pPr algn="l" rtl="0" eaLnBrk="0">
                        <a:lnSpc>
                          <a:spcPct val="109000"/>
                        </a:lnSpc>
                      </a:pPr>
                      <a:endParaRPr lang="en-US" altLang="en-US" sz="400" dirty="0"/>
                    </a:p>
                    <a:p>
                      <a:pPr marL="115570" algn="l" rtl="0" eaLnBrk="0">
                        <a:lnSpc>
                          <a:spcPts val="1120"/>
                        </a:lnSpc>
                        <a:spcBef>
                          <a:spcPts val="0"/>
                        </a:spcBef>
                      </a:pPr>
                      <a:r>
                        <a:rPr sz="900" kern="0" spc="0" dirty="0">
                          <a:solidFill>
                            <a:srgbClr val="000000">
                              <a:alpha val="100000"/>
                            </a:srgbClr>
                          </a:solidFill>
                          <a:cs typeface="Arial" panose="020B0604020202020204"/>
                        </a:rPr>
                        <a:t>IT</a:t>
                      </a:r>
                      <a:r>
                        <a:rPr sz="900" kern="0" spc="90" dirty="0">
                          <a:solidFill>
                            <a:srgbClr val="000000">
                              <a:alpha val="100000"/>
                            </a:srgbClr>
                          </a:solidFill>
                          <a:cs typeface="宋体" panose="02010600030101010101" pitchFamily="2" charset="-122"/>
                        </a:rPr>
                        <a:t>治理与管理能力</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28" name="table 1928"/>
          <p:cNvGraphicFramePr>
            <a:graphicFrameLocks noGrp="1"/>
          </p:cNvGraphicFramePr>
          <p:nvPr>
            <p:custDataLst>
              <p:tags r:id="rId30"/>
            </p:custDataLst>
          </p:nvPr>
        </p:nvGraphicFramePr>
        <p:xfrm>
          <a:off x="5813869" y="1497901"/>
          <a:ext cx="1203960" cy="251459"/>
        </p:xfrm>
        <a:graphic>
          <a:graphicData uri="http://schemas.openxmlformats.org/drawingml/2006/table">
            <a:tbl>
              <a:tblPr>
                <a:solidFill>
                  <a:srgbClr val="FFFFFF"/>
                </a:solidFill>
              </a:tblPr>
              <a:tblGrid>
                <a:gridCol w="1203960"/>
              </a:tblGrid>
              <a:tr h="241934">
                <a:tc>
                  <a:txBody>
                    <a:bodyPr/>
                    <a:lstStyle/>
                    <a:p>
                      <a:pPr algn="l" rtl="0" eaLnBrk="0">
                        <a:lnSpc>
                          <a:spcPct val="109000"/>
                        </a:lnSpc>
                      </a:pPr>
                      <a:endParaRPr lang="en-US" altLang="en-US" sz="400" dirty="0"/>
                    </a:p>
                    <a:p>
                      <a:pPr marL="114300" algn="l" rtl="0" eaLnBrk="0">
                        <a:lnSpc>
                          <a:spcPts val="1115"/>
                        </a:lnSpc>
                        <a:spcBef>
                          <a:spcPts val="5"/>
                        </a:spcBef>
                      </a:pPr>
                      <a:r>
                        <a:rPr sz="900" kern="0" spc="0" dirty="0">
                          <a:solidFill>
                            <a:srgbClr val="000000">
                              <a:alpha val="100000"/>
                            </a:srgbClr>
                          </a:solidFill>
                          <a:cs typeface="Arial" panose="020B0604020202020204"/>
                        </a:rPr>
                        <a:t>IT</a:t>
                      </a:r>
                      <a:r>
                        <a:rPr sz="900" kern="0" spc="90" dirty="0">
                          <a:solidFill>
                            <a:srgbClr val="000000">
                              <a:alpha val="100000"/>
                            </a:srgbClr>
                          </a:solidFill>
                          <a:cs typeface="宋体" panose="02010600030101010101" pitchFamily="2" charset="-122"/>
                        </a:rPr>
                        <a:t>治理与管理评估</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30" name="table 1930"/>
          <p:cNvGraphicFramePr>
            <a:graphicFrameLocks noGrp="1"/>
          </p:cNvGraphicFramePr>
          <p:nvPr>
            <p:custDataLst>
              <p:tags r:id="rId31"/>
            </p:custDataLst>
          </p:nvPr>
        </p:nvGraphicFramePr>
        <p:xfrm>
          <a:off x="4538281" y="1497901"/>
          <a:ext cx="1202690" cy="251459"/>
        </p:xfrm>
        <a:graphic>
          <a:graphicData uri="http://schemas.openxmlformats.org/drawingml/2006/table">
            <a:tbl>
              <a:tblPr>
                <a:solidFill>
                  <a:srgbClr val="FFFFFF"/>
                </a:solidFill>
              </a:tblPr>
              <a:tblGrid>
                <a:gridCol w="1202690"/>
              </a:tblGrid>
              <a:tr h="241934">
                <a:tc>
                  <a:txBody>
                    <a:bodyPr/>
                    <a:lstStyle/>
                    <a:p>
                      <a:pPr algn="l" rtl="0" eaLnBrk="0">
                        <a:lnSpc>
                          <a:spcPct val="108000"/>
                        </a:lnSpc>
                      </a:pPr>
                      <a:endParaRPr lang="en-US" altLang="en-US" sz="400" dirty="0"/>
                    </a:p>
                    <a:p>
                      <a:pPr marL="114300" algn="l" rtl="0" eaLnBrk="0">
                        <a:lnSpc>
                          <a:spcPts val="1120"/>
                        </a:lnSpc>
                        <a:spcBef>
                          <a:spcPts val="5"/>
                        </a:spcBef>
                      </a:pPr>
                      <a:r>
                        <a:rPr sz="900" kern="0" spc="0" dirty="0">
                          <a:solidFill>
                            <a:srgbClr val="000000">
                              <a:alpha val="100000"/>
                            </a:srgbClr>
                          </a:solidFill>
                          <a:cs typeface="Arial" panose="020B0604020202020204"/>
                        </a:rPr>
                        <a:t>IT</a:t>
                      </a:r>
                      <a:r>
                        <a:rPr sz="900" kern="0" spc="90" dirty="0">
                          <a:solidFill>
                            <a:srgbClr val="000000">
                              <a:alpha val="100000"/>
                            </a:srgbClr>
                          </a:solidFill>
                          <a:cs typeface="宋体" panose="02010600030101010101" pitchFamily="2" charset="-122"/>
                        </a:rPr>
                        <a:t>治理与管理运营</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32" name="table 1932"/>
          <p:cNvGraphicFramePr>
            <a:graphicFrameLocks noGrp="1"/>
          </p:cNvGraphicFramePr>
          <p:nvPr>
            <p:custDataLst>
              <p:tags r:id="rId32"/>
            </p:custDataLst>
          </p:nvPr>
        </p:nvGraphicFramePr>
        <p:xfrm>
          <a:off x="5004625" y="2963989"/>
          <a:ext cx="839470" cy="338454"/>
        </p:xfrm>
        <a:graphic>
          <a:graphicData uri="http://schemas.openxmlformats.org/drawingml/2006/table">
            <a:tbl>
              <a:tblPr>
                <a:solidFill>
                  <a:srgbClr val="FFFFFF"/>
                </a:solidFill>
              </a:tblPr>
              <a:tblGrid>
                <a:gridCol w="839470"/>
              </a:tblGrid>
              <a:tr h="328929">
                <a:tc>
                  <a:txBody>
                    <a:bodyPr/>
                    <a:lstStyle/>
                    <a:p>
                      <a:pPr algn="l" rtl="0" eaLnBrk="0">
                        <a:lnSpc>
                          <a:spcPct val="103000"/>
                        </a:lnSpc>
                      </a:pPr>
                      <a:endParaRPr lang="en-US" altLang="en-US" sz="700" dirty="0"/>
                    </a:p>
                    <a:p>
                      <a:pPr marL="172085" algn="l" rtl="0" eaLnBrk="0">
                        <a:lnSpc>
                          <a:spcPts val="1120"/>
                        </a:lnSpc>
                        <a:spcBef>
                          <a:spcPts val="0"/>
                        </a:spcBef>
                      </a:pPr>
                      <a:r>
                        <a:rPr sz="900" kern="0" spc="80" dirty="0">
                          <a:solidFill>
                            <a:srgbClr val="000000">
                              <a:alpha val="100000"/>
                            </a:srgbClr>
                          </a:solidFill>
                          <a:cs typeface="宋体" panose="02010600030101010101" pitchFamily="2" charset="-122"/>
                        </a:rPr>
                        <a:t>变更管理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34" name="table 1934"/>
          <p:cNvGraphicFramePr>
            <a:graphicFrameLocks noGrp="1"/>
          </p:cNvGraphicFramePr>
          <p:nvPr>
            <p:custDataLst>
              <p:tags r:id="rId33"/>
            </p:custDataLst>
          </p:nvPr>
        </p:nvGraphicFramePr>
        <p:xfrm>
          <a:off x="5004625" y="3380041"/>
          <a:ext cx="839470" cy="338454"/>
        </p:xfrm>
        <a:graphic>
          <a:graphicData uri="http://schemas.openxmlformats.org/drawingml/2006/table">
            <a:tbl>
              <a:tblPr>
                <a:solidFill>
                  <a:srgbClr val="FFFF00"/>
                </a:solidFill>
              </a:tblPr>
              <a:tblGrid>
                <a:gridCol w="839470"/>
              </a:tblGrid>
              <a:tr h="328929">
                <a:tc>
                  <a:txBody>
                    <a:bodyPr/>
                    <a:lstStyle/>
                    <a:p>
                      <a:pPr algn="l" rtl="0" eaLnBrk="0">
                        <a:lnSpc>
                          <a:spcPct val="103000"/>
                        </a:lnSpc>
                      </a:pPr>
                      <a:endParaRPr lang="en-US" altLang="en-US" sz="700" dirty="0"/>
                    </a:p>
                    <a:p>
                      <a:pPr marL="173990" algn="l" rtl="0" eaLnBrk="0">
                        <a:lnSpc>
                          <a:spcPts val="1115"/>
                        </a:lnSpc>
                        <a:spcBef>
                          <a:spcPts val="5"/>
                        </a:spcBef>
                      </a:pPr>
                      <a:r>
                        <a:rPr sz="900" kern="0" spc="70" dirty="0">
                          <a:solidFill>
                            <a:srgbClr val="000000">
                              <a:alpha val="100000"/>
                            </a:srgbClr>
                          </a:solidFill>
                          <a:cs typeface="宋体" panose="02010600030101010101" pitchFamily="2" charset="-122"/>
                        </a:rPr>
                        <a:t>发布管理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36" name="table 1936"/>
          <p:cNvGraphicFramePr>
            <a:graphicFrameLocks noGrp="1"/>
          </p:cNvGraphicFramePr>
          <p:nvPr>
            <p:custDataLst>
              <p:tags r:id="rId34"/>
            </p:custDataLst>
          </p:nvPr>
        </p:nvGraphicFramePr>
        <p:xfrm>
          <a:off x="5004625" y="3796093"/>
          <a:ext cx="839470" cy="338454"/>
        </p:xfrm>
        <a:graphic>
          <a:graphicData uri="http://schemas.openxmlformats.org/drawingml/2006/table">
            <a:tbl>
              <a:tblPr>
                <a:solidFill>
                  <a:srgbClr val="FFFF00"/>
                </a:solidFill>
              </a:tblPr>
              <a:tblGrid>
                <a:gridCol w="839470"/>
              </a:tblGrid>
              <a:tr h="328929">
                <a:tc>
                  <a:txBody>
                    <a:bodyPr/>
                    <a:lstStyle/>
                    <a:p>
                      <a:pPr algn="l" rtl="0" eaLnBrk="0">
                        <a:lnSpc>
                          <a:spcPct val="104000"/>
                        </a:lnSpc>
                      </a:pPr>
                      <a:endParaRPr lang="en-US" altLang="en-US" sz="700" dirty="0"/>
                    </a:p>
                    <a:p>
                      <a:pPr marL="173355" algn="l" rtl="0" eaLnBrk="0">
                        <a:lnSpc>
                          <a:spcPts val="1120"/>
                        </a:lnSpc>
                      </a:pPr>
                      <a:r>
                        <a:rPr sz="900" kern="0" spc="80" dirty="0">
                          <a:solidFill>
                            <a:srgbClr val="000000">
                              <a:alpha val="100000"/>
                            </a:srgbClr>
                          </a:solidFill>
                          <a:cs typeface="宋体" panose="02010600030101010101" pitchFamily="2" charset="-122"/>
                        </a:rPr>
                        <a:t>部署管理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38" name="table 1938"/>
          <p:cNvGraphicFramePr>
            <a:graphicFrameLocks noGrp="1"/>
          </p:cNvGraphicFramePr>
          <p:nvPr>
            <p:custDataLst>
              <p:tags r:id="rId35"/>
            </p:custDataLst>
          </p:nvPr>
        </p:nvGraphicFramePr>
        <p:xfrm>
          <a:off x="5004625" y="4213669"/>
          <a:ext cx="839470" cy="338454"/>
        </p:xfrm>
        <a:graphic>
          <a:graphicData uri="http://schemas.openxmlformats.org/drawingml/2006/table">
            <a:tbl>
              <a:tblPr>
                <a:solidFill>
                  <a:srgbClr val="FFFF00"/>
                </a:solidFill>
              </a:tblPr>
              <a:tblGrid>
                <a:gridCol w="839470"/>
              </a:tblGrid>
              <a:tr h="328929">
                <a:tc>
                  <a:txBody>
                    <a:bodyPr/>
                    <a:lstStyle/>
                    <a:p>
                      <a:pPr algn="l" rtl="0" eaLnBrk="0">
                        <a:lnSpc>
                          <a:spcPct val="102000"/>
                        </a:lnSpc>
                      </a:pPr>
                      <a:endParaRPr lang="en-US" altLang="en-US" sz="700" dirty="0"/>
                    </a:p>
                    <a:p>
                      <a:pPr marL="172085" algn="l" rtl="0" eaLnBrk="0">
                        <a:lnSpc>
                          <a:spcPts val="1120"/>
                        </a:lnSpc>
                        <a:spcBef>
                          <a:spcPts val="5"/>
                        </a:spcBef>
                      </a:pPr>
                      <a:r>
                        <a:rPr sz="900" kern="0" spc="80" dirty="0">
                          <a:solidFill>
                            <a:srgbClr val="000000">
                              <a:alpha val="100000"/>
                            </a:srgbClr>
                          </a:solidFill>
                          <a:cs typeface="宋体" panose="02010600030101010101" pitchFamily="2" charset="-122"/>
                        </a:rPr>
                        <a:t>配置管理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40" name="table 1940"/>
          <p:cNvGraphicFramePr>
            <a:graphicFrameLocks noGrp="1"/>
          </p:cNvGraphicFramePr>
          <p:nvPr>
            <p:custDataLst>
              <p:tags r:id="rId36"/>
            </p:custDataLst>
          </p:nvPr>
        </p:nvGraphicFramePr>
        <p:xfrm>
          <a:off x="5004625" y="4629721"/>
          <a:ext cx="839470" cy="338454"/>
        </p:xfrm>
        <a:graphic>
          <a:graphicData uri="http://schemas.openxmlformats.org/drawingml/2006/table">
            <a:tbl>
              <a:tblPr>
                <a:solidFill>
                  <a:srgbClr val="FFFFFF"/>
                </a:solidFill>
              </a:tblPr>
              <a:tblGrid>
                <a:gridCol w="839470"/>
              </a:tblGrid>
              <a:tr h="328929">
                <a:tc>
                  <a:txBody>
                    <a:bodyPr/>
                    <a:lstStyle/>
                    <a:p>
                      <a:pPr algn="l" rtl="0" eaLnBrk="0">
                        <a:lnSpc>
                          <a:spcPct val="103000"/>
                        </a:lnSpc>
                      </a:pPr>
                      <a:endParaRPr lang="en-US" altLang="en-US" sz="700" dirty="0"/>
                    </a:p>
                    <a:p>
                      <a:pPr marL="177165" algn="l" rtl="0" eaLnBrk="0">
                        <a:lnSpc>
                          <a:spcPts val="1120"/>
                        </a:lnSpc>
                        <a:spcBef>
                          <a:spcPts val="5"/>
                        </a:spcBef>
                      </a:pPr>
                      <a:r>
                        <a:rPr sz="900" kern="0" spc="70" dirty="0">
                          <a:solidFill>
                            <a:srgbClr val="000000">
                              <a:alpha val="100000"/>
                            </a:srgbClr>
                          </a:solidFill>
                          <a:cs typeface="宋体" panose="02010600030101010101" pitchFamily="2" charset="-122"/>
                        </a:rPr>
                        <a:t>资产管理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42" name="table 1942"/>
          <p:cNvGraphicFramePr>
            <a:graphicFrameLocks noGrp="1"/>
          </p:cNvGraphicFramePr>
          <p:nvPr>
            <p:custDataLst>
              <p:tags r:id="rId37"/>
            </p:custDataLst>
          </p:nvPr>
        </p:nvGraphicFramePr>
        <p:xfrm>
          <a:off x="2022157" y="4164901"/>
          <a:ext cx="1009014" cy="277495"/>
        </p:xfrm>
        <a:graphic>
          <a:graphicData uri="http://schemas.openxmlformats.org/drawingml/2006/table">
            <a:tbl>
              <a:tblPr>
                <a:solidFill>
                  <a:srgbClr val="FFFF00"/>
                </a:solidFill>
              </a:tblPr>
              <a:tblGrid>
                <a:gridCol w="1009014"/>
              </a:tblGrid>
              <a:tr h="267970">
                <a:tc>
                  <a:txBody>
                    <a:bodyPr/>
                    <a:lstStyle/>
                    <a:p>
                      <a:pPr algn="l" rtl="0" eaLnBrk="0">
                        <a:lnSpc>
                          <a:spcPct val="112000"/>
                        </a:lnSpc>
                      </a:pPr>
                      <a:endParaRPr lang="en-US" altLang="en-US" sz="500" dirty="0"/>
                    </a:p>
                    <a:p>
                      <a:pPr marL="255905" algn="l" rtl="0" eaLnBrk="0">
                        <a:lnSpc>
                          <a:spcPts val="1120"/>
                        </a:lnSpc>
                        <a:spcBef>
                          <a:spcPts val="5"/>
                        </a:spcBef>
                      </a:pPr>
                      <a:r>
                        <a:rPr sz="900" kern="0" spc="80" dirty="0">
                          <a:solidFill>
                            <a:srgbClr val="000000">
                              <a:alpha val="100000"/>
                            </a:srgbClr>
                          </a:solidFill>
                          <a:cs typeface="宋体" panose="02010600030101010101" pitchFamily="2" charset="-122"/>
                        </a:rPr>
                        <a:t>产品管理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44" name="table 1944"/>
          <p:cNvGraphicFramePr>
            <a:graphicFrameLocks noGrp="1"/>
          </p:cNvGraphicFramePr>
          <p:nvPr>
            <p:custDataLst>
              <p:tags r:id="rId38"/>
            </p:custDataLst>
          </p:nvPr>
        </p:nvGraphicFramePr>
        <p:xfrm>
          <a:off x="2022157" y="4774501"/>
          <a:ext cx="1009014" cy="276225"/>
        </p:xfrm>
        <a:graphic>
          <a:graphicData uri="http://schemas.openxmlformats.org/drawingml/2006/table">
            <a:tbl>
              <a:tblPr>
                <a:solidFill>
                  <a:srgbClr val="FFFF00"/>
                </a:solidFill>
              </a:tblPr>
              <a:tblGrid>
                <a:gridCol w="1009014"/>
              </a:tblGrid>
              <a:tr h="266700">
                <a:tc>
                  <a:txBody>
                    <a:bodyPr/>
                    <a:lstStyle/>
                    <a:p>
                      <a:pPr algn="l" rtl="0" eaLnBrk="0">
                        <a:lnSpc>
                          <a:spcPct val="111000"/>
                        </a:lnSpc>
                      </a:pPr>
                      <a:endParaRPr lang="en-US" altLang="en-US" sz="500" dirty="0"/>
                    </a:p>
                    <a:p>
                      <a:pPr marL="257810" algn="l" rtl="0" eaLnBrk="0">
                        <a:lnSpc>
                          <a:spcPts val="1120"/>
                        </a:lnSpc>
                        <a:spcBef>
                          <a:spcPts val="5"/>
                        </a:spcBef>
                      </a:pPr>
                      <a:r>
                        <a:rPr sz="900" kern="0" spc="70" dirty="0">
                          <a:solidFill>
                            <a:srgbClr val="000000">
                              <a:alpha val="100000"/>
                            </a:srgbClr>
                          </a:solidFill>
                          <a:cs typeface="宋体" panose="02010600030101010101" pitchFamily="2" charset="-122"/>
                        </a:rPr>
                        <a:t>项目管理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46" name="table 1946"/>
          <p:cNvGraphicFramePr>
            <a:graphicFrameLocks noGrp="1"/>
          </p:cNvGraphicFramePr>
          <p:nvPr>
            <p:custDataLst>
              <p:tags r:id="rId39"/>
            </p:custDataLst>
          </p:nvPr>
        </p:nvGraphicFramePr>
        <p:xfrm>
          <a:off x="2022157" y="3556825"/>
          <a:ext cx="1009014" cy="276225"/>
        </p:xfrm>
        <a:graphic>
          <a:graphicData uri="http://schemas.openxmlformats.org/drawingml/2006/table">
            <a:tbl>
              <a:tblPr>
                <a:solidFill>
                  <a:srgbClr val="FFFFFF"/>
                </a:solidFill>
              </a:tblPr>
              <a:tblGrid>
                <a:gridCol w="1009014"/>
              </a:tblGrid>
              <a:tr h="266700">
                <a:tc>
                  <a:txBody>
                    <a:bodyPr/>
                    <a:lstStyle/>
                    <a:p>
                      <a:pPr algn="l" rtl="0" eaLnBrk="0">
                        <a:lnSpc>
                          <a:spcPct val="111000"/>
                        </a:lnSpc>
                      </a:pPr>
                      <a:endParaRPr lang="en-US" altLang="en-US" sz="500" dirty="0"/>
                    </a:p>
                    <a:p>
                      <a:pPr marL="255905" algn="l" rtl="0" eaLnBrk="0">
                        <a:lnSpc>
                          <a:spcPts val="1120"/>
                        </a:lnSpc>
                        <a:spcBef>
                          <a:spcPts val="5"/>
                        </a:spcBef>
                      </a:pPr>
                      <a:r>
                        <a:rPr sz="900" kern="0" spc="80" dirty="0">
                          <a:solidFill>
                            <a:srgbClr val="000000">
                              <a:alpha val="100000"/>
                            </a:srgbClr>
                          </a:solidFill>
                          <a:cs typeface="宋体" panose="02010600030101010101" pitchFamily="2" charset="-122"/>
                        </a:rPr>
                        <a:t>架构管理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48" name="table 1948"/>
          <p:cNvGraphicFramePr>
            <a:graphicFrameLocks noGrp="1"/>
          </p:cNvGraphicFramePr>
          <p:nvPr>
            <p:custDataLst>
              <p:tags r:id="rId40"/>
            </p:custDataLst>
          </p:nvPr>
        </p:nvGraphicFramePr>
        <p:xfrm>
          <a:off x="2022157" y="3861625"/>
          <a:ext cx="1009014" cy="274320"/>
        </p:xfrm>
        <a:graphic>
          <a:graphicData uri="http://schemas.openxmlformats.org/drawingml/2006/table">
            <a:tbl>
              <a:tblPr>
                <a:solidFill>
                  <a:srgbClr val="FFFFFF"/>
                </a:solidFill>
              </a:tblPr>
              <a:tblGrid>
                <a:gridCol w="1009014"/>
              </a:tblGrid>
              <a:tr h="264795">
                <a:tc>
                  <a:txBody>
                    <a:bodyPr/>
                    <a:lstStyle/>
                    <a:p>
                      <a:pPr algn="l" rtl="0" eaLnBrk="0">
                        <a:lnSpc>
                          <a:spcPct val="102000"/>
                        </a:lnSpc>
                      </a:pPr>
                      <a:endParaRPr lang="en-US" altLang="en-US" sz="500" dirty="0"/>
                    </a:p>
                    <a:p>
                      <a:pPr marL="255905" algn="l" rtl="0" eaLnBrk="0">
                        <a:lnSpc>
                          <a:spcPts val="1120"/>
                        </a:lnSpc>
                        <a:spcBef>
                          <a:spcPts val="5"/>
                        </a:spcBef>
                      </a:pPr>
                      <a:r>
                        <a:rPr sz="900" kern="0" spc="80" dirty="0">
                          <a:solidFill>
                            <a:srgbClr val="000000">
                              <a:alpha val="100000"/>
                            </a:srgbClr>
                          </a:solidFill>
                          <a:cs typeface="宋体" panose="02010600030101010101" pitchFamily="2" charset="-122"/>
                        </a:rPr>
                        <a:t>风险管理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50" name="table 1950"/>
          <p:cNvGraphicFramePr>
            <a:graphicFrameLocks noGrp="1"/>
          </p:cNvGraphicFramePr>
          <p:nvPr>
            <p:custDataLst>
              <p:tags r:id="rId41"/>
            </p:custDataLst>
          </p:nvPr>
        </p:nvGraphicFramePr>
        <p:xfrm>
          <a:off x="2022157" y="2948749"/>
          <a:ext cx="1009014" cy="274320"/>
        </p:xfrm>
        <a:graphic>
          <a:graphicData uri="http://schemas.openxmlformats.org/drawingml/2006/table">
            <a:tbl>
              <a:tblPr>
                <a:solidFill>
                  <a:srgbClr val="FFFF00"/>
                </a:solidFill>
              </a:tblPr>
              <a:tblGrid>
                <a:gridCol w="1009014"/>
              </a:tblGrid>
              <a:tr h="264795">
                <a:tc>
                  <a:txBody>
                    <a:bodyPr/>
                    <a:lstStyle/>
                    <a:p>
                      <a:pPr algn="l" rtl="0" eaLnBrk="0">
                        <a:lnSpc>
                          <a:spcPct val="110000"/>
                        </a:lnSpc>
                      </a:pPr>
                      <a:endParaRPr lang="en-US" altLang="en-US" sz="500" dirty="0"/>
                    </a:p>
                    <a:p>
                      <a:pPr marL="325120" algn="l" rtl="0" eaLnBrk="0">
                        <a:lnSpc>
                          <a:spcPts val="1125"/>
                        </a:lnSpc>
                        <a:spcBef>
                          <a:spcPts val="5"/>
                        </a:spcBef>
                      </a:pPr>
                      <a:r>
                        <a:rPr sz="900" kern="0" spc="0" dirty="0">
                          <a:solidFill>
                            <a:srgbClr val="000000">
                              <a:alpha val="100000"/>
                            </a:srgbClr>
                          </a:solidFill>
                          <a:cs typeface="宋体" panose="02010600030101010101" pitchFamily="2" charset="-122"/>
                        </a:rPr>
                        <a:t>IT</a:t>
                      </a:r>
                      <a:r>
                        <a:rPr sz="900" kern="0" spc="90" dirty="0">
                          <a:solidFill>
                            <a:srgbClr val="000000">
                              <a:alpha val="100000"/>
                            </a:srgbClr>
                          </a:solidFill>
                          <a:cs typeface="宋体" panose="02010600030101010101" pitchFamily="2" charset="-122"/>
                        </a:rPr>
                        <a:t>战略</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52" name="table 1952"/>
          <p:cNvGraphicFramePr>
            <a:graphicFrameLocks noGrp="1"/>
          </p:cNvGraphicFramePr>
          <p:nvPr>
            <p:custDataLst>
              <p:tags r:id="rId42"/>
            </p:custDataLst>
          </p:nvPr>
        </p:nvGraphicFramePr>
        <p:xfrm>
          <a:off x="2022157" y="4469701"/>
          <a:ext cx="1009014" cy="274320"/>
        </p:xfrm>
        <a:graphic>
          <a:graphicData uri="http://schemas.openxmlformats.org/drawingml/2006/table">
            <a:tbl>
              <a:tblPr>
                <a:solidFill>
                  <a:srgbClr val="FFFFFF"/>
                </a:solidFill>
              </a:tblPr>
              <a:tblGrid>
                <a:gridCol w="1009014"/>
              </a:tblGrid>
              <a:tr h="264795">
                <a:tc>
                  <a:txBody>
                    <a:bodyPr/>
                    <a:lstStyle/>
                    <a:p>
                      <a:pPr algn="l" rtl="0" eaLnBrk="0">
                        <a:lnSpc>
                          <a:spcPct val="103000"/>
                        </a:lnSpc>
                      </a:pPr>
                      <a:endParaRPr lang="en-US" altLang="en-US" sz="500" dirty="0"/>
                    </a:p>
                    <a:p>
                      <a:pPr marL="257175" algn="l" rtl="0" eaLnBrk="0">
                        <a:lnSpc>
                          <a:spcPts val="1120"/>
                        </a:lnSpc>
                        <a:spcBef>
                          <a:spcPts val="0"/>
                        </a:spcBef>
                      </a:pPr>
                      <a:r>
                        <a:rPr sz="900" kern="0" spc="80" dirty="0">
                          <a:solidFill>
                            <a:srgbClr val="000000">
                              <a:alpha val="100000"/>
                            </a:srgbClr>
                          </a:solidFill>
                          <a:cs typeface="宋体" panose="02010600030101010101" pitchFamily="2" charset="-122"/>
                        </a:rPr>
                        <a:t>组合管理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54" name="table 1954"/>
          <p:cNvGraphicFramePr>
            <a:graphicFrameLocks noGrp="1"/>
          </p:cNvGraphicFramePr>
          <p:nvPr>
            <p:custDataLst>
              <p:tags r:id="rId43"/>
            </p:custDataLst>
          </p:nvPr>
        </p:nvGraphicFramePr>
        <p:xfrm>
          <a:off x="2022157" y="3253549"/>
          <a:ext cx="1009014" cy="274320"/>
        </p:xfrm>
        <a:graphic>
          <a:graphicData uri="http://schemas.openxmlformats.org/drawingml/2006/table">
            <a:tbl>
              <a:tblPr>
                <a:solidFill>
                  <a:srgbClr val="FFFF00"/>
                </a:solidFill>
              </a:tblPr>
              <a:tblGrid>
                <a:gridCol w="1009014"/>
              </a:tblGrid>
              <a:tr h="264795">
                <a:tc>
                  <a:txBody>
                    <a:bodyPr/>
                    <a:lstStyle/>
                    <a:p>
                      <a:pPr algn="l" rtl="0" eaLnBrk="0">
                        <a:lnSpc>
                          <a:spcPct val="102000"/>
                        </a:lnSpc>
                      </a:pPr>
                      <a:endParaRPr lang="en-US" altLang="en-US" sz="500" dirty="0"/>
                    </a:p>
                    <a:p>
                      <a:pPr marL="142240" algn="l" rtl="0" eaLnBrk="0">
                        <a:lnSpc>
                          <a:spcPts val="1115"/>
                        </a:lnSpc>
                        <a:spcBef>
                          <a:spcPts val="5"/>
                        </a:spcBef>
                      </a:pPr>
                      <a:r>
                        <a:rPr sz="900" kern="0" spc="0" dirty="0">
                          <a:solidFill>
                            <a:srgbClr val="000000">
                              <a:alpha val="100000"/>
                            </a:srgbClr>
                          </a:solidFill>
                          <a:cs typeface="Arial" panose="020B0604020202020204"/>
                        </a:rPr>
                        <a:t>IT</a:t>
                      </a:r>
                      <a:r>
                        <a:rPr sz="900" kern="0" spc="90" dirty="0">
                          <a:solidFill>
                            <a:srgbClr val="000000">
                              <a:alpha val="100000"/>
                            </a:srgbClr>
                          </a:solidFill>
                          <a:cs typeface="宋体" panose="02010600030101010101" pitchFamily="2" charset="-122"/>
                        </a:rPr>
                        <a:t>研究与创新</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56" name="table 1956"/>
          <p:cNvGraphicFramePr>
            <a:graphicFrameLocks noGrp="1"/>
          </p:cNvGraphicFramePr>
          <p:nvPr>
            <p:custDataLst>
              <p:tags r:id="rId44"/>
            </p:custDataLst>
          </p:nvPr>
        </p:nvGraphicFramePr>
        <p:xfrm>
          <a:off x="3437953" y="2073973"/>
          <a:ext cx="1096009" cy="251459"/>
        </p:xfrm>
        <a:graphic>
          <a:graphicData uri="http://schemas.openxmlformats.org/drawingml/2006/table">
            <a:tbl>
              <a:tblPr>
                <a:solidFill>
                  <a:srgbClr val="FFFFFF"/>
                </a:solidFill>
              </a:tblPr>
              <a:tblGrid>
                <a:gridCol w="1096009"/>
              </a:tblGrid>
              <a:tr h="241934">
                <a:tc>
                  <a:txBody>
                    <a:bodyPr/>
                    <a:lstStyle/>
                    <a:p>
                      <a:pPr algn="l" rtl="0" eaLnBrk="0">
                        <a:lnSpc>
                          <a:spcPct val="109000"/>
                        </a:lnSpc>
                      </a:pPr>
                      <a:endParaRPr lang="en-US" altLang="en-US" sz="400" dirty="0"/>
                    </a:p>
                    <a:p>
                      <a:pPr marL="109855" algn="l" rtl="0" eaLnBrk="0">
                        <a:lnSpc>
                          <a:spcPts val="1120"/>
                        </a:lnSpc>
                        <a:spcBef>
                          <a:spcPts val="5"/>
                        </a:spcBef>
                      </a:pPr>
                      <a:r>
                        <a:rPr sz="900" kern="0" spc="80" dirty="0">
                          <a:solidFill>
                            <a:srgbClr val="000000">
                              <a:alpha val="100000"/>
                            </a:srgbClr>
                          </a:solidFill>
                          <a:cs typeface="宋体" panose="02010600030101010101" pitchFamily="2" charset="-122"/>
                        </a:rPr>
                        <a:t>服务营销与销售</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58" name="table 1958"/>
          <p:cNvGraphicFramePr>
            <a:graphicFrameLocks noGrp="1"/>
          </p:cNvGraphicFramePr>
          <p:nvPr>
            <p:custDataLst>
              <p:tags r:id="rId45"/>
            </p:custDataLst>
          </p:nvPr>
        </p:nvGraphicFramePr>
        <p:xfrm>
          <a:off x="3969829" y="2377249"/>
          <a:ext cx="1096009" cy="251459"/>
        </p:xfrm>
        <a:graphic>
          <a:graphicData uri="http://schemas.openxmlformats.org/drawingml/2006/table">
            <a:tbl>
              <a:tblPr>
                <a:solidFill>
                  <a:srgbClr val="FFFFFF"/>
                </a:solidFill>
              </a:tblPr>
              <a:tblGrid>
                <a:gridCol w="1096009"/>
              </a:tblGrid>
              <a:tr h="241934">
                <a:tc>
                  <a:txBody>
                    <a:bodyPr/>
                    <a:lstStyle/>
                    <a:p>
                      <a:pPr algn="l" rtl="0" eaLnBrk="0">
                        <a:lnSpc>
                          <a:spcPct val="108000"/>
                        </a:lnSpc>
                      </a:pPr>
                      <a:endParaRPr lang="en-US" altLang="en-US" sz="400" dirty="0"/>
                    </a:p>
                    <a:p>
                      <a:pPr marL="174625" algn="l" rtl="0" eaLnBrk="0">
                        <a:lnSpc>
                          <a:spcPts val="1120"/>
                        </a:lnSpc>
                        <a:spcBef>
                          <a:spcPts val="5"/>
                        </a:spcBef>
                      </a:pPr>
                      <a:r>
                        <a:rPr sz="900" kern="0" spc="80" dirty="0">
                          <a:solidFill>
                            <a:srgbClr val="000000">
                              <a:alpha val="100000"/>
                            </a:srgbClr>
                          </a:solidFill>
                          <a:cs typeface="宋体" panose="02010600030101010101" pitchFamily="2" charset="-122"/>
                        </a:rPr>
                        <a:t>客户转型管理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60" name="table 1960"/>
          <p:cNvGraphicFramePr>
            <a:graphicFrameLocks noGrp="1"/>
          </p:cNvGraphicFramePr>
          <p:nvPr>
            <p:custDataLst>
              <p:tags r:id="rId46"/>
            </p:custDataLst>
          </p:nvPr>
        </p:nvGraphicFramePr>
        <p:xfrm>
          <a:off x="2269045" y="2064829"/>
          <a:ext cx="1096010" cy="251459"/>
        </p:xfrm>
        <a:graphic>
          <a:graphicData uri="http://schemas.openxmlformats.org/drawingml/2006/table">
            <a:tbl>
              <a:tblPr>
                <a:solidFill>
                  <a:srgbClr val="FFFFFF"/>
                </a:solidFill>
              </a:tblPr>
              <a:tblGrid>
                <a:gridCol w="1096010"/>
              </a:tblGrid>
              <a:tr h="241934">
                <a:tc>
                  <a:txBody>
                    <a:bodyPr/>
                    <a:lstStyle/>
                    <a:p>
                      <a:pPr algn="l" rtl="0" eaLnBrk="0">
                        <a:lnSpc>
                          <a:spcPct val="108000"/>
                        </a:lnSpc>
                      </a:pPr>
                      <a:endParaRPr lang="en-US" altLang="en-US" sz="400" dirty="0"/>
                    </a:p>
                    <a:p>
                      <a:pPr marL="109220" algn="l" rtl="0" eaLnBrk="0">
                        <a:lnSpc>
                          <a:spcPts val="1115"/>
                        </a:lnSpc>
                        <a:spcBef>
                          <a:spcPts val="5"/>
                        </a:spcBef>
                      </a:pPr>
                      <a:r>
                        <a:rPr sz="900" kern="0" spc="80" dirty="0">
                          <a:solidFill>
                            <a:srgbClr val="000000">
                              <a:alpha val="100000"/>
                            </a:srgbClr>
                          </a:solidFill>
                          <a:cs typeface="宋体" panose="02010600030101010101" pitchFamily="2" charset="-122"/>
                        </a:rPr>
                        <a:t>干系人需求管理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62" name="table 1962"/>
          <p:cNvGraphicFramePr>
            <a:graphicFrameLocks noGrp="1"/>
          </p:cNvGraphicFramePr>
          <p:nvPr>
            <p:custDataLst>
              <p:tags r:id="rId47"/>
            </p:custDataLst>
          </p:nvPr>
        </p:nvGraphicFramePr>
        <p:xfrm>
          <a:off x="5765101" y="2063305"/>
          <a:ext cx="1094104" cy="251459"/>
        </p:xfrm>
        <a:graphic>
          <a:graphicData uri="http://schemas.openxmlformats.org/drawingml/2006/table">
            <a:tbl>
              <a:tblPr>
                <a:solidFill>
                  <a:srgbClr val="FFFFFF"/>
                </a:solidFill>
              </a:tblPr>
              <a:tblGrid>
                <a:gridCol w="1094104"/>
              </a:tblGrid>
              <a:tr h="241934">
                <a:tc>
                  <a:txBody>
                    <a:bodyPr/>
                    <a:lstStyle/>
                    <a:p>
                      <a:pPr algn="l" rtl="0" eaLnBrk="0">
                        <a:lnSpc>
                          <a:spcPct val="109000"/>
                        </a:lnSpc>
                      </a:pPr>
                      <a:endParaRPr lang="en-US" altLang="en-US" sz="400" dirty="0"/>
                    </a:p>
                    <a:p>
                      <a:pPr marL="173355" algn="l" rtl="0" eaLnBrk="0">
                        <a:lnSpc>
                          <a:spcPts val="1120"/>
                        </a:lnSpc>
                        <a:spcBef>
                          <a:spcPts val="0"/>
                        </a:spcBef>
                      </a:pPr>
                      <a:r>
                        <a:rPr sz="900" kern="0" spc="80" dirty="0">
                          <a:solidFill>
                            <a:srgbClr val="000000">
                              <a:alpha val="100000"/>
                            </a:srgbClr>
                          </a:solidFill>
                          <a:cs typeface="宋体" panose="02010600030101010101" pitchFamily="2" charset="-122"/>
                        </a:rPr>
                        <a:t>服务级别管理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64" name="table 1964"/>
          <p:cNvGraphicFramePr>
            <a:graphicFrameLocks noGrp="1"/>
          </p:cNvGraphicFramePr>
          <p:nvPr>
            <p:custDataLst>
              <p:tags r:id="rId48"/>
            </p:custDataLst>
          </p:nvPr>
        </p:nvGraphicFramePr>
        <p:xfrm>
          <a:off x="5675185" y="2377249"/>
          <a:ext cx="1094104" cy="251459"/>
        </p:xfrm>
        <a:graphic>
          <a:graphicData uri="http://schemas.openxmlformats.org/drawingml/2006/table">
            <a:tbl>
              <a:tblPr>
                <a:solidFill>
                  <a:srgbClr val="FFFFFF"/>
                </a:solidFill>
              </a:tblPr>
              <a:tblGrid>
                <a:gridCol w="1094104"/>
              </a:tblGrid>
              <a:tr h="241934">
                <a:tc>
                  <a:txBody>
                    <a:bodyPr/>
                    <a:lstStyle/>
                    <a:p>
                      <a:pPr algn="l" rtl="0" eaLnBrk="0">
                        <a:lnSpc>
                          <a:spcPct val="108000"/>
                        </a:lnSpc>
                      </a:pPr>
                      <a:endParaRPr lang="en-US" altLang="en-US" sz="400" dirty="0"/>
                    </a:p>
                    <a:p>
                      <a:pPr marL="110490" algn="l" rtl="0" eaLnBrk="0">
                        <a:lnSpc>
                          <a:spcPts val="1120"/>
                        </a:lnSpc>
                        <a:spcBef>
                          <a:spcPts val="5"/>
                        </a:spcBef>
                      </a:pPr>
                      <a:r>
                        <a:rPr sz="900" kern="0" spc="80" dirty="0">
                          <a:solidFill>
                            <a:srgbClr val="000000">
                              <a:alpha val="100000"/>
                            </a:srgbClr>
                          </a:solidFill>
                          <a:cs typeface="宋体" panose="02010600030101010101" pitchFamily="2" charset="-122"/>
                        </a:rPr>
                        <a:t>客户满意度管理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66" name="table 1966"/>
          <p:cNvGraphicFramePr>
            <a:graphicFrameLocks noGrp="1"/>
          </p:cNvGraphicFramePr>
          <p:nvPr>
            <p:custDataLst>
              <p:tags r:id="rId49"/>
            </p:custDataLst>
          </p:nvPr>
        </p:nvGraphicFramePr>
        <p:xfrm>
          <a:off x="4616005" y="2070925"/>
          <a:ext cx="1094104" cy="251459"/>
        </p:xfrm>
        <a:graphic>
          <a:graphicData uri="http://schemas.openxmlformats.org/drawingml/2006/table">
            <a:tbl>
              <a:tblPr>
                <a:solidFill>
                  <a:srgbClr val="FFFFFF"/>
                </a:solidFill>
              </a:tblPr>
              <a:tblGrid>
                <a:gridCol w="1094104"/>
              </a:tblGrid>
              <a:tr h="241934">
                <a:tc>
                  <a:txBody>
                    <a:bodyPr/>
                    <a:lstStyle/>
                    <a:p>
                      <a:pPr algn="l" rtl="0" eaLnBrk="0">
                        <a:lnSpc>
                          <a:spcPct val="109000"/>
                        </a:lnSpc>
                      </a:pPr>
                      <a:endParaRPr lang="en-US" altLang="en-US" sz="400" dirty="0"/>
                    </a:p>
                    <a:p>
                      <a:pPr marL="173355" algn="l" rtl="0" eaLnBrk="0">
                        <a:lnSpc>
                          <a:spcPts val="1120"/>
                        </a:lnSpc>
                        <a:spcBef>
                          <a:spcPts val="0"/>
                        </a:spcBef>
                      </a:pPr>
                      <a:r>
                        <a:rPr sz="900" kern="0" spc="90" dirty="0">
                          <a:solidFill>
                            <a:srgbClr val="000000">
                              <a:alpha val="100000"/>
                            </a:srgbClr>
                          </a:solidFill>
                          <a:cs typeface="宋体" panose="02010600030101010101" pitchFamily="2" charset="-122"/>
                        </a:rPr>
                        <a:t>服务目录管理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68" name="table 1968"/>
          <p:cNvGraphicFramePr>
            <a:graphicFrameLocks noGrp="1"/>
          </p:cNvGraphicFramePr>
          <p:nvPr>
            <p:custDataLst>
              <p:tags r:id="rId50"/>
            </p:custDataLst>
          </p:nvPr>
        </p:nvGraphicFramePr>
        <p:xfrm>
          <a:off x="2267521" y="2377249"/>
          <a:ext cx="1094105" cy="251459"/>
        </p:xfrm>
        <a:graphic>
          <a:graphicData uri="http://schemas.openxmlformats.org/drawingml/2006/table">
            <a:tbl>
              <a:tblPr>
                <a:solidFill>
                  <a:srgbClr val="FFFF00"/>
                </a:solidFill>
              </a:tblPr>
              <a:tblGrid>
                <a:gridCol w="1094105"/>
              </a:tblGrid>
              <a:tr h="241934">
                <a:tc>
                  <a:txBody>
                    <a:bodyPr/>
                    <a:lstStyle/>
                    <a:p>
                      <a:pPr algn="l" rtl="0" eaLnBrk="0">
                        <a:lnSpc>
                          <a:spcPct val="108000"/>
                        </a:lnSpc>
                      </a:pPr>
                      <a:endParaRPr lang="en-US" altLang="en-US" sz="400" dirty="0"/>
                    </a:p>
                    <a:p>
                      <a:pPr marL="306705" algn="l" rtl="0" eaLnBrk="0">
                        <a:lnSpc>
                          <a:spcPts val="1120"/>
                        </a:lnSpc>
                        <a:spcBef>
                          <a:spcPts val="5"/>
                        </a:spcBef>
                      </a:pPr>
                      <a:r>
                        <a:rPr sz="900" kern="0" spc="70" dirty="0">
                          <a:solidFill>
                            <a:srgbClr val="000000">
                              <a:alpha val="100000"/>
                            </a:srgbClr>
                          </a:solidFill>
                          <a:cs typeface="宋体" panose="02010600030101010101" pitchFamily="2" charset="-122"/>
                        </a:rPr>
                        <a:t>需求管理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70" name="table 1970"/>
          <p:cNvGraphicFramePr>
            <a:graphicFrameLocks noGrp="1"/>
          </p:cNvGraphicFramePr>
          <p:nvPr>
            <p:custDataLst>
              <p:tags r:id="rId51"/>
            </p:custDataLst>
          </p:nvPr>
        </p:nvGraphicFramePr>
        <p:xfrm>
          <a:off x="2779585" y="5641657"/>
          <a:ext cx="1076325" cy="247014"/>
        </p:xfrm>
        <a:graphic>
          <a:graphicData uri="http://schemas.openxmlformats.org/drawingml/2006/table">
            <a:tbl>
              <a:tblPr>
                <a:solidFill>
                  <a:srgbClr val="FFFF00"/>
                </a:solidFill>
              </a:tblPr>
              <a:tblGrid>
                <a:gridCol w="1076325"/>
              </a:tblGrid>
              <a:tr h="237489">
                <a:tc>
                  <a:txBody>
                    <a:bodyPr/>
                    <a:lstStyle/>
                    <a:p>
                      <a:pPr algn="l" rtl="0" eaLnBrk="0">
                        <a:lnSpc>
                          <a:spcPct val="106000"/>
                        </a:lnSpc>
                      </a:pPr>
                      <a:endParaRPr lang="en-US" altLang="en-US" sz="400" dirty="0"/>
                    </a:p>
                    <a:p>
                      <a:pPr marL="290830" algn="l" rtl="0" eaLnBrk="0">
                        <a:lnSpc>
                          <a:spcPts val="1120"/>
                        </a:lnSpc>
                        <a:spcBef>
                          <a:spcPts val="0"/>
                        </a:spcBef>
                      </a:pPr>
                      <a:r>
                        <a:rPr sz="900" kern="0" spc="80" dirty="0">
                          <a:solidFill>
                            <a:srgbClr val="000000">
                              <a:alpha val="100000"/>
                            </a:srgbClr>
                          </a:solidFill>
                          <a:cs typeface="宋体" panose="02010600030101010101" pitchFamily="2" charset="-122"/>
                        </a:rPr>
                        <a:t>容量管理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72" name="table 1972"/>
          <p:cNvGraphicFramePr>
            <a:graphicFrameLocks noGrp="1"/>
          </p:cNvGraphicFramePr>
          <p:nvPr>
            <p:custDataLst>
              <p:tags r:id="rId52"/>
            </p:custDataLst>
          </p:nvPr>
        </p:nvGraphicFramePr>
        <p:xfrm>
          <a:off x="2779585" y="5342953"/>
          <a:ext cx="1076325" cy="247014"/>
        </p:xfrm>
        <a:graphic>
          <a:graphicData uri="http://schemas.openxmlformats.org/drawingml/2006/table">
            <a:tbl>
              <a:tblPr>
                <a:solidFill>
                  <a:srgbClr val="FFFFFF"/>
                </a:solidFill>
              </a:tblPr>
              <a:tblGrid>
                <a:gridCol w="1076325"/>
              </a:tblGrid>
              <a:tr h="237489">
                <a:tc>
                  <a:txBody>
                    <a:bodyPr/>
                    <a:lstStyle/>
                    <a:p>
                      <a:pPr algn="l" rtl="0" eaLnBrk="0">
                        <a:lnSpc>
                          <a:spcPct val="107000"/>
                        </a:lnSpc>
                      </a:pPr>
                      <a:endParaRPr lang="en-US" altLang="en-US" sz="400" dirty="0"/>
                    </a:p>
                    <a:p>
                      <a:pPr marL="290195" algn="l" rtl="0" eaLnBrk="0">
                        <a:lnSpc>
                          <a:spcPts val="1120"/>
                        </a:lnSpc>
                      </a:pPr>
                      <a:r>
                        <a:rPr sz="900" kern="0" spc="80" dirty="0">
                          <a:solidFill>
                            <a:srgbClr val="000000">
                              <a:alpha val="100000"/>
                            </a:srgbClr>
                          </a:solidFill>
                          <a:cs typeface="宋体" panose="02010600030101010101" pitchFamily="2" charset="-122"/>
                        </a:rPr>
                        <a:t>合规管理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74" name="table 1974"/>
          <p:cNvGraphicFramePr>
            <a:graphicFrameLocks noGrp="1"/>
          </p:cNvGraphicFramePr>
          <p:nvPr>
            <p:custDataLst>
              <p:tags r:id="rId53"/>
            </p:custDataLst>
          </p:nvPr>
        </p:nvGraphicFramePr>
        <p:xfrm>
          <a:off x="3954589" y="5342953"/>
          <a:ext cx="1074420" cy="247014"/>
        </p:xfrm>
        <a:graphic>
          <a:graphicData uri="http://schemas.openxmlformats.org/drawingml/2006/table">
            <a:tbl>
              <a:tblPr>
                <a:solidFill>
                  <a:srgbClr val="FFFF00"/>
                </a:solidFill>
              </a:tblPr>
              <a:tblGrid>
                <a:gridCol w="1074420"/>
              </a:tblGrid>
              <a:tr h="237489">
                <a:tc>
                  <a:txBody>
                    <a:bodyPr/>
                    <a:lstStyle/>
                    <a:p>
                      <a:pPr algn="l" rtl="0" eaLnBrk="0">
                        <a:lnSpc>
                          <a:spcPct val="107000"/>
                        </a:lnSpc>
                      </a:pPr>
                      <a:endParaRPr lang="en-US" altLang="en-US" sz="400" dirty="0"/>
                    </a:p>
                    <a:p>
                      <a:pPr marL="290830" algn="l" rtl="0" eaLnBrk="0">
                        <a:lnSpc>
                          <a:spcPts val="1120"/>
                        </a:lnSpc>
                      </a:pPr>
                      <a:r>
                        <a:rPr sz="900" kern="0" spc="70" dirty="0">
                          <a:solidFill>
                            <a:srgbClr val="000000">
                              <a:alpha val="100000"/>
                            </a:srgbClr>
                          </a:solidFill>
                          <a:cs typeface="宋体" panose="02010600030101010101" pitchFamily="2" charset="-122"/>
                        </a:rPr>
                        <a:t>安全管理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76" name="table 1976"/>
          <p:cNvGraphicFramePr>
            <a:graphicFrameLocks noGrp="1"/>
          </p:cNvGraphicFramePr>
          <p:nvPr>
            <p:custDataLst>
              <p:tags r:id="rId54"/>
            </p:custDataLst>
          </p:nvPr>
        </p:nvGraphicFramePr>
        <p:xfrm>
          <a:off x="5147881" y="5342953"/>
          <a:ext cx="1074420" cy="247014"/>
        </p:xfrm>
        <a:graphic>
          <a:graphicData uri="http://schemas.openxmlformats.org/drawingml/2006/table">
            <a:tbl>
              <a:tblPr>
                <a:solidFill>
                  <a:srgbClr val="FFFF00"/>
                </a:solidFill>
              </a:tblPr>
              <a:tblGrid>
                <a:gridCol w="1074420"/>
              </a:tblGrid>
              <a:tr h="237489">
                <a:tc>
                  <a:txBody>
                    <a:bodyPr/>
                    <a:lstStyle/>
                    <a:p>
                      <a:pPr algn="l" rtl="0" eaLnBrk="0">
                        <a:lnSpc>
                          <a:spcPct val="117000"/>
                        </a:lnSpc>
                      </a:pPr>
                      <a:endParaRPr lang="en-US" altLang="en-US" sz="400" dirty="0"/>
                    </a:p>
                    <a:p>
                      <a:pPr marL="227330" algn="l" rtl="0" eaLnBrk="0">
                        <a:lnSpc>
                          <a:spcPts val="1120"/>
                        </a:lnSpc>
                      </a:pPr>
                      <a:r>
                        <a:rPr sz="900" kern="0" spc="80" dirty="0">
                          <a:solidFill>
                            <a:srgbClr val="000000">
                              <a:alpha val="100000"/>
                            </a:srgbClr>
                          </a:solidFill>
                          <a:cs typeface="宋体" panose="02010600030101010101" pitchFamily="2" charset="-122"/>
                        </a:rPr>
                        <a:t>可用性管理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78" name="table 1978"/>
          <p:cNvGraphicFramePr>
            <a:graphicFrameLocks noGrp="1"/>
          </p:cNvGraphicFramePr>
          <p:nvPr>
            <p:custDataLst>
              <p:tags r:id="rId55"/>
            </p:custDataLst>
          </p:nvPr>
        </p:nvGraphicFramePr>
        <p:xfrm>
          <a:off x="5147881" y="5641657"/>
          <a:ext cx="1074420" cy="247014"/>
        </p:xfrm>
        <a:graphic>
          <a:graphicData uri="http://schemas.openxmlformats.org/drawingml/2006/table">
            <a:tbl>
              <a:tblPr>
                <a:solidFill>
                  <a:srgbClr val="FFFFFF"/>
                </a:solidFill>
              </a:tblPr>
              <a:tblGrid>
                <a:gridCol w="1074420"/>
              </a:tblGrid>
              <a:tr h="237489">
                <a:tc>
                  <a:txBody>
                    <a:bodyPr/>
                    <a:lstStyle/>
                    <a:p>
                      <a:pPr algn="l" rtl="0" eaLnBrk="0">
                        <a:lnSpc>
                          <a:spcPct val="116000"/>
                        </a:lnSpc>
                      </a:pPr>
                      <a:endParaRPr lang="en-US" altLang="en-US" sz="400" dirty="0"/>
                    </a:p>
                    <a:p>
                      <a:pPr marL="99695" algn="l" rtl="0" eaLnBrk="0">
                        <a:lnSpc>
                          <a:spcPts val="1120"/>
                        </a:lnSpc>
                        <a:spcBef>
                          <a:spcPts val="0"/>
                        </a:spcBef>
                      </a:pPr>
                      <a:r>
                        <a:rPr sz="900" kern="0" spc="80" dirty="0">
                          <a:solidFill>
                            <a:srgbClr val="000000">
                              <a:alpha val="100000"/>
                            </a:srgbClr>
                          </a:solidFill>
                          <a:cs typeface="宋体" panose="02010600030101010101" pitchFamily="2" charset="-122"/>
                        </a:rPr>
                        <a:t>服务连续性管理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80" name="table 1980"/>
          <p:cNvGraphicFramePr>
            <a:graphicFrameLocks noGrp="1"/>
          </p:cNvGraphicFramePr>
          <p:nvPr>
            <p:custDataLst>
              <p:tags r:id="rId56"/>
            </p:custDataLst>
          </p:nvPr>
        </p:nvGraphicFramePr>
        <p:xfrm>
          <a:off x="3954589" y="5641657"/>
          <a:ext cx="1074420" cy="247014"/>
        </p:xfrm>
        <a:graphic>
          <a:graphicData uri="http://schemas.openxmlformats.org/drawingml/2006/table">
            <a:tbl>
              <a:tblPr>
                <a:solidFill>
                  <a:srgbClr val="FFFF00"/>
                </a:solidFill>
              </a:tblPr>
              <a:tblGrid>
                <a:gridCol w="1074420"/>
              </a:tblGrid>
              <a:tr h="237489">
                <a:tc>
                  <a:txBody>
                    <a:bodyPr/>
                    <a:lstStyle/>
                    <a:p>
                      <a:pPr algn="l" rtl="0" eaLnBrk="0">
                        <a:lnSpc>
                          <a:spcPct val="106000"/>
                        </a:lnSpc>
                      </a:pPr>
                      <a:endParaRPr lang="en-US" altLang="en-US" sz="400" dirty="0"/>
                    </a:p>
                    <a:p>
                      <a:pPr marL="290830" algn="l" rtl="0" eaLnBrk="0">
                        <a:lnSpc>
                          <a:spcPts val="1120"/>
                        </a:lnSpc>
                        <a:spcBef>
                          <a:spcPts val="0"/>
                        </a:spcBef>
                      </a:pPr>
                      <a:r>
                        <a:rPr sz="900" kern="0" spc="80" dirty="0">
                          <a:solidFill>
                            <a:srgbClr val="000000">
                              <a:alpha val="100000"/>
                            </a:srgbClr>
                          </a:solidFill>
                          <a:cs typeface="宋体" panose="02010600030101010101" pitchFamily="2" charset="-122"/>
                        </a:rPr>
                        <a:t>设施管理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sp>
        <p:nvSpPr>
          <p:cNvPr id="1982" name="textbox 1982"/>
          <p:cNvSpPr/>
          <p:nvPr>
            <p:custDataLst>
              <p:tags r:id="rId57"/>
            </p:custDataLst>
          </p:nvPr>
        </p:nvSpPr>
        <p:spPr>
          <a:xfrm>
            <a:off x="7859884" y="2822834"/>
            <a:ext cx="1216660"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tx1"/>
              </a:solidFill>
            </a:endParaRPr>
          </a:p>
          <a:p>
            <a:pPr marL="12700" algn="l" rtl="0" eaLnBrk="0">
              <a:lnSpc>
                <a:spcPts val="1860"/>
              </a:lnSpc>
            </a:pPr>
            <a:r>
              <a:rPr sz="1500" b="1" kern="0" spc="0" dirty="0">
                <a:solidFill>
                  <a:schemeClr val="tx1"/>
                </a:solidFill>
                <a:cs typeface="微软雅黑" panose="020B0503020204020204" charset="-122"/>
              </a:rPr>
              <a:t>IT</a:t>
            </a:r>
            <a:r>
              <a:rPr sz="1500" b="1" kern="0" spc="80" dirty="0">
                <a:solidFill>
                  <a:schemeClr val="tx1"/>
                </a:solidFill>
                <a:cs typeface="微软雅黑" panose="020B0503020204020204" charset="-122"/>
              </a:rPr>
              <a:t>治理与管理</a:t>
            </a:r>
            <a:endParaRPr lang="en-US" altLang="en-US" sz="1500" b="1" kern="0" spc="80" dirty="0">
              <a:solidFill>
                <a:schemeClr val="tx1"/>
              </a:solidFill>
              <a:cs typeface="微软雅黑" panose="020B0503020204020204" charset="-122"/>
            </a:endParaRPr>
          </a:p>
        </p:txBody>
      </p:sp>
      <p:graphicFrame>
        <p:nvGraphicFramePr>
          <p:cNvPr id="1984" name="table 1984"/>
          <p:cNvGraphicFramePr>
            <a:graphicFrameLocks noGrp="1"/>
          </p:cNvGraphicFramePr>
          <p:nvPr>
            <p:custDataLst>
              <p:tags r:id="rId58"/>
            </p:custDataLst>
          </p:nvPr>
        </p:nvGraphicFramePr>
        <p:xfrm>
          <a:off x="6165913" y="3556825"/>
          <a:ext cx="865504" cy="259079"/>
        </p:xfrm>
        <a:graphic>
          <a:graphicData uri="http://schemas.openxmlformats.org/drawingml/2006/table">
            <a:tbl>
              <a:tblPr>
                <a:solidFill>
                  <a:srgbClr val="FFFFFF"/>
                </a:solidFill>
              </a:tblPr>
              <a:tblGrid>
                <a:gridCol w="865504"/>
              </a:tblGrid>
              <a:tr h="249554">
                <a:tc>
                  <a:txBody>
                    <a:bodyPr/>
                    <a:lstStyle/>
                    <a:p>
                      <a:pPr algn="l" rtl="0" eaLnBrk="0">
                        <a:lnSpc>
                          <a:spcPct val="100000"/>
                        </a:lnSpc>
                      </a:pPr>
                      <a:endParaRPr lang="en-US" altLang="en-US" sz="500" dirty="0"/>
                    </a:p>
                    <a:p>
                      <a:pPr marL="186055" algn="l" rtl="0" eaLnBrk="0">
                        <a:lnSpc>
                          <a:spcPts val="1120"/>
                        </a:lnSpc>
                        <a:spcBef>
                          <a:spcPts val="5"/>
                        </a:spcBef>
                      </a:pPr>
                      <a:r>
                        <a:rPr sz="900" kern="0" spc="80" dirty="0">
                          <a:solidFill>
                            <a:srgbClr val="000000">
                              <a:alpha val="100000"/>
                            </a:srgbClr>
                          </a:solidFill>
                          <a:cs typeface="宋体" panose="02010600030101010101" pitchFamily="2" charset="-122"/>
                        </a:rPr>
                        <a:t>数据管理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86" name="table 1986"/>
          <p:cNvGraphicFramePr>
            <a:graphicFrameLocks noGrp="1"/>
          </p:cNvGraphicFramePr>
          <p:nvPr>
            <p:custDataLst>
              <p:tags r:id="rId59"/>
            </p:custDataLst>
          </p:nvPr>
        </p:nvGraphicFramePr>
        <p:xfrm>
          <a:off x="6165913" y="4164901"/>
          <a:ext cx="865504" cy="259079"/>
        </p:xfrm>
        <a:graphic>
          <a:graphicData uri="http://schemas.openxmlformats.org/drawingml/2006/table">
            <a:tbl>
              <a:tblPr>
                <a:solidFill>
                  <a:srgbClr val="FFFF00"/>
                </a:solidFill>
              </a:tblPr>
              <a:tblGrid>
                <a:gridCol w="865504"/>
              </a:tblGrid>
              <a:tr h="249554">
                <a:tc>
                  <a:txBody>
                    <a:bodyPr/>
                    <a:lstStyle/>
                    <a:p>
                      <a:pPr algn="l" rtl="0" eaLnBrk="0">
                        <a:lnSpc>
                          <a:spcPct val="100000"/>
                        </a:lnSpc>
                      </a:pPr>
                      <a:endParaRPr lang="en-US" altLang="en-US" sz="500" dirty="0"/>
                    </a:p>
                    <a:p>
                      <a:pPr marL="185420" algn="l" rtl="0" eaLnBrk="0">
                        <a:lnSpc>
                          <a:spcPts val="1120"/>
                        </a:lnSpc>
                        <a:spcBef>
                          <a:spcPts val="5"/>
                        </a:spcBef>
                      </a:pPr>
                      <a:r>
                        <a:rPr sz="900" kern="0" spc="80" dirty="0">
                          <a:solidFill>
                            <a:srgbClr val="000000">
                              <a:alpha val="100000"/>
                            </a:srgbClr>
                          </a:solidFill>
                          <a:cs typeface="宋体" panose="02010600030101010101" pitchFamily="2" charset="-122"/>
                        </a:rPr>
                        <a:t>事故管理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88" name="table 1988"/>
          <p:cNvGraphicFramePr>
            <a:graphicFrameLocks noGrp="1"/>
          </p:cNvGraphicFramePr>
          <p:nvPr>
            <p:custDataLst>
              <p:tags r:id="rId60"/>
            </p:custDataLst>
          </p:nvPr>
        </p:nvGraphicFramePr>
        <p:xfrm>
          <a:off x="6165913" y="3861625"/>
          <a:ext cx="865504" cy="257810"/>
        </p:xfrm>
        <a:graphic>
          <a:graphicData uri="http://schemas.openxmlformats.org/drawingml/2006/table">
            <a:tbl>
              <a:tblPr>
                <a:solidFill>
                  <a:srgbClr val="FFFF00"/>
                </a:solidFill>
              </a:tblPr>
              <a:tblGrid>
                <a:gridCol w="865504"/>
              </a:tblGrid>
              <a:tr h="248285">
                <a:tc>
                  <a:txBody>
                    <a:bodyPr/>
                    <a:lstStyle/>
                    <a:p>
                      <a:pPr algn="l" rtl="0" eaLnBrk="0">
                        <a:lnSpc>
                          <a:spcPct val="124000"/>
                        </a:lnSpc>
                      </a:pPr>
                      <a:endParaRPr lang="en-US" altLang="en-US" sz="400" dirty="0"/>
                    </a:p>
                    <a:p>
                      <a:pPr marL="185420" algn="l" rtl="0" eaLnBrk="0">
                        <a:lnSpc>
                          <a:spcPts val="1120"/>
                        </a:lnSpc>
                        <a:spcBef>
                          <a:spcPts val="5"/>
                        </a:spcBef>
                      </a:pPr>
                      <a:r>
                        <a:rPr sz="900" kern="0" spc="80" dirty="0">
                          <a:solidFill>
                            <a:srgbClr val="000000">
                              <a:alpha val="100000"/>
                            </a:srgbClr>
                          </a:solidFill>
                          <a:cs typeface="宋体" panose="02010600030101010101" pitchFamily="2" charset="-122"/>
                        </a:rPr>
                        <a:t>事件管理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90" name="table 1990"/>
          <p:cNvGraphicFramePr>
            <a:graphicFrameLocks noGrp="1"/>
          </p:cNvGraphicFramePr>
          <p:nvPr>
            <p:custDataLst>
              <p:tags r:id="rId61"/>
            </p:custDataLst>
          </p:nvPr>
        </p:nvGraphicFramePr>
        <p:xfrm>
          <a:off x="6165913" y="4469701"/>
          <a:ext cx="865504" cy="257810"/>
        </p:xfrm>
        <a:graphic>
          <a:graphicData uri="http://schemas.openxmlformats.org/drawingml/2006/table">
            <a:tbl>
              <a:tblPr>
                <a:solidFill>
                  <a:srgbClr val="FFFF00"/>
                </a:solidFill>
              </a:tblPr>
              <a:tblGrid>
                <a:gridCol w="865504"/>
              </a:tblGrid>
              <a:tr h="248285">
                <a:tc>
                  <a:txBody>
                    <a:bodyPr/>
                    <a:lstStyle/>
                    <a:p>
                      <a:pPr algn="l" rtl="0" eaLnBrk="0">
                        <a:lnSpc>
                          <a:spcPct val="114000"/>
                        </a:lnSpc>
                      </a:pPr>
                      <a:endParaRPr lang="en-US" altLang="en-US" sz="400" dirty="0"/>
                    </a:p>
                    <a:p>
                      <a:pPr marL="199390" algn="l" rtl="0" eaLnBrk="0">
                        <a:lnSpc>
                          <a:spcPts val="1120"/>
                        </a:lnSpc>
                        <a:spcBef>
                          <a:spcPts val="5"/>
                        </a:spcBef>
                      </a:pPr>
                      <a:r>
                        <a:rPr sz="900" kern="0" spc="50" dirty="0">
                          <a:solidFill>
                            <a:srgbClr val="000000">
                              <a:alpha val="100000"/>
                            </a:srgbClr>
                          </a:solidFill>
                          <a:cs typeface="宋体" panose="02010600030101010101" pitchFamily="2" charset="-122"/>
                        </a:rPr>
                        <a:t>问题管理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92" name="table 1992"/>
          <p:cNvGraphicFramePr>
            <a:graphicFrameLocks noGrp="1"/>
          </p:cNvGraphicFramePr>
          <p:nvPr>
            <p:custDataLst>
              <p:tags r:id="rId62"/>
            </p:custDataLst>
          </p:nvPr>
        </p:nvGraphicFramePr>
        <p:xfrm>
          <a:off x="6165913" y="4774501"/>
          <a:ext cx="865504" cy="257810"/>
        </p:xfrm>
        <a:graphic>
          <a:graphicData uri="http://schemas.openxmlformats.org/drawingml/2006/table">
            <a:tbl>
              <a:tblPr>
                <a:solidFill>
                  <a:srgbClr val="FFFFFF"/>
                </a:solidFill>
              </a:tblPr>
              <a:tblGrid>
                <a:gridCol w="865504"/>
              </a:tblGrid>
              <a:tr h="248285">
                <a:tc>
                  <a:txBody>
                    <a:bodyPr/>
                    <a:lstStyle/>
                    <a:p>
                      <a:pPr algn="l" rtl="0" eaLnBrk="0">
                        <a:lnSpc>
                          <a:spcPct val="114000"/>
                        </a:lnSpc>
                      </a:pPr>
                      <a:endParaRPr lang="en-US" altLang="en-US" sz="400" dirty="0"/>
                    </a:p>
                    <a:p>
                      <a:pPr marL="185420" algn="l" rtl="0" eaLnBrk="0">
                        <a:lnSpc>
                          <a:spcPts val="1120"/>
                        </a:lnSpc>
                        <a:spcBef>
                          <a:spcPts val="5"/>
                        </a:spcBef>
                      </a:pPr>
                      <a:r>
                        <a:rPr sz="900" kern="0" spc="80" dirty="0">
                          <a:solidFill>
                            <a:srgbClr val="000000">
                              <a:alpha val="100000"/>
                            </a:srgbClr>
                          </a:solidFill>
                          <a:cs typeface="宋体" panose="02010600030101010101" pitchFamily="2" charset="-122"/>
                        </a:rPr>
                        <a:t>认证管理</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FF"/>
                    </a:solidFill>
                  </a:tcPr>
                </a:tc>
              </a:tr>
            </a:tbl>
          </a:graphicData>
        </a:graphic>
      </p:graphicFrame>
      <p:graphicFrame>
        <p:nvGraphicFramePr>
          <p:cNvPr id="1994" name="table 1994"/>
          <p:cNvGraphicFramePr>
            <a:graphicFrameLocks noGrp="1"/>
          </p:cNvGraphicFramePr>
          <p:nvPr>
            <p:custDataLst>
              <p:tags r:id="rId63"/>
            </p:custDataLst>
          </p:nvPr>
        </p:nvGraphicFramePr>
        <p:xfrm>
          <a:off x="6165913" y="2948749"/>
          <a:ext cx="865504" cy="257809"/>
        </p:xfrm>
        <a:graphic>
          <a:graphicData uri="http://schemas.openxmlformats.org/drawingml/2006/table">
            <a:tbl>
              <a:tblPr>
                <a:solidFill>
                  <a:srgbClr val="FFFF00"/>
                </a:solidFill>
              </a:tblPr>
              <a:tblGrid>
                <a:gridCol w="865504"/>
              </a:tblGrid>
              <a:tr h="248284">
                <a:tc>
                  <a:txBody>
                    <a:bodyPr/>
                    <a:lstStyle/>
                    <a:p>
                      <a:pPr algn="l" rtl="0" eaLnBrk="0">
                        <a:lnSpc>
                          <a:spcPct val="113000"/>
                        </a:lnSpc>
                      </a:pPr>
                      <a:endParaRPr lang="en-US" altLang="en-US" sz="400" dirty="0"/>
                    </a:p>
                    <a:p>
                      <a:pPr marL="192405" algn="l" rtl="0" eaLnBrk="0">
                        <a:lnSpc>
                          <a:spcPts val="1125"/>
                        </a:lnSpc>
                        <a:spcBef>
                          <a:spcPts val="5"/>
                        </a:spcBef>
                      </a:pPr>
                      <a:r>
                        <a:rPr sz="900" kern="0" spc="70" dirty="0">
                          <a:solidFill>
                            <a:srgbClr val="000000">
                              <a:alpha val="100000"/>
                            </a:srgbClr>
                          </a:solidFill>
                          <a:cs typeface="宋体" panose="02010600030101010101" pitchFamily="2" charset="-122"/>
                        </a:rPr>
                        <a:t>需求开通</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graphicFrame>
        <p:nvGraphicFramePr>
          <p:cNvPr id="1996" name="table 1996"/>
          <p:cNvGraphicFramePr>
            <a:graphicFrameLocks noGrp="1"/>
          </p:cNvGraphicFramePr>
          <p:nvPr>
            <p:custDataLst>
              <p:tags r:id="rId64"/>
            </p:custDataLst>
          </p:nvPr>
        </p:nvGraphicFramePr>
        <p:xfrm>
          <a:off x="6165913" y="3253549"/>
          <a:ext cx="865504" cy="257809"/>
        </p:xfrm>
        <a:graphic>
          <a:graphicData uri="http://schemas.openxmlformats.org/drawingml/2006/table">
            <a:tbl>
              <a:tblPr>
                <a:solidFill>
                  <a:srgbClr val="FFFF00"/>
                </a:solidFill>
              </a:tblPr>
              <a:tblGrid>
                <a:gridCol w="865504"/>
              </a:tblGrid>
              <a:tr h="248284">
                <a:tc>
                  <a:txBody>
                    <a:bodyPr/>
                    <a:lstStyle/>
                    <a:p>
                      <a:pPr algn="l" rtl="0" eaLnBrk="0">
                        <a:lnSpc>
                          <a:spcPct val="114000"/>
                        </a:lnSpc>
                      </a:pPr>
                      <a:endParaRPr lang="en-US" altLang="en-US" sz="400" dirty="0"/>
                    </a:p>
                    <a:p>
                      <a:pPr marL="185420" algn="l" rtl="0" eaLnBrk="0">
                        <a:lnSpc>
                          <a:spcPts val="1120"/>
                        </a:lnSpc>
                        <a:spcBef>
                          <a:spcPts val="0"/>
                        </a:spcBef>
                      </a:pPr>
                      <a:r>
                        <a:rPr sz="900" kern="0" spc="80" dirty="0">
                          <a:solidFill>
                            <a:srgbClr val="000000">
                              <a:alpha val="100000"/>
                            </a:srgbClr>
                          </a:solidFill>
                          <a:cs typeface="宋体" panose="02010600030101010101" pitchFamily="2" charset="-122"/>
                        </a:rPr>
                        <a:t>服务执行</a:t>
                      </a:r>
                      <a:endParaRPr lang="en-US" altLang="en-US" sz="9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sp>
        <p:nvSpPr>
          <p:cNvPr id="1998" name="rect"/>
          <p:cNvSpPr/>
          <p:nvPr/>
        </p:nvSpPr>
        <p:spPr>
          <a:xfrm>
            <a:off x="7851647" y="3771900"/>
            <a:ext cx="882395" cy="246888"/>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2000" name="textbox 2000"/>
          <p:cNvSpPr/>
          <p:nvPr>
            <p:custDataLst>
              <p:tags r:id="rId65"/>
            </p:custDataLst>
          </p:nvPr>
        </p:nvSpPr>
        <p:spPr>
          <a:xfrm>
            <a:off x="7920227" y="4841747"/>
            <a:ext cx="625475" cy="318770"/>
          </a:xfrm>
          <a:prstGeom prst="rect">
            <a:avLst/>
          </a:prstGeom>
          <a:solidFill>
            <a:srgbClr val="FFFFFF"/>
          </a:solidFill>
        </p:spPr>
        <p:txBody>
          <a:bodyPr vert="horz" wrap="square" lIns="0" tIns="0" rIns="0" bIns="0">
            <a:normAutofit/>
          </a:bodyPr>
          <a:lstStyle/>
          <a:p>
            <a:pPr algn="l" rtl="0" eaLnBrk="0">
              <a:lnSpc>
                <a:spcPct val="105000"/>
              </a:lnSpc>
            </a:pPr>
            <a:endParaRPr lang="en-US" altLang="en-US" sz="200" dirty="0">
              <a:solidFill>
                <a:schemeClr val="tx1"/>
              </a:solidFill>
            </a:endParaRPr>
          </a:p>
          <a:p>
            <a:pPr marL="113665" algn="l" rtl="0" eaLnBrk="0">
              <a:lnSpc>
                <a:spcPts val="1865"/>
              </a:lnSpc>
            </a:pPr>
            <a:r>
              <a:rPr sz="1500" b="1" kern="0" spc="70" dirty="0">
                <a:solidFill>
                  <a:schemeClr val="tx1"/>
                </a:solidFill>
                <a:cs typeface="微软雅黑" panose="020B0503020204020204" charset="-122"/>
              </a:rPr>
              <a:t>指导</a:t>
            </a:r>
            <a:endParaRPr lang="en-US" altLang="en-US" sz="1500" b="1" kern="0" spc="70" dirty="0">
              <a:solidFill>
                <a:schemeClr val="tx1"/>
              </a:solidFill>
              <a:cs typeface="微软雅黑" panose="020B0503020204020204" charset="-122"/>
            </a:endParaRPr>
          </a:p>
        </p:txBody>
      </p:sp>
      <p:sp>
        <p:nvSpPr>
          <p:cNvPr id="2002" name="textbox 2002"/>
          <p:cNvSpPr/>
          <p:nvPr>
            <p:custDataLst>
              <p:tags r:id="rId66"/>
            </p:custDataLst>
          </p:nvPr>
        </p:nvSpPr>
        <p:spPr>
          <a:xfrm>
            <a:off x="4015210" y="6014572"/>
            <a:ext cx="1537969" cy="16827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125"/>
              </a:lnSpc>
            </a:pPr>
            <a:r>
              <a:rPr sz="900" kern="0" spc="90" dirty="0">
                <a:solidFill>
                  <a:schemeClr val="dk1"/>
                </a:solidFill>
                <a:cs typeface="宋体" panose="02010600030101010101" pitchFamily="2" charset="-122"/>
              </a:rPr>
              <a:t>有相关活动，无规范无定义</a:t>
            </a:r>
            <a:endParaRPr lang="en-US" altLang="en-US" sz="900" kern="0" spc="90" dirty="0">
              <a:solidFill>
                <a:schemeClr val="dk1"/>
              </a:solidFill>
              <a:cs typeface="宋体" panose="02010600030101010101" pitchFamily="2" charset="-122"/>
            </a:endParaRPr>
          </a:p>
        </p:txBody>
      </p:sp>
      <p:sp>
        <p:nvSpPr>
          <p:cNvPr id="2004" name="textbox 2004"/>
          <p:cNvSpPr/>
          <p:nvPr>
            <p:custDataLst>
              <p:tags r:id="rId67"/>
            </p:custDataLst>
          </p:nvPr>
        </p:nvSpPr>
        <p:spPr>
          <a:xfrm>
            <a:off x="3463730" y="1232276"/>
            <a:ext cx="1064894" cy="228600"/>
          </a:xfrm>
          <a:prstGeom prst="rect">
            <a:avLst/>
          </a:prstGeom>
        </p:spPr>
        <p:txBody>
          <a:bodyPr vert="horz" wrap="square" lIns="0" tIns="0" rIns="0" bIns="0">
            <a:normAutofit/>
          </a:bodyPr>
          <a:lstStyle/>
          <a:p>
            <a:pPr algn="l" rtl="0" eaLnBrk="0">
              <a:lnSpc>
                <a:spcPct val="85000"/>
              </a:lnSpc>
            </a:pPr>
            <a:endParaRPr lang="en-US" altLang="en-US" sz="100" dirty="0">
              <a:solidFill>
                <a:schemeClr val="lt1"/>
              </a:solidFill>
            </a:endParaRPr>
          </a:p>
          <a:p>
            <a:pPr marL="12700" algn="l" rtl="0" eaLnBrk="0">
              <a:lnSpc>
                <a:spcPct val="95000"/>
              </a:lnSpc>
            </a:pPr>
            <a:r>
              <a:rPr sz="1400" b="1" kern="0" spc="-20" dirty="0">
                <a:solidFill>
                  <a:schemeClr val="lt1"/>
                </a:solidFill>
                <a:cs typeface="Arial" panose="020B0604020202020204"/>
              </a:rPr>
              <a:t>IT</a:t>
            </a:r>
            <a:r>
              <a:rPr sz="1400" kern="0" spc="-20" dirty="0">
                <a:ln w="5094" cap="flat" cmpd="sng">
                  <a:solidFill>
                    <a:srgbClr val="FFFFFF">
                      <a:alpha val="100000"/>
                    </a:srgbClr>
                  </a:solidFill>
                  <a:prstDash val="solid"/>
                  <a:miter lim="10"/>
                </a:ln>
                <a:solidFill>
                  <a:schemeClr val="lt1"/>
                </a:solidFill>
                <a:cs typeface="宋体" panose="02010600030101010101" pitchFamily="2" charset="-122"/>
              </a:rPr>
              <a:t>治理与管理</a:t>
            </a:r>
            <a:endParaRPr lang="en-US" altLang="en-US" sz="1400" kern="0" spc="-20" dirty="0">
              <a:ln w="5094" cap="flat" cmpd="sng">
                <a:solidFill>
                  <a:srgbClr val="FFFFFF">
                    <a:alpha val="100000"/>
                  </a:srgbClr>
                </a:solidFill>
                <a:prstDash val="solid"/>
                <a:miter lim="10"/>
              </a:ln>
              <a:solidFill>
                <a:schemeClr val="lt1"/>
              </a:solidFill>
              <a:cs typeface="宋体" panose="02010600030101010101" pitchFamily="2" charset="-122"/>
            </a:endParaRPr>
          </a:p>
        </p:txBody>
      </p:sp>
      <p:sp>
        <p:nvSpPr>
          <p:cNvPr id="2006" name="textbox 2006"/>
          <p:cNvSpPr/>
          <p:nvPr>
            <p:custDataLst>
              <p:tags r:id="rId68"/>
            </p:custDataLst>
          </p:nvPr>
        </p:nvSpPr>
        <p:spPr>
          <a:xfrm>
            <a:off x="1752705" y="6014572"/>
            <a:ext cx="1411605" cy="16827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120"/>
              </a:lnSpc>
            </a:pPr>
            <a:r>
              <a:rPr sz="900" kern="0" spc="90" dirty="0">
                <a:solidFill>
                  <a:schemeClr val="dk1"/>
                </a:solidFill>
                <a:cs typeface="宋体" panose="02010600030101010101" pitchFamily="2" charset="-122"/>
              </a:rPr>
              <a:t>有规范定义，按规范执行</a:t>
            </a:r>
            <a:endParaRPr lang="en-US" altLang="en-US" sz="900" kern="0" spc="90" dirty="0">
              <a:solidFill>
                <a:schemeClr val="dk1"/>
              </a:solidFill>
              <a:cs typeface="宋体" panose="02010600030101010101" pitchFamily="2" charset="-122"/>
            </a:endParaRPr>
          </a:p>
        </p:txBody>
      </p:sp>
      <p:sp>
        <p:nvSpPr>
          <p:cNvPr id="2008" name="textbox 2008"/>
          <p:cNvSpPr/>
          <p:nvPr>
            <p:custDataLst>
              <p:tags r:id="rId69"/>
            </p:custDataLst>
          </p:nvPr>
        </p:nvSpPr>
        <p:spPr>
          <a:xfrm>
            <a:off x="7878107" y="3790574"/>
            <a:ext cx="834389"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tx1"/>
              </a:solidFill>
            </a:endParaRPr>
          </a:p>
          <a:p>
            <a:pPr marL="12700" algn="l" rtl="0" eaLnBrk="0">
              <a:lnSpc>
                <a:spcPts val="1855"/>
              </a:lnSpc>
            </a:pPr>
            <a:r>
              <a:rPr sz="1500" b="1" kern="0" spc="80" dirty="0">
                <a:solidFill>
                  <a:schemeClr val="tx1"/>
                </a:solidFill>
                <a:cs typeface="微软雅黑" panose="020B0503020204020204" charset="-122"/>
              </a:rPr>
              <a:t>客户关系</a:t>
            </a:r>
            <a:endParaRPr lang="en-US" altLang="en-US" sz="1500" b="1" kern="0" spc="80" dirty="0">
              <a:solidFill>
                <a:schemeClr val="tx1"/>
              </a:solidFill>
              <a:cs typeface="微软雅黑" panose="020B0503020204020204" charset="-122"/>
            </a:endParaRPr>
          </a:p>
        </p:txBody>
      </p:sp>
      <p:sp>
        <p:nvSpPr>
          <p:cNvPr id="2010" name="textbox 2010"/>
          <p:cNvSpPr/>
          <p:nvPr>
            <p:custDataLst>
              <p:tags r:id="rId70"/>
            </p:custDataLst>
          </p:nvPr>
        </p:nvSpPr>
        <p:spPr>
          <a:xfrm>
            <a:off x="851056" y="1365746"/>
            <a:ext cx="887730" cy="229234"/>
          </a:xfrm>
          <a:prstGeom prst="rect">
            <a:avLst/>
          </a:prstGeom>
        </p:spPr>
        <p:txBody>
          <a:bodyPr vert="horz" wrap="square" lIns="0" tIns="0" rIns="0" bIns="0">
            <a:normAutofit/>
          </a:bodyPr>
          <a:lstStyle/>
          <a:p>
            <a:pPr algn="l" rtl="0" eaLnBrk="0">
              <a:lnSpc>
                <a:spcPct val="87000"/>
              </a:lnSpc>
            </a:pPr>
            <a:endParaRPr lang="en-US" altLang="en-US" sz="100" dirty="0">
              <a:solidFill>
                <a:schemeClr val="lt1"/>
              </a:solidFill>
            </a:endParaRPr>
          </a:p>
          <a:p>
            <a:pPr marL="12700" algn="l" rtl="0" eaLnBrk="0">
              <a:lnSpc>
                <a:spcPct val="95000"/>
              </a:lnSpc>
            </a:pPr>
            <a:r>
              <a:rPr sz="1400" b="1" kern="0" spc="-20" dirty="0">
                <a:solidFill>
                  <a:schemeClr val="lt1"/>
                </a:solidFill>
                <a:cs typeface="Arial" panose="020B0604020202020204"/>
              </a:rPr>
              <a:t>IT</a:t>
            </a:r>
            <a:r>
              <a:rPr sz="1400" kern="0" spc="-20" dirty="0">
                <a:ln w="5103" cap="flat" cmpd="sng">
                  <a:solidFill>
                    <a:srgbClr val="FFFFFF">
                      <a:alpha val="100000"/>
                    </a:srgbClr>
                  </a:solidFill>
                  <a:prstDash val="solid"/>
                  <a:miter lim="10"/>
                </a:ln>
                <a:solidFill>
                  <a:schemeClr val="lt1"/>
                </a:solidFill>
                <a:cs typeface="宋体" panose="02010600030101010101" pitchFamily="2" charset="-122"/>
              </a:rPr>
              <a:t>综合管理</a:t>
            </a:r>
            <a:endParaRPr lang="en-US" altLang="en-US" sz="1400" kern="0" spc="-20" dirty="0">
              <a:ln w="5103" cap="flat" cmpd="sng">
                <a:solidFill>
                  <a:srgbClr val="FFFFFF">
                    <a:alpha val="100000"/>
                  </a:srgbClr>
                </a:solidFill>
                <a:prstDash val="solid"/>
                <a:miter lim="10"/>
              </a:ln>
              <a:solidFill>
                <a:schemeClr val="lt1"/>
              </a:solidFill>
              <a:cs typeface="宋体" panose="02010600030101010101" pitchFamily="2" charset="-122"/>
            </a:endParaRPr>
          </a:p>
        </p:txBody>
      </p:sp>
      <p:sp>
        <p:nvSpPr>
          <p:cNvPr id="2012" name="textbox 2012"/>
          <p:cNvSpPr/>
          <p:nvPr>
            <p:custDataLst>
              <p:tags r:id="rId71"/>
            </p:custDataLst>
          </p:nvPr>
        </p:nvSpPr>
        <p:spPr>
          <a:xfrm>
            <a:off x="4762498" y="1858640"/>
            <a:ext cx="733425" cy="229234"/>
          </a:xfrm>
          <a:prstGeom prst="rect">
            <a:avLst/>
          </a:prstGeom>
        </p:spPr>
        <p:txBody>
          <a:bodyPr vert="horz" wrap="square" lIns="0" tIns="0" rIns="0" bIns="0">
            <a:normAutofit/>
          </a:bodyPr>
          <a:lstStyle/>
          <a:p>
            <a:pPr algn="l" rtl="0" eaLnBrk="0">
              <a:lnSpc>
                <a:spcPct val="90000"/>
              </a:lnSpc>
            </a:pPr>
            <a:endParaRPr lang="en-US" altLang="en-US" sz="100" dirty="0">
              <a:solidFill>
                <a:schemeClr val="lt1"/>
              </a:solidFill>
            </a:endParaRPr>
          </a:p>
          <a:p>
            <a:pPr marL="12700" algn="l" rtl="0" eaLnBrk="0">
              <a:lnSpc>
                <a:spcPct val="95000"/>
              </a:lnSpc>
            </a:pPr>
            <a:r>
              <a:rPr sz="1400" kern="0" spc="-10" dirty="0">
                <a:ln w="5094" cap="flat" cmpd="sng">
                  <a:solidFill>
                    <a:srgbClr val="FFFFFF">
                      <a:alpha val="100000"/>
                    </a:srgbClr>
                  </a:solidFill>
                  <a:prstDash val="solid"/>
                  <a:miter lim="10"/>
                </a:ln>
                <a:solidFill>
                  <a:schemeClr val="lt1"/>
                </a:solidFill>
                <a:cs typeface="宋体" panose="02010600030101010101" pitchFamily="2" charset="-122"/>
              </a:rPr>
              <a:t>客户关系</a:t>
            </a:r>
            <a:endParaRPr lang="en-US" altLang="en-US" sz="1400" kern="0" spc="-10" dirty="0">
              <a:ln w="5094" cap="flat" cmpd="sng">
                <a:solidFill>
                  <a:srgbClr val="FFFFFF">
                    <a:alpha val="100000"/>
                  </a:srgbClr>
                </a:solidFill>
                <a:prstDash val="solid"/>
                <a:miter lim="10"/>
              </a:ln>
              <a:solidFill>
                <a:schemeClr val="lt1"/>
              </a:solidFill>
              <a:cs typeface="宋体" panose="02010600030101010101" pitchFamily="2" charset="-122"/>
            </a:endParaRPr>
          </a:p>
        </p:txBody>
      </p:sp>
      <p:graphicFrame>
        <p:nvGraphicFramePr>
          <p:cNvPr id="2014" name="table 2014"/>
          <p:cNvGraphicFramePr>
            <a:graphicFrameLocks noGrp="1"/>
          </p:cNvGraphicFramePr>
          <p:nvPr>
            <p:custDataLst>
              <p:tags r:id="rId72"/>
            </p:custDataLst>
          </p:nvPr>
        </p:nvGraphicFramePr>
        <p:xfrm>
          <a:off x="3280981" y="6004369"/>
          <a:ext cx="615950" cy="190500"/>
        </p:xfrm>
        <a:graphic>
          <a:graphicData uri="http://schemas.openxmlformats.org/drawingml/2006/table">
            <a:tbl>
              <a:tblPr>
                <a:solidFill>
                  <a:srgbClr val="FFFF00"/>
                </a:solidFill>
              </a:tblPr>
              <a:tblGrid>
                <a:gridCol w="615950"/>
              </a:tblGrid>
              <a:tr h="180975">
                <a:tc>
                  <a:txBody>
                    <a:bodyPr/>
                    <a:lstStyle/>
                    <a:p>
                      <a:pPr algn="l" rtl="0" eaLnBrk="0">
                        <a:lnSpc>
                          <a:spcPct val="100000"/>
                        </a:lnSpc>
                      </a:pPr>
                      <a:endParaRPr lang="en-US" altLang="en-US" sz="10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FFFF00"/>
                    </a:solidFill>
                  </a:tcPr>
                </a:tc>
              </a:tr>
            </a:tbl>
          </a:graphicData>
        </a:graphic>
      </p:graphicFrame>
      <p:sp>
        <p:nvSpPr>
          <p:cNvPr id="2016" name="path"/>
          <p:cNvSpPr/>
          <p:nvPr/>
        </p:nvSpPr>
        <p:spPr>
          <a:xfrm>
            <a:off x="5824537" y="6004369"/>
            <a:ext cx="582548" cy="190881"/>
          </a:xfrm>
          <a:custGeom>
            <a:avLst/>
            <a:gdLst/>
            <a:ahLst/>
            <a:cxnLst/>
            <a:rect l="0" t="0" r="0" b="0"/>
            <a:pathLst>
              <a:path w="917" h="300">
                <a:moveTo>
                  <a:pt x="7" y="293"/>
                </a:moveTo>
                <a:lnTo>
                  <a:pt x="909" y="293"/>
                </a:lnTo>
                <a:lnTo>
                  <a:pt x="909" y="7"/>
                </a:lnTo>
                <a:lnTo>
                  <a:pt x="7" y="7"/>
                </a:lnTo>
                <a:lnTo>
                  <a:pt x="7" y="293"/>
                </a:lnTo>
                <a:close/>
              </a:path>
            </a:pathLst>
          </a:custGeom>
          <a:noFill/>
          <a:ln w="9525" cap="flat">
            <a:solidFill>
              <a:srgbClr val="969696">
                <a:alpha val="100000"/>
              </a:srgbClr>
            </a:solidFill>
            <a:prstDash val="solid"/>
            <a:miter lim="1000000"/>
          </a:ln>
        </p:spPr>
        <p:txBody>
          <a:bodyPr rtlCol="0"/>
          <a:lstStyle/>
          <a:p>
            <a:pPr algn="ctr"/>
            <a:endParaRPr lang="zh-CN" altLang="en-US"/>
          </a:p>
        </p:txBody>
      </p:sp>
      <p:graphicFrame>
        <p:nvGraphicFramePr>
          <p:cNvPr id="2018" name="table 2018"/>
          <p:cNvGraphicFramePr>
            <a:graphicFrameLocks noGrp="1"/>
          </p:cNvGraphicFramePr>
          <p:nvPr>
            <p:custDataLst>
              <p:tags r:id="rId73"/>
            </p:custDataLst>
          </p:nvPr>
        </p:nvGraphicFramePr>
        <p:xfrm>
          <a:off x="1019365" y="6004369"/>
          <a:ext cx="581025" cy="190500"/>
        </p:xfrm>
        <a:graphic>
          <a:graphicData uri="http://schemas.openxmlformats.org/drawingml/2006/table">
            <a:tbl>
              <a:tblPr>
                <a:solidFill>
                  <a:srgbClr val="99CC00"/>
                </a:solidFill>
              </a:tblPr>
              <a:tblGrid>
                <a:gridCol w="581025"/>
              </a:tblGrid>
              <a:tr h="180975">
                <a:tc>
                  <a:txBody>
                    <a:bodyPr/>
                    <a:lstStyle/>
                    <a:p>
                      <a:pPr algn="l" rtl="0" eaLnBrk="0">
                        <a:lnSpc>
                          <a:spcPct val="100000"/>
                        </a:lnSpc>
                      </a:pPr>
                      <a:endParaRPr lang="en-US" altLang="en-US" sz="1000" dirty="0"/>
                    </a:p>
                  </a:txBody>
                  <a:tcPr marL="0" marR="0" marT="0" marB="0" vert="horz">
                    <a:lnL w="9525" cap="flat" cmpd="sng" algn="ctr">
                      <a:solidFill>
                        <a:srgbClr val="969696"/>
                      </a:solidFill>
                      <a:prstDash val="solid"/>
                      <a:round/>
                      <a:headEnd type="none" w="med" len="med"/>
                      <a:tailEnd type="none" w="med" len="med"/>
                    </a:lnL>
                    <a:lnR w="9525" cap="flat" cmpd="sng" algn="ctr">
                      <a:solidFill>
                        <a:srgbClr val="969696"/>
                      </a:solid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solidFill>
                      <a:srgbClr val="99CC00"/>
                    </a:solidFill>
                  </a:tcPr>
                </a:tc>
              </a:tr>
            </a:tbl>
          </a:graphicData>
        </a:graphic>
      </p:graphicFrame>
      <p:sp>
        <p:nvSpPr>
          <p:cNvPr id="2020" name="textbox 2020"/>
          <p:cNvSpPr/>
          <p:nvPr>
            <p:custDataLst>
              <p:tags r:id="rId74"/>
            </p:custDataLst>
          </p:nvPr>
        </p:nvSpPr>
        <p:spPr>
          <a:xfrm>
            <a:off x="6332569" y="2741671"/>
            <a:ext cx="377190" cy="229234"/>
          </a:xfrm>
          <a:prstGeom prst="rect">
            <a:avLst/>
          </a:prstGeom>
        </p:spPr>
        <p:txBody>
          <a:bodyPr vert="horz" wrap="square" lIns="0" tIns="0" rIns="0" bIns="0">
            <a:normAutofit/>
          </a:bodyPr>
          <a:lstStyle/>
          <a:p>
            <a:pPr algn="l" rtl="0" eaLnBrk="0">
              <a:lnSpc>
                <a:spcPct val="90000"/>
              </a:lnSpc>
            </a:pPr>
            <a:endParaRPr lang="en-US" altLang="en-US" sz="100" dirty="0">
              <a:solidFill>
                <a:schemeClr val="lt1"/>
              </a:solidFill>
            </a:endParaRPr>
          </a:p>
          <a:p>
            <a:pPr marL="12700" algn="l" rtl="0" eaLnBrk="0">
              <a:lnSpc>
                <a:spcPct val="95000"/>
              </a:lnSpc>
            </a:pPr>
            <a:r>
              <a:rPr sz="1400" kern="0" spc="-20" dirty="0">
                <a:ln w="5094" cap="flat" cmpd="sng">
                  <a:solidFill>
                    <a:srgbClr val="FFFFFF">
                      <a:alpha val="100000"/>
                    </a:srgbClr>
                  </a:solidFill>
                  <a:prstDash val="solid"/>
                  <a:miter lim="10"/>
                </a:ln>
                <a:solidFill>
                  <a:schemeClr val="lt1"/>
                </a:solidFill>
                <a:cs typeface="宋体" panose="02010600030101010101" pitchFamily="2" charset="-122"/>
              </a:rPr>
              <a:t>运营</a:t>
            </a:r>
            <a:endParaRPr lang="en-US" altLang="en-US" sz="1400" kern="0" spc="-20" dirty="0">
              <a:ln w="5094" cap="flat" cmpd="sng">
                <a:solidFill>
                  <a:srgbClr val="FFFFFF">
                    <a:alpha val="100000"/>
                  </a:srgbClr>
                </a:solidFill>
                <a:prstDash val="solid"/>
                <a:miter lim="10"/>
              </a:ln>
              <a:solidFill>
                <a:schemeClr val="lt1"/>
              </a:solidFill>
              <a:cs typeface="宋体" panose="02010600030101010101" pitchFamily="2" charset="-122"/>
            </a:endParaRPr>
          </a:p>
        </p:txBody>
      </p:sp>
      <p:sp>
        <p:nvSpPr>
          <p:cNvPr id="2022" name="textbox 2022"/>
          <p:cNvSpPr/>
          <p:nvPr>
            <p:custDataLst>
              <p:tags r:id="rId75"/>
            </p:custDataLst>
          </p:nvPr>
        </p:nvSpPr>
        <p:spPr>
          <a:xfrm>
            <a:off x="4248910" y="5137907"/>
            <a:ext cx="375284" cy="229234"/>
          </a:xfrm>
          <a:prstGeom prst="rect">
            <a:avLst/>
          </a:prstGeom>
        </p:spPr>
        <p:txBody>
          <a:bodyPr vert="horz" wrap="square" lIns="0" tIns="0" rIns="0" bIns="0">
            <a:normAutofit/>
          </a:bodyPr>
          <a:lstStyle/>
          <a:p>
            <a:pPr algn="l" rtl="0" eaLnBrk="0">
              <a:lnSpc>
                <a:spcPct val="90000"/>
              </a:lnSpc>
            </a:pPr>
            <a:endParaRPr lang="en-US" altLang="en-US" sz="100" dirty="0">
              <a:solidFill>
                <a:schemeClr val="lt1"/>
              </a:solidFill>
            </a:endParaRPr>
          </a:p>
          <a:p>
            <a:pPr marL="12700" algn="l" rtl="0" eaLnBrk="0">
              <a:lnSpc>
                <a:spcPct val="95000"/>
              </a:lnSpc>
            </a:pPr>
            <a:r>
              <a:rPr sz="1400" kern="0" spc="-20" dirty="0">
                <a:ln w="5094" cap="flat" cmpd="sng">
                  <a:solidFill>
                    <a:srgbClr val="FFFFFF">
                      <a:alpha val="100000"/>
                    </a:srgbClr>
                  </a:solidFill>
                  <a:prstDash val="solid"/>
                  <a:miter lim="10"/>
                </a:ln>
                <a:solidFill>
                  <a:schemeClr val="lt1"/>
                </a:solidFill>
                <a:cs typeface="宋体" panose="02010600030101010101" pitchFamily="2" charset="-122"/>
              </a:rPr>
              <a:t>恢复</a:t>
            </a:r>
            <a:endParaRPr lang="en-US" altLang="en-US" sz="1400" kern="0" spc="-20" dirty="0">
              <a:ln w="5094" cap="flat" cmpd="sng">
                <a:solidFill>
                  <a:srgbClr val="FFFFFF">
                    <a:alpha val="100000"/>
                  </a:srgbClr>
                </a:solidFill>
                <a:prstDash val="solid"/>
                <a:miter lim="10"/>
              </a:ln>
              <a:solidFill>
                <a:schemeClr val="lt1"/>
              </a:solidFill>
              <a:cs typeface="宋体" panose="02010600030101010101" pitchFamily="2" charset="-122"/>
            </a:endParaRPr>
          </a:p>
        </p:txBody>
      </p:sp>
      <p:sp>
        <p:nvSpPr>
          <p:cNvPr id="2024" name="textbox 2024"/>
          <p:cNvSpPr/>
          <p:nvPr>
            <p:custDataLst>
              <p:tags r:id="rId76"/>
            </p:custDataLst>
          </p:nvPr>
        </p:nvSpPr>
        <p:spPr>
          <a:xfrm>
            <a:off x="2288489" y="2741671"/>
            <a:ext cx="374650" cy="229870"/>
          </a:xfrm>
          <a:prstGeom prst="rect">
            <a:avLst/>
          </a:prstGeom>
        </p:spPr>
        <p:txBody>
          <a:bodyPr vert="horz" wrap="square" lIns="0" tIns="0" rIns="0" bIns="0">
            <a:normAutofit/>
          </a:bodyPr>
          <a:lstStyle/>
          <a:p>
            <a:pPr algn="l" rtl="0" eaLnBrk="0">
              <a:lnSpc>
                <a:spcPct val="80000"/>
              </a:lnSpc>
            </a:pPr>
            <a:endParaRPr lang="en-US" altLang="en-US" sz="100" dirty="0">
              <a:solidFill>
                <a:schemeClr val="lt1"/>
              </a:solidFill>
            </a:endParaRPr>
          </a:p>
          <a:p>
            <a:pPr marL="12700" algn="l" rtl="0" eaLnBrk="0">
              <a:lnSpc>
                <a:spcPct val="96000"/>
              </a:lnSpc>
            </a:pPr>
            <a:r>
              <a:rPr sz="1400" kern="0" spc="-20" dirty="0">
                <a:ln w="5094" cap="flat" cmpd="sng">
                  <a:solidFill>
                    <a:srgbClr val="FFFFFF">
                      <a:alpha val="100000"/>
                    </a:srgbClr>
                  </a:solidFill>
                  <a:prstDash val="solid"/>
                  <a:miter lim="10"/>
                </a:ln>
                <a:solidFill>
                  <a:schemeClr val="lt1"/>
                </a:solidFill>
                <a:cs typeface="宋体" panose="02010600030101010101" pitchFamily="2" charset="-122"/>
              </a:rPr>
              <a:t>指导</a:t>
            </a:r>
            <a:endParaRPr lang="en-US" altLang="en-US" sz="1400" kern="0" spc="-20" dirty="0">
              <a:ln w="5094" cap="flat" cmpd="sng">
                <a:solidFill>
                  <a:srgbClr val="FFFFFF">
                    <a:alpha val="100000"/>
                  </a:srgbClr>
                </a:solidFill>
                <a:prstDash val="solid"/>
                <a:miter lim="10"/>
              </a:ln>
              <a:solidFill>
                <a:schemeClr val="lt1"/>
              </a:solidFill>
              <a:cs typeface="宋体" panose="02010600030101010101" pitchFamily="2" charset="-122"/>
            </a:endParaRPr>
          </a:p>
        </p:txBody>
      </p:sp>
      <p:sp>
        <p:nvSpPr>
          <p:cNvPr id="2026" name="textbox 2026"/>
          <p:cNvSpPr/>
          <p:nvPr>
            <p:custDataLst>
              <p:tags r:id="rId77"/>
            </p:custDataLst>
          </p:nvPr>
        </p:nvSpPr>
        <p:spPr>
          <a:xfrm>
            <a:off x="5171164" y="2741671"/>
            <a:ext cx="373379" cy="228600"/>
          </a:xfrm>
          <a:prstGeom prst="rect">
            <a:avLst/>
          </a:prstGeom>
        </p:spPr>
        <p:txBody>
          <a:bodyPr vert="horz" wrap="square" lIns="0" tIns="0" rIns="0" bIns="0">
            <a:normAutofit/>
          </a:bodyPr>
          <a:lstStyle/>
          <a:p>
            <a:pPr algn="l" rtl="0" eaLnBrk="0">
              <a:lnSpc>
                <a:spcPct val="85000"/>
              </a:lnSpc>
            </a:pPr>
            <a:endParaRPr lang="en-US" altLang="en-US" sz="100" dirty="0">
              <a:solidFill>
                <a:schemeClr val="lt1"/>
              </a:solidFill>
            </a:endParaRPr>
          </a:p>
          <a:p>
            <a:pPr marL="12700" algn="l" rtl="0" eaLnBrk="0">
              <a:lnSpc>
                <a:spcPct val="95000"/>
              </a:lnSpc>
            </a:pPr>
            <a:r>
              <a:rPr sz="1400" kern="0" spc="-30" dirty="0">
                <a:ln w="5094" cap="flat" cmpd="sng">
                  <a:solidFill>
                    <a:srgbClr val="FFFFFF">
                      <a:alpha val="100000"/>
                    </a:srgbClr>
                  </a:solidFill>
                  <a:prstDash val="solid"/>
                  <a:miter lim="10"/>
                </a:ln>
                <a:solidFill>
                  <a:schemeClr val="lt1"/>
                </a:solidFill>
                <a:cs typeface="宋体" panose="02010600030101010101" pitchFamily="2" charset="-122"/>
              </a:rPr>
              <a:t>交付</a:t>
            </a:r>
            <a:endParaRPr lang="en-US" altLang="en-US" sz="1400" kern="0" spc="-30" dirty="0">
              <a:ln w="5094" cap="flat" cmpd="sng">
                <a:solidFill>
                  <a:srgbClr val="FFFFFF">
                    <a:alpha val="100000"/>
                  </a:srgbClr>
                </a:solidFill>
                <a:prstDash val="solid"/>
                <a:miter lim="10"/>
              </a:ln>
              <a:solidFill>
                <a:schemeClr val="lt1"/>
              </a:solidFill>
              <a:cs typeface="宋体" panose="02010600030101010101" pitchFamily="2" charset="-122"/>
            </a:endParaRPr>
          </a:p>
        </p:txBody>
      </p:sp>
      <p:sp>
        <p:nvSpPr>
          <p:cNvPr id="2028" name="textbox 2028"/>
          <p:cNvSpPr/>
          <p:nvPr>
            <p:custDataLst>
              <p:tags r:id="rId78"/>
            </p:custDataLst>
          </p:nvPr>
        </p:nvSpPr>
        <p:spPr>
          <a:xfrm>
            <a:off x="3653339" y="2741671"/>
            <a:ext cx="372745" cy="229234"/>
          </a:xfrm>
          <a:prstGeom prst="rect">
            <a:avLst/>
          </a:prstGeom>
        </p:spPr>
        <p:txBody>
          <a:bodyPr vert="horz" wrap="square" lIns="0" tIns="0" rIns="0" bIns="0">
            <a:normAutofit/>
          </a:bodyPr>
          <a:lstStyle/>
          <a:p>
            <a:pPr algn="l" rtl="0" eaLnBrk="0">
              <a:lnSpc>
                <a:spcPct val="90000"/>
              </a:lnSpc>
            </a:pPr>
            <a:endParaRPr lang="en-US" altLang="en-US" sz="100" dirty="0">
              <a:solidFill>
                <a:schemeClr val="lt1"/>
              </a:solidFill>
            </a:endParaRPr>
          </a:p>
          <a:p>
            <a:pPr marL="12700" algn="l" rtl="0" eaLnBrk="0">
              <a:lnSpc>
                <a:spcPct val="95000"/>
              </a:lnSpc>
            </a:pPr>
            <a:r>
              <a:rPr sz="1400" kern="0" spc="-30" dirty="0">
                <a:ln w="5094" cap="flat" cmpd="sng">
                  <a:solidFill>
                    <a:srgbClr val="FFFFFF">
                      <a:alpha val="100000"/>
                    </a:srgbClr>
                  </a:solidFill>
                  <a:prstDash val="solid"/>
                  <a:miter lim="10"/>
                </a:ln>
                <a:solidFill>
                  <a:schemeClr val="lt1"/>
                </a:solidFill>
                <a:cs typeface="宋体" panose="02010600030101010101" pitchFamily="2" charset="-122"/>
              </a:rPr>
              <a:t>实现</a:t>
            </a:r>
            <a:endParaRPr lang="en-US" altLang="en-US" sz="1400" kern="0" spc="-30" dirty="0">
              <a:ln w="5094" cap="flat" cmpd="sng">
                <a:solidFill>
                  <a:srgbClr val="FFFFFF">
                    <a:alpha val="100000"/>
                  </a:srgbClr>
                </a:solidFill>
                <a:prstDash val="solid"/>
                <a:miter lim="10"/>
              </a:ln>
              <a:solidFill>
                <a:schemeClr val="lt1"/>
              </a:solidFill>
              <a:cs typeface="宋体" panose="02010600030101010101" pitchFamily="2" charset="-122"/>
            </a:endParaRPr>
          </a:p>
        </p:txBody>
      </p:sp>
      <p:sp>
        <p:nvSpPr>
          <p:cNvPr id="2030" name="textbox 2030"/>
          <p:cNvSpPr/>
          <p:nvPr>
            <p:custDataLst>
              <p:tags r:id="rId79"/>
            </p:custDataLst>
          </p:nvPr>
        </p:nvSpPr>
        <p:spPr>
          <a:xfrm>
            <a:off x="6472027" y="6014572"/>
            <a:ext cx="273684" cy="16827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125"/>
              </a:lnSpc>
            </a:pPr>
            <a:r>
              <a:rPr sz="900" kern="0" spc="70" dirty="0">
                <a:solidFill>
                  <a:schemeClr val="dk1"/>
                </a:solidFill>
                <a:cs typeface="宋体" panose="02010600030101010101" pitchFamily="2" charset="-122"/>
              </a:rPr>
              <a:t>缺失</a:t>
            </a:r>
            <a:endParaRPr lang="en-US" altLang="en-US" sz="900" kern="0" spc="70" dirty="0">
              <a:solidFill>
                <a:schemeClr val="dk1"/>
              </a:solidFill>
              <a:cs typeface="宋体" panose="02010600030101010101" pitchFamily="2" charset="-122"/>
            </a:endParaRPr>
          </a:p>
        </p:txBody>
      </p:sp>
      <p:sp>
        <p:nvSpPr>
          <p:cNvPr id="3" name="标题 2"/>
          <p:cNvSpPr>
            <a:spLocks noGrp="1"/>
          </p:cNvSpPr>
          <p:nvPr>
            <p:ph type="title"/>
            <p:custDataLst>
              <p:tags r:id="rId80"/>
            </p:custDataLst>
          </p:nvPr>
        </p:nvSpPr>
        <p:spPr>
          <a:xfrm>
            <a:off x="783590" y="63455"/>
            <a:ext cx="10800000" cy="720000"/>
          </a:xfrm>
        </p:spPr>
        <p:txBody>
          <a:bodyPr vert="horz" lIns="0" tIns="0" rIns="0" bIns="0" rtlCol="0" anchor="b">
            <a:normAutofit/>
          </a:bodyPr>
          <a:lstStyle>
            <a:lvl1pPr>
              <a:defRPr sz="3200"/>
            </a:lvl1pPr>
          </a:lstStyle>
          <a:p>
            <a:pPr lvl="0" algn="l">
              <a:buClrTx/>
              <a:buSzTx/>
              <a:buFontTx/>
            </a:pPr>
            <a:r>
              <a:rPr lang="zh-CN" sz="2000" kern="0" spc="-30" dirty="0">
                <a:solidFill>
                  <a:schemeClr val="dk1"/>
                </a:solidFill>
                <a:latin typeface="+mn-lt"/>
                <a:ea typeface="+mn-ea"/>
                <a:cs typeface="微软雅黑" panose="020B0503020204020204" charset="-122"/>
                <a:sym typeface="+mn-ea"/>
              </a:rPr>
              <a:t>更具</a:t>
            </a:r>
            <a:r>
              <a:rPr lang="en-US" altLang="zh-CN" sz="2000" kern="0" spc="-30" dirty="0">
                <a:solidFill>
                  <a:schemeClr val="dk1"/>
                </a:solidFill>
                <a:latin typeface="+mn-lt"/>
                <a:ea typeface="+mn-ea"/>
                <a:cs typeface="微软雅黑" panose="020B0503020204020204" charset="-122"/>
                <a:sym typeface="+mn-ea"/>
              </a:rPr>
              <a:t>IBM </a:t>
            </a:r>
            <a:r>
              <a:rPr sz="2000" kern="0" spc="-30" dirty="0">
                <a:solidFill>
                  <a:schemeClr val="dk1"/>
                </a:solidFill>
                <a:latin typeface="+mn-lt"/>
                <a:ea typeface="+mn-ea"/>
                <a:cs typeface="微软雅黑" panose="020B0503020204020204" charset="-122"/>
                <a:sym typeface="+mn-ea"/>
              </a:rPr>
              <a:t>PRM-IT （IT流程参考模型）定义的46个IT流程， 对XX目前IT流程的评估</a:t>
            </a:r>
            <a:r>
              <a:rPr lang="zh-CN" sz="2000" kern="0" spc="-30" dirty="0">
                <a:solidFill>
                  <a:schemeClr val="dk1"/>
                </a:solidFill>
                <a:latin typeface="+mn-lt"/>
                <a:ea typeface="+mn-ea"/>
                <a:cs typeface="微软雅黑" panose="020B0503020204020204" charset="-122"/>
                <a:sym typeface="+mn-ea"/>
              </a:rPr>
              <a:t>结果如下：</a:t>
            </a:r>
            <a:endParaRPr lang="zh-CN" sz="2000" kern="0" spc="-30" dirty="0">
              <a:solidFill>
                <a:schemeClr val="dk1"/>
              </a:solidFill>
              <a:latin typeface="+mn-lt"/>
              <a:ea typeface="+mn-ea"/>
              <a:cs typeface="微软雅黑" panose="020B0503020204020204" charset="-122"/>
              <a:sym typeface="+mn-ea"/>
            </a:endParaRPr>
          </a:p>
        </p:txBody>
      </p:sp>
    </p:spTree>
    <p:custDataLst>
      <p:tags r:id="rId8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32" name="table 2032"/>
          <p:cNvGraphicFramePr>
            <a:graphicFrameLocks noGrp="1"/>
          </p:cNvGraphicFramePr>
          <p:nvPr>
            <p:custDataLst>
              <p:tags r:id="rId1"/>
            </p:custDataLst>
          </p:nvPr>
        </p:nvGraphicFramePr>
        <p:xfrm>
          <a:off x="8311642" y="1633473"/>
          <a:ext cx="3538855" cy="3860800"/>
        </p:xfrm>
        <a:graphic>
          <a:graphicData uri="http://schemas.openxmlformats.org/drawingml/2006/table">
            <a:tbl>
              <a:tblPr/>
              <a:tblGrid>
                <a:gridCol w="3538855"/>
              </a:tblGrid>
              <a:tr h="3848100">
                <a:tc>
                  <a:txBody>
                    <a:bodyPr/>
                    <a:lstStyle/>
                    <a:p>
                      <a:pPr algn="l" rtl="0" eaLnBrk="0">
                        <a:lnSpc>
                          <a:spcPct val="108000"/>
                        </a:lnSpc>
                      </a:pPr>
                      <a:endParaRPr lang="en-US" altLang="en-US" sz="1000" dirty="0"/>
                    </a:p>
                    <a:p>
                      <a:pPr algn="l" rtl="0" eaLnBrk="0">
                        <a:lnSpc>
                          <a:spcPct val="108000"/>
                        </a:lnSpc>
                      </a:pPr>
                      <a:endParaRPr lang="en-US" altLang="en-US" sz="1000" dirty="0"/>
                    </a:p>
                    <a:p>
                      <a:pPr algn="l" rtl="0" eaLnBrk="0">
                        <a:lnSpc>
                          <a:spcPct val="7000"/>
                        </a:lnSpc>
                      </a:pPr>
                      <a:endParaRPr lang="en-US" altLang="en-US" sz="100" dirty="0"/>
                    </a:p>
                    <a:p>
                      <a:pPr marL="328295" indent="-217170" algn="l" rtl="0" eaLnBrk="0">
                        <a:lnSpc>
                          <a:spcPct val="106000"/>
                        </a:lnSpc>
                      </a:pPr>
                      <a:r>
                        <a:rPr sz="1100" kern="0" spc="-40" dirty="0">
                          <a:solidFill>
                            <a:srgbClr val="5B9BD5">
                              <a:alpha val="100000"/>
                            </a:srgbClr>
                          </a:solidFill>
                          <a:cs typeface="Wingdings" panose="05000000000000000000"/>
                        </a:rPr>
                        <a:t>. </a:t>
                      </a:r>
                      <a:r>
                        <a:rPr sz="1500" kern="0" spc="-40" dirty="0">
                          <a:solidFill>
                            <a:srgbClr val="000000">
                              <a:alpha val="100000"/>
                            </a:srgbClr>
                          </a:solidFill>
                          <a:cs typeface="微软雅黑" panose="020B0503020204020204" charset="-122"/>
                        </a:rPr>
                        <a:t>根据调研，</a:t>
                      </a:r>
                      <a:r>
                        <a:rPr sz="1500" kern="0" spc="150" dirty="0">
                          <a:solidFill>
                            <a:srgbClr val="000000">
                              <a:alpha val="100000"/>
                            </a:srgbClr>
                          </a:solidFill>
                          <a:cs typeface="微软雅黑" panose="020B0503020204020204" charset="-122"/>
                        </a:rPr>
                        <a:t>  </a:t>
                      </a:r>
                      <a:r>
                        <a:rPr sz="1500" kern="0" spc="-40" dirty="0">
                          <a:solidFill>
                            <a:srgbClr val="000000">
                              <a:alpha val="100000"/>
                            </a:srgbClr>
                          </a:solidFill>
                          <a:cs typeface="微软雅黑" panose="020B0503020204020204" charset="-122"/>
                        </a:rPr>
                        <a:t>2017年期间XX    </a:t>
                      </a:r>
                      <a:r>
                        <a:rPr sz="1500" kern="0" spc="-50" dirty="0">
                          <a:solidFill>
                            <a:srgbClr val="000000">
                              <a:alpha val="100000"/>
                            </a:srgbClr>
                          </a:solidFill>
                          <a:cs typeface="微软雅黑" panose="020B0503020204020204" charset="-122"/>
                        </a:rPr>
                        <a:t>  </a:t>
                      </a:r>
                      <a:r>
                        <a:rPr sz="1500" kern="0" spc="90" dirty="0">
                          <a:solidFill>
                            <a:srgbClr val="000000">
                              <a:alpha val="100000"/>
                            </a:srgbClr>
                          </a:solidFill>
                          <a:cs typeface="微软雅黑" panose="020B0503020204020204" charset="-122"/>
                        </a:rPr>
                        <a:t>主要的</a:t>
                      </a:r>
                      <a:r>
                        <a:rPr sz="1500" kern="0" spc="0" dirty="0">
                          <a:solidFill>
                            <a:srgbClr val="000000">
                              <a:alpha val="100000"/>
                            </a:srgbClr>
                          </a:solidFill>
                          <a:cs typeface="微软雅黑" panose="020B0503020204020204" charset="-122"/>
                        </a:rPr>
                        <a:t>IT</a:t>
                      </a:r>
                      <a:r>
                        <a:rPr sz="1500" kern="0" spc="90" dirty="0">
                          <a:solidFill>
                            <a:srgbClr val="000000">
                              <a:alpha val="100000"/>
                            </a:srgbClr>
                          </a:solidFill>
                          <a:cs typeface="微软雅黑" panose="020B0503020204020204" charset="-122"/>
                        </a:rPr>
                        <a:t>计划投入5000万元</a:t>
                      </a:r>
                      <a:r>
                        <a:rPr sz="1500" kern="0" spc="80" dirty="0">
                          <a:solidFill>
                            <a:srgbClr val="000000">
                              <a:alpha val="100000"/>
                            </a:srgbClr>
                          </a:solidFill>
                          <a:cs typeface="微软雅黑" panose="020B0503020204020204" charset="-122"/>
                        </a:rPr>
                        <a:t>，实际</a:t>
                      </a:r>
                      <a:r>
                        <a:rPr sz="1500" kern="0" spc="0" dirty="0">
                          <a:solidFill>
                            <a:srgbClr val="000000">
                              <a:alpha val="100000"/>
                            </a:srgbClr>
                          </a:solidFill>
                          <a:cs typeface="微软雅黑" panose="020B0503020204020204" charset="-122"/>
                        </a:rPr>
                        <a:t>   </a:t>
                      </a:r>
                      <a:r>
                        <a:rPr sz="1500" kern="0" spc="80" dirty="0">
                          <a:solidFill>
                            <a:srgbClr val="000000">
                              <a:alpha val="100000"/>
                            </a:srgbClr>
                          </a:solidFill>
                          <a:cs typeface="微软雅黑" panose="020B0503020204020204" charset="-122"/>
                        </a:rPr>
                        <a:t>完成投资4000多万元，不到收入</a:t>
                      </a:r>
                      <a:r>
                        <a:rPr sz="1500" kern="0" spc="0" dirty="0">
                          <a:solidFill>
                            <a:srgbClr val="000000">
                              <a:alpha val="100000"/>
                            </a:srgbClr>
                          </a:solidFill>
                          <a:cs typeface="微软雅黑" panose="020B0503020204020204" charset="-122"/>
                        </a:rPr>
                        <a:t>      </a:t>
                      </a:r>
                      <a:r>
                        <a:rPr sz="1500" kern="0" spc="80" dirty="0">
                          <a:solidFill>
                            <a:srgbClr val="000000">
                              <a:alpha val="100000"/>
                            </a:srgbClr>
                          </a:solidFill>
                          <a:cs typeface="微软雅黑" panose="020B0503020204020204" charset="-122"/>
                        </a:rPr>
                        <a:t>的1.5%，参考最佳实践，同类企业</a:t>
                      </a:r>
                      <a:r>
                        <a:rPr sz="1500" kern="0" spc="10" dirty="0">
                          <a:solidFill>
                            <a:srgbClr val="000000">
                              <a:alpha val="100000"/>
                            </a:srgbClr>
                          </a:solidFill>
                          <a:cs typeface="微软雅黑" panose="020B0503020204020204" charset="-122"/>
                        </a:rPr>
                        <a:t>   </a:t>
                      </a:r>
                      <a:r>
                        <a:rPr sz="1500" kern="0" spc="0" dirty="0">
                          <a:solidFill>
                            <a:srgbClr val="000000">
                              <a:alpha val="100000"/>
                            </a:srgbClr>
                          </a:solidFill>
                          <a:cs typeface="微软雅黑" panose="020B0503020204020204" charset="-122"/>
                        </a:rPr>
                        <a:t>IT</a:t>
                      </a:r>
                      <a:r>
                        <a:rPr sz="1500" kern="0" spc="60" dirty="0">
                          <a:solidFill>
                            <a:srgbClr val="000000">
                              <a:alpha val="100000"/>
                            </a:srgbClr>
                          </a:solidFill>
                          <a:cs typeface="微软雅黑" panose="020B0503020204020204" charset="-122"/>
                        </a:rPr>
                        <a:t>投资占销售收入的1.8%--4%左     </a:t>
                      </a:r>
                      <a:r>
                        <a:rPr sz="1500" kern="0" spc="0" dirty="0">
                          <a:solidFill>
                            <a:srgbClr val="000000">
                              <a:alpha val="100000"/>
                            </a:srgbClr>
                          </a:solidFill>
                          <a:cs typeface="微软雅黑" panose="020B0503020204020204" charset="-122"/>
                        </a:rPr>
                        <a:t>右，</a:t>
                      </a:r>
                      <a:r>
                        <a:rPr sz="1500" kern="0" spc="270" dirty="0">
                          <a:solidFill>
                            <a:srgbClr val="000000">
                              <a:alpha val="100000"/>
                            </a:srgbClr>
                          </a:solidFill>
                          <a:cs typeface="微软雅黑" panose="020B0503020204020204" charset="-122"/>
                        </a:rPr>
                        <a:t> </a:t>
                      </a:r>
                      <a:r>
                        <a:rPr sz="1500" b="1" kern="0" spc="0" dirty="0">
                          <a:solidFill>
                            <a:srgbClr val="000000">
                              <a:alpha val="100000"/>
                            </a:srgbClr>
                          </a:solidFill>
                          <a:cs typeface="微软雅黑" panose="020B0503020204020204" charset="-122"/>
                        </a:rPr>
                        <a:t>总体投入不足</a:t>
                      </a:r>
                      <a:endParaRPr lang="en-US" altLang="en-US" sz="1500" dirty="0"/>
                    </a:p>
                    <a:p>
                      <a:pPr algn="l" rtl="0" eaLnBrk="0">
                        <a:lnSpc>
                          <a:spcPct val="191000"/>
                        </a:lnSpc>
                      </a:pPr>
                      <a:endParaRPr lang="en-US" altLang="en-US" sz="1000" dirty="0"/>
                    </a:p>
                    <a:p>
                      <a:pPr algn="l" rtl="0" eaLnBrk="0">
                        <a:lnSpc>
                          <a:spcPct val="126000"/>
                        </a:lnSpc>
                      </a:pPr>
                      <a:endParaRPr lang="en-US" altLang="en-US" sz="300" dirty="0"/>
                    </a:p>
                    <a:p>
                      <a:pPr marL="327025" indent="-215900" algn="l" rtl="0" eaLnBrk="0">
                        <a:lnSpc>
                          <a:spcPct val="106000"/>
                        </a:lnSpc>
                        <a:spcBef>
                          <a:spcPts val="0"/>
                        </a:spcBef>
                      </a:pPr>
                      <a:r>
                        <a:rPr sz="1100" kern="0" spc="-40" dirty="0">
                          <a:solidFill>
                            <a:srgbClr val="5B9BD5">
                              <a:alpha val="100000"/>
                            </a:srgbClr>
                          </a:solidFill>
                          <a:cs typeface="Wingdings" panose="05000000000000000000"/>
                        </a:rPr>
                        <a:t>. </a:t>
                      </a:r>
                      <a:r>
                        <a:rPr sz="1500" kern="0" spc="-40" dirty="0">
                          <a:solidFill>
                            <a:srgbClr val="000000">
                              <a:alpha val="100000"/>
                            </a:srgbClr>
                          </a:solidFill>
                          <a:cs typeface="微软雅黑" panose="020B0503020204020204" charset="-122"/>
                        </a:rPr>
                        <a:t>参考案例：</a:t>
                      </a:r>
                      <a:r>
                        <a:rPr sz="1500" kern="0" spc="160" dirty="0">
                          <a:solidFill>
                            <a:srgbClr val="000000">
                              <a:alpha val="100000"/>
                            </a:srgbClr>
                          </a:solidFill>
                          <a:cs typeface="微软雅黑" panose="020B0503020204020204" charset="-122"/>
                        </a:rPr>
                        <a:t>  </a:t>
                      </a:r>
                      <a:r>
                        <a:rPr sz="1500" kern="0" spc="-40" dirty="0">
                          <a:solidFill>
                            <a:srgbClr val="000000">
                              <a:alpha val="100000"/>
                            </a:srgbClr>
                          </a:solidFill>
                          <a:cs typeface="微软雅黑" panose="020B0503020204020204" charset="-122"/>
                        </a:rPr>
                        <a:t>UPS每年投入超</a:t>
                      </a:r>
                      <a:r>
                        <a:rPr sz="1500" kern="0" spc="-50" dirty="0">
                          <a:solidFill>
                            <a:srgbClr val="000000">
                              <a:alpha val="100000"/>
                            </a:srgbClr>
                          </a:solidFill>
                          <a:cs typeface="微软雅黑" panose="020B0503020204020204" charset="-122"/>
                        </a:rPr>
                        <a:t>过10亿</a:t>
                      </a:r>
                      <a:r>
                        <a:rPr sz="1500" kern="0" spc="0" dirty="0">
                          <a:solidFill>
                            <a:srgbClr val="000000">
                              <a:alpha val="100000"/>
                            </a:srgbClr>
                          </a:solidFill>
                          <a:cs typeface="微软雅黑" panose="020B0503020204020204" charset="-122"/>
                        </a:rPr>
                        <a:t>   </a:t>
                      </a:r>
                      <a:r>
                        <a:rPr sz="1500" kern="0" spc="70" dirty="0">
                          <a:solidFill>
                            <a:srgbClr val="000000">
                              <a:alpha val="100000"/>
                            </a:srgbClr>
                          </a:solidFill>
                          <a:cs typeface="微软雅黑" panose="020B0503020204020204" charset="-122"/>
                        </a:rPr>
                        <a:t>美元在信息技术方面，在96-97年 </a:t>
                      </a:r>
                      <a:r>
                        <a:rPr sz="1500" kern="0" spc="60" dirty="0">
                          <a:solidFill>
                            <a:srgbClr val="000000">
                              <a:alpha val="100000"/>
                            </a:srgbClr>
                          </a:solidFill>
                          <a:cs typeface="微软雅黑" panose="020B0503020204020204" charset="-122"/>
                        </a:rPr>
                        <a:t>   </a:t>
                      </a:r>
                      <a:r>
                        <a:rPr sz="1500" kern="0" spc="90" dirty="0">
                          <a:solidFill>
                            <a:srgbClr val="000000">
                              <a:alpha val="100000"/>
                            </a:srgbClr>
                          </a:solidFill>
                          <a:cs typeface="微软雅黑" panose="020B0503020204020204" charset="-122"/>
                        </a:rPr>
                        <a:t>的建设高峰期约占收入的5</a:t>
                      </a:r>
                      <a:r>
                        <a:rPr sz="1500" kern="0" spc="80" dirty="0">
                          <a:solidFill>
                            <a:srgbClr val="000000">
                              <a:alpha val="100000"/>
                            </a:srgbClr>
                          </a:solidFill>
                          <a:cs typeface="微软雅黑" panose="020B0503020204020204" charset="-122"/>
                        </a:rPr>
                        <a:t>%左右，</a:t>
                      </a:r>
                      <a:r>
                        <a:rPr sz="1500" kern="0" spc="-10" dirty="0">
                          <a:solidFill>
                            <a:srgbClr val="000000">
                              <a:alpha val="100000"/>
                            </a:srgbClr>
                          </a:solidFill>
                          <a:cs typeface="微软雅黑" panose="020B0503020204020204" charset="-122"/>
                        </a:rPr>
                        <a:t>  </a:t>
                      </a:r>
                      <a:r>
                        <a:rPr sz="1500" kern="0" spc="80" dirty="0">
                          <a:solidFill>
                            <a:srgbClr val="000000">
                              <a:alpha val="100000"/>
                            </a:srgbClr>
                          </a:solidFill>
                          <a:cs typeface="微软雅黑" panose="020B0503020204020204" charset="-122"/>
                        </a:rPr>
                        <a:t>在2010年后也占到2%</a:t>
                      </a:r>
                      <a:r>
                        <a:rPr sz="1500" kern="0" spc="70" dirty="0">
                          <a:solidFill>
                            <a:srgbClr val="000000">
                              <a:alpha val="100000"/>
                            </a:srgbClr>
                          </a:solidFill>
                          <a:cs typeface="微软雅黑" panose="020B0503020204020204" charset="-122"/>
                        </a:rPr>
                        <a:t>左右</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034" name="table 2034"/>
          <p:cNvGraphicFramePr>
            <a:graphicFrameLocks noGrp="1"/>
          </p:cNvGraphicFramePr>
          <p:nvPr>
            <p:custDataLst>
              <p:tags r:id="rId2"/>
            </p:custDataLst>
          </p:nvPr>
        </p:nvGraphicFramePr>
        <p:xfrm>
          <a:off x="400558" y="2282697"/>
          <a:ext cx="6056629" cy="1830704"/>
        </p:xfrm>
        <a:graphic>
          <a:graphicData uri="http://schemas.openxmlformats.org/drawingml/2006/table">
            <a:tbl>
              <a:tblPr/>
              <a:tblGrid>
                <a:gridCol w="1873250"/>
                <a:gridCol w="4183379"/>
              </a:tblGrid>
              <a:tr h="1830704">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036" name="table 2036"/>
          <p:cNvGraphicFramePr>
            <a:graphicFrameLocks noGrp="1"/>
          </p:cNvGraphicFramePr>
          <p:nvPr>
            <p:custDataLst>
              <p:tags r:id="rId3"/>
            </p:custDataLst>
          </p:nvPr>
        </p:nvGraphicFramePr>
        <p:xfrm>
          <a:off x="2366517" y="2549398"/>
          <a:ext cx="4006850" cy="1507489"/>
        </p:xfrm>
        <a:graphic>
          <a:graphicData uri="http://schemas.openxmlformats.org/drawingml/2006/table">
            <a:tbl>
              <a:tblPr>
                <a:solidFill>
                  <a:srgbClr val="D9D9D9"/>
                </a:solidFill>
              </a:tblPr>
              <a:tblGrid>
                <a:gridCol w="4006850"/>
              </a:tblGrid>
              <a:tr h="1494789">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bl>
          </a:graphicData>
        </a:graphic>
      </p:graphicFrame>
      <p:graphicFrame>
        <p:nvGraphicFramePr>
          <p:cNvPr id="2038" name="table 2038"/>
          <p:cNvGraphicFramePr>
            <a:graphicFrameLocks noGrp="1"/>
          </p:cNvGraphicFramePr>
          <p:nvPr>
            <p:custDataLst>
              <p:tags r:id="rId4"/>
            </p:custDataLst>
          </p:nvPr>
        </p:nvGraphicFramePr>
        <p:xfrm>
          <a:off x="6528561" y="1567941"/>
          <a:ext cx="1447800" cy="3926204"/>
        </p:xfrm>
        <a:graphic>
          <a:graphicData uri="http://schemas.openxmlformats.org/drawingml/2006/table">
            <a:tbl>
              <a:tblPr/>
              <a:tblGrid>
                <a:gridCol w="1447800"/>
              </a:tblGrid>
              <a:tr h="3913504">
                <a:tc>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42" name="table 2042"/>
          <p:cNvGraphicFramePr>
            <a:graphicFrameLocks noGrp="1"/>
          </p:cNvGraphicFramePr>
          <p:nvPr>
            <p:custDataLst>
              <p:tags r:id="rId5"/>
            </p:custDataLst>
          </p:nvPr>
        </p:nvGraphicFramePr>
        <p:xfrm>
          <a:off x="400558" y="4911597"/>
          <a:ext cx="6056629" cy="588644"/>
        </p:xfrm>
        <a:graphic>
          <a:graphicData uri="http://schemas.openxmlformats.org/drawingml/2006/table">
            <a:tbl>
              <a:tblPr/>
              <a:tblGrid>
                <a:gridCol w="2031364"/>
                <a:gridCol w="4025264"/>
              </a:tblGrid>
              <a:tr h="588644">
                <a:tc>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a:noFill/>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44" name="table 2044"/>
          <p:cNvGraphicFramePr>
            <a:graphicFrameLocks noGrp="1"/>
          </p:cNvGraphicFramePr>
          <p:nvPr>
            <p:custDataLst>
              <p:tags r:id="rId6"/>
            </p:custDataLst>
          </p:nvPr>
        </p:nvGraphicFramePr>
        <p:xfrm>
          <a:off x="400558" y="4180078"/>
          <a:ext cx="6056629" cy="588644"/>
        </p:xfrm>
        <a:graphic>
          <a:graphicData uri="http://schemas.openxmlformats.org/drawingml/2006/table">
            <a:tbl>
              <a:tblPr/>
              <a:tblGrid>
                <a:gridCol w="2030729"/>
                <a:gridCol w="4025900"/>
              </a:tblGrid>
              <a:tr h="588644">
                <a:tc>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a:noFill/>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46" name="table 2046"/>
          <p:cNvGraphicFramePr>
            <a:graphicFrameLocks noGrp="1"/>
          </p:cNvGraphicFramePr>
          <p:nvPr>
            <p:custDataLst>
              <p:tags r:id="rId7"/>
            </p:custDataLst>
          </p:nvPr>
        </p:nvGraphicFramePr>
        <p:xfrm>
          <a:off x="400558" y="1567942"/>
          <a:ext cx="6056629" cy="586740"/>
        </p:xfrm>
        <a:graphic>
          <a:graphicData uri="http://schemas.openxmlformats.org/drawingml/2006/table">
            <a:tbl>
              <a:tblPr/>
              <a:tblGrid>
                <a:gridCol w="1039494"/>
                <a:gridCol w="1014094"/>
                <a:gridCol w="1005839"/>
                <a:gridCol w="1005205"/>
                <a:gridCol w="1991995"/>
              </a:tblGrid>
              <a:tr h="586740">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048" name="path"/>
          <p:cNvSpPr/>
          <p:nvPr/>
        </p:nvSpPr>
        <p:spPr>
          <a:xfrm>
            <a:off x="3815841" y="3238245"/>
            <a:ext cx="2347467" cy="399796"/>
          </a:xfrm>
          <a:custGeom>
            <a:avLst/>
            <a:gdLst/>
            <a:ahLst/>
            <a:cxnLst/>
            <a:rect l="0" t="0" r="0" b="0"/>
            <a:pathLst>
              <a:path w="3696" h="629">
                <a:moveTo>
                  <a:pt x="10" y="610"/>
                </a:moveTo>
                <a:lnTo>
                  <a:pt x="799" y="610"/>
                </a:lnTo>
                <a:lnTo>
                  <a:pt x="799" y="10"/>
                </a:lnTo>
                <a:lnTo>
                  <a:pt x="10" y="10"/>
                </a:lnTo>
                <a:lnTo>
                  <a:pt x="10" y="610"/>
                </a:lnTo>
                <a:close/>
                <a:moveTo>
                  <a:pt x="1001" y="614"/>
                </a:moveTo>
                <a:lnTo>
                  <a:pt x="1773" y="614"/>
                </a:lnTo>
                <a:lnTo>
                  <a:pt x="1773" y="14"/>
                </a:lnTo>
                <a:lnTo>
                  <a:pt x="1001" y="14"/>
                </a:lnTo>
                <a:lnTo>
                  <a:pt x="1001" y="614"/>
                </a:lnTo>
                <a:close/>
                <a:moveTo>
                  <a:pt x="1963" y="614"/>
                </a:moveTo>
                <a:lnTo>
                  <a:pt x="2734" y="614"/>
                </a:lnTo>
                <a:lnTo>
                  <a:pt x="2734" y="14"/>
                </a:lnTo>
                <a:lnTo>
                  <a:pt x="1963" y="14"/>
                </a:lnTo>
                <a:lnTo>
                  <a:pt x="1963" y="614"/>
                </a:lnTo>
                <a:close/>
                <a:moveTo>
                  <a:pt x="2916" y="619"/>
                </a:moveTo>
                <a:lnTo>
                  <a:pt x="3686" y="619"/>
                </a:lnTo>
                <a:lnTo>
                  <a:pt x="3686" y="19"/>
                </a:lnTo>
                <a:lnTo>
                  <a:pt x="2916" y="19"/>
                </a:lnTo>
                <a:lnTo>
                  <a:pt x="2916" y="619"/>
                </a:lnTo>
                <a:close/>
              </a:path>
            </a:pathLst>
          </a:custGeom>
          <a:noFill/>
          <a:ln w="12700" cap="flat">
            <a:solidFill>
              <a:srgbClr val="44546A">
                <a:alpha val="100000"/>
              </a:srgbClr>
            </a:solidFill>
            <a:prstDash val="solid"/>
            <a:miter lim="1000000"/>
          </a:ln>
        </p:spPr>
        <p:txBody>
          <a:bodyPr rtlCol="0"/>
          <a:lstStyle/>
          <a:p>
            <a:pPr algn="ctr"/>
            <a:endParaRPr lang="zh-CN" altLang="en-US"/>
          </a:p>
        </p:txBody>
      </p:sp>
      <p:graphicFrame>
        <p:nvGraphicFramePr>
          <p:cNvPr id="2050" name="table 2050"/>
          <p:cNvGraphicFramePr>
            <a:graphicFrameLocks noGrp="1"/>
          </p:cNvGraphicFramePr>
          <p:nvPr>
            <p:custDataLst>
              <p:tags r:id="rId8"/>
            </p:custDataLst>
          </p:nvPr>
        </p:nvGraphicFramePr>
        <p:xfrm>
          <a:off x="2432050" y="3008121"/>
          <a:ext cx="3796665" cy="654050"/>
        </p:xfrm>
        <a:graphic>
          <a:graphicData uri="http://schemas.openxmlformats.org/drawingml/2006/table">
            <a:tbl>
              <a:tblPr/>
              <a:tblGrid>
                <a:gridCol w="612775"/>
                <a:gridCol w="53340"/>
                <a:gridCol w="116205"/>
                <a:gridCol w="488950"/>
                <a:gridCol w="2525395"/>
              </a:tblGrid>
              <a:tr h="0">
                <a:tc gridSpan="2">
                  <a:txBody>
                    <a:bodyPr/>
                    <a:lstStyle/>
                    <a:p>
                      <a:pPr algn="l" rtl="0" eaLnBrk="0">
                        <a:lnSpc>
                          <a:spcPts val="540"/>
                        </a:lnSpc>
                      </a:pPr>
                      <a:endParaRPr lang="en-US" altLang="en-US" sz="400" dirty="0"/>
                    </a:p>
                  </a:txBody>
                  <a:tcPr marL="0" marR="0" marT="0" marB="0" vert="horz">
                    <a:lnL>
                      <a:noFill/>
                    </a:lnL>
                    <a:lnR w="12700" cap="flat" cmpd="sng" algn="ctr">
                      <a:solidFill>
                        <a:srgbClr val="000000"/>
                      </a:solidFill>
                      <a:prstDash val="solid"/>
                      <a:round/>
                      <a:headEnd type="none" w="med" len="med"/>
                      <a:tailEnd type="none" w="med" len="med"/>
                    </a:lnR>
                    <a:lnT>
                      <a:noFill/>
                    </a:lnT>
                    <a:lnB w="12700" cap="flat" cmpd="sng" algn="ctr">
                      <a:solidFill>
                        <a:srgbClr val="D9D9D9"/>
                      </a:solidFill>
                      <a:prstDash val="solid"/>
                      <a:round/>
                      <a:headEnd type="none" w="med" len="med"/>
                      <a:tailEnd type="none" w="med" len="med"/>
                    </a:lnB>
                  </a:tcPr>
                </a:tc>
                <a:tc hMerge="1">
                  <a:tcPr marL="0" marR="0" marT="0" marB="0" vert="horz">
                    <a:lnL>
                      <a:noFill/>
                    </a:lnL>
                    <a:lnR w="12700" cap="flat" cmpd="sng" algn="ctr">
                      <a:solidFill>
                        <a:srgbClr val="000000"/>
                      </a:solidFill>
                      <a:prstDash val="solid"/>
                      <a:round/>
                      <a:headEnd type="none" w="med" len="med"/>
                      <a:tailEnd type="none" w="med" len="med"/>
                    </a:lnR>
                    <a:lnT>
                      <a:noFill/>
                    </a:lnT>
                    <a:lnB w="12700" cap="flat" cmpd="sng" algn="ctr">
                      <a:solidFill>
                        <a:srgbClr val="D9D9D9"/>
                      </a:solidFill>
                      <a:prstDash val="solid"/>
                      <a:round/>
                      <a:headEnd type="none" w="med" len="med"/>
                      <a:tailEnd type="none" w="med" len="med"/>
                    </a:lnB>
                  </a:tcPr>
                </a:tc>
                <a:tc rowSpan="2" gridSpan="2">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l" rtl="0" eaLnBrk="0">
                        <a:lnSpc>
                          <a:spcPct val="112000"/>
                        </a:lnSpc>
                      </a:pPr>
                      <a:endParaRPr lang="en-US" altLang="en-US" sz="400" dirty="0"/>
                    </a:p>
                    <a:p>
                      <a:pPr marL="621030" algn="l" rtl="0" eaLnBrk="0">
                        <a:lnSpc>
                          <a:spcPct val="97000"/>
                        </a:lnSpc>
                        <a:tabLst>
                          <a:tab pos="720725" algn="l"/>
                        </a:tabLst>
                      </a:pPr>
                      <a:r>
                        <a:rPr sz="900" kern="0" spc="0" dirty="0">
                          <a:solidFill>
                            <a:srgbClr val="000000">
                              <a:alpha val="100000"/>
                            </a:srgbClr>
                          </a:solidFill>
                          <a:cs typeface="微软雅黑" panose="020B0503020204020204" charset="-122"/>
                        </a:rPr>
                        <a:t>	</a:t>
                      </a:r>
                      <a:r>
                        <a:rPr sz="900" b="1" kern="0" spc="-10" dirty="0">
                          <a:solidFill>
                            <a:srgbClr val="000000">
                              <a:alpha val="100000"/>
                            </a:srgbClr>
                          </a:solidFill>
                          <a:cs typeface="微软雅黑" panose="020B0503020204020204" charset="-122"/>
                        </a:rPr>
                        <a:t>营运支撑系统</a:t>
                      </a:r>
                      <a:r>
                        <a:rPr sz="900" b="1" kern="0" spc="0" dirty="0">
                          <a:solidFill>
                            <a:srgbClr val="000000">
                              <a:alpha val="100000"/>
                            </a:srgbClr>
                          </a:solidFill>
                          <a:cs typeface="微软雅黑" panose="020B0503020204020204" charset="-122"/>
                        </a:rPr>
                        <a:t>        </a:t>
                      </a:r>
                      <a:endParaRPr lang="en-US" altLang="en-US" sz="900" dirty="0"/>
                    </a:p>
                    <a:p>
                      <a:pPr marL="885825" algn="l" rtl="0" eaLnBrk="0">
                        <a:lnSpc>
                          <a:spcPct val="90000"/>
                        </a:lnSpc>
                        <a:spcBef>
                          <a:spcPts val="865"/>
                        </a:spcBef>
                      </a:pPr>
                      <a:r>
                        <a:rPr sz="900" b="1" kern="0" spc="0" dirty="0">
                          <a:solidFill>
                            <a:srgbClr val="000000">
                              <a:alpha val="100000"/>
                            </a:srgbClr>
                          </a:solidFill>
                          <a:cs typeface="微软雅黑" panose="020B0503020204020204" charset="-122"/>
                        </a:rPr>
                        <a:t>中转           结算     </a:t>
                      </a:r>
                      <a:r>
                        <a:rPr sz="900" b="1" kern="0" spc="-10" dirty="0">
                          <a:solidFill>
                            <a:srgbClr val="000000">
                              <a:alpha val="100000"/>
                            </a:srgbClr>
                          </a:solidFill>
                          <a:cs typeface="微软雅黑" panose="020B0503020204020204" charset="-122"/>
                        </a:rPr>
                        <a:t>      综合</a:t>
                      </a:r>
                      <a:endParaRPr lang="en-US" altLang="en-US" sz="900" dirty="0"/>
                    </a:p>
                    <a:p>
                      <a:pPr marL="313055" algn="l" rtl="0" eaLnBrk="0">
                        <a:lnSpc>
                          <a:spcPts val="1325"/>
                        </a:lnSpc>
                        <a:spcBef>
                          <a:spcPts val="105"/>
                        </a:spcBef>
                      </a:pPr>
                      <a:r>
                        <a:rPr sz="1300" b="1" kern="0" spc="20" baseline="-29000" dirty="0">
                          <a:solidFill>
                            <a:srgbClr val="000000">
                              <a:alpha val="100000"/>
                            </a:srgbClr>
                          </a:solidFill>
                          <a:cs typeface="微软雅黑" panose="020B0503020204020204" charset="-122"/>
                        </a:rPr>
                        <a:t>理</a:t>
                      </a:r>
                      <a:r>
                        <a:rPr sz="800" b="1" kern="0" spc="10" dirty="0">
                          <a:solidFill>
                            <a:srgbClr val="000000">
                              <a:alpha val="100000"/>
                            </a:srgbClr>
                          </a:solidFill>
                          <a:cs typeface="微软雅黑" panose="020B0503020204020204" charset="-122"/>
                        </a:rPr>
                        <a:t>              </a:t>
                      </a:r>
                      <a:r>
                        <a:rPr sz="1300" b="1" kern="0" spc="20" baseline="11000" dirty="0">
                          <a:solidFill>
                            <a:srgbClr val="000000">
                              <a:alpha val="100000"/>
                            </a:srgbClr>
                          </a:solidFill>
                          <a:cs typeface="微软雅黑" panose="020B0503020204020204" charset="-122"/>
                        </a:rPr>
                        <a:t>管理</a:t>
                      </a:r>
                      <a:r>
                        <a:rPr sz="800" b="1" kern="0" spc="20" dirty="0">
                          <a:solidFill>
                            <a:srgbClr val="000000">
                              <a:alpha val="100000"/>
                            </a:srgbClr>
                          </a:solidFill>
                          <a:cs typeface="微软雅黑" panose="020B0503020204020204" charset="-122"/>
                        </a:rPr>
                        <a:t>         </a:t>
                      </a:r>
                      <a:r>
                        <a:rPr sz="800" b="1" kern="0" spc="10" dirty="0">
                          <a:solidFill>
                            <a:srgbClr val="000000">
                              <a:alpha val="100000"/>
                            </a:srgbClr>
                          </a:solidFill>
                          <a:cs typeface="微软雅黑" panose="020B0503020204020204" charset="-122"/>
                        </a:rPr>
                        <a:t>   </a:t>
                      </a:r>
                      <a:r>
                        <a:rPr sz="1300" b="1" kern="0" spc="10" baseline="11000" dirty="0">
                          <a:solidFill>
                            <a:srgbClr val="000000">
                              <a:alpha val="100000"/>
                            </a:srgbClr>
                          </a:solidFill>
                          <a:cs typeface="微软雅黑" panose="020B0503020204020204" charset="-122"/>
                        </a:rPr>
                        <a:t>管理</a:t>
                      </a:r>
                      <a:r>
                        <a:rPr sz="800" b="1" kern="0" spc="10" dirty="0">
                          <a:solidFill>
                            <a:srgbClr val="000000">
                              <a:alpha val="100000"/>
                            </a:srgbClr>
                          </a:solidFill>
                          <a:cs typeface="微软雅黑" panose="020B0503020204020204" charset="-122"/>
                        </a:rPr>
                        <a:t>            </a:t>
                      </a:r>
                      <a:r>
                        <a:rPr sz="900" b="1" kern="0" spc="10" dirty="0">
                          <a:solidFill>
                            <a:srgbClr val="000000">
                              <a:alpha val="100000"/>
                            </a:srgbClr>
                          </a:solidFill>
                          <a:cs typeface="微软雅黑" panose="020B0503020204020204" charset="-122"/>
                        </a:rPr>
                        <a:t>管理</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8114">
                <a:tc rowSpan="2">
                  <a:txBody>
                    <a:bodyPr/>
                    <a:lstStyle/>
                    <a:p>
                      <a:pPr algn="l" rtl="0" eaLnBrk="0">
                        <a:lnSpc>
                          <a:spcPct val="101000"/>
                        </a:lnSpc>
                      </a:pPr>
                      <a:endParaRPr lang="en-US" altLang="en-US" sz="1000" dirty="0"/>
                    </a:p>
                    <a:p>
                      <a:pPr marL="196215" algn="l" rtl="0" eaLnBrk="0">
                        <a:lnSpc>
                          <a:spcPct val="89000"/>
                        </a:lnSpc>
                        <a:spcBef>
                          <a:spcPts val="0"/>
                        </a:spcBef>
                      </a:pPr>
                      <a:r>
                        <a:rPr sz="900" b="1" kern="0" spc="-10" dirty="0">
                          <a:solidFill>
                            <a:srgbClr val="000000">
                              <a:alpha val="100000"/>
                            </a:srgbClr>
                          </a:solidFill>
                          <a:cs typeface="微软雅黑" panose="020B0503020204020204" charset="-122"/>
                        </a:rPr>
                        <a:t>业务</a:t>
                      </a:r>
                      <a:endParaRPr lang="en-US" altLang="en-US" sz="900" dirty="0"/>
                    </a:p>
                    <a:p>
                      <a:pPr marL="196850" algn="l" rtl="0" eaLnBrk="0">
                        <a:lnSpc>
                          <a:spcPts val="1175"/>
                        </a:lnSpc>
                      </a:pPr>
                      <a:r>
                        <a:rPr sz="900" b="1" kern="0" spc="-10" dirty="0">
                          <a:solidFill>
                            <a:srgbClr val="000000">
                              <a:alpha val="100000"/>
                            </a:srgbClr>
                          </a:solidFill>
                          <a:cs typeface="微软雅黑" panose="020B0503020204020204" charset="-122"/>
                        </a:rPr>
                        <a:t>营运</a:t>
                      </a:r>
                      <a:endParaRPr lang="en-US" altLang="en-US" sz="9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a:noFill/>
                    </a:lnB>
                  </a:tcPr>
                </a:tc>
                <a:tc rowSpan="2">
                  <a:txBody>
                    <a:bodyPr/>
                    <a:lstStyle/>
                    <a:p>
                      <a:pPr algn="l" rtl="0" eaLnBrk="0">
                        <a:lnSpc>
                          <a:spcPct val="100000"/>
                        </a:lnSpc>
                      </a:pPr>
                      <a:endParaRPr lang="en-US" altLang="en-US" sz="1000" dirty="0"/>
                    </a:p>
                  </a:txBody>
                  <a:tcPr marL="0" marR="0" marT="0" marB="0" vert="horz">
                    <a:lnL w="12700" cap="flat" cmpd="sng" algn="ctr">
                      <a:solidFill>
                        <a:srgbClr val="D9D9D9"/>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vMerge="1" gridSpan="2">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21004">
                <a:tc vMerge="1">
                  <a:tcPr marL="0" marR="0" marT="0" marB="0" vert="horz">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a:noFill/>
                    </a:lnB>
                  </a:tcPr>
                </a:tc>
                <a:tc vMerge="1">
                  <a:tcPr marL="0" marR="0" marT="0" marB="0" vert="horz">
                    <a:lnL w="12700" cap="flat" cmpd="sng" algn="ctr">
                      <a:solidFill>
                        <a:srgbClr val="D9D9D9"/>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l" rtl="0" eaLnBrk="0">
                        <a:lnSpc>
                          <a:spcPct val="117000"/>
                        </a:lnSpc>
                      </a:pPr>
                      <a:endParaRPr lang="en-US" altLang="en-US" sz="400" dirty="0"/>
                    </a:p>
                    <a:p>
                      <a:pPr marL="130810" algn="l" rtl="0" eaLnBrk="0">
                        <a:lnSpc>
                          <a:spcPct val="89000"/>
                        </a:lnSpc>
                        <a:spcBef>
                          <a:spcPts val="5"/>
                        </a:spcBef>
                      </a:pPr>
                      <a:r>
                        <a:rPr sz="900" b="1" kern="0" spc="-10" dirty="0">
                          <a:solidFill>
                            <a:srgbClr val="000000">
                              <a:alpha val="100000"/>
                            </a:srgbClr>
                          </a:solidFill>
                          <a:cs typeface="微软雅黑" panose="020B0503020204020204" charset="-122"/>
                        </a:rPr>
                        <a:t>运单</a:t>
                      </a:r>
                      <a:endParaRPr lang="en-US" altLang="en-US" sz="900" dirty="0"/>
                    </a:p>
                    <a:p>
                      <a:pPr marL="131445" algn="l" rtl="0" eaLnBrk="0">
                        <a:lnSpc>
                          <a:spcPts val="1175"/>
                        </a:lnSpc>
                      </a:pPr>
                      <a:r>
                        <a:rPr sz="900" b="1" kern="0" spc="-10" dirty="0">
                          <a:solidFill>
                            <a:srgbClr val="000000">
                              <a:alpha val="100000"/>
                            </a:srgbClr>
                          </a:solidFill>
                          <a:cs typeface="微软雅黑" panose="020B0503020204020204" charset="-122"/>
                        </a:rPr>
                        <a:t>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vMerge="1">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052" name="table 2052"/>
          <p:cNvGraphicFramePr>
            <a:graphicFrameLocks noGrp="1"/>
          </p:cNvGraphicFramePr>
          <p:nvPr>
            <p:custDataLst>
              <p:tags r:id="rId9"/>
            </p:custDataLst>
          </p:nvPr>
        </p:nvGraphicFramePr>
        <p:xfrm>
          <a:off x="536194" y="2535682"/>
          <a:ext cx="1644650" cy="1507489"/>
        </p:xfrm>
        <a:graphic>
          <a:graphicData uri="http://schemas.openxmlformats.org/drawingml/2006/table">
            <a:tbl>
              <a:tblPr/>
              <a:tblGrid>
                <a:gridCol w="353059"/>
                <a:gridCol w="370204"/>
                <a:gridCol w="190500"/>
                <a:gridCol w="465454"/>
                <a:gridCol w="265429"/>
              </a:tblGrid>
              <a:tr h="228600">
                <a:tc rowSpan="2">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gridSpan="3">
                  <a:txBody>
                    <a:bodyPr/>
                    <a:lstStyle/>
                    <a:p>
                      <a:pPr algn="l" rtl="0" eaLnBrk="0">
                        <a:lnSpc>
                          <a:spcPct val="118000"/>
                        </a:lnSpc>
                      </a:pPr>
                      <a:endParaRPr lang="en-US" altLang="en-US" sz="500" dirty="0"/>
                    </a:p>
                    <a:p>
                      <a:pPr algn="r" rtl="0" eaLnBrk="0">
                        <a:lnSpc>
                          <a:spcPts val="1015"/>
                        </a:lnSpc>
                        <a:spcBef>
                          <a:spcPts val="0"/>
                        </a:spcBef>
                      </a:pPr>
                      <a:r>
                        <a:rPr sz="800" b="1" kern="0" spc="10" dirty="0">
                          <a:solidFill>
                            <a:srgbClr val="000000">
                              <a:alpha val="100000"/>
                            </a:srgbClr>
                          </a:solidFill>
                          <a:cs typeface="微软雅黑" panose="020B0503020204020204" charset="-122"/>
                        </a:rPr>
                        <a:t>客户管理（</a:t>
                      </a:r>
                      <a:r>
                        <a:rPr sz="800" b="1" kern="0" spc="0" dirty="0">
                          <a:solidFill>
                            <a:srgbClr val="000000">
                              <a:alpha val="100000"/>
                            </a:srgbClr>
                          </a:solidFill>
                          <a:cs typeface="微软雅黑" panose="020B0503020204020204" charset="-122"/>
                        </a:rPr>
                        <a:t>CRM</a:t>
                      </a:r>
                      <a:r>
                        <a:rPr sz="800" b="1" kern="0" spc="10" dirty="0">
                          <a:solidFill>
                            <a:srgbClr val="000000">
                              <a:alpha val="100000"/>
                            </a:srgbClr>
                          </a:solidFill>
                          <a:cs typeface="微软雅黑" panose="020B0503020204020204" charset="-122"/>
                        </a:rPr>
                        <a:t>）</a:t>
                      </a:r>
                      <a:endParaRPr lang="en-US" altLang="en-US" sz="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rowSpan="2">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r h="0">
                <a:tc v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gridSpan="3">
                  <a:txBody>
                    <a:bodyPr/>
                    <a:lstStyle/>
                    <a:p>
                      <a:pPr algn="l" rtl="0" eaLnBrk="0">
                        <a:lnSpc>
                          <a:spcPts val="465"/>
                        </a:lnSpc>
                      </a:pPr>
                      <a:endParaRPr lang="en-US" altLang="en-US" sz="300" dirty="0"/>
                    </a:p>
                  </a:txBody>
                  <a:tcPr marL="0" marR="0" marT="0" marB="0" vert="horz">
                    <a:lnL>
                      <a:noFill/>
                    </a:lnL>
                    <a:lnR>
                      <a:noFill/>
                    </a:lnR>
                    <a:lnT w="12700" cap="flat" cmpd="sng" algn="ctr">
                      <a:solidFill>
                        <a:srgbClr val="FFFFFF"/>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a:noFill/>
                    </a:lnL>
                    <a:lnR>
                      <a:noFill/>
                    </a:lnR>
                    <a:lnT w="12700" cap="flat" cmpd="sng" algn="ctr">
                      <a:solidFill>
                        <a:srgbClr val="FFFFFF"/>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a:noFill/>
                    </a:lnL>
                    <a:lnR>
                      <a:noFill/>
                    </a:lnR>
                    <a:lnT w="12700" cap="flat" cmpd="sng" algn="ctr">
                      <a:solidFill>
                        <a:srgbClr val="FFFFFF"/>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v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r h="285114">
                <a:tc gridSpan="5">
                  <a:txBody>
                    <a:bodyPr/>
                    <a:lstStyle/>
                    <a:p>
                      <a:pPr algn="l" rtl="0" eaLnBrk="0">
                        <a:lnSpc>
                          <a:spcPct val="100000"/>
                        </a:lnSpc>
                      </a:pPr>
                      <a:endParaRPr lang="en-US" altLang="en-US" sz="600" dirty="0"/>
                    </a:p>
                    <a:p>
                      <a:pPr marL="591820" algn="l" rtl="0" eaLnBrk="0">
                        <a:lnSpc>
                          <a:spcPct val="97000"/>
                        </a:lnSpc>
                        <a:spcBef>
                          <a:spcPts val="5"/>
                        </a:spcBef>
                      </a:pPr>
                      <a:r>
                        <a:rPr sz="900" b="1" kern="0" spc="-10" dirty="0">
                          <a:solidFill>
                            <a:srgbClr val="000000">
                              <a:alpha val="100000"/>
                            </a:srgbClr>
                          </a:solidFill>
                          <a:cs typeface="微软雅黑" panose="020B0503020204020204" charset="-122"/>
                        </a:rPr>
                        <a:t>市场营销</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r h="0">
                <a:tc>
                  <a:txBody>
                    <a:bodyPr/>
                    <a:lstStyle/>
                    <a:p>
                      <a:pPr algn="l" rtl="0" eaLnBrk="0">
                        <a:lnSpc>
                          <a:spcPts val="530"/>
                        </a:lnSpc>
                      </a:pPr>
                      <a:endParaRPr lang="en-US" altLang="en-US" sz="400" dirty="0"/>
                    </a:p>
                  </a:txBody>
                  <a:tcPr marL="0" marR="0" marT="0" marB="0" vert="horz">
                    <a:lnL w="12700" cap="flat" cmpd="sng" algn="ctr">
                      <a:solidFill>
                        <a:srgbClr val="44546A"/>
                      </a:solidFill>
                      <a:prstDash val="solid"/>
                      <a:round/>
                      <a:headEnd type="none" w="med" len="med"/>
                      <a:tailEnd type="none" w="med" len="med"/>
                    </a:lnL>
                    <a:lnR>
                      <a:noFill/>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a:txBody>
                    <a:bodyPr/>
                    <a:lstStyle/>
                    <a:p>
                      <a:pPr algn="l" rtl="0" eaLnBrk="0">
                        <a:lnSpc>
                          <a:spcPts val="530"/>
                        </a:lnSpc>
                      </a:pPr>
                      <a:endParaRPr lang="en-US" altLang="en-US" sz="400" dirty="0"/>
                    </a:p>
                  </a:txBody>
                  <a:tcPr marL="0" marR="0" marT="0" marB="0" vert="horz">
                    <a:lnL>
                      <a:noFill/>
                    </a:lnL>
                    <a:lnR>
                      <a:noFill/>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rowSpan="2">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a:noFill/>
                    </a:lnB>
                  </a:tcPr>
                </a:tc>
                <a:tc>
                  <a:txBody>
                    <a:bodyPr/>
                    <a:lstStyle/>
                    <a:p>
                      <a:pPr algn="l" rtl="0" eaLnBrk="0">
                        <a:lnSpc>
                          <a:spcPts val="530"/>
                        </a:lnSpc>
                      </a:pPr>
                      <a:endParaRPr lang="en-US" altLang="en-US" sz="400" dirty="0"/>
                    </a:p>
                  </a:txBody>
                  <a:tcPr marL="0" marR="0" marT="0" marB="0" vert="horz">
                    <a:lnL>
                      <a:noFill/>
                    </a:lnL>
                    <a:lnR>
                      <a:noFill/>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a:txBody>
                    <a:bodyPr/>
                    <a:lstStyle/>
                    <a:p>
                      <a:pPr algn="l" rtl="0" eaLnBrk="0">
                        <a:lnSpc>
                          <a:spcPts val="530"/>
                        </a:lnSpc>
                      </a:pPr>
                      <a:endParaRPr lang="en-US" altLang="en-US" sz="400" dirty="0"/>
                    </a:p>
                  </a:txBody>
                  <a:tcPr marL="0" marR="0" marT="0" marB="0" vert="horz">
                    <a:lnL>
                      <a:noFill/>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r h="240664">
                <a:tc gridSpan="2">
                  <a:txBody>
                    <a:bodyPr/>
                    <a:lstStyle/>
                    <a:p>
                      <a:pPr algn="l" rtl="0" eaLnBrk="0">
                        <a:lnSpc>
                          <a:spcPct val="116000"/>
                        </a:lnSpc>
                      </a:pPr>
                      <a:endParaRPr lang="en-US" altLang="en-US" sz="400" dirty="0"/>
                    </a:p>
                    <a:p>
                      <a:pPr marL="162560" algn="l" rtl="0" eaLnBrk="0">
                        <a:lnSpc>
                          <a:spcPct val="97000"/>
                        </a:lnSpc>
                        <a:spcBef>
                          <a:spcPts val="0"/>
                        </a:spcBef>
                      </a:pPr>
                      <a:r>
                        <a:rPr sz="900" b="1" kern="0" spc="-10" dirty="0">
                          <a:solidFill>
                            <a:srgbClr val="000000">
                              <a:alpha val="100000"/>
                            </a:srgbClr>
                          </a:solidFill>
                          <a:cs typeface="微软雅黑" panose="020B0503020204020204" charset="-122"/>
                        </a:rPr>
                        <a:t>客户管理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v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a:noFill/>
                    </a:lnB>
                  </a:tcPr>
                </a:tc>
                <a:tc gridSpan="2">
                  <a:txBody>
                    <a:bodyPr/>
                    <a:lstStyle/>
                    <a:p>
                      <a:pPr algn="l" rtl="0" eaLnBrk="0">
                        <a:lnSpc>
                          <a:spcPct val="113000"/>
                        </a:lnSpc>
                      </a:pPr>
                      <a:endParaRPr lang="en-US" altLang="en-US" sz="400" dirty="0"/>
                    </a:p>
                    <a:p>
                      <a:pPr marL="100330" algn="l" rtl="0" eaLnBrk="0">
                        <a:lnSpc>
                          <a:spcPct val="98000"/>
                        </a:lnSpc>
                      </a:pPr>
                      <a:r>
                        <a:rPr sz="900" b="1" kern="0" spc="-10" dirty="0">
                          <a:solidFill>
                            <a:srgbClr val="000000">
                              <a:alpha val="100000"/>
                            </a:srgbClr>
                          </a:solidFill>
                          <a:cs typeface="微软雅黑" panose="020B0503020204020204" charset="-122"/>
                        </a:rPr>
                        <a:t>订单管理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r h="199389">
                <a:tc gridSpan="5">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r h="240665">
                <a:tc gridSpan="2">
                  <a:txBody>
                    <a:bodyPr/>
                    <a:lstStyle/>
                    <a:p>
                      <a:pPr algn="l" rtl="0" eaLnBrk="0">
                        <a:lnSpc>
                          <a:spcPct val="114000"/>
                        </a:lnSpc>
                      </a:pPr>
                      <a:endParaRPr lang="en-US" altLang="en-US" sz="400" dirty="0"/>
                    </a:p>
                    <a:p>
                      <a:pPr marL="162560" algn="l" rtl="0" eaLnBrk="0">
                        <a:lnSpc>
                          <a:spcPct val="97000"/>
                        </a:lnSpc>
                        <a:spcBef>
                          <a:spcPts val="0"/>
                        </a:spcBef>
                      </a:pPr>
                      <a:r>
                        <a:rPr sz="900" b="1" kern="0" spc="-10" dirty="0">
                          <a:solidFill>
                            <a:srgbClr val="000000">
                              <a:alpha val="100000"/>
                            </a:srgbClr>
                          </a:solidFill>
                          <a:cs typeface="微软雅黑" panose="020B0503020204020204" charset="-122"/>
                        </a:rPr>
                        <a:t>客户信息</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a:noFill/>
                    </a:lnT>
                    <a:lnB>
                      <a:noFill/>
                    </a:lnB>
                  </a:tcPr>
                </a:tc>
                <a:tc gridSpan="2">
                  <a:txBody>
                    <a:bodyPr/>
                    <a:lstStyle/>
                    <a:p>
                      <a:pPr algn="l" rtl="0" eaLnBrk="0">
                        <a:lnSpc>
                          <a:spcPct val="113000"/>
                        </a:lnSpc>
                      </a:pPr>
                      <a:endParaRPr lang="en-US" altLang="en-US" sz="400" dirty="0"/>
                    </a:p>
                    <a:p>
                      <a:pPr marL="99060" algn="l" rtl="0" eaLnBrk="0">
                        <a:lnSpc>
                          <a:spcPct val="97000"/>
                        </a:lnSpc>
                        <a:spcBef>
                          <a:spcPts val="5"/>
                        </a:spcBef>
                      </a:pPr>
                      <a:r>
                        <a:rPr sz="900" b="1" kern="0" spc="-10" dirty="0">
                          <a:solidFill>
                            <a:srgbClr val="000000">
                              <a:alpha val="100000"/>
                            </a:srgbClr>
                          </a:solidFill>
                          <a:cs typeface="微软雅黑" panose="020B0503020204020204" charset="-122"/>
                        </a:rPr>
                        <a:t>推广维护</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r h="173989">
                <a:tc gridSpan="2">
                  <a:txBody>
                    <a:bodyPr/>
                    <a:lstStyle/>
                    <a:p>
                      <a:pPr algn="l" rtl="0" eaLnBrk="0">
                        <a:lnSpc>
                          <a:spcPct val="100000"/>
                        </a:lnSpc>
                      </a:pPr>
                      <a:endParaRPr lang="en-US" altLang="en-US" sz="1000" dirty="0"/>
                    </a:p>
                  </a:txBody>
                  <a:tcPr marL="0" marR="0" marT="0" marB="0" vert="horz">
                    <a:lnL w="12700" cap="flat" cmpd="sng" algn="ctr">
                      <a:solidFill>
                        <a:srgbClr val="44546A"/>
                      </a:solidFill>
                      <a:prstDash val="solid"/>
                      <a:round/>
                      <a:headEnd type="none" w="med" len="med"/>
                      <a:tailEnd type="none" w="med" len="med"/>
                    </a:lnL>
                    <a:lnR>
                      <a:noFill/>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w="12700" cap="flat" cmpd="sng" algn="ctr">
                      <a:solidFill>
                        <a:srgbClr val="44546A"/>
                      </a:solidFill>
                      <a:prstDash val="solid"/>
                      <a:round/>
                      <a:headEnd type="none" w="med" len="med"/>
                      <a:tailEnd type="none" w="med" len="med"/>
                    </a:lnL>
                    <a:lnR>
                      <a:noFill/>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gridSpan="3">
                  <a:txBody>
                    <a:bodyPr/>
                    <a:lstStyle/>
                    <a:p>
                      <a:pPr algn="l" rtl="0" eaLnBrk="0">
                        <a:lnSpc>
                          <a:spcPct val="100000"/>
                        </a:lnSpc>
                      </a:pPr>
                      <a:endParaRPr lang="en-US" altLang="en-US" sz="1000" dirty="0"/>
                    </a:p>
                  </a:txBody>
                  <a:tcPr marL="0" marR="0" marT="0" marB="0" vert="horz">
                    <a:lnL>
                      <a:noFill/>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a:noFill/>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c hMerge="1">
                  <a:tcPr marL="0" marR="0" marT="0" marB="0" vert="horz">
                    <a:lnL>
                      <a:noFill/>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sp>
        <p:nvSpPr>
          <p:cNvPr id="2054" name="textbox 2054"/>
          <p:cNvSpPr/>
          <p:nvPr>
            <p:custDataLst>
              <p:tags r:id="rId10"/>
            </p:custDataLst>
          </p:nvPr>
        </p:nvSpPr>
        <p:spPr>
          <a:xfrm>
            <a:off x="887584" y="435705"/>
            <a:ext cx="8898890" cy="321309"/>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20" dirty="0">
                <a:solidFill>
                  <a:schemeClr val="dk1"/>
                </a:solidFill>
                <a:cs typeface="微软雅黑" panose="020B0503020204020204" charset="-122"/>
              </a:rPr>
              <a:t>在IT投资方面，XX为了实现IT建</a:t>
            </a:r>
            <a:r>
              <a:rPr sz="2000" b="1" kern="0" spc="-30" dirty="0">
                <a:solidFill>
                  <a:schemeClr val="dk1"/>
                </a:solidFill>
                <a:cs typeface="微软雅黑" panose="020B0503020204020204" charset="-122"/>
              </a:rPr>
              <a:t>设目标，需要加大投入，</a:t>
            </a:r>
            <a:r>
              <a:rPr sz="2000" b="1" kern="0" spc="320" dirty="0">
                <a:solidFill>
                  <a:schemeClr val="dk1"/>
                </a:solidFill>
                <a:cs typeface="微软雅黑" panose="020B0503020204020204" charset="-122"/>
              </a:rPr>
              <a:t> </a:t>
            </a:r>
            <a:r>
              <a:rPr sz="2000" b="1" kern="0" spc="-30" dirty="0">
                <a:solidFill>
                  <a:schemeClr val="dk1"/>
                </a:solidFill>
                <a:cs typeface="微软雅黑" panose="020B0503020204020204" charset="-122"/>
              </a:rPr>
              <a:t>并优化投资结构</a:t>
            </a:r>
            <a:endParaRPr lang="en-US" altLang="en-US" sz="2000" b="1" kern="0" spc="-30" dirty="0">
              <a:solidFill>
                <a:schemeClr val="dk1"/>
              </a:solidFill>
              <a:cs typeface="微软雅黑" panose="020B0503020204020204" charset="-122"/>
            </a:endParaRPr>
          </a:p>
        </p:txBody>
      </p:sp>
      <p:sp>
        <p:nvSpPr>
          <p:cNvPr id="2056" name="textbox 2056"/>
          <p:cNvSpPr/>
          <p:nvPr>
            <p:custDataLst>
              <p:tags r:id="rId11"/>
            </p:custDataLst>
          </p:nvPr>
        </p:nvSpPr>
        <p:spPr>
          <a:xfrm>
            <a:off x="8317992" y="1179576"/>
            <a:ext cx="3526790" cy="439419"/>
          </a:xfrm>
          <a:prstGeom prst="rect">
            <a:avLst/>
          </a:prstGeom>
          <a:solidFill>
            <a:schemeClr val="accent1"/>
          </a:solidFill>
        </p:spPr>
        <p:txBody>
          <a:bodyPr vert="horz" wrap="square" lIns="0" tIns="0" rIns="0" bIns="0">
            <a:normAutofit/>
          </a:bodyPr>
          <a:lstStyle/>
          <a:p>
            <a:pPr algn="l" rtl="0" eaLnBrk="0">
              <a:lnSpc>
                <a:spcPct val="109000"/>
              </a:lnSpc>
            </a:pPr>
            <a:endParaRPr lang="en-US" altLang="en-US" sz="700" dirty="0">
              <a:solidFill>
                <a:schemeClr val="tx1"/>
              </a:solidFill>
            </a:endParaRPr>
          </a:p>
          <a:p>
            <a:pPr marL="1068705" algn="l" rtl="0" eaLnBrk="0">
              <a:lnSpc>
                <a:spcPct val="97000"/>
              </a:lnSpc>
              <a:spcBef>
                <a:spcPts val="0"/>
              </a:spcBef>
            </a:pPr>
            <a:r>
              <a:rPr sz="1800" b="1" kern="0" spc="-30" dirty="0">
                <a:solidFill>
                  <a:schemeClr val="tx1"/>
                </a:solidFill>
                <a:cs typeface="微软雅黑" panose="020B0503020204020204" charset="-122"/>
              </a:rPr>
              <a:t>IT 总投入不足</a:t>
            </a:r>
            <a:endParaRPr lang="en-US" altLang="en-US" sz="1800" b="1" kern="0" spc="-30" dirty="0">
              <a:solidFill>
                <a:schemeClr val="tx1"/>
              </a:solidFill>
              <a:cs typeface="微软雅黑" panose="020B0503020204020204" charset="-122"/>
            </a:endParaRPr>
          </a:p>
        </p:txBody>
      </p:sp>
      <p:pic>
        <p:nvPicPr>
          <p:cNvPr id="2060" name="picture 2060"/>
          <p:cNvPicPr>
            <a:picLocks noChangeAspect="1"/>
          </p:cNvPicPr>
          <p:nvPr>
            <p:custDataLst>
              <p:tags r:id="rId12"/>
            </p:custDataLst>
          </p:nvPr>
        </p:nvPicPr>
        <p:blipFill>
          <a:blip r:embed="rId13"/>
          <a:stretch>
            <a:fillRect/>
          </a:stretch>
        </p:blipFill>
        <p:spPr>
          <a:xfrm rot="21600000">
            <a:off x="11940745" y="391654"/>
            <a:ext cx="251252" cy="224971"/>
          </a:xfrm>
          <a:prstGeom prst="rect">
            <a:avLst/>
          </a:prstGeom>
        </p:spPr>
      </p:pic>
      <p:pic>
        <p:nvPicPr>
          <p:cNvPr id="2062" name="picture 2062"/>
          <p:cNvPicPr>
            <a:picLocks noChangeAspect="1"/>
          </p:cNvPicPr>
          <p:nvPr>
            <p:custDataLst>
              <p:tags r:id="rId14"/>
            </p:custDataLst>
          </p:nvPr>
        </p:nvPicPr>
        <p:blipFill>
          <a:blip r:embed="rId15"/>
          <a:stretch>
            <a:fillRect/>
          </a:stretch>
        </p:blipFill>
        <p:spPr>
          <a:xfrm rot="21600000">
            <a:off x="11915619" y="63196"/>
            <a:ext cx="251252" cy="227508"/>
          </a:xfrm>
          <a:prstGeom prst="rect">
            <a:avLst/>
          </a:prstGeom>
        </p:spPr>
      </p:pic>
      <p:graphicFrame>
        <p:nvGraphicFramePr>
          <p:cNvPr id="2064" name="table 2064"/>
          <p:cNvGraphicFramePr>
            <a:graphicFrameLocks noGrp="1"/>
          </p:cNvGraphicFramePr>
          <p:nvPr>
            <p:custDataLst>
              <p:tags r:id="rId16"/>
            </p:custDataLst>
          </p:nvPr>
        </p:nvGraphicFramePr>
        <p:xfrm>
          <a:off x="11482196" y="0"/>
          <a:ext cx="709295" cy="657859"/>
        </p:xfrm>
        <a:graphic>
          <a:graphicData uri="http://schemas.openxmlformats.org/drawingml/2006/table">
            <a:tbl>
              <a:tblPr/>
              <a:tblGrid>
                <a:gridCol w="360045"/>
                <a:gridCol w="349250"/>
              </a:tblGrid>
              <a:tr h="325120">
                <a:tc>
                  <a:txBody>
                    <a:bodyPr/>
                    <a:lstStyle/>
                    <a:p>
                      <a:pPr algn="l" rtl="0" eaLnBrk="0">
                        <a:lnSpc>
                          <a:spcPct val="108000"/>
                        </a:lnSpc>
                      </a:pPr>
                      <a:endParaRPr lang="en-US" altLang="en-US" sz="400" dirty="0"/>
                    </a:p>
                    <a:p>
                      <a:pPr marL="92075" algn="l" rtl="0" eaLnBrk="0">
                        <a:lnSpc>
                          <a:spcPct val="69000"/>
                        </a:lnSpc>
                        <a:spcBef>
                          <a:spcPts val="5"/>
                        </a:spcBef>
                      </a:pPr>
                      <a:r>
                        <a:rPr sz="2400" b="1" kern="0" spc="290" dirty="0">
                          <a:solidFill>
                            <a:srgbClr val="A6A6A6">
                              <a:alpha val="100000"/>
                            </a:srgbClr>
                          </a:solidFill>
                          <a:cs typeface="Trebuchet MS" panose="020B0603020202020204"/>
                        </a:rPr>
                        <a:t>I</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8000"/>
                        </a:lnSpc>
                      </a:pPr>
                      <a:endParaRPr lang="en-US" altLang="en-US" sz="400" dirty="0"/>
                    </a:p>
                    <a:p>
                      <a:pPr marL="76200" algn="l" rtl="0" eaLnBrk="0">
                        <a:lnSpc>
                          <a:spcPct val="69000"/>
                        </a:lnSpc>
                        <a:spcBef>
                          <a:spcPts val="5"/>
                        </a:spcBef>
                      </a:pPr>
                      <a:r>
                        <a:rPr sz="2400" b="1" kern="0" spc="140" dirty="0">
                          <a:solidFill>
                            <a:srgbClr val="A6A6A6">
                              <a:alpha val="100000"/>
                            </a:srgbClr>
                          </a:solidFill>
                          <a:cs typeface="Trebuchet MS" panose="020B0603020202020204"/>
                        </a:rPr>
                        <a:t>A</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r h="332739">
                <a:tc>
                  <a:txBody>
                    <a:bodyPr/>
                    <a:lstStyle/>
                    <a:p>
                      <a:pPr algn="l" rtl="0" eaLnBrk="0">
                        <a:lnSpc>
                          <a:spcPct val="109000"/>
                        </a:lnSpc>
                      </a:pPr>
                      <a:endParaRPr lang="en-US" altLang="en-US" sz="400" dirty="0"/>
                    </a:p>
                    <a:p>
                      <a:pPr marL="72390" algn="l" rtl="0" eaLnBrk="0">
                        <a:lnSpc>
                          <a:spcPct val="71000"/>
                        </a:lnSpc>
                        <a:spcBef>
                          <a:spcPts val="0"/>
                        </a:spcBef>
                      </a:pPr>
                      <a:r>
                        <a:rPr sz="2400" b="1" kern="0" spc="70" dirty="0">
                          <a:solidFill>
                            <a:srgbClr val="A6A6A6">
                              <a:alpha val="100000"/>
                            </a:srgbClr>
                          </a:solidFill>
                          <a:cs typeface="Trebuchet MS" panose="020B0603020202020204"/>
                        </a:rPr>
                        <a:t>T</a:t>
                      </a:r>
                      <a:endParaRPr lang="en-US" altLang="en-US" sz="2400" dirty="0"/>
                    </a:p>
                  </a:txBody>
                  <a:tcPr marL="0" marR="0" marT="0" marB="0" vert="horz">
                    <a:lnL w="19050" cap="flat" cmpd="sng" algn="ctr">
                      <a:solidFill>
                        <a:srgbClr val="E7E6E6"/>
                      </a:solidFill>
                      <a:prstDash val="solid"/>
                      <a:round/>
                      <a:headEnd type="none" w="med" len="med"/>
                      <a:tailEnd type="none" w="med" len="med"/>
                    </a:lnL>
                    <a:lnR w="190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c>
                  <a:txBody>
                    <a:bodyPr/>
                    <a:lstStyle/>
                    <a:p>
                      <a:pPr algn="l" rtl="0" eaLnBrk="0">
                        <a:lnSpc>
                          <a:spcPct val="103000"/>
                        </a:lnSpc>
                      </a:pPr>
                      <a:endParaRPr lang="en-US" altLang="en-US" sz="400" dirty="0"/>
                    </a:p>
                    <a:p>
                      <a:pPr algn="r" rtl="0" eaLnBrk="0">
                        <a:lnSpc>
                          <a:spcPct val="72000"/>
                        </a:lnSpc>
                        <a:spcBef>
                          <a:spcPts val="0"/>
                        </a:spcBef>
                      </a:pPr>
                      <a:r>
                        <a:rPr sz="2400" b="1" kern="0" spc="230" dirty="0">
                          <a:solidFill>
                            <a:srgbClr val="ED7D31">
                              <a:alpha val="100000"/>
                            </a:srgbClr>
                          </a:solidFill>
                          <a:cs typeface="Trebuchet MS" panose="020B0603020202020204"/>
                        </a:rPr>
                        <a:t>O</a:t>
                      </a:r>
                      <a:endParaRPr lang="en-US" altLang="en-US" sz="2400" dirty="0"/>
                    </a:p>
                  </a:txBody>
                  <a:tcPr marL="0" marR="0" marT="0" marB="0" vert="horz">
                    <a:lnL w="19050" cap="flat" cmpd="sng" algn="ctr">
                      <a:solidFill>
                        <a:srgbClr val="E7E6E6"/>
                      </a:solidFill>
                      <a:prstDash val="solid"/>
                      <a:round/>
                      <a:headEnd type="none" w="med" len="med"/>
                      <a:tailEnd type="none" w="med" len="med"/>
                    </a:lnL>
                    <a:lnR w="6350" cap="flat" cmpd="sng" algn="ctr">
                      <a:solidFill>
                        <a:srgbClr val="E7E6E6"/>
                      </a:solidFill>
                      <a:prstDash val="solid"/>
                      <a:round/>
                      <a:headEnd type="none" w="med" len="med"/>
                      <a:tailEnd type="none" w="med" len="med"/>
                    </a:lnR>
                    <a:lnT w="19050" cap="flat" cmpd="sng" algn="ctr">
                      <a:solidFill>
                        <a:srgbClr val="E7E6E6"/>
                      </a:solidFill>
                      <a:prstDash val="solid"/>
                      <a:round/>
                      <a:headEnd type="none" w="med" len="med"/>
                      <a:tailEnd type="none" w="med" len="med"/>
                    </a:lnT>
                    <a:lnB w="19050" cap="flat" cmpd="sng" algn="ctr">
                      <a:solidFill>
                        <a:srgbClr val="E7E6E6"/>
                      </a:solidFill>
                      <a:prstDash val="solid"/>
                      <a:round/>
                      <a:headEnd type="none" w="med" len="med"/>
                      <a:tailEnd type="none" w="med" len="med"/>
                    </a:lnB>
                  </a:tcPr>
                </a:tc>
              </a:tr>
            </a:tbl>
          </a:graphicData>
        </a:graphic>
      </p:graphicFrame>
      <p:sp>
        <p:nvSpPr>
          <p:cNvPr id="2066" name="textbox 2066"/>
          <p:cNvSpPr/>
          <p:nvPr>
            <p:custDataLst>
              <p:tags r:id="rId17"/>
            </p:custDataLst>
          </p:nvPr>
        </p:nvSpPr>
        <p:spPr>
          <a:xfrm>
            <a:off x="498234" y="1177804"/>
            <a:ext cx="2047875"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5"/>
              </a:lnSpc>
            </a:pPr>
            <a:r>
              <a:rPr sz="1500" kern="0" spc="90" dirty="0">
                <a:solidFill>
                  <a:schemeClr val="dk1"/>
                </a:solidFill>
                <a:cs typeface="微软雅黑" panose="020B0503020204020204" charset="-122"/>
              </a:rPr>
              <a:t>XX系统建设布局</a:t>
            </a:r>
            <a:endParaRPr lang="en-US" altLang="en-US" sz="1500" kern="0" spc="90" dirty="0">
              <a:solidFill>
                <a:schemeClr val="dk1"/>
              </a:solidFill>
              <a:cs typeface="微软雅黑" panose="020B0503020204020204" charset="-122"/>
            </a:endParaRPr>
          </a:p>
        </p:txBody>
      </p:sp>
      <p:graphicFrame>
        <p:nvGraphicFramePr>
          <p:cNvPr id="2068" name="table 2068"/>
          <p:cNvGraphicFramePr>
            <a:graphicFrameLocks noGrp="1"/>
          </p:cNvGraphicFramePr>
          <p:nvPr>
            <p:custDataLst>
              <p:tags r:id="rId18"/>
            </p:custDataLst>
          </p:nvPr>
        </p:nvGraphicFramePr>
        <p:xfrm>
          <a:off x="3091941" y="2649982"/>
          <a:ext cx="1414145" cy="285115"/>
        </p:xfrm>
        <a:graphic>
          <a:graphicData uri="http://schemas.openxmlformats.org/drawingml/2006/table">
            <a:tbl>
              <a:tblPr>
                <a:solidFill>
                  <a:srgbClr val="FFFFFF"/>
                </a:solidFill>
              </a:tblPr>
              <a:tblGrid>
                <a:gridCol w="1414145"/>
              </a:tblGrid>
              <a:tr h="272415">
                <a:tc>
                  <a:txBody>
                    <a:bodyPr/>
                    <a:lstStyle/>
                    <a:p>
                      <a:pPr algn="l" rtl="0" eaLnBrk="0">
                        <a:lnSpc>
                          <a:spcPct val="100000"/>
                        </a:lnSpc>
                      </a:pPr>
                      <a:endParaRPr lang="en-US" altLang="en-US" sz="600" dirty="0"/>
                    </a:p>
                    <a:p>
                      <a:pPr marL="367030" algn="l" rtl="0" eaLnBrk="0">
                        <a:lnSpc>
                          <a:spcPct val="97000"/>
                        </a:lnSpc>
                        <a:spcBef>
                          <a:spcPts val="5"/>
                        </a:spcBef>
                      </a:pPr>
                      <a:r>
                        <a:rPr sz="900" b="1" kern="0" spc="-10" dirty="0">
                          <a:solidFill>
                            <a:srgbClr val="000000">
                              <a:alpha val="100000"/>
                            </a:srgbClr>
                          </a:solidFill>
                          <a:cs typeface="微软雅黑" panose="020B0503020204020204" charset="-122"/>
                        </a:rPr>
                        <a:t>营运调度平台</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FFFFFF"/>
                    </a:solidFill>
                  </a:tcPr>
                </a:tc>
              </a:tr>
            </a:tbl>
          </a:graphicData>
        </a:graphic>
      </p:graphicFrame>
      <p:graphicFrame>
        <p:nvGraphicFramePr>
          <p:cNvPr id="2070" name="table 2070"/>
          <p:cNvGraphicFramePr>
            <a:graphicFrameLocks noGrp="1"/>
          </p:cNvGraphicFramePr>
          <p:nvPr>
            <p:custDataLst>
              <p:tags r:id="rId19"/>
            </p:custDataLst>
          </p:nvPr>
        </p:nvGraphicFramePr>
        <p:xfrm>
          <a:off x="4814061" y="2656078"/>
          <a:ext cx="1414145" cy="283845"/>
        </p:xfrm>
        <a:graphic>
          <a:graphicData uri="http://schemas.openxmlformats.org/drawingml/2006/table">
            <a:tbl>
              <a:tblPr>
                <a:solidFill>
                  <a:srgbClr val="FFFFFF"/>
                </a:solidFill>
              </a:tblPr>
              <a:tblGrid>
                <a:gridCol w="1414145"/>
              </a:tblGrid>
              <a:tr h="271145">
                <a:tc>
                  <a:txBody>
                    <a:bodyPr/>
                    <a:lstStyle/>
                    <a:p>
                      <a:pPr algn="l" rtl="0" eaLnBrk="0">
                        <a:lnSpc>
                          <a:spcPct val="100000"/>
                        </a:lnSpc>
                      </a:pPr>
                      <a:endParaRPr lang="en-US" altLang="en-US" sz="600" dirty="0"/>
                    </a:p>
                    <a:p>
                      <a:pPr marL="367665" algn="l" rtl="0" eaLnBrk="0">
                        <a:lnSpc>
                          <a:spcPct val="97000"/>
                        </a:lnSpc>
                        <a:spcBef>
                          <a:spcPts val="5"/>
                        </a:spcBef>
                      </a:pPr>
                      <a:r>
                        <a:rPr sz="900" b="1" kern="0" spc="-10" dirty="0">
                          <a:solidFill>
                            <a:srgbClr val="000000">
                              <a:alpha val="100000"/>
                            </a:srgbClr>
                          </a:solidFill>
                          <a:cs typeface="微软雅黑" panose="020B0503020204020204" charset="-122"/>
                        </a:rPr>
                        <a:t>营运管理体系</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FFFFFF"/>
                    </a:solidFill>
                  </a:tcPr>
                </a:tc>
              </a:tr>
            </a:tbl>
          </a:graphicData>
        </a:graphic>
      </p:graphicFrame>
      <p:graphicFrame>
        <p:nvGraphicFramePr>
          <p:cNvPr id="2072" name="table 2072"/>
          <p:cNvGraphicFramePr>
            <a:graphicFrameLocks noGrp="1"/>
          </p:cNvGraphicFramePr>
          <p:nvPr>
            <p:custDataLst>
              <p:tags r:id="rId20"/>
            </p:custDataLst>
          </p:nvPr>
        </p:nvGraphicFramePr>
        <p:xfrm>
          <a:off x="6653530" y="2486914"/>
          <a:ext cx="1132840" cy="347345"/>
        </p:xfrm>
        <a:graphic>
          <a:graphicData uri="http://schemas.openxmlformats.org/drawingml/2006/table">
            <a:tbl>
              <a:tblPr/>
              <a:tblGrid>
                <a:gridCol w="1132840"/>
              </a:tblGrid>
              <a:tr h="334645">
                <a:tc>
                  <a:txBody>
                    <a:bodyPr/>
                    <a:lstStyle/>
                    <a:p>
                      <a:pPr algn="l" rtl="0" eaLnBrk="0">
                        <a:lnSpc>
                          <a:spcPct val="101000"/>
                        </a:lnSpc>
                      </a:pPr>
                      <a:endParaRPr lang="en-US" altLang="en-US" sz="800" dirty="0"/>
                    </a:p>
                    <a:p>
                      <a:pPr marL="226060" algn="l" rtl="0" eaLnBrk="0">
                        <a:lnSpc>
                          <a:spcPct val="97000"/>
                        </a:lnSpc>
                        <a:spcBef>
                          <a:spcPts val="5"/>
                        </a:spcBef>
                      </a:pPr>
                      <a:r>
                        <a:rPr sz="900" b="1" kern="0" spc="-10" dirty="0">
                          <a:solidFill>
                            <a:srgbClr val="000000">
                              <a:alpha val="100000"/>
                            </a:srgbClr>
                          </a:solidFill>
                          <a:cs typeface="微软雅黑" panose="020B0503020204020204" charset="-122"/>
                        </a:rPr>
                        <a:t>营运监控分析</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74" name="table 2074"/>
          <p:cNvGraphicFramePr>
            <a:graphicFrameLocks noGrp="1"/>
          </p:cNvGraphicFramePr>
          <p:nvPr>
            <p:custDataLst>
              <p:tags r:id="rId21"/>
            </p:custDataLst>
          </p:nvPr>
        </p:nvGraphicFramePr>
        <p:xfrm>
          <a:off x="6653530" y="2986785"/>
          <a:ext cx="1132840" cy="346075"/>
        </p:xfrm>
        <a:graphic>
          <a:graphicData uri="http://schemas.openxmlformats.org/drawingml/2006/table">
            <a:tbl>
              <a:tblPr/>
              <a:tblGrid>
                <a:gridCol w="1132840"/>
              </a:tblGrid>
              <a:tr h="333375">
                <a:tc>
                  <a:txBody>
                    <a:bodyPr/>
                    <a:lstStyle/>
                    <a:p>
                      <a:pPr algn="l" rtl="0" eaLnBrk="0">
                        <a:lnSpc>
                          <a:spcPct val="100000"/>
                        </a:lnSpc>
                      </a:pPr>
                      <a:endParaRPr lang="en-US" altLang="en-US" sz="800" dirty="0"/>
                    </a:p>
                    <a:p>
                      <a:pPr marL="229235" algn="l" rtl="0" eaLnBrk="0">
                        <a:lnSpc>
                          <a:spcPct val="97000"/>
                        </a:lnSpc>
                        <a:spcBef>
                          <a:spcPts val="0"/>
                        </a:spcBef>
                      </a:pPr>
                      <a:r>
                        <a:rPr sz="900" b="1" kern="0" spc="-10" dirty="0">
                          <a:solidFill>
                            <a:srgbClr val="000000">
                              <a:alpha val="100000"/>
                            </a:srgbClr>
                          </a:solidFill>
                          <a:cs typeface="微软雅黑" panose="020B0503020204020204" charset="-122"/>
                        </a:rPr>
                        <a:t>战略绩效分析</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76" name="table 2076"/>
          <p:cNvGraphicFramePr>
            <a:graphicFrameLocks noGrp="1"/>
          </p:cNvGraphicFramePr>
          <p:nvPr>
            <p:custDataLst>
              <p:tags r:id="rId22"/>
            </p:custDataLst>
          </p:nvPr>
        </p:nvGraphicFramePr>
        <p:xfrm>
          <a:off x="6653530" y="2000758"/>
          <a:ext cx="1132840" cy="330834"/>
        </p:xfrm>
        <a:graphic>
          <a:graphicData uri="http://schemas.openxmlformats.org/drawingml/2006/table">
            <a:tbl>
              <a:tblPr>
                <a:solidFill>
                  <a:srgbClr val="D9D9D9"/>
                </a:solidFill>
              </a:tblPr>
              <a:tblGrid>
                <a:gridCol w="1132840"/>
              </a:tblGrid>
              <a:tr h="318134">
                <a:tc>
                  <a:txBody>
                    <a:bodyPr/>
                    <a:lstStyle/>
                    <a:p>
                      <a:pPr algn="l" rtl="0" eaLnBrk="0">
                        <a:lnSpc>
                          <a:spcPct val="107000"/>
                        </a:lnSpc>
                      </a:pPr>
                      <a:endParaRPr lang="en-US" altLang="en-US" sz="700" dirty="0"/>
                    </a:p>
                    <a:p>
                      <a:pPr marL="339725" algn="l" rtl="0" eaLnBrk="0">
                        <a:lnSpc>
                          <a:spcPct val="97000"/>
                        </a:lnSpc>
                      </a:pPr>
                      <a:r>
                        <a:rPr sz="900" b="1" kern="0" spc="-10" dirty="0">
                          <a:solidFill>
                            <a:srgbClr val="000000">
                              <a:alpha val="100000"/>
                            </a:srgbClr>
                          </a:solidFill>
                          <a:cs typeface="微软雅黑" panose="020B0503020204020204" charset="-122"/>
                        </a:rPr>
                        <a:t>报表平台</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078" name="table 2078"/>
          <p:cNvGraphicFramePr>
            <a:graphicFrameLocks noGrp="1"/>
          </p:cNvGraphicFramePr>
          <p:nvPr>
            <p:custDataLst>
              <p:tags r:id="rId23"/>
            </p:custDataLst>
          </p:nvPr>
        </p:nvGraphicFramePr>
        <p:xfrm>
          <a:off x="6670294" y="3954526"/>
          <a:ext cx="1115694" cy="330835"/>
        </p:xfrm>
        <a:graphic>
          <a:graphicData uri="http://schemas.openxmlformats.org/drawingml/2006/table">
            <a:tbl>
              <a:tblPr/>
              <a:tblGrid>
                <a:gridCol w="1115694"/>
              </a:tblGrid>
              <a:tr h="318135">
                <a:tc>
                  <a:txBody>
                    <a:bodyPr/>
                    <a:lstStyle/>
                    <a:p>
                      <a:pPr algn="l" rtl="0" eaLnBrk="0">
                        <a:lnSpc>
                          <a:spcPct val="106000"/>
                        </a:lnSpc>
                      </a:pPr>
                      <a:endParaRPr lang="en-US" altLang="en-US" sz="700" dirty="0"/>
                    </a:p>
                    <a:p>
                      <a:pPr algn="l" rtl="0" eaLnBrk="0">
                        <a:lnSpc>
                          <a:spcPct val="7000"/>
                        </a:lnSpc>
                      </a:pPr>
                      <a:endParaRPr lang="en-US" altLang="en-US" sz="100" dirty="0"/>
                    </a:p>
                    <a:p>
                      <a:pPr marL="216535" algn="l" rtl="0" eaLnBrk="0">
                        <a:lnSpc>
                          <a:spcPct val="98000"/>
                        </a:lnSpc>
                      </a:pPr>
                      <a:r>
                        <a:rPr sz="900" b="1" kern="0" spc="-10" dirty="0">
                          <a:solidFill>
                            <a:srgbClr val="000000">
                              <a:alpha val="100000"/>
                            </a:srgbClr>
                          </a:solidFill>
                          <a:cs typeface="微软雅黑" panose="020B0503020204020204" charset="-122"/>
                        </a:rPr>
                        <a:t>财务资产分析</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80" name="table 2080"/>
          <p:cNvGraphicFramePr>
            <a:graphicFrameLocks noGrp="1"/>
          </p:cNvGraphicFramePr>
          <p:nvPr>
            <p:custDataLst>
              <p:tags r:id="rId24"/>
            </p:custDataLst>
          </p:nvPr>
        </p:nvGraphicFramePr>
        <p:xfrm>
          <a:off x="6670294" y="3501897"/>
          <a:ext cx="1115694" cy="309879"/>
        </p:xfrm>
        <a:graphic>
          <a:graphicData uri="http://schemas.openxmlformats.org/drawingml/2006/table">
            <a:tbl>
              <a:tblPr/>
              <a:tblGrid>
                <a:gridCol w="1115694"/>
              </a:tblGrid>
              <a:tr h="297179">
                <a:tc>
                  <a:txBody>
                    <a:bodyPr/>
                    <a:lstStyle/>
                    <a:p>
                      <a:pPr algn="l" rtl="0" eaLnBrk="0">
                        <a:lnSpc>
                          <a:spcPct val="114000"/>
                        </a:lnSpc>
                      </a:pPr>
                      <a:endParaRPr lang="en-US" altLang="en-US" sz="600" dirty="0"/>
                    </a:p>
                    <a:p>
                      <a:pPr marL="216535" algn="l" rtl="0" eaLnBrk="0">
                        <a:lnSpc>
                          <a:spcPct val="97000"/>
                        </a:lnSpc>
                        <a:spcBef>
                          <a:spcPts val="5"/>
                        </a:spcBef>
                      </a:pPr>
                      <a:r>
                        <a:rPr sz="900" b="1" kern="0" spc="-10" dirty="0">
                          <a:solidFill>
                            <a:srgbClr val="000000">
                              <a:alpha val="100000"/>
                            </a:srgbClr>
                          </a:solidFill>
                          <a:cs typeface="微软雅黑" panose="020B0503020204020204" charset="-122"/>
                        </a:rPr>
                        <a:t>客户市场分析</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82" name="table 2082"/>
          <p:cNvGraphicFramePr>
            <a:graphicFrameLocks noGrp="1"/>
          </p:cNvGraphicFramePr>
          <p:nvPr>
            <p:custDataLst>
              <p:tags r:id="rId25"/>
            </p:custDataLst>
          </p:nvPr>
        </p:nvGraphicFramePr>
        <p:xfrm>
          <a:off x="6670294" y="4437633"/>
          <a:ext cx="1115694" cy="294004"/>
        </p:xfrm>
        <a:graphic>
          <a:graphicData uri="http://schemas.openxmlformats.org/drawingml/2006/table">
            <a:tbl>
              <a:tblPr/>
              <a:tblGrid>
                <a:gridCol w="1115694"/>
              </a:tblGrid>
              <a:tr h="281304">
                <a:tc>
                  <a:txBody>
                    <a:bodyPr/>
                    <a:lstStyle/>
                    <a:p>
                      <a:pPr algn="l" rtl="0" eaLnBrk="0">
                        <a:lnSpc>
                          <a:spcPct val="105000"/>
                        </a:lnSpc>
                      </a:pPr>
                      <a:endParaRPr lang="en-US" altLang="en-US" sz="600" dirty="0"/>
                    </a:p>
                    <a:p>
                      <a:pPr marL="217170" algn="l" rtl="0" eaLnBrk="0">
                        <a:lnSpc>
                          <a:spcPct val="97000"/>
                        </a:lnSpc>
                        <a:spcBef>
                          <a:spcPts val="0"/>
                        </a:spcBef>
                      </a:pPr>
                      <a:r>
                        <a:rPr sz="900" b="1" kern="0" spc="-10" dirty="0">
                          <a:solidFill>
                            <a:srgbClr val="000000">
                              <a:alpha val="100000"/>
                            </a:srgbClr>
                          </a:solidFill>
                          <a:cs typeface="微软雅黑" panose="020B0503020204020204" charset="-122"/>
                        </a:rPr>
                        <a:t>投资风险分析</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84" name="table 2084"/>
          <p:cNvGraphicFramePr>
            <a:graphicFrameLocks noGrp="1"/>
          </p:cNvGraphicFramePr>
          <p:nvPr>
            <p:custDataLst>
              <p:tags r:id="rId26"/>
            </p:custDataLst>
          </p:nvPr>
        </p:nvGraphicFramePr>
        <p:xfrm>
          <a:off x="6670294" y="4897882"/>
          <a:ext cx="1115694" cy="277495"/>
        </p:xfrm>
        <a:graphic>
          <a:graphicData uri="http://schemas.openxmlformats.org/drawingml/2006/table">
            <a:tbl>
              <a:tblPr/>
              <a:tblGrid>
                <a:gridCol w="1115694"/>
              </a:tblGrid>
              <a:tr h="264795">
                <a:tc>
                  <a:txBody>
                    <a:bodyPr/>
                    <a:lstStyle/>
                    <a:p>
                      <a:pPr algn="l" rtl="0" eaLnBrk="0">
                        <a:lnSpc>
                          <a:spcPct val="116000"/>
                        </a:lnSpc>
                      </a:pPr>
                      <a:endParaRPr lang="en-US" altLang="en-US" sz="500" dirty="0"/>
                    </a:p>
                    <a:p>
                      <a:pPr marL="330200" algn="l" rtl="0" eaLnBrk="0">
                        <a:lnSpc>
                          <a:spcPct val="97000"/>
                        </a:lnSpc>
                        <a:spcBef>
                          <a:spcPts val="0"/>
                        </a:spcBef>
                      </a:pPr>
                      <a:r>
                        <a:rPr sz="900" b="1" kern="0" spc="-10" dirty="0">
                          <a:solidFill>
                            <a:srgbClr val="000000">
                              <a:alpha val="100000"/>
                            </a:srgbClr>
                          </a:solidFill>
                          <a:cs typeface="微软雅黑" panose="020B0503020204020204" charset="-122"/>
                        </a:rPr>
                        <a:t>数据挖掘</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86" name="table 2086"/>
          <p:cNvGraphicFramePr>
            <a:graphicFrameLocks noGrp="1"/>
          </p:cNvGraphicFramePr>
          <p:nvPr>
            <p:custDataLst>
              <p:tags r:id="rId27"/>
            </p:custDataLst>
          </p:nvPr>
        </p:nvGraphicFramePr>
        <p:xfrm>
          <a:off x="467613" y="4198366"/>
          <a:ext cx="1146175" cy="236220"/>
        </p:xfrm>
        <a:graphic>
          <a:graphicData uri="http://schemas.openxmlformats.org/drawingml/2006/table">
            <a:tbl>
              <a:tblPr/>
              <a:tblGrid>
                <a:gridCol w="1146175"/>
              </a:tblGrid>
              <a:tr h="223520">
                <a:tc>
                  <a:txBody>
                    <a:bodyPr/>
                    <a:lstStyle/>
                    <a:p>
                      <a:pPr algn="l" rtl="0" eaLnBrk="0">
                        <a:lnSpc>
                          <a:spcPct val="110000"/>
                        </a:lnSpc>
                      </a:pPr>
                      <a:endParaRPr lang="en-US" altLang="en-US" sz="400" dirty="0"/>
                    </a:p>
                    <a:p>
                      <a:pPr marL="99695" algn="l" rtl="0" eaLnBrk="0">
                        <a:lnSpc>
                          <a:spcPct val="97000"/>
                        </a:lnSpc>
                        <a:spcBef>
                          <a:spcPts val="5"/>
                        </a:spcBef>
                      </a:pPr>
                      <a:r>
                        <a:rPr sz="900" b="1" kern="0" spc="-10" dirty="0">
                          <a:solidFill>
                            <a:srgbClr val="000000">
                              <a:alpha val="100000"/>
                            </a:srgbClr>
                          </a:solidFill>
                          <a:cs typeface="微软雅黑" panose="020B0503020204020204" charset="-122"/>
                        </a:rPr>
                        <a:t>管理层</a:t>
                      </a:r>
                      <a:endParaRPr lang="en-US" altLang="en-US" sz="9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2088" name="table 2088"/>
          <p:cNvGraphicFramePr>
            <a:graphicFrameLocks noGrp="1"/>
          </p:cNvGraphicFramePr>
          <p:nvPr>
            <p:custDataLst>
              <p:tags r:id="rId28"/>
            </p:custDataLst>
          </p:nvPr>
        </p:nvGraphicFramePr>
        <p:xfrm>
          <a:off x="5214873" y="3735070"/>
          <a:ext cx="1009015" cy="255904"/>
        </p:xfrm>
        <a:graphic>
          <a:graphicData uri="http://schemas.openxmlformats.org/drawingml/2006/table">
            <a:tbl>
              <a:tblPr/>
              <a:tblGrid>
                <a:gridCol w="1009015"/>
              </a:tblGrid>
              <a:tr h="243204">
                <a:tc>
                  <a:txBody>
                    <a:bodyPr/>
                    <a:lstStyle/>
                    <a:p>
                      <a:pPr algn="l" rtl="0" eaLnBrk="0">
                        <a:lnSpc>
                          <a:spcPct val="102000"/>
                        </a:lnSpc>
                      </a:pPr>
                      <a:endParaRPr lang="en-US" altLang="en-US" sz="500" dirty="0"/>
                    </a:p>
                    <a:p>
                      <a:pPr marL="391160" algn="l" rtl="0" eaLnBrk="0">
                        <a:lnSpc>
                          <a:spcPct val="98000"/>
                        </a:lnSpc>
                      </a:pPr>
                      <a:r>
                        <a:rPr sz="900" b="1" kern="0" spc="-10" dirty="0">
                          <a:solidFill>
                            <a:srgbClr val="000000">
                              <a:alpha val="100000"/>
                            </a:srgbClr>
                          </a:solidFill>
                          <a:cs typeface="微软雅黑" panose="020B0503020204020204" charset="-122"/>
                        </a:rPr>
                        <a:t>仓储</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90" name="table 2090"/>
          <p:cNvGraphicFramePr>
            <a:graphicFrameLocks noGrp="1"/>
          </p:cNvGraphicFramePr>
          <p:nvPr>
            <p:custDataLst>
              <p:tags r:id="rId29"/>
            </p:custDataLst>
          </p:nvPr>
        </p:nvGraphicFramePr>
        <p:xfrm>
          <a:off x="4155694" y="3735070"/>
          <a:ext cx="1009015" cy="255904"/>
        </p:xfrm>
        <a:graphic>
          <a:graphicData uri="http://schemas.openxmlformats.org/drawingml/2006/table">
            <a:tbl>
              <a:tblPr>
                <a:solidFill>
                  <a:srgbClr val="FFFFFF"/>
                </a:solidFill>
              </a:tblPr>
              <a:tblGrid>
                <a:gridCol w="1009015"/>
              </a:tblGrid>
              <a:tr h="243204">
                <a:tc>
                  <a:txBody>
                    <a:bodyPr/>
                    <a:lstStyle/>
                    <a:p>
                      <a:pPr algn="l" rtl="0" eaLnBrk="0">
                        <a:lnSpc>
                          <a:spcPct val="101000"/>
                        </a:lnSpc>
                      </a:pPr>
                      <a:endParaRPr lang="en-US" altLang="en-US" sz="500" dirty="0"/>
                    </a:p>
                    <a:p>
                      <a:pPr marL="277495" algn="l" rtl="0" eaLnBrk="0">
                        <a:lnSpc>
                          <a:spcPct val="97000"/>
                        </a:lnSpc>
                        <a:spcBef>
                          <a:spcPts val="5"/>
                        </a:spcBef>
                      </a:pPr>
                      <a:r>
                        <a:rPr sz="900" b="1" kern="0" spc="-10" dirty="0">
                          <a:solidFill>
                            <a:srgbClr val="000000">
                              <a:alpha val="100000"/>
                            </a:srgbClr>
                          </a:solidFill>
                          <a:cs typeface="微软雅黑" panose="020B0503020204020204" charset="-122"/>
                        </a:rPr>
                        <a:t>企业银行</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FFFFFF"/>
                    </a:solidFill>
                  </a:tcPr>
                </a:tc>
              </a:tr>
            </a:tbl>
          </a:graphicData>
        </a:graphic>
      </p:graphicFrame>
      <p:graphicFrame>
        <p:nvGraphicFramePr>
          <p:cNvPr id="2092" name="table 2092"/>
          <p:cNvGraphicFramePr>
            <a:graphicFrameLocks noGrp="1"/>
          </p:cNvGraphicFramePr>
          <p:nvPr>
            <p:custDataLst>
              <p:tags r:id="rId30"/>
            </p:custDataLst>
          </p:nvPr>
        </p:nvGraphicFramePr>
        <p:xfrm>
          <a:off x="3101086" y="3730497"/>
          <a:ext cx="1009014" cy="255904"/>
        </p:xfrm>
        <a:graphic>
          <a:graphicData uri="http://schemas.openxmlformats.org/drawingml/2006/table">
            <a:tbl>
              <a:tblPr/>
              <a:tblGrid>
                <a:gridCol w="1009014"/>
              </a:tblGrid>
              <a:tr h="243204">
                <a:tc>
                  <a:txBody>
                    <a:bodyPr/>
                    <a:lstStyle/>
                    <a:p>
                      <a:pPr algn="l" rtl="0" eaLnBrk="0">
                        <a:lnSpc>
                          <a:spcPct val="100000"/>
                        </a:lnSpc>
                      </a:pPr>
                      <a:endParaRPr lang="en-US" altLang="en-US" sz="500" dirty="0"/>
                    </a:p>
                    <a:p>
                      <a:pPr marL="278130" algn="l" rtl="0" eaLnBrk="0">
                        <a:lnSpc>
                          <a:spcPct val="98000"/>
                        </a:lnSpc>
                        <a:spcBef>
                          <a:spcPts val="5"/>
                        </a:spcBef>
                      </a:pPr>
                      <a:r>
                        <a:rPr sz="900" b="1" kern="0" spc="-10" dirty="0">
                          <a:solidFill>
                            <a:srgbClr val="000000">
                              <a:alpha val="100000"/>
                            </a:srgbClr>
                          </a:solidFill>
                          <a:cs typeface="微软雅黑" panose="020B0503020204020204" charset="-122"/>
                        </a:rPr>
                        <a:t>智能路由</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094" name="table 2094"/>
          <p:cNvGraphicFramePr>
            <a:graphicFrameLocks noGrp="1"/>
          </p:cNvGraphicFramePr>
          <p:nvPr>
            <p:custDataLst>
              <p:tags r:id="rId31"/>
            </p:custDataLst>
          </p:nvPr>
        </p:nvGraphicFramePr>
        <p:xfrm>
          <a:off x="461518" y="4940553"/>
          <a:ext cx="1146175" cy="210820"/>
        </p:xfrm>
        <a:graphic>
          <a:graphicData uri="http://schemas.openxmlformats.org/drawingml/2006/table">
            <a:tbl>
              <a:tblPr/>
              <a:tblGrid>
                <a:gridCol w="1146175"/>
              </a:tblGrid>
              <a:tr h="198120">
                <a:tc>
                  <a:txBody>
                    <a:bodyPr/>
                    <a:lstStyle/>
                    <a:p>
                      <a:pPr algn="l" rtl="0" eaLnBrk="0">
                        <a:lnSpc>
                          <a:spcPct val="120000"/>
                        </a:lnSpc>
                      </a:pPr>
                      <a:endParaRPr lang="en-US" altLang="en-US" sz="300" dirty="0"/>
                    </a:p>
                    <a:p>
                      <a:pPr marL="99695" algn="l" rtl="0" eaLnBrk="0">
                        <a:lnSpc>
                          <a:spcPct val="97000"/>
                        </a:lnSpc>
                        <a:spcBef>
                          <a:spcPts val="0"/>
                        </a:spcBef>
                      </a:pPr>
                      <a:r>
                        <a:rPr sz="900" b="1" kern="0" spc="-10" dirty="0">
                          <a:solidFill>
                            <a:srgbClr val="000000">
                              <a:alpha val="100000"/>
                            </a:srgbClr>
                          </a:solidFill>
                          <a:cs typeface="微软雅黑" panose="020B0503020204020204" charset="-122"/>
                        </a:rPr>
                        <a:t>基础支持层</a:t>
                      </a:r>
                      <a:endParaRPr lang="en-US" altLang="en-US" sz="9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2096" name="table 2096"/>
          <p:cNvGraphicFramePr>
            <a:graphicFrameLocks noGrp="1"/>
          </p:cNvGraphicFramePr>
          <p:nvPr>
            <p:custDataLst>
              <p:tags r:id="rId32"/>
            </p:custDataLst>
          </p:nvPr>
        </p:nvGraphicFramePr>
        <p:xfrm>
          <a:off x="4510785" y="1874266"/>
          <a:ext cx="916304" cy="234950"/>
        </p:xfrm>
        <a:graphic>
          <a:graphicData uri="http://schemas.openxmlformats.org/drawingml/2006/table">
            <a:tbl>
              <a:tblPr>
                <a:solidFill>
                  <a:srgbClr val="D9D9D9"/>
                </a:solidFill>
              </a:tblPr>
              <a:tblGrid>
                <a:gridCol w="916304"/>
              </a:tblGrid>
              <a:tr h="222250">
                <a:tc>
                  <a:txBody>
                    <a:bodyPr/>
                    <a:lstStyle/>
                    <a:p>
                      <a:pPr algn="l" rtl="0" eaLnBrk="0">
                        <a:lnSpc>
                          <a:spcPct val="110000"/>
                        </a:lnSpc>
                      </a:pPr>
                      <a:endParaRPr lang="en-US" altLang="en-US" sz="400" dirty="0"/>
                    </a:p>
                    <a:p>
                      <a:pPr marL="349250" algn="l" rtl="0" eaLnBrk="0">
                        <a:lnSpc>
                          <a:spcPct val="97000"/>
                        </a:lnSpc>
                        <a:spcBef>
                          <a:spcPts val="0"/>
                        </a:spcBef>
                      </a:pPr>
                      <a:r>
                        <a:rPr sz="900" b="1" kern="0" spc="-20" dirty="0">
                          <a:solidFill>
                            <a:srgbClr val="000000">
                              <a:alpha val="100000"/>
                            </a:srgbClr>
                          </a:solidFill>
                          <a:cs typeface="微软雅黑" panose="020B0503020204020204" charset="-122"/>
                        </a:rPr>
                        <a:t>官网</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098" name="table 2098"/>
          <p:cNvGraphicFramePr>
            <a:graphicFrameLocks noGrp="1"/>
          </p:cNvGraphicFramePr>
          <p:nvPr>
            <p:custDataLst>
              <p:tags r:id="rId33"/>
            </p:custDataLst>
          </p:nvPr>
        </p:nvGraphicFramePr>
        <p:xfrm>
          <a:off x="2502154" y="1868170"/>
          <a:ext cx="916305" cy="234950"/>
        </p:xfrm>
        <a:graphic>
          <a:graphicData uri="http://schemas.openxmlformats.org/drawingml/2006/table">
            <a:tbl>
              <a:tblPr>
                <a:solidFill>
                  <a:srgbClr val="D9D9D9"/>
                </a:solidFill>
              </a:tblPr>
              <a:tblGrid>
                <a:gridCol w="916305"/>
              </a:tblGrid>
              <a:tr h="222250">
                <a:tc>
                  <a:txBody>
                    <a:bodyPr/>
                    <a:lstStyle/>
                    <a:p>
                      <a:pPr algn="l" rtl="0" eaLnBrk="0">
                        <a:lnSpc>
                          <a:spcPct val="107000"/>
                        </a:lnSpc>
                      </a:pPr>
                      <a:endParaRPr lang="en-US" altLang="en-US" sz="400" dirty="0"/>
                    </a:p>
                    <a:p>
                      <a:pPr marL="236220" algn="l" rtl="0" eaLnBrk="0">
                        <a:lnSpc>
                          <a:spcPct val="98000"/>
                        </a:lnSpc>
                        <a:spcBef>
                          <a:spcPts val="5"/>
                        </a:spcBef>
                      </a:pPr>
                      <a:r>
                        <a:rPr sz="900" b="1" kern="0" spc="-20" dirty="0">
                          <a:solidFill>
                            <a:srgbClr val="000000">
                              <a:alpha val="100000"/>
                            </a:srgbClr>
                          </a:solidFill>
                          <a:cs typeface="微软雅黑" panose="020B0503020204020204" charset="-122"/>
                        </a:rPr>
                        <a:t>电商对接</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00" name="table 2100"/>
          <p:cNvGraphicFramePr>
            <a:graphicFrameLocks noGrp="1"/>
          </p:cNvGraphicFramePr>
          <p:nvPr>
            <p:custDataLst>
              <p:tags r:id="rId34"/>
            </p:custDataLst>
          </p:nvPr>
        </p:nvGraphicFramePr>
        <p:xfrm>
          <a:off x="1488693" y="1866646"/>
          <a:ext cx="917575" cy="233045"/>
        </p:xfrm>
        <a:graphic>
          <a:graphicData uri="http://schemas.openxmlformats.org/drawingml/2006/table">
            <a:tbl>
              <a:tblPr/>
              <a:tblGrid>
                <a:gridCol w="917575"/>
              </a:tblGrid>
              <a:tr h="220345">
                <a:tc>
                  <a:txBody>
                    <a:bodyPr/>
                    <a:lstStyle/>
                    <a:p>
                      <a:pPr algn="l" rtl="0" eaLnBrk="0">
                        <a:lnSpc>
                          <a:spcPct val="106000"/>
                        </a:lnSpc>
                      </a:pPr>
                      <a:endParaRPr lang="en-US" altLang="en-US" sz="400" dirty="0"/>
                    </a:p>
                    <a:p>
                      <a:pPr marL="175260" algn="l" rtl="0" eaLnBrk="0">
                        <a:lnSpc>
                          <a:spcPct val="98000"/>
                        </a:lnSpc>
                        <a:spcBef>
                          <a:spcPts val="5"/>
                        </a:spcBef>
                      </a:pPr>
                      <a:r>
                        <a:rPr sz="900" b="1" kern="0" spc="-10" dirty="0">
                          <a:solidFill>
                            <a:srgbClr val="000000">
                              <a:alpha val="100000"/>
                            </a:srgbClr>
                          </a:solidFill>
                          <a:cs typeface="微软雅黑" panose="020B0503020204020204" charset="-122"/>
                        </a:rPr>
                        <a:t>壹起购网站</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02" name="table 2102"/>
          <p:cNvGraphicFramePr>
            <a:graphicFrameLocks noGrp="1"/>
          </p:cNvGraphicFramePr>
          <p:nvPr>
            <p:custDataLst>
              <p:tags r:id="rId35"/>
            </p:custDataLst>
          </p:nvPr>
        </p:nvGraphicFramePr>
        <p:xfrm>
          <a:off x="3501898" y="1874266"/>
          <a:ext cx="917575" cy="233045"/>
        </p:xfrm>
        <a:graphic>
          <a:graphicData uri="http://schemas.openxmlformats.org/drawingml/2006/table">
            <a:tbl>
              <a:tblPr/>
              <a:tblGrid>
                <a:gridCol w="917575"/>
              </a:tblGrid>
              <a:tr h="220345">
                <a:tc>
                  <a:txBody>
                    <a:bodyPr/>
                    <a:lstStyle/>
                    <a:p>
                      <a:pPr algn="l" rtl="0" eaLnBrk="0">
                        <a:lnSpc>
                          <a:spcPct val="106000"/>
                        </a:lnSpc>
                      </a:pPr>
                      <a:endParaRPr lang="en-US" altLang="en-US" sz="400" dirty="0"/>
                    </a:p>
                    <a:p>
                      <a:pPr marL="117475" algn="l" rtl="0" eaLnBrk="0">
                        <a:lnSpc>
                          <a:spcPct val="98000"/>
                        </a:lnSpc>
                        <a:spcBef>
                          <a:spcPts val="5"/>
                        </a:spcBef>
                      </a:pPr>
                      <a:r>
                        <a:rPr sz="900" b="1" kern="0" spc="-10" dirty="0">
                          <a:solidFill>
                            <a:srgbClr val="000000">
                              <a:alpha val="100000"/>
                            </a:srgbClr>
                          </a:solidFill>
                          <a:cs typeface="微软雅黑" panose="020B0503020204020204" charset="-122"/>
                        </a:rPr>
                        <a:t>企业集成对接</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04" name="table 2104"/>
          <p:cNvGraphicFramePr>
            <a:graphicFrameLocks noGrp="1"/>
          </p:cNvGraphicFramePr>
          <p:nvPr>
            <p:custDataLst>
              <p:tags r:id="rId36"/>
            </p:custDataLst>
          </p:nvPr>
        </p:nvGraphicFramePr>
        <p:xfrm>
          <a:off x="5501385" y="1875790"/>
          <a:ext cx="916304" cy="233045"/>
        </p:xfrm>
        <a:graphic>
          <a:graphicData uri="http://schemas.openxmlformats.org/drawingml/2006/table">
            <a:tbl>
              <a:tblPr>
                <a:solidFill>
                  <a:srgbClr val="D9D9D9"/>
                </a:solidFill>
              </a:tblPr>
              <a:tblGrid>
                <a:gridCol w="916304"/>
              </a:tblGrid>
              <a:tr h="220345">
                <a:tc>
                  <a:txBody>
                    <a:bodyPr/>
                    <a:lstStyle/>
                    <a:p>
                      <a:pPr algn="l" rtl="0" eaLnBrk="0">
                        <a:lnSpc>
                          <a:spcPct val="106000"/>
                        </a:lnSpc>
                      </a:pPr>
                      <a:endParaRPr lang="en-US" altLang="en-US" sz="400" dirty="0"/>
                    </a:p>
                    <a:p>
                      <a:pPr marL="174625" algn="l" rtl="0" eaLnBrk="0">
                        <a:lnSpc>
                          <a:spcPct val="98000"/>
                        </a:lnSpc>
                        <a:spcBef>
                          <a:spcPts val="5"/>
                        </a:spcBef>
                      </a:pPr>
                      <a:r>
                        <a:rPr sz="900" b="1" kern="0" spc="-10" dirty="0">
                          <a:solidFill>
                            <a:srgbClr val="000000">
                              <a:alpha val="100000"/>
                            </a:srgbClr>
                          </a:solidFill>
                          <a:cs typeface="微软雅黑" panose="020B0503020204020204" charset="-122"/>
                        </a:rPr>
                        <a:t>移动端应用</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06" name="table 2106"/>
          <p:cNvGraphicFramePr>
            <a:graphicFrameLocks noGrp="1"/>
          </p:cNvGraphicFramePr>
          <p:nvPr>
            <p:custDataLst>
              <p:tags r:id="rId37"/>
            </p:custDataLst>
          </p:nvPr>
        </p:nvGraphicFramePr>
        <p:xfrm>
          <a:off x="475234" y="1863598"/>
          <a:ext cx="916304" cy="233045"/>
        </p:xfrm>
        <a:graphic>
          <a:graphicData uri="http://schemas.openxmlformats.org/drawingml/2006/table">
            <a:tbl>
              <a:tblPr>
                <a:solidFill>
                  <a:srgbClr val="D9D9D9"/>
                </a:solidFill>
              </a:tblPr>
              <a:tblGrid>
                <a:gridCol w="916304"/>
              </a:tblGrid>
              <a:tr h="220345">
                <a:tc>
                  <a:txBody>
                    <a:bodyPr/>
                    <a:lstStyle/>
                    <a:p>
                      <a:pPr algn="l" rtl="0" eaLnBrk="0">
                        <a:lnSpc>
                          <a:spcPct val="108000"/>
                        </a:lnSpc>
                      </a:pPr>
                      <a:endParaRPr lang="en-US" altLang="en-US" sz="400" dirty="0"/>
                    </a:p>
                    <a:p>
                      <a:pPr marL="121285" algn="l" rtl="0" eaLnBrk="0">
                        <a:lnSpc>
                          <a:spcPct val="97000"/>
                        </a:lnSpc>
                      </a:pPr>
                      <a:r>
                        <a:rPr sz="900" b="1" kern="0" spc="-10" dirty="0">
                          <a:solidFill>
                            <a:srgbClr val="000000">
                              <a:alpha val="100000"/>
                            </a:srgbClr>
                          </a:solidFill>
                          <a:cs typeface="微软雅黑" panose="020B0503020204020204" charset="-122"/>
                        </a:rPr>
                        <a:t>呼叫中心系统</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08" name="table 2108"/>
          <p:cNvGraphicFramePr>
            <a:graphicFrameLocks noGrp="1"/>
          </p:cNvGraphicFramePr>
          <p:nvPr>
            <p:custDataLst>
              <p:tags r:id="rId38"/>
            </p:custDataLst>
          </p:nvPr>
        </p:nvGraphicFramePr>
        <p:xfrm>
          <a:off x="1510030" y="4442205"/>
          <a:ext cx="815340" cy="260985"/>
        </p:xfrm>
        <a:graphic>
          <a:graphicData uri="http://schemas.openxmlformats.org/drawingml/2006/table">
            <a:tbl>
              <a:tblPr/>
              <a:tblGrid>
                <a:gridCol w="815340"/>
              </a:tblGrid>
              <a:tr h="248285">
                <a:tc>
                  <a:txBody>
                    <a:bodyPr/>
                    <a:lstStyle/>
                    <a:p>
                      <a:pPr algn="l" rtl="0" eaLnBrk="0">
                        <a:lnSpc>
                          <a:spcPct val="104000"/>
                        </a:lnSpc>
                      </a:pPr>
                      <a:endParaRPr lang="en-US" altLang="en-US" sz="500" dirty="0"/>
                    </a:p>
                    <a:p>
                      <a:pPr marL="179070" algn="l" rtl="0" eaLnBrk="0">
                        <a:lnSpc>
                          <a:spcPct val="97000"/>
                        </a:lnSpc>
                        <a:spcBef>
                          <a:spcPts val="5"/>
                        </a:spcBef>
                      </a:pPr>
                      <a:r>
                        <a:rPr sz="900" b="1" kern="0" spc="-10" dirty="0">
                          <a:solidFill>
                            <a:srgbClr val="000000">
                              <a:alpha val="100000"/>
                            </a:srgbClr>
                          </a:solidFill>
                          <a:cs typeface="微软雅黑" panose="020B0503020204020204" charset="-122"/>
                        </a:rPr>
                        <a:t>知识管理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10" name="table 2110"/>
          <p:cNvGraphicFramePr>
            <a:graphicFrameLocks noGrp="1"/>
          </p:cNvGraphicFramePr>
          <p:nvPr>
            <p:custDataLst>
              <p:tags r:id="rId39"/>
            </p:custDataLst>
          </p:nvPr>
        </p:nvGraphicFramePr>
        <p:xfrm>
          <a:off x="3530853" y="4436109"/>
          <a:ext cx="775970" cy="266700"/>
        </p:xfrm>
        <a:graphic>
          <a:graphicData uri="http://schemas.openxmlformats.org/drawingml/2006/table">
            <a:tbl>
              <a:tblPr/>
              <a:tblGrid>
                <a:gridCol w="775970"/>
              </a:tblGrid>
              <a:tr h="254000">
                <a:tc>
                  <a:txBody>
                    <a:bodyPr/>
                    <a:lstStyle/>
                    <a:p>
                      <a:pPr algn="l" rtl="0" eaLnBrk="0">
                        <a:lnSpc>
                          <a:spcPct val="107000"/>
                        </a:lnSpc>
                      </a:pPr>
                      <a:endParaRPr lang="en-US" altLang="en-US" sz="500" dirty="0"/>
                    </a:p>
                    <a:p>
                      <a:pPr marL="165735" algn="l" rtl="0" eaLnBrk="0">
                        <a:lnSpc>
                          <a:spcPct val="98000"/>
                        </a:lnSpc>
                        <a:spcBef>
                          <a:spcPts val="5"/>
                        </a:spcBef>
                      </a:pPr>
                      <a:r>
                        <a:rPr sz="900" b="1" kern="0" spc="-20" dirty="0">
                          <a:solidFill>
                            <a:srgbClr val="000000">
                              <a:alpha val="100000"/>
                            </a:srgbClr>
                          </a:solidFill>
                          <a:cs typeface="微软雅黑" panose="020B0503020204020204" charset="-122"/>
                        </a:rPr>
                        <a:t>审计管理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12" name="table 2112"/>
          <p:cNvGraphicFramePr>
            <a:graphicFrameLocks noGrp="1"/>
          </p:cNvGraphicFramePr>
          <p:nvPr>
            <p:custDataLst>
              <p:tags r:id="rId40"/>
            </p:custDataLst>
          </p:nvPr>
        </p:nvGraphicFramePr>
        <p:xfrm>
          <a:off x="4580890" y="4436109"/>
          <a:ext cx="775970" cy="266700"/>
        </p:xfrm>
        <a:graphic>
          <a:graphicData uri="http://schemas.openxmlformats.org/drawingml/2006/table">
            <a:tbl>
              <a:tblPr/>
              <a:tblGrid>
                <a:gridCol w="775970"/>
              </a:tblGrid>
              <a:tr h="254000">
                <a:tc>
                  <a:txBody>
                    <a:bodyPr/>
                    <a:lstStyle/>
                    <a:p>
                      <a:pPr algn="l" rtl="0" eaLnBrk="0">
                        <a:lnSpc>
                          <a:spcPct val="108000"/>
                        </a:lnSpc>
                      </a:pPr>
                      <a:endParaRPr lang="en-US" altLang="en-US" sz="500" dirty="0"/>
                    </a:p>
                    <a:p>
                      <a:pPr marL="161290" algn="l" rtl="0" eaLnBrk="0">
                        <a:lnSpc>
                          <a:spcPct val="97000"/>
                        </a:lnSpc>
                        <a:spcBef>
                          <a:spcPts val="5"/>
                        </a:spcBef>
                      </a:pPr>
                      <a:r>
                        <a:rPr sz="900" b="1" kern="0" spc="-10" dirty="0">
                          <a:solidFill>
                            <a:srgbClr val="000000">
                              <a:alpha val="100000"/>
                            </a:srgbClr>
                          </a:solidFill>
                          <a:cs typeface="微软雅黑" panose="020B0503020204020204" charset="-122"/>
                        </a:rPr>
                        <a:t>法务管理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14" name="table 2114"/>
          <p:cNvGraphicFramePr>
            <a:graphicFrameLocks noGrp="1"/>
          </p:cNvGraphicFramePr>
          <p:nvPr>
            <p:custDataLst>
              <p:tags r:id="rId41"/>
            </p:custDataLst>
          </p:nvPr>
        </p:nvGraphicFramePr>
        <p:xfrm>
          <a:off x="5574538" y="4439157"/>
          <a:ext cx="775970" cy="264160"/>
        </p:xfrm>
        <a:graphic>
          <a:graphicData uri="http://schemas.openxmlformats.org/drawingml/2006/table">
            <a:tbl>
              <a:tblPr/>
              <a:tblGrid>
                <a:gridCol w="775970"/>
              </a:tblGrid>
              <a:tr h="251460">
                <a:tc>
                  <a:txBody>
                    <a:bodyPr/>
                    <a:lstStyle/>
                    <a:p>
                      <a:pPr algn="l" rtl="0" eaLnBrk="0">
                        <a:lnSpc>
                          <a:spcPct val="107000"/>
                        </a:lnSpc>
                      </a:pPr>
                      <a:endParaRPr lang="en-US" altLang="en-US" sz="500" dirty="0"/>
                    </a:p>
                    <a:p>
                      <a:pPr marL="161925" algn="l" rtl="0" eaLnBrk="0">
                        <a:lnSpc>
                          <a:spcPct val="97000"/>
                        </a:lnSpc>
                        <a:spcBef>
                          <a:spcPts val="5"/>
                        </a:spcBef>
                      </a:pPr>
                      <a:r>
                        <a:rPr sz="900" b="1" kern="0" spc="-10" dirty="0">
                          <a:solidFill>
                            <a:srgbClr val="000000">
                              <a:alpha val="100000"/>
                            </a:srgbClr>
                          </a:solidFill>
                          <a:cs typeface="微软雅黑" panose="020B0503020204020204" charset="-122"/>
                        </a:rPr>
                        <a:t>行政管理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16" name="table 2116"/>
          <p:cNvGraphicFramePr>
            <a:graphicFrameLocks noGrp="1"/>
          </p:cNvGraphicFramePr>
          <p:nvPr>
            <p:custDataLst>
              <p:tags r:id="rId42"/>
            </p:custDataLst>
          </p:nvPr>
        </p:nvGraphicFramePr>
        <p:xfrm>
          <a:off x="2537205" y="4442205"/>
          <a:ext cx="783590" cy="260985"/>
        </p:xfrm>
        <a:graphic>
          <a:graphicData uri="http://schemas.openxmlformats.org/drawingml/2006/table">
            <a:tbl>
              <a:tblPr>
                <a:solidFill>
                  <a:srgbClr val="D9D9D9"/>
                </a:solidFill>
              </a:tblPr>
              <a:tblGrid>
                <a:gridCol w="783590"/>
              </a:tblGrid>
              <a:tr h="248285">
                <a:tc>
                  <a:txBody>
                    <a:bodyPr/>
                    <a:lstStyle/>
                    <a:p>
                      <a:pPr algn="l" rtl="0" eaLnBrk="0">
                        <a:lnSpc>
                          <a:spcPct val="103000"/>
                        </a:lnSpc>
                      </a:pPr>
                      <a:endParaRPr lang="en-US" altLang="en-US" sz="500" dirty="0"/>
                    </a:p>
                    <a:p>
                      <a:pPr marL="163830" algn="l" rtl="0" eaLnBrk="0">
                        <a:lnSpc>
                          <a:spcPct val="98000"/>
                        </a:lnSpc>
                        <a:spcBef>
                          <a:spcPts val="5"/>
                        </a:spcBef>
                      </a:pPr>
                      <a:r>
                        <a:rPr sz="900" b="1" kern="0" spc="-10" dirty="0">
                          <a:solidFill>
                            <a:srgbClr val="000000">
                              <a:alpha val="100000"/>
                            </a:srgbClr>
                          </a:solidFill>
                          <a:cs typeface="微软雅黑" panose="020B0503020204020204" charset="-122"/>
                        </a:rPr>
                        <a:t>财务管理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18" name="table 2118"/>
          <p:cNvGraphicFramePr>
            <a:graphicFrameLocks noGrp="1"/>
          </p:cNvGraphicFramePr>
          <p:nvPr>
            <p:custDataLst>
              <p:tags r:id="rId43"/>
            </p:custDataLst>
          </p:nvPr>
        </p:nvGraphicFramePr>
        <p:xfrm>
          <a:off x="1528318" y="5166105"/>
          <a:ext cx="775969" cy="259080"/>
        </p:xfrm>
        <a:graphic>
          <a:graphicData uri="http://schemas.openxmlformats.org/drawingml/2006/table">
            <a:tbl>
              <a:tblPr>
                <a:solidFill>
                  <a:srgbClr val="D9D9D9"/>
                </a:solidFill>
              </a:tblPr>
              <a:tblGrid>
                <a:gridCol w="775969"/>
              </a:tblGrid>
              <a:tr h="246380">
                <a:tc>
                  <a:txBody>
                    <a:bodyPr/>
                    <a:lstStyle/>
                    <a:p>
                      <a:pPr algn="l" rtl="0" eaLnBrk="0">
                        <a:lnSpc>
                          <a:spcPct val="104000"/>
                        </a:lnSpc>
                      </a:pPr>
                      <a:endParaRPr lang="en-US" altLang="en-US" sz="500" dirty="0"/>
                    </a:p>
                    <a:p>
                      <a:pPr marL="219075" algn="l" rtl="0" eaLnBrk="0">
                        <a:lnSpc>
                          <a:spcPct val="98000"/>
                        </a:lnSpc>
                        <a:spcBef>
                          <a:spcPts val="0"/>
                        </a:spcBef>
                      </a:pPr>
                      <a:r>
                        <a:rPr sz="900" b="1" kern="0" spc="-10" dirty="0">
                          <a:solidFill>
                            <a:srgbClr val="000000">
                              <a:alpha val="100000"/>
                            </a:srgbClr>
                          </a:solidFill>
                          <a:cs typeface="微软雅黑" panose="020B0503020204020204" charset="-122"/>
                        </a:rPr>
                        <a:t>工作流</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20" name="table 2120"/>
          <p:cNvGraphicFramePr>
            <a:graphicFrameLocks noGrp="1"/>
          </p:cNvGraphicFramePr>
          <p:nvPr>
            <p:custDataLst>
              <p:tags r:id="rId44"/>
            </p:custDataLst>
          </p:nvPr>
        </p:nvGraphicFramePr>
        <p:xfrm>
          <a:off x="536194" y="4436109"/>
          <a:ext cx="775969" cy="259079"/>
        </p:xfrm>
        <a:graphic>
          <a:graphicData uri="http://schemas.openxmlformats.org/drawingml/2006/table">
            <a:tbl>
              <a:tblPr/>
              <a:tblGrid>
                <a:gridCol w="775969"/>
              </a:tblGrid>
              <a:tr h="246379">
                <a:tc>
                  <a:txBody>
                    <a:bodyPr/>
                    <a:lstStyle/>
                    <a:p>
                      <a:pPr algn="l" rtl="0" eaLnBrk="0">
                        <a:lnSpc>
                          <a:spcPct val="103000"/>
                        </a:lnSpc>
                      </a:pPr>
                      <a:endParaRPr lang="en-US" altLang="en-US" sz="500" dirty="0"/>
                    </a:p>
                    <a:p>
                      <a:pPr marL="160655" algn="l" rtl="0" eaLnBrk="0">
                        <a:lnSpc>
                          <a:spcPct val="98000"/>
                        </a:lnSpc>
                        <a:spcBef>
                          <a:spcPts val="5"/>
                        </a:spcBef>
                      </a:pPr>
                      <a:r>
                        <a:rPr sz="900" b="1" kern="0" spc="-10" dirty="0">
                          <a:solidFill>
                            <a:srgbClr val="000000">
                              <a:alpha val="100000"/>
                            </a:srgbClr>
                          </a:solidFill>
                          <a:cs typeface="微软雅黑" panose="020B0503020204020204" charset="-122"/>
                        </a:rPr>
                        <a:t>人事管理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22" name="table 2122"/>
          <p:cNvGraphicFramePr>
            <a:graphicFrameLocks noGrp="1"/>
          </p:cNvGraphicFramePr>
          <p:nvPr>
            <p:custDataLst>
              <p:tags r:id="rId45"/>
            </p:custDataLst>
          </p:nvPr>
        </p:nvGraphicFramePr>
        <p:xfrm>
          <a:off x="4580890" y="5166105"/>
          <a:ext cx="775970" cy="259080"/>
        </p:xfrm>
        <a:graphic>
          <a:graphicData uri="http://schemas.openxmlformats.org/drawingml/2006/table">
            <a:tbl>
              <a:tblPr/>
              <a:tblGrid>
                <a:gridCol w="775970"/>
              </a:tblGrid>
              <a:tr h="246380">
                <a:tc>
                  <a:txBody>
                    <a:bodyPr/>
                    <a:lstStyle/>
                    <a:p>
                      <a:pPr algn="l" rtl="0" eaLnBrk="0">
                        <a:lnSpc>
                          <a:spcPct val="105000"/>
                        </a:lnSpc>
                      </a:pPr>
                      <a:endParaRPr lang="en-US" altLang="en-US" sz="500" dirty="0"/>
                    </a:p>
                    <a:p>
                      <a:pPr marL="161290" algn="l" rtl="0" eaLnBrk="0">
                        <a:lnSpc>
                          <a:spcPct val="97000"/>
                        </a:lnSpc>
                        <a:spcBef>
                          <a:spcPts val="0"/>
                        </a:spcBef>
                      </a:pPr>
                      <a:r>
                        <a:rPr sz="900" b="1" kern="0" spc="-10" dirty="0">
                          <a:solidFill>
                            <a:srgbClr val="000000">
                              <a:alpha val="100000"/>
                            </a:srgbClr>
                          </a:solidFill>
                          <a:cs typeface="微软雅黑" panose="020B0503020204020204" charset="-122"/>
                        </a:rPr>
                        <a:t>账套管理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24" name="table 2124"/>
          <p:cNvGraphicFramePr>
            <a:graphicFrameLocks noGrp="1"/>
          </p:cNvGraphicFramePr>
          <p:nvPr>
            <p:custDataLst>
              <p:tags r:id="rId46"/>
            </p:custDataLst>
          </p:nvPr>
        </p:nvGraphicFramePr>
        <p:xfrm>
          <a:off x="3530853" y="5166105"/>
          <a:ext cx="775970" cy="259080"/>
        </p:xfrm>
        <a:graphic>
          <a:graphicData uri="http://schemas.openxmlformats.org/drawingml/2006/table">
            <a:tbl>
              <a:tblPr>
                <a:solidFill>
                  <a:srgbClr val="D9D9D9"/>
                </a:solidFill>
              </a:tblPr>
              <a:tblGrid>
                <a:gridCol w="775970"/>
              </a:tblGrid>
              <a:tr h="246380">
                <a:tc>
                  <a:txBody>
                    <a:bodyPr/>
                    <a:lstStyle/>
                    <a:p>
                      <a:pPr algn="l" rtl="0" eaLnBrk="0">
                        <a:lnSpc>
                          <a:spcPct val="111000"/>
                        </a:lnSpc>
                      </a:pPr>
                      <a:endParaRPr lang="en-US" altLang="en-US" sz="500" dirty="0"/>
                    </a:p>
                    <a:p>
                      <a:pPr marL="295275" algn="l" rtl="0" eaLnBrk="0">
                        <a:lnSpc>
                          <a:spcPct val="84000"/>
                        </a:lnSpc>
                        <a:spcBef>
                          <a:spcPts val="0"/>
                        </a:spcBef>
                      </a:pPr>
                      <a:r>
                        <a:rPr sz="900" b="1" kern="0" spc="-20" dirty="0">
                          <a:solidFill>
                            <a:srgbClr val="000000">
                              <a:alpha val="100000"/>
                            </a:srgbClr>
                          </a:solidFill>
                          <a:cs typeface="微软雅黑" panose="020B0503020204020204" charset="-122"/>
                        </a:rPr>
                        <a:t>GIS</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26" name="table 2126"/>
          <p:cNvGraphicFramePr>
            <a:graphicFrameLocks noGrp="1"/>
          </p:cNvGraphicFramePr>
          <p:nvPr>
            <p:custDataLst>
              <p:tags r:id="rId47"/>
            </p:custDataLst>
          </p:nvPr>
        </p:nvGraphicFramePr>
        <p:xfrm>
          <a:off x="536194" y="5167629"/>
          <a:ext cx="775969" cy="257810"/>
        </p:xfrm>
        <a:graphic>
          <a:graphicData uri="http://schemas.openxmlformats.org/drawingml/2006/table">
            <a:tbl>
              <a:tblPr/>
              <a:tblGrid>
                <a:gridCol w="775969"/>
              </a:tblGrid>
              <a:tr h="245110">
                <a:tc>
                  <a:txBody>
                    <a:bodyPr/>
                    <a:lstStyle/>
                    <a:p>
                      <a:pPr algn="l" rtl="0" eaLnBrk="0">
                        <a:lnSpc>
                          <a:spcPct val="103000"/>
                        </a:lnSpc>
                      </a:pPr>
                      <a:endParaRPr lang="en-US" altLang="en-US" sz="500" dirty="0"/>
                    </a:p>
                    <a:p>
                      <a:pPr marL="172720" algn="l" rtl="0" eaLnBrk="0">
                        <a:lnSpc>
                          <a:spcPct val="98000"/>
                        </a:lnSpc>
                      </a:pPr>
                      <a:r>
                        <a:rPr sz="900" b="1" kern="0" spc="-30" dirty="0">
                          <a:solidFill>
                            <a:srgbClr val="000000">
                              <a:alpha val="100000"/>
                            </a:srgbClr>
                          </a:solidFill>
                          <a:cs typeface="微软雅黑" panose="020B0503020204020204" charset="-122"/>
                        </a:rPr>
                        <a:t>日志管理</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28" name="table 2128"/>
          <p:cNvGraphicFramePr>
            <a:graphicFrameLocks noGrp="1"/>
          </p:cNvGraphicFramePr>
          <p:nvPr>
            <p:custDataLst>
              <p:tags r:id="rId48"/>
            </p:custDataLst>
          </p:nvPr>
        </p:nvGraphicFramePr>
        <p:xfrm>
          <a:off x="437134" y="2307081"/>
          <a:ext cx="916304" cy="218440"/>
        </p:xfrm>
        <a:graphic>
          <a:graphicData uri="http://schemas.openxmlformats.org/drawingml/2006/table">
            <a:tbl>
              <a:tblPr/>
              <a:tblGrid>
                <a:gridCol w="916304"/>
              </a:tblGrid>
              <a:tr h="205740">
                <a:tc>
                  <a:txBody>
                    <a:bodyPr/>
                    <a:lstStyle/>
                    <a:p>
                      <a:pPr algn="l" rtl="0" eaLnBrk="0">
                        <a:lnSpc>
                          <a:spcPct val="127000"/>
                        </a:lnSpc>
                      </a:pPr>
                      <a:endParaRPr lang="en-US" altLang="en-US" sz="300" dirty="0"/>
                    </a:p>
                    <a:p>
                      <a:pPr marL="98425" algn="l" rtl="0" eaLnBrk="0">
                        <a:lnSpc>
                          <a:spcPct val="97000"/>
                        </a:lnSpc>
                        <a:spcBef>
                          <a:spcPts val="0"/>
                        </a:spcBef>
                      </a:pPr>
                      <a:r>
                        <a:rPr sz="900" b="1" kern="0" spc="-10" dirty="0">
                          <a:solidFill>
                            <a:srgbClr val="000000">
                              <a:alpha val="100000"/>
                            </a:srgbClr>
                          </a:solidFill>
                          <a:cs typeface="微软雅黑" panose="020B0503020204020204" charset="-122"/>
                        </a:rPr>
                        <a:t>运营层</a:t>
                      </a:r>
                      <a:endParaRPr lang="en-US" altLang="en-US" sz="9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2130" name="table 2130"/>
          <p:cNvGraphicFramePr>
            <a:graphicFrameLocks noGrp="1"/>
          </p:cNvGraphicFramePr>
          <p:nvPr>
            <p:custDataLst>
              <p:tags r:id="rId49"/>
            </p:custDataLst>
          </p:nvPr>
        </p:nvGraphicFramePr>
        <p:xfrm>
          <a:off x="5574538" y="5170678"/>
          <a:ext cx="775970" cy="248919"/>
        </p:xfrm>
        <a:graphic>
          <a:graphicData uri="http://schemas.openxmlformats.org/drawingml/2006/table">
            <a:tbl>
              <a:tblPr>
                <a:solidFill>
                  <a:srgbClr val="D9D9D9"/>
                </a:solidFill>
              </a:tblPr>
              <a:tblGrid>
                <a:gridCol w="775970"/>
              </a:tblGrid>
              <a:tr h="236219">
                <a:tc>
                  <a:txBody>
                    <a:bodyPr/>
                    <a:lstStyle/>
                    <a:p>
                      <a:pPr algn="l" rtl="0" eaLnBrk="0">
                        <a:lnSpc>
                          <a:spcPct val="122000"/>
                        </a:lnSpc>
                      </a:pPr>
                      <a:endParaRPr lang="en-US" altLang="en-US" sz="400" dirty="0"/>
                    </a:p>
                    <a:p>
                      <a:pPr marL="161925" algn="l" rtl="0" eaLnBrk="0">
                        <a:lnSpc>
                          <a:spcPct val="97000"/>
                        </a:lnSpc>
                        <a:spcBef>
                          <a:spcPts val="5"/>
                        </a:spcBef>
                      </a:pPr>
                      <a:r>
                        <a:rPr sz="900" b="1" kern="0" spc="-10" dirty="0">
                          <a:solidFill>
                            <a:srgbClr val="000000">
                              <a:alpha val="100000"/>
                            </a:srgbClr>
                          </a:solidFill>
                          <a:cs typeface="微软雅黑" panose="020B0503020204020204" charset="-122"/>
                        </a:rPr>
                        <a:t>企业邮箱</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32" name="table 2132"/>
          <p:cNvGraphicFramePr>
            <a:graphicFrameLocks noGrp="1"/>
          </p:cNvGraphicFramePr>
          <p:nvPr>
            <p:custDataLst>
              <p:tags r:id="rId50"/>
            </p:custDataLst>
          </p:nvPr>
        </p:nvGraphicFramePr>
        <p:xfrm>
          <a:off x="2560066" y="5172202"/>
          <a:ext cx="742314" cy="247014"/>
        </p:xfrm>
        <a:graphic>
          <a:graphicData uri="http://schemas.openxmlformats.org/drawingml/2006/table">
            <a:tbl>
              <a:tblPr>
                <a:solidFill>
                  <a:srgbClr val="D9D9D9"/>
                </a:solidFill>
              </a:tblPr>
              <a:tblGrid>
                <a:gridCol w="742314"/>
              </a:tblGrid>
              <a:tr h="234314">
                <a:tc>
                  <a:txBody>
                    <a:bodyPr/>
                    <a:lstStyle/>
                    <a:p>
                      <a:pPr algn="l" rtl="0" eaLnBrk="0">
                        <a:lnSpc>
                          <a:spcPct val="103000"/>
                        </a:lnSpc>
                      </a:pPr>
                      <a:endParaRPr lang="en-US" altLang="en-US" sz="500" dirty="0"/>
                    </a:p>
                    <a:p>
                      <a:pPr marL="259715" algn="l" rtl="0" eaLnBrk="0">
                        <a:lnSpc>
                          <a:spcPct val="84000"/>
                        </a:lnSpc>
                        <a:spcBef>
                          <a:spcPts val="0"/>
                        </a:spcBef>
                      </a:pPr>
                      <a:r>
                        <a:rPr sz="900" b="1" kern="0" spc="-20" dirty="0">
                          <a:solidFill>
                            <a:srgbClr val="000000">
                              <a:alpha val="100000"/>
                            </a:srgbClr>
                          </a:solidFill>
                          <a:cs typeface="微软雅黑" panose="020B0503020204020204" charset="-122"/>
                        </a:rPr>
                        <a:t>GPS</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34" name="table 2134"/>
          <p:cNvGraphicFramePr>
            <a:graphicFrameLocks noGrp="1"/>
          </p:cNvGraphicFramePr>
          <p:nvPr>
            <p:custDataLst>
              <p:tags r:id="rId51"/>
            </p:custDataLst>
          </p:nvPr>
        </p:nvGraphicFramePr>
        <p:xfrm>
          <a:off x="7090917" y="1205230"/>
          <a:ext cx="576580" cy="281940"/>
        </p:xfrm>
        <a:graphic>
          <a:graphicData uri="http://schemas.openxmlformats.org/drawingml/2006/table">
            <a:tbl>
              <a:tblPr/>
              <a:tblGrid>
                <a:gridCol w="576580"/>
              </a:tblGrid>
              <a:tr h="269240">
                <a:tc>
                  <a:txBody>
                    <a:bodyPr/>
                    <a:lstStyle/>
                    <a:p>
                      <a:pPr algn="l" rtl="0" eaLnBrk="0">
                        <a:lnSpc>
                          <a:spcPct val="118000"/>
                        </a:lnSpc>
                      </a:pPr>
                      <a:endParaRPr lang="en-US" altLang="en-US" sz="500" dirty="0"/>
                    </a:p>
                    <a:p>
                      <a:pPr marL="175260" algn="l" rtl="0" eaLnBrk="0">
                        <a:lnSpc>
                          <a:spcPct val="97000"/>
                        </a:lnSpc>
                        <a:spcBef>
                          <a:spcPts val="0"/>
                        </a:spcBef>
                      </a:pPr>
                      <a:r>
                        <a:rPr sz="900" b="1" kern="0" spc="-10" dirty="0">
                          <a:solidFill>
                            <a:srgbClr val="000000">
                              <a:alpha val="100000"/>
                            </a:srgbClr>
                          </a:solidFill>
                          <a:cs typeface="微软雅黑" panose="020B0503020204020204" charset="-122"/>
                        </a:rPr>
                        <a:t>后期</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tcPr>
                </a:tc>
              </a:tr>
            </a:tbl>
          </a:graphicData>
        </a:graphic>
      </p:graphicFrame>
      <p:graphicFrame>
        <p:nvGraphicFramePr>
          <p:cNvPr id="2136" name="table 2136"/>
          <p:cNvGraphicFramePr>
            <a:graphicFrameLocks noGrp="1"/>
          </p:cNvGraphicFramePr>
          <p:nvPr>
            <p:custDataLst>
              <p:tags r:id="rId52"/>
            </p:custDataLst>
          </p:nvPr>
        </p:nvGraphicFramePr>
        <p:xfrm>
          <a:off x="6368541" y="1205230"/>
          <a:ext cx="575945" cy="281940"/>
        </p:xfrm>
        <a:graphic>
          <a:graphicData uri="http://schemas.openxmlformats.org/drawingml/2006/table">
            <a:tbl>
              <a:tblPr>
                <a:solidFill>
                  <a:srgbClr val="D9D9D9"/>
                </a:solidFill>
              </a:tblPr>
              <a:tblGrid>
                <a:gridCol w="575945"/>
              </a:tblGrid>
              <a:tr h="269240">
                <a:tc>
                  <a:txBody>
                    <a:bodyPr/>
                    <a:lstStyle/>
                    <a:p>
                      <a:pPr algn="l" rtl="0" eaLnBrk="0">
                        <a:lnSpc>
                          <a:spcPct val="103000"/>
                        </a:lnSpc>
                      </a:pPr>
                      <a:endParaRPr lang="en-US" altLang="en-US" sz="600" dirty="0"/>
                    </a:p>
                    <a:p>
                      <a:pPr marL="154305" algn="l" rtl="0" eaLnBrk="0">
                        <a:lnSpc>
                          <a:spcPct val="84000"/>
                        </a:lnSpc>
                        <a:spcBef>
                          <a:spcPts val="5"/>
                        </a:spcBef>
                      </a:pPr>
                      <a:r>
                        <a:rPr sz="900" b="1" kern="0" spc="-20" dirty="0">
                          <a:solidFill>
                            <a:srgbClr val="000000">
                              <a:alpha val="100000"/>
                            </a:srgbClr>
                          </a:solidFill>
                          <a:cs typeface="微软雅黑" panose="020B0503020204020204" charset="-122"/>
                        </a:rPr>
                        <a:t>2017</a:t>
                      </a:r>
                      <a:endParaRPr lang="en-US" altLang="en-US" sz="900" dirty="0"/>
                    </a:p>
                  </a:txBody>
                  <a:tcPr marL="0" marR="0" marT="0" marB="0" vert="horz">
                    <a:lnL w="12700" cap="flat" cmpd="sng" algn="ctr">
                      <a:solidFill>
                        <a:srgbClr val="44546A"/>
                      </a:solidFill>
                      <a:prstDash val="solid"/>
                      <a:round/>
                      <a:headEnd type="none" w="med" len="med"/>
                      <a:tailEnd type="none" w="med" len="med"/>
                    </a:lnL>
                    <a:lnR w="12700" cap="flat" cmpd="sng" algn="ctr">
                      <a:solidFill>
                        <a:srgbClr val="44546A"/>
                      </a:solidFill>
                      <a:prstDash val="solid"/>
                      <a:round/>
                      <a:headEnd type="none" w="med" len="med"/>
                      <a:tailEnd type="none" w="med" len="med"/>
                    </a:lnR>
                    <a:lnT w="12700" cap="flat" cmpd="sng" algn="ctr">
                      <a:solidFill>
                        <a:srgbClr val="44546A"/>
                      </a:solidFill>
                      <a:prstDash val="solid"/>
                      <a:round/>
                      <a:headEnd type="none" w="med" len="med"/>
                      <a:tailEnd type="none" w="med" len="med"/>
                    </a:lnT>
                    <a:lnB w="12700" cap="flat" cmpd="sng" algn="ctr">
                      <a:solidFill>
                        <a:srgbClr val="44546A"/>
                      </a:solidFill>
                      <a:prstDash val="solid"/>
                      <a:round/>
                      <a:headEnd type="none" w="med" len="med"/>
                      <a:tailEnd type="none" w="med" len="med"/>
                    </a:lnB>
                    <a:solidFill>
                      <a:srgbClr val="D9D9D9"/>
                    </a:solidFill>
                  </a:tcPr>
                </a:tc>
              </a:tr>
            </a:tbl>
          </a:graphicData>
        </a:graphic>
      </p:graphicFrame>
      <p:graphicFrame>
        <p:nvGraphicFramePr>
          <p:cNvPr id="2138" name="table 2138"/>
          <p:cNvGraphicFramePr>
            <a:graphicFrameLocks noGrp="1"/>
          </p:cNvGraphicFramePr>
          <p:nvPr>
            <p:custDataLst>
              <p:tags r:id="rId53"/>
            </p:custDataLst>
          </p:nvPr>
        </p:nvGraphicFramePr>
        <p:xfrm>
          <a:off x="6578854" y="1697482"/>
          <a:ext cx="847725" cy="143509"/>
        </p:xfrm>
        <a:graphic>
          <a:graphicData uri="http://schemas.openxmlformats.org/drawingml/2006/table">
            <a:tbl>
              <a:tblPr/>
              <a:tblGrid>
                <a:gridCol w="847725"/>
              </a:tblGrid>
              <a:tr h="130809">
                <a:tc>
                  <a:txBody>
                    <a:bodyPr/>
                    <a:lstStyle/>
                    <a:p>
                      <a:pPr algn="l" rtl="0" eaLnBrk="0">
                        <a:lnSpc>
                          <a:spcPct val="135000"/>
                        </a:lnSpc>
                      </a:pPr>
                      <a:endParaRPr lang="en-US" altLang="en-US" sz="100" dirty="0"/>
                    </a:p>
                    <a:p>
                      <a:pPr marL="100330" algn="l" rtl="0" eaLnBrk="0">
                        <a:lnSpc>
                          <a:spcPct val="85000"/>
                        </a:lnSpc>
                      </a:pPr>
                      <a:r>
                        <a:rPr sz="900" b="1" kern="0" spc="-10" dirty="0">
                          <a:solidFill>
                            <a:srgbClr val="000000">
                              <a:alpha val="100000"/>
                            </a:srgbClr>
                          </a:solidFill>
                          <a:cs typeface="微软雅黑" panose="020B0503020204020204" charset="-122"/>
                        </a:rPr>
                        <a:t>决策支持层</a:t>
                      </a:r>
                      <a:endParaRPr lang="en-US" altLang="en-US" sz="9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2140" name="table 2140"/>
          <p:cNvGraphicFramePr>
            <a:graphicFrameLocks noGrp="1"/>
          </p:cNvGraphicFramePr>
          <p:nvPr>
            <p:custDataLst>
              <p:tags r:id="rId54"/>
            </p:custDataLst>
          </p:nvPr>
        </p:nvGraphicFramePr>
        <p:xfrm>
          <a:off x="444754" y="1630426"/>
          <a:ext cx="635634" cy="165100"/>
        </p:xfrm>
        <a:graphic>
          <a:graphicData uri="http://schemas.openxmlformats.org/drawingml/2006/table">
            <a:tbl>
              <a:tblPr/>
              <a:tblGrid>
                <a:gridCol w="635634"/>
              </a:tblGrid>
              <a:tr h="152400">
                <a:tc>
                  <a:txBody>
                    <a:bodyPr/>
                    <a:lstStyle/>
                    <a:p>
                      <a:pPr algn="l" rtl="0" eaLnBrk="0">
                        <a:lnSpc>
                          <a:spcPct val="102000"/>
                        </a:lnSpc>
                      </a:pPr>
                      <a:endParaRPr lang="en-US" altLang="en-US" sz="200" dirty="0"/>
                    </a:p>
                    <a:p>
                      <a:pPr marL="99060" algn="l" rtl="0" eaLnBrk="0">
                        <a:lnSpc>
                          <a:spcPct val="93000"/>
                        </a:lnSpc>
                        <a:spcBef>
                          <a:spcPts val="0"/>
                        </a:spcBef>
                      </a:pPr>
                      <a:r>
                        <a:rPr sz="900" b="1" kern="0" spc="-10" dirty="0">
                          <a:solidFill>
                            <a:srgbClr val="000000">
                              <a:alpha val="100000"/>
                            </a:srgbClr>
                          </a:solidFill>
                          <a:cs typeface="微软雅黑" panose="020B0503020204020204" charset="-122"/>
                        </a:rPr>
                        <a:t>渠道层</a:t>
                      </a:r>
                      <a:endParaRPr lang="en-US" altLang="en-US" sz="9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2142" name="textbox 2142"/>
          <p:cNvSpPr/>
          <p:nvPr>
            <p:custDataLst>
              <p:tags r:id="rId55"/>
            </p:custDataLst>
          </p:nvPr>
        </p:nvSpPr>
        <p:spPr>
          <a:xfrm>
            <a:off x="3947477" y="3234207"/>
            <a:ext cx="252729" cy="284479"/>
          </a:xfrm>
          <a:prstGeom prst="rect">
            <a:avLst/>
          </a:prstGeom>
        </p:spPr>
        <p:txBody>
          <a:bodyPr vert="horz" wrap="square" lIns="0" tIns="0" rIns="0" bIns="0">
            <a:normAutofit/>
          </a:bodyPr>
          <a:lstStyle/>
          <a:p>
            <a:pPr algn="l" rtl="0" eaLnBrk="0">
              <a:lnSpc>
                <a:spcPct val="81000"/>
              </a:lnSpc>
            </a:pPr>
            <a:endParaRPr lang="en-US" altLang="en-US" sz="100" dirty="0">
              <a:solidFill>
                <a:schemeClr val="dk1"/>
              </a:solidFill>
            </a:endParaRPr>
          </a:p>
          <a:p>
            <a:pPr marL="12700" algn="l" rtl="0" eaLnBrk="0">
              <a:lnSpc>
                <a:spcPct val="89000"/>
              </a:lnSpc>
            </a:pPr>
            <a:r>
              <a:rPr sz="900" b="1" kern="0" spc="-10" dirty="0">
                <a:solidFill>
                  <a:schemeClr val="dk1"/>
                </a:solidFill>
                <a:cs typeface="微软雅黑" panose="020B0503020204020204" charset="-122"/>
              </a:rPr>
              <a:t>接送</a:t>
            </a:r>
            <a:endParaRPr lang="en-US" altLang="en-US" sz="900" dirty="0">
              <a:solidFill>
                <a:schemeClr val="dk1"/>
              </a:solidFill>
            </a:endParaRPr>
          </a:p>
          <a:p>
            <a:pPr marL="12700" algn="l" rtl="0" eaLnBrk="0">
              <a:lnSpc>
                <a:spcPct val="89000"/>
              </a:lnSpc>
              <a:spcBef>
                <a:spcPts val="120"/>
              </a:spcBef>
            </a:pPr>
            <a:r>
              <a:rPr sz="900" b="1" kern="0" spc="-10" dirty="0">
                <a:solidFill>
                  <a:schemeClr val="dk1"/>
                </a:solidFill>
                <a:cs typeface="微软雅黑" panose="020B0503020204020204" charset="-122"/>
              </a:rPr>
              <a:t>货管</a:t>
            </a:r>
            <a:endParaRPr lang="en-US" altLang="en-US" sz="900" b="1" kern="0" spc="-10" dirty="0">
              <a:solidFill>
                <a:schemeClr val="dk1"/>
              </a:solidFill>
              <a:cs typeface="微软雅黑" panose="020B0503020204020204" charset="-122"/>
            </a:endParaRPr>
          </a:p>
        </p:txBody>
      </p:sp>
      <p:sp>
        <p:nvSpPr>
          <p:cNvPr id="2144" name="path"/>
          <p:cNvSpPr/>
          <p:nvPr/>
        </p:nvSpPr>
        <p:spPr>
          <a:xfrm>
            <a:off x="2438400" y="3623817"/>
            <a:ext cx="606552" cy="12700"/>
          </a:xfrm>
          <a:custGeom>
            <a:avLst/>
            <a:gdLst/>
            <a:ahLst/>
            <a:cxnLst/>
            <a:rect l="0" t="0" r="0" b="0"/>
            <a:pathLst>
              <a:path w="955" h="20">
                <a:moveTo>
                  <a:pt x="0" y="10"/>
                </a:moveTo>
                <a:lnTo>
                  <a:pt x="955" y="10"/>
                </a:lnTo>
              </a:path>
            </a:pathLst>
          </a:custGeom>
          <a:noFill/>
          <a:ln w="12700" cap="flat">
            <a:solidFill>
              <a:srgbClr val="D9D9D9">
                <a:alpha val="100000"/>
              </a:srgbClr>
            </a:solidFill>
            <a:prstDash val="solid"/>
            <a:miter lim="1000000"/>
          </a:ln>
        </p:spPr>
        <p:txBody>
          <a:bodyPr rtlCol="0"/>
          <a:lstStyle/>
          <a:p>
            <a:pPr algn="ctr"/>
            <a:endParaRPr lang="zh-CN" altLang="en-US"/>
          </a:p>
        </p:txBody>
      </p:sp>
      <p:sp>
        <p:nvSpPr>
          <p:cNvPr id="2146" name="path"/>
          <p:cNvSpPr/>
          <p:nvPr/>
        </p:nvSpPr>
        <p:spPr>
          <a:xfrm>
            <a:off x="3214116" y="3616197"/>
            <a:ext cx="489204" cy="12700"/>
          </a:xfrm>
          <a:custGeom>
            <a:avLst/>
            <a:gdLst/>
            <a:ahLst/>
            <a:cxnLst/>
            <a:rect l="0" t="0" r="0" b="0"/>
            <a:pathLst>
              <a:path w="770" h="20">
                <a:moveTo>
                  <a:pt x="0" y="10"/>
                </a:moveTo>
                <a:lnTo>
                  <a:pt x="770" y="10"/>
                </a:lnTo>
              </a:path>
            </a:pathLst>
          </a:custGeom>
          <a:noFill/>
          <a:ln w="12700" cap="flat">
            <a:solidFill>
              <a:srgbClr val="44546A">
                <a:alpha val="100000"/>
              </a:srgbClr>
            </a:solidFill>
            <a:prstDash val="solid"/>
            <a:miter lim="1000000"/>
          </a:ln>
        </p:spPr>
        <p:txBody>
          <a:bodyPr rtlCol="0"/>
          <a:lstStyle/>
          <a:p>
            <a:pPr algn="ctr"/>
            <a:endParaRPr lang="zh-CN" altLang="en-US"/>
          </a:p>
        </p:txBody>
      </p:sp>
      <p:sp>
        <p:nvSpPr>
          <p:cNvPr id="2148" name="rect"/>
          <p:cNvSpPr/>
          <p:nvPr/>
        </p:nvSpPr>
        <p:spPr>
          <a:xfrm>
            <a:off x="2104389" y="2830067"/>
            <a:ext cx="12700" cy="284988"/>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2150" name="path"/>
          <p:cNvSpPr/>
          <p:nvPr/>
        </p:nvSpPr>
        <p:spPr>
          <a:xfrm>
            <a:off x="2099817" y="3188208"/>
            <a:ext cx="12700" cy="240791"/>
          </a:xfrm>
          <a:custGeom>
            <a:avLst/>
            <a:gdLst/>
            <a:ahLst/>
            <a:cxnLst/>
            <a:rect l="0" t="0" r="0" b="0"/>
            <a:pathLst>
              <a:path w="20" h="379">
                <a:moveTo>
                  <a:pt x="10" y="379"/>
                </a:moveTo>
                <a:lnTo>
                  <a:pt x="10" y="0"/>
                </a:lnTo>
              </a:path>
            </a:pathLst>
          </a:custGeom>
          <a:noFill/>
          <a:ln w="12700" cap="flat">
            <a:solidFill>
              <a:srgbClr val="44546A">
                <a:alpha val="100000"/>
              </a:srgbClr>
            </a:solidFill>
            <a:prstDash val="solid"/>
            <a:miter lim="1000000"/>
          </a:ln>
        </p:spPr>
        <p:txBody>
          <a:bodyPr rtlCol="0"/>
          <a:lstStyle/>
          <a:p>
            <a:pPr algn="ctr"/>
            <a:endParaRPr lang="zh-CN" altLang="en-US"/>
          </a:p>
        </p:txBody>
      </p:sp>
      <p:sp>
        <p:nvSpPr>
          <p:cNvPr id="2152" name="path"/>
          <p:cNvSpPr/>
          <p:nvPr/>
        </p:nvSpPr>
        <p:spPr>
          <a:xfrm>
            <a:off x="2099817" y="3628644"/>
            <a:ext cx="12700" cy="240791"/>
          </a:xfrm>
          <a:custGeom>
            <a:avLst/>
            <a:gdLst/>
            <a:ahLst/>
            <a:cxnLst/>
            <a:rect l="0" t="0" r="0" b="0"/>
            <a:pathLst>
              <a:path w="20" h="379">
                <a:moveTo>
                  <a:pt x="10" y="379"/>
                </a:moveTo>
                <a:lnTo>
                  <a:pt x="10" y="0"/>
                </a:lnTo>
              </a:path>
            </a:pathLst>
          </a:custGeom>
          <a:noFill/>
          <a:ln w="12700" cap="flat">
            <a:solidFill>
              <a:srgbClr val="44546A">
                <a:alpha val="100000"/>
              </a:srgbClr>
            </a:solidFill>
            <a:prstDash val="solid"/>
            <a:miter lim="1000000"/>
          </a:ln>
        </p:spPr>
        <p:txBody>
          <a:bodyPr rtlCol="0"/>
          <a:lstStyle/>
          <a:p>
            <a:pPr algn="ctr"/>
            <a:endParaRPr lang="zh-CN" altLang="en-US"/>
          </a:p>
        </p:txBody>
      </p:sp>
    </p:spTree>
    <p:custDataLst>
      <p:tags r:id="rId56"/>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4" name="picture 2154"/>
          <p:cNvPicPr>
            <a:picLocks noChangeAspect="1"/>
          </p:cNvPicPr>
          <p:nvPr>
            <p:custDataLst>
              <p:tags r:id="rId1"/>
            </p:custDataLst>
          </p:nvPr>
        </p:nvPicPr>
        <p:blipFill>
          <a:blip r:embed="rId2"/>
          <a:stretch>
            <a:fillRect/>
          </a:stretch>
        </p:blipFill>
        <p:spPr>
          <a:xfrm rot="21600000">
            <a:off x="7610602" y="1868170"/>
            <a:ext cx="3260344" cy="2408427"/>
          </a:xfrm>
          <a:prstGeom prst="rect">
            <a:avLst/>
          </a:prstGeom>
        </p:spPr>
      </p:pic>
      <p:sp>
        <p:nvSpPr>
          <p:cNvPr id="2156" name="textbox 2156"/>
          <p:cNvSpPr/>
          <p:nvPr>
            <p:custDataLst>
              <p:tags r:id="rId3"/>
            </p:custDataLst>
          </p:nvPr>
        </p:nvSpPr>
        <p:spPr>
          <a:xfrm>
            <a:off x="1827377" y="1553862"/>
            <a:ext cx="4771390" cy="1606550"/>
          </a:xfrm>
          <a:prstGeom prst="rect">
            <a:avLst/>
          </a:prstGeom>
        </p:spPr>
        <p:txBody>
          <a:bodyPr vert="horz" wrap="square" lIns="0" tIns="0" rIns="0" bIns="0"/>
          <a:lstStyle/>
          <a:p>
            <a:pPr algn="l" rtl="0" eaLnBrk="0">
              <a:lnSpc>
                <a:spcPct val="99000"/>
              </a:lnSpc>
            </a:pPr>
            <a:endParaRPr lang="en-US" altLang="en-US" sz="100" dirty="0">
              <a:solidFill>
                <a:schemeClr val="tx1"/>
              </a:solidFill>
            </a:endParaRPr>
          </a:p>
          <a:p>
            <a:pPr marL="192405" indent="-179705" algn="l" rtl="0" eaLnBrk="0">
              <a:lnSpc>
                <a:spcPct val="96000"/>
              </a:lnSpc>
            </a:pPr>
            <a:r>
              <a:rPr sz="1200" kern="0" spc="-50" dirty="0">
                <a:solidFill>
                  <a:schemeClr val="tx1"/>
                </a:solidFill>
                <a:cs typeface="Wingdings" panose="05000000000000000000"/>
              </a:rPr>
              <a:t>. </a:t>
            </a:r>
            <a:r>
              <a:rPr sz="1200" kern="0" spc="-50" dirty="0">
                <a:solidFill>
                  <a:schemeClr val="tx1"/>
                </a:solidFill>
                <a:cs typeface="宋体" panose="02010600030101010101" pitchFamily="2" charset="-122"/>
              </a:rPr>
              <a:t>缺乏企业级的应用架构，现有业务系统部分功能不完善，各业务部门</a:t>
            </a:r>
            <a:r>
              <a:rPr sz="1200" kern="0" spc="20" dirty="0">
                <a:solidFill>
                  <a:schemeClr val="tx1"/>
                </a:solidFill>
                <a:cs typeface="宋体" panose="02010600030101010101" pitchFamily="2" charset="-122"/>
              </a:rPr>
              <a:t> </a:t>
            </a:r>
            <a:r>
              <a:rPr sz="1200" kern="0" spc="0" dirty="0">
                <a:solidFill>
                  <a:schemeClr val="tx1"/>
                </a:solidFill>
                <a:cs typeface="宋体" panose="02010600030101010101" pitchFamily="2" charset="-122"/>
              </a:rPr>
              <a:t>的需求没有得到完全满足，导致业务部门提出大量需</a:t>
            </a:r>
            <a:r>
              <a:rPr sz="1200" kern="0" spc="-10" dirty="0">
                <a:solidFill>
                  <a:schemeClr val="tx1"/>
                </a:solidFill>
                <a:cs typeface="宋体" panose="02010600030101010101" pitchFamily="2" charset="-122"/>
              </a:rPr>
              <a:t>求，使得核心业 务系统不停打补丁</a:t>
            </a:r>
            <a:endParaRPr lang="en-US" altLang="en-US" sz="1200" dirty="0">
              <a:solidFill>
                <a:schemeClr val="tx1"/>
              </a:solidFill>
            </a:endParaRPr>
          </a:p>
          <a:p>
            <a:pPr marL="271145" indent="-259080" algn="l" rtl="0" eaLnBrk="0">
              <a:lnSpc>
                <a:spcPct val="94000"/>
              </a:lnSpc>
              <a:spcBef>
                <a:spcPts val="530"/>
              </a:spcBef>
            </a:pPr>
            <a:r>
              <a:rPr sz="1200" kern="0" spc="-50" dirty="0">
                <a:solidFill>
                  <a:schemeClr val="tx1"/>
                </a:solidFill>
                <a:cs typeface="Wingdings" panose="05000000000000000000"/>
              </a:rPr>
              <a:t>. </a:t>
            </a:r>
            <a:r>
              <a:rPr sz="1200" kern="0" spc="-50" dirty="0">
                <a:solidFill>
                  <a:schemeClr val="tx1"/>
                </a:solidFill>
                <a:cs typeface="宋体" panose="02010600030101010101" pitchFamily="2" charset="-122"/>
              </a:rPr>
              <a:t>由于缺乏对业务需求的统一管理，尤其是省区需求，存在功</a:t>
            </a:r>
            <a:r>
              <a:rPr sz="1200" kern="0" spc="-60" dirty="0">
                <a:solidFill>
                  <a:schemeClr val="tx1"/>
                </a:solidFill>
                <a:cs typeface="宋体" panose="02010600030101010101" pitchFamily="2" charset="-122"/>
              </a:rPr>
              <a:t>能冲突</a:t>
            </a:r>
            <a:r>
              <a:rPr sz="1200" kern="0" spc="-10" dirty="0">
                <a:solidFill>
                  <a:schemeClr val="tx1"/>
                </a:solidFill>
                <a:cs typeface="宋体" panose="02010600030101010101" pitchFamily="2" charset="-122"/>
              </a:rPr>
              <a:t>   </a:t>
            </a:r>
            <a:r>
              <a:rPr sz="1200" kern="0" spc="20" dirty="0">
                <a:solidFill>
                  <a:schemeClr val="tx1"/>
                </a:solidFill>
                <a:cs typeface="宋体" panose="02010600030101010101" pitchFamily="2" charset="-122"/>
              </a:rPr>
              <a:t>()、系统上线后不应用（产品打折促销）等问题</a:t>
            </a:r>
            <a:endParaRPr lang="en-US" altLang="en-US" sz="1200" dirty="0">
              <a:solidFill>
                <a:schemeClr val="tx1"/>
              </a:solidFill>
            </a:endParaRPr>
          </a:p>
          <a:p>
            <a:pPr marL="194310" indent="-181610" algn="l" rtl="0" eaLnBrk="0">
              <a:lnSpc>
                <a:spcPct val="97000"/>
              </a:lnSpc>
              <a:spcBef>
                <a:spcPts val="450"/>
              </a:spcBef>
            </a:pPr>
            <a:r>
              <a:rPr sz="1200" kern="0" spc="-50" dirty="0">
                <a:solidFill>
                  <a:schemeClr val="tx1"/>
                </a:solidFill>
                <a:cs typeface="Wingdings" panose="05000000000000000000"/>
              </a:rPr>
              <a:t>. </a:t>
            </a:r>
            <a:r>
              <a:rPr sz="1200" kern="0" spc="-50" dirty="0">
                <a:solidFill>
                  <a:schemeClr val="tx1"/>
                </a:solidFill>
                <a:cs typeface="Calibri" panose="020F0502020204030204"/>
              </a:rPr>
              <a:t>IT</a:t>
            </a:r>
            <a:r>
              <a:rPr sz="1200" kern="0" spc="-50" dirty="0">
                <a:solidFill>
                  <a:schemeClr val="tx1"/>
                </a:solidFill>
                <a:cs typeface="宋体" panose="02010600030101010101" pitchFamily="2" charset="-122"/>
              </a:rPr>
              <a:t>系统只能满足核心运营要求，尚未建立起对场站、人力资源、供应 </a:t>
            </a:r>
            <a:r>
              <a:rPr sz="1200" kern="0" spc="0" dirty="0">
                <a:solidFill>
                  <a:schemeClr val="tx1"/>
                </a:solidFill>
                <a:cs typeface="宋体" panose="02010600030101010101" pitchFamily="2" charset="-122"/>
              </a:rPr>
              <a:t>商、设备等核心基础信息的信息规范管理，导致</a:t>
            </a:r>
            <a:r>
              <a:rPr sz="1200" kern="0" spc="-10" dirty="0">
                <a:solidFill>
                  <a:schemeClr val="tx1"/>
                </a:solidFill>
                <a:cs typeface="宋体" panose="02010600030101010101" pitchFamily="2" charset="-122"/>
              </a:rPr>
              <a:t>此类信息难以共享</a:t>
            </a:r>
            <a:endParaRPr lang="en-US" altLang="en-US" sz="1200" dirty="0">
              <a:solidFill>
                <a:schemeClr val="tx1"/>
              </a:solidFill>
            </a:endParaRPr>
          </a:p>
          <a:p>
            <a:pPr algn="l" rtl="0" eaLnBrk="0">
              <a:lnSpc>
                <a:spcPct val="120000"/>
              </a:lnSpc>
            </a:pPr>
            <a:endParaRPr lang="en-US" altLang="en-US" sz="300" dirty="0">
              <a:solidFill>
                <a:schemeClr val="tx1"/>
              </a:solidFill>
            </a:endParaRPr>
          </a:p>
          <a:p>
            <a:pPr marL="12700" algn="l" rtl="0" eaLnBrk="0">
              <a:lnSpc>
                <a:spcPct val="95000"/>
              </a:lnSpc>
              <a:spcBef>
                <a:spcPts val="5"/>
              </a:spcBef>
            </a:pPr>
            <a:r>
              <a:rPr sz="1200" kern="0" spc="-50" dirty="0">
                <a:solidFill>
                  <a:schemeClr val="tx1"/>
                </a:solidFill>
                <a:cs typeface="Wingdings" panose="05000000000000000000"/>
              </a:rPr>
              <a:t>. </a:t>
            </a:r>
            <a:r>
              <a:rPr sz="1200" kern="0" spc="-50" dirty="0">
                <a:solidFill>
                  <a:schemeClr val="tx1"/>
                </a:solidFill>
                <a:cs typeface="Calibri" panose="020F0502020204030204"/>
              </a:rPr>
              <a:t>IT</a:t>
            </a:r>
            <a:r>
              <a:rPr sz="1200" kern="0" spc="-50" dirty="0">
                <a:solidFill>
                  <a:schemeClr val="tx1"/>
                </a:solidFill>
                <a:cs typeface="宋体" panose="02010600030101010101" pitchFamily="2" charset="-122"/>
              </a:rPr>
              <a:t>对部分系统没有管理，如</a:t>
            </a:r>
            <a:r>
              <a:rPr sz="1200" kern="0" spc="-50" dirty="0">
                <a:solidFill>
                  <a:schemeClr val="tx1"/>
                </a:solidFill>
                <a:cs typeface="Calibri" panose="020F0502020204030204"/>
              </a:rPr>
              <a:t>TMS</a:t>
            </a:r>
            <a:r>
              <a:rPr sz="1200" kern="0" spc="-50" dirty="0">
                <a:solidFill>
                  <a:schemeClr val="tx1"/>
                </a:solidFill>
                <a:cs typeface="宋体" panose="02010600030101010101" pitchFamily="2" charset="-122"/>
              </a:rPr>
              <a:t>、</a:t>
            </a:r>
            <a:r>
              <a:rPr sz="1200" kern="0" spc="-60" dirty="0">
                <a:solidFill>
                  <a:schemeClr val="tx1"/>
                </a:solidFill>
                <a:cs typeface="宋体" panose="02010600030101010101" pitchFamily="2" charset="-122"/>
              </a:rPr>
              <a:t>金蝶财务管理，工单管理</a:t>
            </a:r>
            <a:endParaRPr lang="en-US" altLang="en-US" sz="1200" kern="0" spc="-60" dirty="0">
              <a:solidFill>
                <a:schemeClr val="tx1"/>
              </a:solidFill>
              <a:cs typeface="宋体" panose="02010600030101010101" pitchFamily="2" charset="-122"/>
            </a:endParaRPr>
          </a:p>
        </p:txBody>
      </p:sp>
      <p:sp>
        <p:nvSpPr>
          <p:cNvPr id="2158" name="textbox 2158"/>
          <p:cNvSpPr/>
          <p:nvPr>
            <p:custDataLst>
              <p:tags r:id="rId4"/>
            </p:custDataLst>
          </p:nvPr>
        </p:nvSpPr>
        <p:spPr>
          <a:xfrm>
            <a:off x="7334168" y="4544700"/>
            <a:ext cx="4625975" cy="1480185"/>
          </a:xfrm>
          <a:prstGeom prst="rect">
            <a:avLst/>
          </a:prstGeom>
        </p:spPr>
        <p:txBody>
          <a:bodyPr vert="horz" wrap="square" lIns="0" tIns="0" rIns="0" bIns="0">
            <a:normAutofit/>
          </a:bodyPr>
          <a:lstStyle/>
          <a:p>
            <a:pPr algn="l" rtl="0" eaLnBrk="0">
              <a:lnSpc>
                <a:spcPct val="74000"/>
              </a:lnSpc>
            </a:pPr>
            <a:endParaRPr lang="en-US" altLang="en-US" sz="100" dirty="0">
              <a:solidFill>
                <a:schemeClr val="dk1"/>
              </a:solidFill>
            </a:endParaRPr>
          </a:p>
          <a:p>
            <a:pPr marL="13970" indent="15875" algn="l" rtl="0" eaLnBrk="0">
              <a:lnSpc>
                <a:spcPct val="105000"/>
              </a:lnSpc>
            </a:pPr>
            <a:r>
              <a:rPr sz="1500" kern="0" spc="0" dirty="0">
                <a:solidFill>
                  <a:schemeClr val="dk1"/>
                </a:solidFill>
                <a:cs typeface="微软雅黑" panose="020B0503020204020204" charset="-122"/>
              </a:rPr>
              <a:t>BTIT</a:t>
            </a:r>
            <a:r>
              <a:rPr sz="1500" kern="0" spc="100" dirty="0">
                <a:solidFill>
                  <a:schemeClr val="dk1"/>
                </a:solidFill>
                <a:cs typeface="微软雅黑" panose="020B0503020204020204" charset="-122"/>
              </a:rPr>
              <a:t>在业务和</a:t>
            </a:r>
            <a:r>
              <a:rPr sz="1500" kern="0" spc="0" dirty="0">
                <a:solidFill>
                  <a:schemeClr val="dk1"/>
                </a:solidFill>
                <a:cs typeface="微软雅黑" panose="020B0503020204020204" charset="-122"/>
              </a:rPr>
              <a:t>IT</a:t>
            </a:r>
            <a:r>
              <a:rPr sz="1500" kern="0" spc="100" dirty="0">
                <a:solidFill>
                  <a:schemeClr val="dk1"/>
                </a:solidFill>
                <a:cs typeface="微软雅黑" panose="020B0503020204020204" charset="-122"/>
              </a:rPr>
              <a:t>中间搭建一座桥梁，以高素质</a:t>
            </a:r>
            <a:r>
              <a:rPr sz="1500" kern="0" spc="90" dirty="0">
                <a:solidFill>
                  <a:schemeClr val="dk1"/>
                </a:solidFill>
                <a:cs typeface="微软雅黑" panose="020B0503020204020204" charset="-122"/>
              </a:rPr>
              <a:t>的人</a:t>
            </a:r>
            <a:r>
              <a:rPr sz="1500" kern="0" spc="-10" dirty="0">
                <a:solidFill>
                  <a:schemeClr val="dk1"/>
                </a:solidFill>
                <a:cs typeface="微软雅黑" panose="020B0503020204020204" charset="-122"/>
              </a:rPr>
              <a:t>    </a:t>
            </a:r>
            <a:r>
              <a:rPr sz="1500" kern="0" spc="100" dirty="0">
                <a:solidFill>
                  <a:schemeClr val="dk1"/>
                </a:solidFill>
                <a:cs typeface="微软雅黑" panose="020B0503020204020204" charset="-122"/>
              </a:rPr>
              <a:t>才团队组织机制保障为</a:t>
            </a:r>
            <a:r>
              <a:rPr sz="1500" kern="0" spc="90" dirty="0">
                <a:solidFill>
                  <a:schemeClr val="dk1"/>
                </a:solidFill>
                <a:cs typeface="微软雅黑" panose="020B0503020204020204" charset="-122"/>
              </a:rPr>
              <a:t>依托，通过对业务战略的</a:t>
            </a:r>
            <a:endParaRPr lang="en-US" altLang="en-US" sz="1500" dirty="0">
              <a:solidFill>
                <a:schemeClr val="dk1"/>
              </a:solidFill>
            </a:endParaRPr>
          </a:p>
          <a:p>
            <a:pPr marL="13970" algn="l" rtl="0" eaLnBrk="0">
              <a:lnSpc>
                <a:spcPct val="105000"/>
              </a:lnSpc>
              <a:spcBef>
                <a:spcPts val="60"/>
              </a:spcBef>
            </a:pPr>
            <a:r>
              <a:rPr sz="1500" kern="0" spc="100" dirty="0">
                <a:solidFill>
                  <a:schemeClr val="dk1"/>
                </a:solidFill>
                <a:cs typeface="微软雅黑" panose="020B0503020204020204" charset="-122"/>
              </a:rPr>
              <a:t>深刻理解和业务洞察，制定科学合理的</a:t>
            </a:r>
            <a:r>
              <a:rPr sz="1500" kern="0" spc="0" dirty="0">
                <a:solidFill>
                  <a:schemeClr val="dk1"/>
                </a:solidFill>
                <a:cs typeface="微软雅黑" panose="020B0503020204020204" charset="-122"/>
              </a:rPr>
              <a:t>IT</a:t>
            </a:r>
            <a:r>
              <a:rPr sz="1500" kern="0" spc="100" dirty="0">
                <a:solidFill>
                  <a:schemeClr val="dk1"/>
                </a:solidFill>
                <a:cs typeface="微软雅黑" panose="020B0503020204020204" charset="-122"/>
              </a:rPr>
              <a:t>举措、</a:t>
            </a:r>
            <a:r>
              <a:rPr sz="1500" kern="0" spc="90" dirty="0">
                <a:solidFill>
                  <a:schemeClr val="dk1"/>
                </a:solidFill>
                <a:cs typeface="微软雅黑" panose="020B0503020204020204" charset="-122"/>
              </a:rPr>
              <a:t>解</a:t>
            </a:r>
            <a:r>
              <a:rPr sz="1500" kern="0" spc="0" dirty="0">
                <a:solidFill>
                  <a:schemeClr val="dk1"/>
                </a:solidFill>
                <a:cs typeface="微软雅黑" panose="020B0503020204020204" charset="-122"/>
              </a:rPr>
              <a:t>    </a:t>
            </a:r>
            <a:r>
              <a:rPr sz="1500" kern="0" spc="80" dirty="0">
                <a:solidFill>
                  <a:schemeClr val="dk1"/>
                </a:solidFill>
                <a:cs typeface="微软雅黑" panose="020B0503020204020204" charset="-122"/>
              </a:rPr>
              <a:t>决方案和规划，并管理或辅助转型项目的实施；</a:t>
            </a:r>
            <a:endParaRPr lang="en-US" altLang="en-US" sz="1500" dirty="0">
              <a:solidFill>
                <a:schemeClr val="dk1"/>
              </a:solidFill>
            </a:endParaRPr>
          </a:p>
          <a:p>
            <a:pPr marL="12700" algn="l" rtl="0" eaLnBrk="0">
              <a:lnSpc>
                <a:spcPct val="105000"/>
              </a:lnSpc>
              <a:spcBef>
                <a:spcPts val="65"/>
              </a:spcBef>
            </a:pPr>
            <a:r>
              <a:rPr sz="1500" kern="0" spc="70" dirty="0">
                <a:solidFill>
                  <a:schemeClr val="dk1"/>
                </a:solidFill>
                <a:cs typeface="微软雅黑" panose="020B0503020204020204" charset="-122"/>
              </a:rPr>
              <a:t>在此基础上，研究</a:t>
            </a:r>
            <a:r>
              <a:rPr sz="1500" kern="0" spc="0" dirty="0">
                <a:solidFill>
                  <a:schemeClr val="dk1"/>
                </a:solidFill>
                <a:cs typeface="微软雅黑" panose="020B0503020204020204" charset="-122"/>
              </a:rPr>
              <a:t>IT</a:t>
            </a:r>
            <a:r>
              <a:rPr sz="1500" kern="0" spc="70" dirty="0">
                <a:solidFill>
                  <a:schemeClr val="dk1"/>
                </a:solidFill>
                <a:cs typeface="微软雅黑" panose="020B0503020204020204" charset="-122"/>
              </a:rPr>
              <a:t>技术发</a:t>
            </a:r>
            <a:r>
              <a:rPr sz="1500" kern="0" spc="60" dirty="0">
                <a:solidFill>
                  <a:schemeClr val="dk1"/>
                </a:solidFill>
                <a:cs typeface="微软雅黑" panose="020B0503020204020204" charset="-122"/>
              </a:rPr>
              <a:t>展，</a:t>
            </a:r>
            <a:r>
              <a:rPr sz="1500" kern="0" spc="-310" dirty="0">
                <a:solidFill>
                  <a:schemeClr val="dk1"/>
                </a:solidFill>
                <a:cs typeface="微软雅黑" panose="020B0503020204020204" charset="-122"/>
              </a:rPr>
              <a:t> </a:t>
            </a:r>
            <a:r>
              <a:rPr sz="1500" kern="0" spc="60" dirty="0">
                <a:solidFill>
                  <a:schemeClr val="dk1"/>
                </a:solidFill>
                <a:cs typeface="微软雅黑" panose="020B0503020204020204" charset="-122"/>
              </a:rPr>
              <a:t>制定业务创新方案，</a:t>
            </a:r>
            <a:r>
              <a:rPr sz="1500" kern="0" spc="0" dirty="0">
                <a:solidFill>
                  <a:schemeClr val="dk1"/>
                </a:solidFill>
                <a:cs typeface="微软雅黑" panose="020B0503020204020204" charset="-122"/>
              </a:rPr>
              <a:t>  </a:t>
            </a:r>
            <a:r>
              <a:rPr sz="1500" kern="0" spc="90" dirty="0">
                <a:solidFill>
                  <a:schemeClr val="dk1"/>
                </a:solidFill>
                <a:cs typeface="微软雅黑" panose="020B0503020204020204" charset="-122"/>
              </a:rPr>
              <a:t>驱动业务发展</a:t>
            </a:r>
            <a:endParaRPr lang="en-US" altLang="en-US" sz="1500" kern="0" spc="90" dirty="0">
              <a:solidFill>
                <a:schemeClr val="dk1"/>
              </a:solidFill>
              <a:cs typeface="微软雅黑" panose="020B0503020204020204" charset="-122"/>
            </a:endParaRPr>
          </a:p>
        </p:txBody>
      </p:sp>
      <p:sp>
        <p:nvSpPr>
          <p:cNvPr id="2160" name="textbox 2160"/>
          <p:cNvSpPr/>
          <p:nvPr>
            <p:custDataLst>
              <p:tags r:id="rId5"/>
            </p:custDataLst>
          </p:nvPr>
        </p:nvSpPr>
        <p:spPr>
          <a:xfrm>
            <a:off x="823325" y="266541"/>
            <a:ext cx="10948034" cy="626744"/>
          </a:xfrm>
          <a:prstGeom prst="rect">
            <a:avLst/>
          </a:prstGeom>
        </p:spPr>
        <p:txBody>
          <a:bodyPr vert="horz" wrap="square" lIns="0" tIns="0" rIns="0" bIns="0"/>
          <a:lstStyle/>
          <a:p>
            <a:pPr algn="l" rtl="0" eaLnBrk="0">
              <a:lnSpc>
                <a:spcPct val="69000"/>
              </a:lnSpc>
            </a:pPr>
            <a:endParaRPr lang="en-US" altLang="en-US" sz="100" dirty="0">
              <a:solidFill>
                <a:schemeClr val="dk1"/>
              </a:solidFill>
            </a:endParaRPr>
          </a:p>
          <a:p>
            <a:pPr marL="12700" indent="-635" algn="l" rtl="0" eaLnBrk="0">
              <a:lnSpc>
                <a:spcPct val="99000"/>
              </a:lnSpc>
            </a:pPr>
            <a:r>
              <a:rPr sz="2000" b="1" kern="0" spc="0" dirty="0">
                <a:solidFill>
                  <a:schemeClr val="dk1"/>
                </a:solidFill>
                <a:cs typeface="微软雅黑" panose="020B0503020204020204" charset="-122"/>
              </a:rPr>
              <a:t>XX缺乏应用系统统一规划，对管理决策的支持不够完善，难以满足业务高速发展和一体化</a:t>
            </a:r>
            <a:r>
              <a:rPr sz="2000" b="1" kern="0" spc="-10" dirty="0">
                <a:solidFill>
                  <a:schemeClr val="dk1"/>
                </a:solidFill>
                <a:cs typeface="微软雅黑" panose="020B0503020204020204" charset="-122"/>
              </a:rPr>
              <a:t>运 </a:t>
            </a:r>
            <a:r>
              <a:rPr sz="2000" b="1" kern="0" spc="0" dirty="0">
                <a:solidFill>
                  <a:schemeClr val="dk1"/>
                </a:solidFill>
                <a:cs typeface="微软雅黑" panose="020B0503020204020204" charset="-122"/>
              </a:rPr>
              <a:t>营模式对IT提出的更高</a:t>
            </a:r>
            <a:r>
              <a:rPr sz="2000" b="1" kern="0" spc="-10" dirty="0">
                <a:solidFill>
                  <a:schemeClr val="dk1"/>
                </a:solidFill>
                <a:cs typeface="微软雅黑" panose="020B0503020204020204" charset="-122"/>
              </a:rPr>
              <a:t>要求</a:t>
            </a:r>
            <a:endParaRPr lang="en-US" altLang="en-US" sz="2000" b="1" kern="0" spc="-10" dirty="0">
              <a:solidFill>
                <a:schemeClr val="dk1"/>
              </a:solidFill>
              <a:cs typeface="微软雅黑" panose="020B0503020204020204" charset="-122"/>
            </a:endParaRPr>
          </a:p>
        </p:txBody>
      </p:sp>
      <p:sp>
        <p:nvSpPr>
          <p:cNvPr id="2164" name="textbox 2164"/>
          <p:cNvSpPr/>
          <p:nvPr>
            <p:custDataLst>
              <p:tags r:id="rId6"/>
            </p:custDataLst>
          </p:nvPr>
        </p:nvSpPr>
        <p:spPr>
          <a:xfrm>
            <a:off x="1820011" y="3998366"/>
            <a:ext cx="4770754" cy="965835"/>
          </a:xfrm>
          <a:prstGeom prst="rect">
            <a:avLst/>
          </a:prstGeom>
        </p:spPr>
        <p:txBody>
          <a:bodyPr vert="horz" wrap="square" lIns="0" tIns="0" rIns="0" bIns="0">
            <a:normAutofit/>
          </a:bodyPr>
          <a:lstStyle/>
          <a:p>
            <a:pPr algn="l" rtl="0" eaLnBrk="0">
              <a:lnSpc>
                <a:spcPct val="96000"/>
              </a:lnSpc>
            </a:pPr>
            <a:endParaRPr lang="en-US" altLang="en-US" sz="100" dirty="0">
              <a:solidFill>
                <a:schemeClr val="tx1"/>
              </a:solidFill>
            </a:endParaRPr>
          </a:p>
          <a:p>
            <a:pPr marL="193675" indent="-180975" algn="l" rtl="0" eaLnBrk="0">
              <a:lnSpc>
                <a:spcPct val="96000"/>
              </a:lnSpc>
            </a:pPr>
            <a:r>
              <a:rPr sz="1200" kern="0" spc="-50" dirty="0">
                <a:solidFill>
                  <a:schemeClr val="tx1"/>
                </a:solidFill>
                <a:cs typeface="Wingdings" panose="05000000000000000000"/>
              </a:rPr>
              <a:t>. </a:t>
            </a:r>
            <a:r>
              <a:rPr sz="1200" kern="0" spc="-50" dirty="0">
                <a:solidFill>
                  <a:schemeClr val="tx1"/>
                </a:solidFill>
                <a:cs typeface="宋体" panose="02010600030101010101" pitchFamily="2" charset="-122"/>
              </a:rPr>
              <a:t>仍然处于信息化初期，重点解决核心业务领域具体业务操作的数字化</a:t>
            </a:r>
            <a:r>
              <a:rPr sz="1200" kern="0" spc="10" dirty="0">
                <a:solidFill>
                  <a:schemeClr val="tx1"/>
                </a:solidFill>
                <a:cs typeface="宋体" panose="02010600030101010101" pitchFamily="2" charset="-122"/>
              </a:rPr>
              <a:t> </a:t>
            </a:r>
            <a:r>
              <a:rPr sz="1200" kern="0" spc="0" dirty="0">
                <a:solidFill>
                  <a:schemeClr val="tx1"/>
                </a:solidFill>
                <a:cs typeface="宋体" panose="02010600030101010101" pitchFamily="2" charset="-122"/>
              </a:rPr>
              <a:t>问题，对决策决策的支持弱，信息系统缺乏深入的</a:t>
            </a:r>
            <a:r>
              <a:rPr sz="1200" kern="0" spc="-10" dirty="0">
                <a:solidFill>
                  <a:schemeClr val="tx1"/>
                </a:solidFill>
                <a:cs typeface="宋体" panose="02010600030101010101" pitchFamily="2" charset="-122"/>
              </a:rPr>
              <a:t>分析与辅助决策能 力</a:t>
            </a:r>
            <a:endParaRPr lang="en-US" altLang="en-US" sz="1200" dirty="0">
              <a:solidFill>
                <a:schemeClr val="tx1"/>
              </a:solidFill>
            </a:endParaRPr>
          </a:p>
          <a:p>
            <a:pPr algn="l" rtl="0" eaLnBrk="0">
              <a:lnSpc>
                <a:spcPct val="105000"/>
              </a:lnSpc>
            </a:pPr>
            <a:endParaRPr lang="en-US" altLang="en-US" sz="400" dirty="0">
              <a:solidFill>
                <a:schemeClr val="tx1"/>
              </a:solidFill>
            </a:endParaRPr>
          </a:p>
          <a:p>
            <a:pPr marL="191770" indent="-179705" algn="l" rtl="0" eaLnBrk="0">
              <a:lnSpc>
                <a:spcPct val="95000"/>
              </a:lnSpc>
              <a:spcBef>
                <a:spcPts val="0"/>
              </a:spcBef>
            </a:pPr>
            <a:r>
              <a:rPr sz="1200" kern="0" spc="-50" dirty="0">
                <a:solidFill>
                  <a:schemeClr val="tx1"/>
                </a:solidFill>
                <a:cs typeface="Wingdings" panose="05000000000000000000"/>
              </a:rPr>
              <a:t>. </a:t>
            </a:r>
            <a:r>
              <a:rPr sz="1200" kern="0" spc="-50" dirty="0">
                <a:solidFill>
                  <a:schemeClr val="tx1"/>
                </a:solidFill>
                <a:cs typeface="宋体" panose="02010600030101010101" pitchFamily="2" charset="-122"/>
              </a:rPr>
              <a:t>由于系统架构和业务基础问题，部分管理要求如汇总分析、实时比对</a:t>
            </a:r>
            <a:r>
              <a:rPr sz="1200" kern="0" spc="10" dirty="0">
                <a:solidFill>
                  <a:schemeClr val="tx1"/>
                </a:solidFill>
                <a:cs typeface="宋体" panose="02010600030101010101" pitchFamily="2" charset="-122"/>
              </a:rPr>
              <a:t> </a:t>
            </a:r>
            <a:r>
              <a:rPr sz="1200" kern="0" spc="0" dirty="0">
                <a:solidFill>
                  <a:schemeClr val="tx1"/>
                </a:solidFill>
                <a:cs typeface="宋体" panose="02010600030101010101" pitchFamily="2" charset="-122"/>
              </a:rPr>
              <a:t>等功能难以满足要求，</a:t>
            </a:r>
            <a:r>
              <a:rPr sz="1200" kern="0" spc="-10" dirty="0">
                <a:solidFill>
                  <a:schemeClr val="tx1"/>
                </a:solidFill>
                <a:cs typeface="宋体" panose="02010600030101010101" pitchFamily="2" charset="-122"/>
              </a:rPr>
              <a:t>对管理支持稍弱</a:t>
            </a:r>
            <a:endParaRPr lang="en-US" altLang="en-US" sz="1200" kern="0" spc="-10" dirty="0">
              <a:solidFill>
                <a:schemeClr val="tx1"/>
              </a:solidFill>
              <a:cs typeface="宋体" panose="02010600030101010101" pitchFamily="2" charset="-122"/>
            </a:endParaRPr>
          </a:p>
        </p:txBody>
      </p:sp>
      <p:grpSp>
        <p:nvGrpSpPr>
          <p:cNvPr id="200" name="group 200"/>
          <p:cNvGrpSpPr/>
          <p:nvPr/>
        </p:nvGrpSpPr>
        <p:grpSpPr>
          <a:xfrm rot="21600000">
            <a:off x="1731454" y="5463730"/>
            <a:ext cx="5071490" cy="839342"/>
            <a:chOff x="0" y="0"/>
            <a:chExt cx="5071490" cy="839342"/>
          </a:xfrm>
        </p:grpSpPr>
        <p:sp>
          <p:nvSpPr>
            <p:cNvPr id="2166" name="path"/>
            <p:cNvSpPr/>
            <p:nvPr/>
          </p:nvSpPr>
          <p:spPr>
            <a:xfrm>
              <a:off x="0" y="0"/>
              <a:ext cx="5071490" cy="839342"/>
            </a:xfrm>
            <a:custGeom>
              <a:avLst/>
              <a:gdLst/>
              <a:ahLst/>
              <a:cxnLst/>
              <a:rect l="0" t="0" r="0" b="0"/>
              <a:pathLst>
                <a:path w="7986" h="1321">
                  <a:moveTo>
                    <a:pt x="22" y="75"/>
                  </a:moveTo>
                  <a:cubicBezTo>
                    <a:pt x="22" y="46"/>
                    <a:pt x="46" y="22"/>
                    <a:pt x="75" y="22"/>
                  </a:cubicBezTo>
                  <a:moveTo>
                    <a:pt x="7910" y="22"/>
                  </a:moveTo>
                  <a:cubicBezTo>
                    <a:pt x="7940" y="22"/>
                    <a:pt x="7964" y="46"/>
                    <a:pt x="7964" y="75"/>
                  </a:cubicBezTo>
                  <a:lnTo>
                    <a:pt x="7964" y="1245"/>
                  </a:lnTo>
                  <a:cubicBezTo>
                    <a:pt x="7964" y="1275"/>
                    <a:pt x="7940" y="1299"/>
                    <a:pt x="7910" y="1299"/>
                  </a:cubicBezTo>
                  <a:lnTo>
                    <a:pt x="75" y="1299"/>
                  </a:lnTo>
                  <a:cubicBezTo>
                    <a:pt x="46" y="1299"/>
                    <a:pt x="22" y="1275"/>
                    <a:pt x="22" y="1245"/>
                  </a:cubicBezTo>
                  <a:lnTo>
                    <a:pt x="22" y="75"/>
                  </a:lnTo>
                </a:path>
              </a:pathLst>
            </a:custGeom>
            <a:noFill/>
            <a:ln w="28575" cap="flat">
              <a:solidFill>
                <a:srgbClr val="BFBFBF">
                  <a:alpha val="100000"/>
                </a:srgbClr>
              </a:solidFill>
              <a:prstDash val="solid"/>
              <a:round/>
            </a:ln>
          </p:spPr>
          <p:txBody>
            <a:bodyPr rtlCol="0"/>
            <a:lstStyle/>
            <a:p>
              <a:pPr algn="ctr"/>
              <a:endParaRPr lang="zh-CN" altLang="en-US"/>
            </a:p>
          </p:txBody>
        </p:sp>
        <p:sp>
          <p:nvSpPr>
            <p:cNvPr id="2168" name="textbox 2168"/>
            <p:cNvSpPr/>
            <p:nvPr>
              <p:custDataLst>
                <p:tags r:id="rId7"/>
              </p:custDataLst>
            </p:nvPr>
          </p:nvSpPr>
          <p:spPr>
            <a:xfrm>
              <a:off x="-12700" y="-12700"/>
              <a:ext cx="5097145" cy="884555"/>
            </a:xfrm>
            <a:prstGeom prst="rect">
              <a:avLst/>
            </a:prstGeom>
          </p:spPr>
          <p:txBody>
            <a:bodyPr vert="horz" wrap="square" lIns="0" tIns="0" rIns="0" bIns="0"/>
            <a:lstStyle/>
            <a:p>
              <a:pPr algn="l" rtl="0" eaLnBrk="0">
                <a:lnSpc>
                  <a:spcPct val="112000"/>
                </a:lnSpc>
              </a:pPr>
              <a:endParaRPr lang="en-US" altLang="en-US" sz="1000" dirty="0">
                <a:solidFill>
                  <a:schemeClr val="tx1"/>
                </a:solidFill>
              </a:endParaRPr>
            </a:p>
            <a:p>
              <a:pPr algn="l" rtl="0" eaLnBrk="0">
                <a:lnSpc>
                  <a:spcPct val="8000"/>
                </a:lnSpc>
              </a:pPr>
              <a:endParaRPr lang="en-US" altLang="en-US" sz="100" dirty="0">
                <a:solidFill>
                  <a:schemeClr val="tx1"/>
                </a:solidFill>
              </a:endParaRPr>
            </a:p>
            <a:p>
              <a:pPr marL="317500" indent="-179070" algn="l" rtl="0" eaLnBrk="0">
                <a:lnSpc>
                  <a:spcPct val="94000"/>
                </a:lnSpc>
              </a:pPr>
              <a:r>
                <a:rPr sz="1200" kern="0" spc="-50" dirty="0">
                  <a:solidFill>
                    <a:schemeClr val="tx1"/>
                  </a:solidFill>
                  <a:cs typeface="Wingdings" panose="05000000000000000000"/>
                </a:rPr>
                <a:t>. </a:t>
              </a:r>
              <a:r>
                <a:rPr sz="1200" kern="0" spc="-50" dirty="0">
                  <a:solidFill>
                    <a:schemeClr val="tx1"/>
                  </a:solidFill>
                  <a:cs typeface="宋体" panose="02010600030101010101" pitchFamily="2" charset="-122"/>
                </a:rPr>
                <a:t>数据量大，查询统计响应速度慢，查询统计困难，无法及时获得相关</a:t>
              </a:r>
              <a:r>
                <a:rPr sz="1200" kern="0" spc="0" dirty="0">
                  <a:solidFill>
                    <a:schemeClr val="tx1"/>
                  </a:solidFill>
                  <a:cs typeface="宋体" panose="02010600030101010101" pitchFamily="2" charset="-122"/>
                </a:rPr>
                <a:t>   </a:t>
              </a:r>
              <a:r>
                <a:rPr sz="1200" kern="0" spc="-10" dirty="0">
                  <a:solidFill>
                    <a:schemeClr val="tx1"/>
                  </a:solidFill>
                  <a:cs typeface="宋体" panose="02010600030101010101" pitchFamily="2" charset="-122"/>
                </a:rPr>
                <a:t>信息，出现操作失败、操作时间长、系统死机等问题。</a:t>
              </a:r>
              <a:endParaRPr lang="en-US" altLang="en-US" sz="1200" dirty="0">
                <a:solidFill>
                  <a:schemeClr val="tx1"/>
                </a:solidFill>
              </a:endParaRPr>
            </a:p>
            <a:p>
              <a:pPr algn="l" rtl="0" eaLnBrk="0">
                <a:lnSpc>
                  <a:spcPct val="121000"/>
                </a:lnSpc>
              </a:pPr>
              <a:endParaRPr lang="en-US" altLang="en-US" sz="300" dirty="0">
                <a:solidFill>
                  <a:schemeClr val="tx1"/>
                </a:solidFill>
              </a:endParaRPr>
            </a:p>
            <a:p>
              <a:pPr marL="138430" algn="l" rtl="0" eaLnBrk="0">
                <a:lnSpc>
                  <a:spcPts val="1355"/>
                </a:lnSpc>
                <a:spcBef>
                  <a:spcPts val="0"/>
                </a:spcBef>
              </a:pPr>
              <a:r>
                <a:rPr sz="1100" kern="0" spc="-90" dirty="0">
                  <a:solidFill>
                    <a:schemeClr val="tx1"/>
                  </a:solidFill>
                  <a:cs typeface="Wingdings" panose="05000000000000000000"/>
                </a:rPr>
                <a:t>. </a:t>
              </a:r>
              <a:r>
                <a:rPr sz="1100" kern="0" spc="-90" dirty="0">
                  <a:solidFill>
                    <a:schemeClr val="tx1"/>
                  </a:solidFill>
                  <a:cs typeface="宋体" panose="02010600030101010101" pitchFamily="2" charset="-122"/>
                </a:rPr>
                <a:t>功能不稳定</a:t>
              </a:r>
              <a:r>
                <a:rPr sz="1100" kern="0" spc="70" dirty="0">
                  <a:solidFill>
                    <a:schemeClr val="tx1"/>
                  </a:solidFill>
                  <a:cs typeface="宋体" panose="02010600030101010101" pitchFamily="2" charset="-122"/>
                </a:rPr>
                <a:t>？（</a:t>
              </a:r>
              <a:r>
                <a:rPr sz="1100" kern="0" spc="-90" dirty="0">
                  <a:solidFill>
                    <a:schemeClr val="tx1"/>
                  </a:solidFill>
                  <a:cs typeface="宋体" panose="02010600030101010101" pitchFamily="2" charset="-122"/>
                </a:rPr>
                <a:t>张珊珊）</a:t>
              </a:r>
              <a:endParaRPr lang="en-US" altLang="en-US" sz="1100" kern="0" spc="-90" dirty="0">
                <a:solidFill>
                  <a:schemeClr val="tx1"/>
                </a:solidFill>
                <a:cs typeface="宋体" panose="02010600030101010101" pitchFamily="2" charset="-122"/>
              </a:endParaRPr>
            </a:p>
          </p:txBody>
        </p:sp>
      </p:grpSp>
      <p:sp>
        <p:nvSpPr>
          <p:cNvPr id="2170" name="textbox 2170"/>
          <p:cNvSpPr/>
          <p:nvPr>
            <p:custDataLst>
              <p:tags r:id="rId8"/>
            </p:custDataLst>
          </p:nvPr>
        </p:nvSpPr>
        <p:spPr>
          <a:xfrm>
            <a:off x="1860804" y="3421379"/>
            <a:ext cx="4619625" cy="488315"/>
          </a:xfrm>
          <a:prstGeom prst="rect">
            <a:avLst/>
          </a:prstGeom>
          <a:solidFill>
            <a:schemeClr val="accent2"/>
          </a:solidFill>
        </p:spPr>
        <p:txBody>
          <a:bodyPr vert="horz" wrap="square" lIns="0" tIns="0" rIns="0" bIns="0">
            <a:normAutofit/>
          </a:bodyPr>
          <a:lstStyle/>
          <a:p>
            <a:pPr algn="l" rtl="0" eaLnBrk="0">
              <a:lnSpc>
                <a:spcPct val="103000"/>
              </a:lnSpc>
            </a:pPr>
            <a:endParaRPr lang="en-US" altLang="en-US" sz="300" dirty="0">
              <a:solidFill>
                <a:schemeClr val="tx1"/>
              </a:solidFill>
            </a:endParaRPr>
          </a:p>
          <a:p>
            <a:pPr marL="2279015" algn="l" rtl="0" eaLnBrk="0">
              <a:lnSpc>
                <a:spcPct val="91000"/>
              </a:lnSpc>
            </a:pPr>
            <a:r>
              <a:rPr sz="1400" b="1" kern="0" spc="-10" dirty="0">
                <a:solidFill>
                  <a:schemeClr val="tx1"/>
                </a:solidFill>
                <a:cs typeface="Calibri" panose="020F0502020204030204"/>
              </a:rPr>
              <a:t>——</a:t>
            </a:r>
            <a:r>
              <a:rPr sz="1400" kern="0" spc="-10" dirty="0">
                <a:ln w="5094" cap="flat" cmpd="sng">
                  <a:solidFill>
                    <a:srgbClr val="FFFFFF">
                      <a:alpha val="100000"/>
                    </a:srgbClr>
                  </a:solidFill>
                  <a:prstDash val="solid"/>
                  <a:round/>
                </a:ln>
                <a:solidFill>
                  <a:schemeClr val="tx1"/>
                </a:solidFill>
                <a:cs typeface="黑体" panose="02010609060101010101" charset="-122"/>
              </a:rPr>
              <a:t>业务操作基本数字化，</a:t>
            </a:r>
            <a:endParaRPr lang="en-US" altLang="en-US" sz="1400" dirty="0">
              <a:solidFill>
                <a:schemeClr val="tx1"/>
              </a:solidFill>
            </a:endParaRPr>
          </a:p>
          <a:p>
            <a:pPr marL="137795" algn="l" rtl="0" eaLnBrk="0">
              <a:lnSpc>
                <a:spcPct val="95000"/>
              </a:lnSpc>
              <a:spcBef>
                <a:spcPts val="150"/>
              </a:spcBef>
            </a:pPr>
            <a:r>
              <a:rPr sz="1400" kern="0" spc="-10" dirty="0">
                <a:ln w="5094" cap="flat" cmpd="sng">
                  <a:solidFill>
                    <a:srgbClr val="FFFFFF">
                      <a:alpha val="100000"/>
                    </a:srgbClr>
                  </a:solidFill>
                  <a:prstDash val="solid"/>
                  <a:round/>
                </a:ln>
                <a:solidFill>
                  <a:schemeClr val="tx1"/>
                </a:solidFill>
                <a:cs typeface="黑体" panose="02010609060101010101" charset="-122"/>
              </a:rPr>
              <a:t>管理、决策支持不够</a:t>
            </a:r>
            <a:endParaRPr lang="en-US" altLang="en-US" sz="1400" kern="0" spc="-10" dirty="0">
              <a:ln w="5094" cap="flat" cmpd="sng">
                <a:solidFill>
                  <a:srgbClr val="FFFFFF">
                    <a:alpha val="100000"/>
                  </a:srgbClr>
                </a:solidFill>
                <a:prstDash val="solid"/>
                <a:round/>
              </a:ln>
              <a:solidFill>
                <a:schemeClr val="tx1"/>
              </a:solidFill>
              <a:cs typeface="黑体" panose="02010609060101010101" charset="-122"/>
            </a:endParaRPr>
          </a:p>
        </p:txBody>
      </p:sp>
      <p:graphicFrame>
        <p:nvGraphicFramePr>
          <p:cNvPr id="2172" name="table 2172"/>
          <p:cNvGraphicFramePr>
            <a:graphicFrameLocks noGrp="1"/>
          </p:cNvGraphicFramePr>
          <p:nvPr>
            <p:custDataLst>
              <p:tags r:id="rId9"/>
            </p:custDataLst>
          </p:nvPr>
        </p:nvGraphicFramePr>
        <p:xfrm>
          <a:off x="1856041" y="3416617"/>
          <a:ext cx="4628515" cy="497204"/>
        </p:xfrm>
        <a:graphic>
          <a:graphicData uri="http://schemas.openxmlformats.org/drawingml/2006/table">
            <a:tbl>
              <a:tblPr/>
              <a:tblGrid>
                <a:gridCol w="4628515"/>
              </a:tblGrid>
              <a:tr h="487679">
                <a:tc>
                  <a:txBody>
                    <a:bodyPr/>
                    <a:lstStyle/>
                    <a:p>
                      <a:pPr algn="l" rtl="0" eaLnBrk="0">
                        <a:lnSpc>
                          <a:spcPct val="113000"/>
                        </a:lnSpc>
                      </a:pPr>
                      <a:endParaRPr lang="en-US" altLang="en-US" sz="300" dirty="0"/>
                    </a:p>
                    <a:p>
                      <a:pPr marL="234315" algn="l" rtl="0" eaLnBrk="0">
                        <a:lnSpc>
                          <a:spcPct val="95000"/>
                        </a:lnSpc>
                      </a:pPr>
                      <a:r>
                        <a:rPr sz="1400" kern="0" spc="-70" dirty="0">
                          <a:ln w="5094" cap="flat" cmpd="sng">
                            <a:solidFill>
                              <a:srgbClr val="FFFFFF">
                                <a:alpha val="100000"/>
                              </a:srgbClr>
                            </a:solidFill>
                            <a:prstDash val="solid"/>
                            <a:round/>
                          </a:ln>
                          <a:solidFill>
                            <a:srgbClr val="FFFFFF">
                              <a:alpha val="100000"/>
                            </a:srgbClr>
                          </a:solidFill>
                          <a:cs typeface="黑体" panose="02010609060101010101" charset="-122"/>
                        </a:rPr>
                        <a:t>“数字化”而非“信息化”</a:t>
                      </a:r>
                      <a:endParaRPr lang="en-US" altLang="en-US" sz="14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2174" name="picture 2174"/>
          <p:cNvPicPr>
            <a:picLocks noChangeAspect="1"/>
          </p:cNvPicPr>
          <p:nvPr>
            <p:custDataLst>
              <p:tags r:id="rId10"/>
            </p:custDataLst>
          </p:nvPr>
        </p:nvPicPr>
        <p:blipFill>
          <a:blip r:embed="rId11"/>
          <a:stretch>
            <a:fillRect/>
          </a:stretch>
        </p:blipFill>
        <p:spPr>
          <a:xfrm rot="21600000">
            <a:off x="1853183" y="1048511"/>
            <a:ext cx="4626864" cy="481584"/>
          </a:xfrm>
          <a:prstGeom prst="rect">
            <a:avLst/>
          </a:prstGeom>
        </p:spPr>
      </p:pic>
      <p:graphicFrame>
        <p:nvGraphicFramePr>
          <p:cNvPr id="2176" name="table 2176"/>
          <p:cNvGraphicFramePr>
            <a:graphicFrameLocks noGrp="1"/>
          </p:cNvGraphicFramePr>
          <p:nvPr>
            <p:custDataLst>
              <p:tags r:id="rId12"/>
            </p:custDataLst>
          </p:nvPr>
        </p:nvGraphicFramePr>
        <p:xfrm>
          <a:off x="1848421" y="1043749"/>
          <a:ext cx="4636134" cy="490854"/>
        </p:xfrm>
        <a:graphic>
          <a:graphicData uri="http://schemas.openxmlformats.org/drawingml/2006/table">
            <a:tbl>
              <a:tblPr/>
              <a:tblGrid>
                <a:gridCol w="4636134"/>
              </a:tblGrid>
              <a:tr h="481329">
                <a:tc>
                  <a:txBody>
                    <a:bodyPr/>
                    <a:lstStyle/>
                    <a:p>
                      <a:pPr algn="l" rtl="0" eaLnBrk="0">
                        <a:lnSpc>
                          <a:spcPct val="105000"/>
                        </a:lnSpc>
                      </a:pPr>
                      <a:endParaRPr lang="en-US" altLang="en-US" sz="300" dirty="0"/>
                    </a:p>
                    <a:p>
                      <a:pPr marL="144145" algn="l" rtl="0" eaLnBrk="0">
                        <a:lnSpc>
                          <a:spcPct val="95000"/>
                        </a:lnSpc>
                        <a:spcBef>
                          <a:spcPts val="5"/>
                        </a:spcBef>
                      </a:pPr>
                      <a:r>
                        <a:rPr sz="1400" kern="0" spc="-100" dirty="0">
                          <a:ln w="5094" cap="flat" cmpd="sng">
                            <a:solidFill>
                              <a:srgbClr val="FFFFFF">
                                <a:alpha val="100000"/>
                              </a:srgbClr>
                            </a:solidFill>
                            <a:prstDash val="solid"/>
                            <a:round/>
                          </a:ln>
                          <a:solidFill>
                            <a:srgbClr val="FFFFFF">
                              <a:alpha val="100000"/>
                            </a:srgbClr>
                          </a:solidFill>
                          <a:cs typeface="黑体" panose="02010609060101010101" charset="-122"/>
                        </a:rPr>
                        <a:t>“补丁与孤岛多”</a:t>
                      </a:r>
                      <a:endParaRPr lang="en-US" altLang="en-US" sz="14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178" name="textbox 2178"/>
          <p:cNvSpPr/>
          <p:nvPr>
            <p:custDataLst>
              <p:tags r:id="rId13"/>
            </p:custDataLst>
          </p:nvPr>
        </p:nvSpPr>
        <p:spPr>
          <a:xfrm>
            <a:off x="1888947" y="1079876"/>
            <a:ext cx="4431029" cy="433069"/>
          </a:xfrm>
          <a:prstGeom prst="rect">
            <a:avLst/>
          </a:prstGeom>
        </p:spPr>
        <p:txBody>
          <a:bodyPr vert="horz" wrap="square" lIns="0" tIns="0" rIns="0" bIns="0">
            <a:normAutofit/>
          </a:bodyPr>
          <a:lstStyle/>
          <a:p>
            <a:pPr algn="l" rtl="0" eaLnBrk="0">
              <a:lnSpc>
                <a:spcPct val="96000"/>
              </a:lnSpc>
            </a:pPr>
            <a:endParaRPr lang="en-US" altLang="en-US" sz="100" dirty="0">
              <a:solidFill>
                <a:schemeClr val="tx1"/>
              </a:solidFill>
            </a:endParaRPr>
          </a:p>
          <a:p>
            <a:pPr marL="12700" indent="1428750" algn="l" rtl="0" eaLnBrk="0">
              <a:lnSpc>
                <a:spcPct val="95000"/>
              </a:lnSpc>
            </a:pPr>
            <a:r>
              <a:rPr sz="1400" b="1" kern="0" spc="-80" dirty="0">
                <a:solidFill>
                  <a:schemeClr val="tx1"/>
                </a:solidFill>
                <a:cs typeface="Calibri" panose="020F0502020204030204"/>
              </a:rPr>
              <a:t>——</a:t>
            </a:r>
            <a:r>
              <a:rPr sz="1400" kern="0" spc="-80" dirty="0">
                <a:ln w="5094" cap="flat" cmpd="sng">
                  <a:solidFill>
                    <a:srgbClr val="FFFFFF">
                      <a:alpha val="100000"/>
                    </a:srgbClr>
                  </a:solidFill>
                  <a:prstDash val="solid"/>
                  <a:round/>
                </a:ln>
                <a:solidFill>
                  <a:schemeClr val="tx1"/>
                </a:solidFill>
                <a:cs typeface="黑体" panose="02010609060101010101" charset="-122"/>
              </a:rPr>
              <a:t>缺乏统一规划，</a:t>
            </a:r>
            <a:r>
              <a:rPr sz="1400" kern="0" spc="-80" dirty="0">
                <a:solidFill>
                  <a:schemeClr val="tx1"/>
                </a:solidFill>
                <a:cs typeface="黑体" panose="02010609060101010101" charset="-122"/>
              </a:rPr>
              <a:t> </a:t>
            </a:r>
            <a:r>
              <a:rPr sz="1400" kern="0" spc="-80" dirty="0">
                <a:ln w="5094" cap="flat" cmpd="sng">
                  <a:solidFill>
                    <a:srgbClr val="FFFFFF">
                      <a:alpha val="100000"/>
                    </a:srgbClr>
                  </a:solidFill>
                  <a:prstDash val="solid"/>
                  <a:round/>
                </a:ln>
                <a:solidFill>
                  <a:schemeClr val="tx1"/>
                </a:solidFill>
                <a:cs typeface="黑体" panose="02010609060101010101" charset="-122"/>
              </a:rPr>
              <a:t>功能不完善，</a:t>
            </a:r>
            <a:r>
              <a:rPr sz="1400" kern="0" spc="-80" dirty="0">
                <a:solidFill>
                  <a:schemeClr val="tx1"/>
                </a:solidFill>
                <a:cs typeface="黑体" panose="02010609060101010101" charset="-122"/>
              </a:rPr>
              <a:t> </a:t>
            </a:r>
            <a:r>
              <a:rPr sz="1400" kern="0" spc="-80" dirty="0">
                <a:ln w="5094" cap="flat" cmpd="sng">
                  <a:solidFill>
                    <a:srgbClr val="FFFFFF">
                      <a:alpha val="100000"/>
                    </a:srgbClr>
                  </a:solidFill>
                  <a:prstDash val="solid"/>
                  <a:round/>
                </a:ln>
                <a:solidFill>
                  <a:schemeClr val="tx1"/>
                </a:solidFill>
                <a:cs typeface="黑体" panose="02010609060101010101" charset="-122"/>
              </a:rPr>
              <a:t>集成</a:t>
            </a:r>
            <a:r>
              <a:rPr sz="1400" kern="0" spc="10" dirty="0">
                <a:solidFill>
                  <a:schemeClr val="tx1"/>
                </a:solidFill>
                <a:cs typeface="黑体" panose="02010609060101010101" charset="-122"/>
              </a:rPr>
              <a:t> </a:t>
            </a:r>
            <a:r>
              <a:rPr sz="1400" kern="0" spc="-70" dirty="0">
                <a:ln w="5094" cap="flat" cmpd="sng">
                  <a:solidFill>
                    <a:srgbClr val="FFFFFF">
                      <a:alpha val="100000"/>
                    </a:srgbClr>
                  </a:solidFill>
                  <a:prstDash val="solid"/>
                  <a:round/>
                </a:ln>
                <a:solidFill>
                  <a:schemeClr val="tx1"/>
                </a:solidFill>
                <a:cs typeface="黑体" panose="02010609060101010101" charset="-122"/>
              </a:rPr>
              <a:t>不完整，</a:t>
            </a:r>
            <a:r>
              <a:rPr sz="1400" kern="0" spc="-70" dirty="0">
                <a:solidFill>
                  <a:schemeClr val="tx1"/>
                </a:solidFill>
                <a:cs typeface="黑体" panose="02010609060101010101" charset="-122"/>
              </a:rPr>
              <a:t> </a:t>
            </a:r>
            <a:r>
              <a:rPr sz="1400" kern="0" spc="-70" dirty="0">
                <a:ln w="5094" cap="flat" cmpd="sng">
                  <a:solidFill>
                    <a:srgbClr val="FFFFFF">
                      <a:alpha val="100000"/>
                    </a:srgbClr>
                  </a:solidFill>
                  <a:prstDash val="solid"/>
                  <a:round/>
                </a:ln>
                <a:solidFill>
                  <a:schemeClr val="tx1"/>
                </a:solidFill>
                <a:cs typeface="黑体" panose="02010609060101010101" charset="-122"/>
              </a:rPr>
              <a:t>数据分散不一致</a:t>
            </a:r>
            <a:endParaRPr lang="en-US" altLang="en-US" sz="1400" kern="0" spc="-70" dirty="0">
              <a:ln w="5094" cap="flat" cmpd="sng">
                <a:solidFill>
                  <a:srgbClr val="FFFFFF">
                    <a:alpha val="100000"/>
                  </a:srgbClr>
                </a:solidFill>
                <a:prstDash val="solid"/>
                <a:round/>
              </a:ln>
              <a:solidFill>
                <a:schemeClr val="tx1"/>
              </a:solidFill>
              <a:cs typeface="黑体" panose="02010609060101010101" charset="-122"/>
            </a:endParaRPr>
          </a:p>
        </p:txBody>
      </p:sp>
      <p:sp>
        <p:nvSpPr>
          <p:cNvPr id="2180" name="rect"/>
          <p:cNvSpPr/>
          <p:nvPr/>
        </p:nvSpPr>
        <p:spPr>
          <a:xfrm>
            <a:off x="1906333" y="5213413"/>
            <a:ext cx="4578477" cy="368998"/>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2182" name="textbox 2182"/>
          <p:cNvSpPr/>
          <p:nvPr>
            <p:custDataLst>
              <p:tags r:id="rId14"/>
            </p:custDataLst>
          </p:nvPr>
        </p:nvSpPr>
        <p:spPr>
          <a:xfrm>
            <a:off x="1906333" y="5213413"/>
            <a:ext cx="4578984" cy="369570"/>
          </a:xfrm>
          <a:prstGeom prst="rect">
            <a:avLst/>
          </a:prstGeom>
          <a:solidFill>
            <a:schemeClr val="accent2"/>
          </a:solidFill>
        </p:spPr>
        <p:txBody>
          <a:bodyPr vert="horz" wrap="square" lIns="0" tIns="0" rIns="0" bIns="0">
            <a:normAutofit/>
          </a:bodyPr>
          <a:lstStyle/>
          <a:p>
            <a:pPr algn="l" rtl="0" eaLnBrk="0">
              <a:lnSpc>
                <a:spcPct val="106000"/>
              </a:lnSpc>
            </a:pPr>
            <a:endParaRPr lang="en-US" altLang="en-US" sz="600" dirty="0">
              <a:solidFill>
                <a:schemeClr val="tx1"/>
              </a:solidFill>
            </a:endParaRPr>
          </a:p>
          <a:p>
            <a:pPr marL="1384935" algn="l" rtl="0" eaLnBrk="0">
              <a:lnSpc>
                <a:spcPct val="91000"/>
              </a:lnSpc>
              <a:spcBef>
                <a:spcPts val="5"/>
              </a:spcBef>
            </a:pPr>
            <a:r>
              <a:rPr sz="1400" b="1" kern="0" spc="-10" dirty="0">
                <a:solidFill>
                  <a:schemeClr val="tx1"/>
                </a:solidFill>
                <a:cs typeface="Calibri" panose="020F0502020204030204"/>
              </a:rPr>
              <a:t>——</a:t>
            </a:r>
            <a:r>
              <a:rPr sz="1400" kern="0" spc="-10" dirty="0">
                <a:ln w="5094" cap="flat" cmpd="sng">
                  <a:solidFill>
                    <a:srgbClr val="FFFFFF">
                      <a:alpha val="100000"/>
                    </a:srgbClr>
                  </a:solidFill>
                  <a:prstDash val="solid"/>
                  <a:round/>
                </a:ln>
                <a:solidFill>
                  <a:schemeClr val="tx1"/>
                </a:solidFill>
                <a:cs typeface="黑体" panose="02010609060101010101" charset="-122"/>
              </a:rPr>
              <a:t>性能不稳定，查询速度慢</a:t>
            </a:r>
            <a:endParaRPr lang="en-US" altLang="en-US" sz="1400" kern="0" spc="-10" dirty="0">
              <a:ln w="5094" cap="flat" cmpd="sng">
                <a:solidFill>
                  <a:srgbClr val="FFFFFF">
                    <a:alpha val="100000"/>
                  </a:srgbClr>
                </a:solidFill>
                <a:prstDash val="solid"/>
                <a:round/>
              </a:ln>
              <a:solidFill>
                <a:schemeClr val="tx1"/>
              </a:solidFill>
              <a:cs typeface="黑体" panose="02010609060101010101" charset="-122"/>
            </a:endParaRPr>
          </a:p>
        </p:txBody>
      </p:sp>
      <p:grpSp>
        <p:nvGrpSpPr>
          <p:cNvPr id="202" name="group 202"/>
          <p:cNvGrpSpPr/>
          <p:nvPr/>
        </p:nvGrpSpPr>
        <p:grpSpPr>
          <a:xfrm rot="21600000">
            <a:off x="481774" y="1769554"/>
            <a:ext cx="944498" cy="944499"/>
            <a:chOff x="0" y="0"/>
            <a:chExt cx="944498" cy="944499"/>
          </a:xfrm>
        </p:grpSpPr>
        <p:sp>
          <p:nvSpPr>
            <p:cNvPr id="2184" name="path"/>
            <p:cNvSpPr/>
            <p:nvPr/>
          </p:nvSpPr>
          <p:spPr>
            <a:xfrm>
              <a:off x="14287" y="14287"/>
              <a:ext cx="915923" cy="915924"/>
            </a:xfrm>
            <a:custGeom>
              <a:avLst/>
              <a:gdLst/>
              <a:ahLst/>
              <a:cxnLst/>
              <a:rect l="0" t="0" r="0" b="0"/>
              <a:pathLst>
                <a:path w="1442" h="1442">
                  <a:moveTo>
                    <a:pt x="0" y="197"/>
                  </a:moveTo>
                  <a:moveTo>
                    <a:pt x="0" y="197"/>
                  </a:moveTo>
                  <a:cubicBezTo>
                    <a:pt x="0" y="88"/>
                    <a:pt x="88" y="0"/>
                    <a:pt x="197" y="0"/>
                  </a:cubicBezTo>
                  <a:lnTo>
                    <a:pt x="1245" y="0"/>
                  </a:lnTo>
                  <a:cubicBezTo>
                    <a:pt x="1353" y="0"/>
                    <a:pt x="1442" y="88"/>
                    <a:pt x="1442" y="197"/>
                  </a:cubicBezTo>
                  <a:lnTo>
                    <a:pt x="1442" y="1245"/>
                  </a:lnTo>
                  <a:cubicBezTo>
                    <a:pt x="1442" y="1354"/>
                    <a:pt x="1353" y="1442"/>
                    <a:pt x="1245" y="1442"/>
                  </a:cubicBezTo>
                  <a:lnTo>
                    <a:pt x="197" y="1442"/>
                  </a:lnTo>
                  <a:cubicBezTo>
                    <a:pt x="88" y="1442"/>
                    <a:pt x="0" y="1354"/>
                    <a:pt x="0" y="1245"/>
                  </a:cubicBezTo>
                  <a:lnTo>
                    <a:pt x="0" y="197"/>
                  </a:lnTo>
                  <a:close/>
                </a:path>
              </a:pathLst>
            </a:custGeom>
            <a:solidFill>
              <a:srgbClr val="EAEAEA">
                <a:alpha val="100000"/>
              </a:srgbClr>
            </a:solidFill>
            <a:ln cap="flat">
              <a:noFill/>
              <a:prstDash val="solid"/>
              <a:miter lim="0"/>
            </a:ln>
          </p:spPr>
          <p:txBody>
            <a:bodyPr rtlCol="0"/>
            <a:lstStyle/>
            <a:p>
              <a:pPr algn="ctr"/>
              <a:endParaRPr lang="zh-CN" altLang="en-US"/>
            </a:p>
          </p:txBody>
        </p:sp>
        <p:sp>
          <p:nvSpPr>
            <p:cNvPr id="2186" name="path"/>
            <p:cNvSpPr/>
            <p:nvPr/>
          </p:nvSpPr>
          <p:spPr>
            <a:xfrm>
              <a:off x="0" y="0"/>
              <a:ext cx="944498" cy="944499"/>
            </a:xfrm>
            <a:custGeom>
              <a:avLst/>
              <a:gdLst/>
              <a:ahLst/>
              <a:cxnLst/>
              <a:rect l="0" t="0" r="0" b="0"/>
              <a:pathLst>
                <a:path w="1487" h="1487">
                  <a:moveTo>
                    <a:pt x="22" y="219"/>
                  </a:moveTo>
                  <a:cubicBezTo>
                    <a:pt x="22" y="110"/>
                    <a:pt x="110" y="22"/>
                    <a:pt x="219" y="22"/>
                  </a:cubicBezTo>
                  <a:lnTo>
                    <a:pt x="1267" y="22"/>
                  </a:lnTo>
                  <a:cubicBezTo>
                    <a:pt x="1376" y="22"/>
                    <a:pt x="1464" y="110"/>
                    <a:pt x="1464" y="219"/>
                  </a:cubicBezTo>
                  <a:lnTo>
                    <a:pt x="1464" y="1267"/>
                  </a:lnTo>
                  <a:cubicBezTo>
                    <a:pt x="1464" y="1376"/>
                    <a:pt x="1376" y="1464"/>
                    <a:pt x="1267" y="1464"/>
                  </a:cubicBezTo>
                  <a:lnTo>
                    <a:pt x="219" y="1464"/>
                  </a:lnTo>
                  <a:cubicBezTo>
                    <a:pt x="110" y="1464"/>
                    <a:pt x="22" y="1376"/>
                    <a:pt x="22" y="1267"/>
                  </a:cubicBezTo>
                  <a:lnTo>
                    <a:pt x="22" y="219"/>
                  </a:lnTo>
                  <a:close/>
                </a:path>
              </a:pathLst>
            </a:custGeom>
            <a:noFill/>
            <a:ln w="28575" cap="flat">
              <a:solidFill>
                <a:srgbClr val="B2B2B2">
                  <a:alpha val="100000"/>
                </a:srgbClr>
              </a:solidFill>
              <a:prstDash val="solid"/>
              <a:round/>
            </a:ln>
          </p:spPr>
          <p:txBody>
            <a:bodyPr rtlCol="0"/>
            <a:lstStyle/>
            <a:p>
              <a:pPr algn="ctr"/>
              <a:endParaRPr lang="zh-CN" altLang="en-US"/>
            </a:p>
          </p:txBody>
        </p:sp>
        <p:sp>
          <p:nvSpPr>
            <p:cNvPr id="2188" name="path"/>
            <p:cNvSpPr/>
            <p:nvPr/>
          </p:nvSpPr>
          <p:spPr>
            <a:xfrm>
              <a:off x="602551" y="506539"/>
              <a:ext cx="233171" cy="242315"/>
            </a:xfrm>
            <a:custGeom>
              <a:avLst/>
              <a:gdLst/>
              <a:ahLst/>
              <a:cxnLst/>
              <a:rect l="0" t="0" r="0" b="0"/>
              <a:pathLst>
                <a:path w="367" h="381">
                  <a:moveTo>
                    <a:pt x="314" y="193"/>
                  </a:moveTo>
                  <a:cubicBezTo>
                    <a:pt x="294" y="203"/>
                    <a:pt x="275" y="210"/>
                    <a:pt x="257" y="226"/>
                  </a:cubicBezTo>
                  <a:cubicBezTo>
                    <a:pt x="244" y="248"/>
                    <a:pt x="236" y="273"/>
                    <a:pt x="224" y="296"/>
                  </a:cubicBezTo>
                  <a:cubicBezTo>
                    <a:pt x="215" y="333"/>
                    <a:pt x="193" y="343"/>
                    <a:pt x="167" y="350"/>
                  </a:cubicBezTo>
                  <a:cubicBezTo>
                    <a:pt x="148" y="366"/>
                    <a:pt x="132" y="368"/>
                    <a:pt x="110" y="372"/>
                  </a:cubicBezTo>
                  <a:cubicBezTo>
                    <a:pt x="32" y="360"/>
                    <a:pt x="42" y="381"/>
                    <a:pt x="12" y="323"/>
                  </a:cubicBezTo>
                  <a:cubicBezTo>
                    <a:pt x="9" y="284"/>
                    <a:pt x="4" y="257"/>
                    <a:pt x="0" y="220"/>
                  </a:cubicBezTo>
                  <a:cubicBezTo>
                    <a:pt x="2" y="188"/>
                    <a:pt x="4" y="156"/>
                    <a:pt x="8" y="124"/>
                  </a:cubicBezTo>
                  <a:cubicBezTo>
                    <a:pt x="16" y="47"/>
                    <a:pt x="98" y="26"/>
                    <a:pt x="142" y="5"/>
                  </a:cubicBezTo>
                  <a:cubicBezTo>
                    <a:pt x="184" y="7"/>
                    <a:pt x="228" y="0"/>
                    <a:pt x="269" y="16"/>
                  </a:cubicBezTo>
                  <a:cubicBezTo>
                    <a:pt x="274" y="18"/>
                    <a:pt x="277" y="24"/>
                    <a:pt x="281" y="27"/>
                  </a:cubicBezTo>
                  <a:cubicBezTo>
                    <a:pt x="294" y="34"/>
                    <a:pt x="310" y="34"/>
                    <a:pt x="322" y="43"/>
                  </a:cubicBezTo>
                  <a:cubicBezTo>
                    <a:pt x="330" y="49"/>
                    <a:pt x="346" y="64"/>
                    <a:pt x="346" y="64"/>
                  </a:cubicBezTo>
                  <a:cubicBezTo>
                    <a:pt x="354" y="86"/>
                    <a:pt x="358" y="107"/>
                    <a:pt x="367" y="129"/>
                  </a:cubicBezTo>
                  <a:cubicBezTo>
                    <a:pt x="366" y="131"/>
                    <a:pt x="365" y="195"/>
                    <a:pt x="346" y="199"/>
                  </a:cubicBezTo>
                  <a:cubicBezTo>
                    <a:pt x="335" y="202"/>
                    <a:pt x="325" y="193"/>
                    <a:pt x="314" y="193"/>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2190" name="path"/>
            <p:cNvSpPr/>
            <p:nvPr/>
          </p:nvSpPr>
          <p:spPr>
            <a:xfrm>
              <a:off x="583501" y="490791"/>
              <a:ext cx="271271" cy="271017"/>
            </a:xfrm>
            <a:custGeom>
              <a:avLst/>
              <a:gdLst/>
              <a:ahLst/>
              <a:cxnLst/>
              <a:rect l="0" t="0" r="0" b="0"/>
              <a:pathLst>
                <a:path w="427" h="426">
                  <a:moveTo>
                    <a:pt x="344" y="218"/>
                  </a:moveTo>
                  <a:cubicBezTo>
                    <a:pt x="324" y="228"/>
                    <a:pt x="305" y="235"/>
                    <a:pt x="287" y="250"/>
                  </a:cubicBezTo>
                  <a:cubicBezTo>
                    <a:pt x="274" y="273"/>
                    <a:pt x="266" y="297"/>
                    <a:pt x="254" y="321"/>
                  </a:cubicBezTo>
                  <a:cubicBezTo>
                    <a:pt x="245" y="357"/>
                    <a:pt x="223" y="368"/>
                    <a:pt x="197" y="374"/>
                  </a:cubicBezTo>
                  <a:cubicBezTo>
                    <a:pt x="178" y="391"/>
                    <a:pt x="162" y="392"/>
                    <a:pt x="140" y="396"/>
                  </a:cubicBezTo>
                  <a:cubicBezTo>
                    <a:pt x="62" y="385"/>
                    <a:pt x="72" y="406"/>
                    <a:pt x="42" y="348"/>
                  </a:cubicBezTo>
                  <a:cubicBezTo>
                    <a:pt x="39" y="309"/>
                    <a:pt x="34" y="282"/>
                    <a:pt x="30" y="245"/>
                  </a:cubicBezTo>
                  <a:cubicBezTo>
                    <a:pt x="32" y="213"/>
                    <a:pt x="34" y="180"/>
                    <a:pt x="38" y="148"/>
                  </a:cubicBezTo>
                  <a:cubicBezTo>
                    <a:pt x="46" y="72"/>
                    <a:pt x="128" y="51"/>
                    <a:pt x="172" y="30"/>
                  </a:cubicBezTo>
                  <a:cubicBezTo>
                    <a:pt x="214" y="32"/>
                    <a:pt x="258" y="24"/>
                    <a:pt x="299" y="40"/>
                  </a:cubicBezTo>
                  <a:cubicBezTo>
                    <a:pt x="304" y="42"/>
                    <a:pt x="307" y="49"/>
                    <a:pt x="311" y="52"/>
                  </a:cubicBezTo>
                  <a:cubicBezTo>
                    <a:pt x="324" y="58"/>
                    <a:pt x="340" y="58"/>
                    <a:pt x="352" y="67"/>
                  </a:cubicBezTo>
                  <a:cubicBezTo>
                    <a:pt x="360" y="74"/>
                    <a:pt x="376" y="89"/>
                    <a:pt x="376" y="89"/>
                  </a:cubicBezTo>
                  <a:cubicBezTo>
                    <a:pt x="384" y="111"/>
                    <a:pt x="388" y="132"/>
                    <a:pt x="397" y="154"/>
                  </a:cubicBezTo>
                  <a:cubicBezTo>
                    <a:pt x="396" y="156"/>
                    <a:pt x="395" y="219"/>
                    <a:pt x="376" y="224"/>
                  </a:cubicBezTo>
                  <a:cubicBezTo>
                    <a:pt x="365" y="226"/>
                    <a:pt x="355" y="218"/>
                    <a:pt x="344" y="218"/>
                  </a:cubicBezTo>
                </a:path>
              </a:pathLst>
            </a:custGeom>
            <a:noFill/>
            <a:ln w="38100" cap="flat">
              <a:solidFill>
                <a:srgbClr val="005BA0">
                  <a:alpha val="100000"/>
                </a:srgbClr>
              </a:solidFill>
              <a:prstDash val="solid"/>
              <a:round/>
            </a:ln>
          </p:spPr>
          <p:txBody>
            <a:bodyPr rtlCol="0"/>
            <a:lstStyle/>
            <a:p>
              <a:pPr algn="ctr"/>
              <a:endParaRPr lang="zh-CN" altLang="en-US"/>
            </a:p>
          </p:txBody>
        </p:sp>
        <p:sp>
          <p:nvSpPr>
            <p:cNvPr id="2192" name="path"/>
            <p:cNvSpPr/>
            <p:nvPr/>
          </p:nvSpPr>
          <p:spPr>
            <a:xfrm>
              <a:off x="262699" y="652843"/>
              <a:ext cx="158495" cy="188118"/>
            </a:xfrm>
            <a:custGeom>
              <a:avLst/>
              <a:gdLst/>
              <a:ahLst/>
              <a:cxnLst/>
              <a:rect l="0" t="0" r="0" b="0"/>
              <a:pathLst>
                <a:path w="249" h="296">
                  <a:moveTo>
                    <a:pt x="99" y="0"/>
                  </a:moveTo>
                  <a:cubicBezTo>
                    <a:pt x="43" y="56"/>
                    <a:pt x="33" y="98"/>
                    <a:pt x="0" y="168"/>
                  </a:cubicBezTo>
                  <a:cubicBezTo>
                    <a:pt x="37" y="324"/>
                    <a:pt x="177" y="274"/>
                    <a:pt x="249" y="168"/>
                  </a:cubicBezTo>
                  <a:cubicBezTo>
                    <a:pt x="233" y="62"/>
                    <a:pt x="225" y="0"/>
                    <a:pt x="99" y="0"/>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2194" name="path"/>
            <p:cNvSpPr/>
            <p:nvPr/>
          </p:nvSpPr>
          <p:spPr>
            <a:xfrm>
              <a:off x="243649" y="633793"/>
              <a:ext cx="196595" cy="207168"/>
            </a:xfrm>
            <a:custGeom>
              <a:avLst/>
              <a:gdLst/>
              <a:ahLst/>
              <a:cxnLst/>
              <a:rect l="0" t="0" r="0" b="0"/>
              <a:pathLst>
                <a:path w="309" h="326">
                  <a:moveTo>
                    <a:pt x="129" y="30"/>
                  </a:moveTo>
                  <a:cubicBezTo>
                    <a:pt x="73" y="86"/>
                    <a:pt x="63" y="128"/>
                    <a:pt x="30" y="198"/>
                  </a:cubicBezTo>
                  <a:cubicBezTo>
                    <a:pt x="67" y="354"/>
                    <a:pt x="207" y="304"/>
                    <a:pt x="279" y="198"/>
                  </a:cubicBezTo>
                  <a:cubicBezTo>
                    <a:pt x="263" y="92"/>
                    <a:pt x="255" y="30"/>
                    <a:pt x="129" y="30"/>
                  </a:cubicBezTo>
                </a:path>
              </a:pathLst>
            </a:custGeom>
            <a:noFill/>
            <a:ln w="38100" cap="flat">
              <a:solidFill>
                <a:srgbClr val="005BA0">
                  <a:alpha val="100000"/>
                </a:srgbClr>
              </a:solidFill>
              <a:prstDash val="solid"/>
              <a:round/>
            </a:ln>
          </p:spPr>
          <p:txBody>
            <a:bodyPr rtlCol="0"/>
            <a:lstStyle/>
            <a:p>
              <a:pPr algn="ctr"/>
              <a:endParaRPr lang="zh-CN" altLang="en-US"/>
            </a:p>
          </p:txBody>
        </p:sp>
        <p:sp>
          <p:nvSpPr>
            <p:cNvPr id="2196" name="path"/>
            <p:cNvSpPr/>
            <p:nvPr/>
          </p:nvSpPr>
          <p:spPr>
            <a:xfrm>
              <a:off x="110299" y="268795"/>
              <a:ext cx="329184" cy="310896"/>
            </a:xfrm>
            <a:custGeom>
              <a:avLst/>
              <a:gdLst/>
              <a:ahLst/>
              <a:cxnLst/>
              <a:rect l="0" t="0" r="0" b="0"/>
              <a:pathLst>
                <a:path w="518" h="489">
                  <a:moveTo>
                    <a:pt x="364" y="5"/>
                  </a:moveTo>
                  <a:cubicBezTo>
                    <a:pt x="322" y="8"/>
                    <a:pt x="279" y="0"/>
                    <a:pt x="240" y="14"/>
                  </a:cubicBezTo>
                  <a:cubicBezTo>
                    <a:pt x="213" y="24"/>
                    <a:pt x="199" y="55"/>
                    <a:pt x="178" y="76"/>
                  </a:cubicBezTo>
                  <a:cubicBezTo>
                    <a:pt x="125" y="129"/>
                    <a:pt x="80" y="182"/>
                    <a:pt x="35" y="241"/>
                  </a:cubicBezTo>
                  <a:cubicBezTo>
                    <a:pt x="19" y="286"/>
                    <a:pt x="0" y="325"/>
                    <a:pt x="24" y="375"/>
                  </a:cubicBezTo>
                  <a:cubicBezTo>
                    <a:pt x="32" y="391"/>
                    <a:pt x="54" y="393"/>
                    <a:pt x="66" y="405"/>
                  </a:cubicBezTo>
                  <a:cubicBezTo>
                    <a:pt x="109" y="449"/>
                    <a:pt x="112" y="469"/>
                    <a:pt x="168" y="488"/>
                  </a:cubicBezTo>
                  <a:cubicBezTo>
                    <a:pt x="387" y="473"/>
                    <a:pt x="386" y="489"/>
                    <a:pt x="518" y="447"/>
                  </a:cubicBezTo>
                  <a:cubicBezTo>
                    <a:pt x="498" y="377"/>
                    <a:pt x="470" y="313"/>
                    <a:pt x="456" y="241"/>
                  </a:cubicBezTo>
                  <a:cubicBezTo>
                    <a:pt x="453" y="193"/>
                    <a:pt x="458" y="144"/>
                    <a:pt x="445" y="97"/>
                  </a:cubicBezTo>
                  <a:cubicBezTo>
                    <a:pt x="443" y="87"/>
                    <a:pt x="424" y="92"/>
                    <a:pt x="414" y="87"/>
                  </a:cubicBezTo>
                  <a:cubicBezTo>
                    <a:pt x="374" y="66"/>
                    <a:pt x="348" y="49"/>
                    <a:pt x="364" y="5"/>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2198" name="path"/>
            <p:cNvSpPr/>
            <p:nvPr/>
          </p:nvSpPr>
          <p:spPr>
            <a:xfrm>
              <a:off x="99588" y="252920"/>
              <a:ext cx="358945" cy="345059"/>
            </a:xfrm>
            <a:custGeom>
              <a:avLst/>
              <a:gdLst/>
              <a:ahLst/>
              <a:cxnLst/>
              <a:rect l="0" t="0" r="0" b="0"/>
              <a:pathLst>
                <a:path w="565" h="543">
                  <a:moveTo>
                    <a:pt x="381" y="30"/>
                  </a:moveTo>
                  <a:cubicBezTo>
                    <a:pt x="339" y="33"/>
                    <a:pt x="296" y="25"/>
                    <a:pt x="256" y="39"/>
                  </a:cubicBezTo>
                  <a:cubicBezTo>
                    <a:pt x="229" y="49"/>
                    <a:pt x="216" y="80"/>
                    <a:pt x="195" y="101"/>
                  </a:cubicBezTo>
                  <a:cubicBezTo>
                    <a:pt x="142" y="154"/>
                    <a:pt x="96" y="207"/>
                    <a:pt x="52" y="266"/>
                  </a:cubicBezTo>
                  <a:cubicBezTo>
                    <a:pt x="36" y="311"/>
                    <a:pt x="16" y="350"/>
                    <a:pt x="41" y="400"/>
                  </a:cubicBezTo>
                  <a:cubicBezTo>
                    <a:pt x="48" y="416"/>
                    <a:pt x="71" y="418"/>
                    <a:pt x="83" y="430"/>
                  </a:cubicBezTo>
                  <a:cubicBezTo>
                    <a:pt x="126" y="474"/>
                    <a:pt x="128" y="494"/>
                    <a:pt x="185" y="513"/>
                  </a:cubicBezTo>
                  <a:cubicBezTo>
                    <a:pt x="404" y="498"/>
                    <a:pt x="403" y="514"/>
                    <a:pt x="535" y="472"/>
                  </a:cubicBezTo>
                  <a:cubicBezTo>
                    <a:pt x="515" y="402"/>
                    <a:pt x="487" y="338"/>
                    <a:pt x="473" y="266"/>
                  </a:cubicBezTo>
                  <a:cubicBezTo>
                    <a:pt x="470" y="218"/>
                    <a:pt x="474" y="169"/>
                    <a:pt x="462" y="122"/>
                  </a:cubicBezTo>
                  <a:cubicBezTo>
                    <a:pt x="460" y="112"/>
                    <a:pt x="441" y="117"/>
                    <a:pt x="431" y="112"/>
                  </a:cubicBezTo>
                  <a:cubicBezTo>
                    <a:pt x="391" y="91"/>
                    <a:pt x="365" y="74"/>
                    <a:pt x="381" y="30"/>
                  </a:cubicBezTo>
                </a:path>
              </a:pathLst>
            </a:custGeom>
            <a:noFill/>
            <a:ln w="38100" cap="flat">
              <a:solidFill>
                <a:srgbClr val="005BA0">
                  <a:alpha val="100000"/>
                </a:srgbClr>
              </a:solidFill>
              <a:prstDash val="solid"/>
              <a:round/>
            </a:ln>
          </p:spPr>
          <p:txBody>
            <a:bodyPr rtlCol="0"/>
            <a:lstStyle/>
            <a:p>
              <a:pPr algn="ctr"/>
              <a:endParaRPr lang="zh-CN" altLang="en-US"/>
            </a:p>
          </p:txBody>
        </p:sp>
        <p:sp>
          <p:nvSpPr>
            <p:cNvPr id="2200" name="path"/>
            <p:cNvSpPr/>
            <p:nvPr/>
          </p:nvSpPr>
          <p:spPr>
            <a:xfrm>
              <a:off x="547687" y="85915"/>
              <a:ext cx="260604" cy="301962"/>
            </a:xfrm>
            <a:custGeom>
              <a:avLst/>
              <a:gdLst/>
              <a:ahLst/>
              <a:cxnLst/>
              <a:rect l="0" t="0" r="0" b="0"/>
              <a:pathLst>
                <a:path w="410" h="475">
                  <a:moveTo>
                    <a:pt x="34" y="32"/>
                  </a:moveTo>
                  <a:cubicBezTo>
                    <a:pt x="0" y="93"/>
                    <a:pt x="28" y="137"/>
                    <a:pt x="86" y="186"/>
                  </a:cubicBezTo>
                  <a:cubicBezTo>
                    <a:pt x="104" y="201"/>
                    <a:pt x="140" y="231"/>
                    <a:pt x="140" y="231"/>
                  </a:cubicBezTo>
                  <a:cubicBezTo>
                    <a:pt x="161" y="278"/>
                    <a:pt x="142" y="250"/>
                    <a:pt x="206" y="304"/>
                  </a:cubicBezTo>
                  <a:cubicBezTo>
                    <a:pt x="214" y="311"/>
                    <a:pt x="232" y="326"/>
                    <a:pt x="232" y="326"/>
                  </a:cubicBezTo>
                  <a:cubicBezTo>
                    <a:pt x="285" y="487"/>
                    <a:pt x="225" y="454"/>
                    <a:pt x="350" y="407"/>
                  </a:cubicBezTo>
                  <a:cubicBezTo>
                    <a:pt x="410" y="357"/>
                    <a:pt x="394" y="380"/>
                    <a:pt x="364" y="275"/>
                  </a:cubicBezTo>
                  <a:cubicBezTo>
                    <a:pt x="359" y="256"/>
                    <a:pt x="334" y="241"/>
                    <a:pt x="325" y="223"/>
                  </a:cubicBezTo>
                  <a:cubicBezTo>
                    <a:pt x="295" y="165"/>
                    <a:pt x="285" y="113"/>
                    <a:pt x="179" y="84"/>
                  </a:cubicBezTo>
                  <a:cubicBezTo>
                    <a:pt x="156" y="27"/>
                    <a:pt x="189" y="75"/>
                    <a:pt x="126" y="40"/>
                  </a:cubicBezTo>
                  <a:cubicBezTo>
                    <a:pt x="115" y="34"/>
                    <a:pt x="112" y="23"/>
                    <a:pt x="101" y="17"/>
                  </a:cubicBezTo>
                  <a:cubicBezTo>
                    <a:pt x="89" y="11"/>
                    <a:pt x="75" y="0"/>
                    <a:pt x="61" y="3"/>
                  </a:cubicBezTo>
                  <a:cubicBezTo>
                    <a:pt x="44" y="7"/>
                    <a:pt x="44" y="22"/>
                    <a:pt x="34" y="32"/>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2202" name="path"/>
            <p:cNvSpPr/>
            <p:nvPr/>
          </p:nvSpPr>
          <p:spPr>
            <a:xfrm>
              <a:off x="541098" y="68738"/>
              <a:ext cx="274085" cy="319139"/>
            </a:xfrm>
            <a:custGeom>
              <a:avLst/>
              <a:gdLst/>
              <a:ahLst/>
              <a:cxnLst/>
              <a:rect l="0" t="0" r="0" b="0"/>
              <a:pathLst>
                <a:path w="431" h="502">
                  <a:moveTo>
                    <a:pt x="45" y="59"/>
                  </a:moveTo>
                  <a:cubicBezTo>
                    <a:pt x="10" y="120"/>
                    <a:pt x="38" y="164"/>
                    <a:pt x="97" y="213"/>
                  </a:cubicBezTo>
                  <a:cubicBezTo>
                    <a:pt x="114" y="228"/>
                    <a:pt x="150" y="258"/>
                    <a:pt x="150" y="258"/>
                  </a:cubicBezTo>
                  <a:cubicBezTo>
                    <a:pt x="171" y="305"/>
                    <a:pt x="152" y="277"/>
                    <a:pt x="217" y="331"/>
                  </a:cubicBezTo>
                  <a:cubicBezTo>
                    <a:pt x="225" y="338"/>
                    <a:pt x="242" y="353"/>
                    <a:pt x="242" y="353"/>
                  </a:cubicBezTo>
                  <a:cubicBezTo>
                    <a:pt x="296" y="514"/>
                    <a:pt x="236" y="481"/>
                    <a:pt x="360" y="434"/>
                  </a:cubicBezTo>
                  <a:cubicBezTo>
                    <a:pt x="420" y="385"/>
                    <a:pt x="404" y="407"/>
                    <a:pt x="374" y="302"/>
                  </a:cubicBezTo>
                  <a:cubicBezTo>
                    <a:pt x="370" y="283"/>
                    <a:pt x="345" y="268"/>
                    <a:pt x="335" y="250"/>
                  </a:cubicBezTo>
                  <a:cubicBezTo>
                    <a:pt x="305" y="192"/>
                    <a:pt x="296" y="140"/>
                    <a:pt x="190" y="111"/>
                  </a:cubicBezTo>
                  <a:cubicBezTo>
                    <a:pt x="166" y="54"/>
                    <a:pt x="199" y="102"/>
                    <a:pt x="136" y="67"/>
                  </a:cubicBezTo>
                  <a:cubicBezTo>
                    <a:pt x="125" y="61"/>
                    <a:pt x="122" y="50"/>
                    <a:pt x="111" y="44"/>
                  </a:cubicBezTo>
                  <a:cubicBezTo>
                    <a:pt x="100" y="38"/>
                    <a:pt x="86" y="27"/>
                    <a:pt x="71" y="30"/>
                  </a:cubicBezTo>
                  <a:cubicBezTo>
                    <a:pt x="54" y="35"/>
                    <a:pt x="54" y="49"/>
                    <a:pt x="45" y="59"/>
                  </a:cubicBezTo>
                </a:path>
              </a:pathLst>
            </a:custGeom>
            <a:noFill/>
            <a:ln w="38100" cap="flat">
              <a:solidFill>
                <a:srgbClr val="005BA0">
                  <a:alpha val="100000"/>
                </a:srgbClr>
              </a:solidFill>
              <a:prstDash val="solid"/>
              <a:round/>
            </a:ln>
          </p:spPr>
          <p:txBody>
            <a:bodyPr rtlCol="0"/>
            <a:lstStyle/>
            <a:p>
              <a:pPr algn="ctr"/>
              <a:endParaRPr lang="zh-CN" altLang="en-US"/>
            </a:p>
          </p:txBody>
        </p:sp>
      </p:grpSp>
      <p:grpSp>
        <p:nvGrpSpPr>
          <p:cNvPr id="204" name="group 204"/>
          <p:cNvGrpSpPr/>
          <p:nvPr/>
        </p:nvGrpSpPr>
        <p:grpSpPr>
          <a:xfrm rot="21600000">
            <a:off x="480250" y="3845242"/>
            <a:ext cx="944498" cy="944499"/>
            <a:chOff x="0" y="0"/>
            <a:chExt cx="944498" cy="944499"/>
          </a:xfrm>
        </p:grpSpPr>
        <p:sp>
          <p:nvSpPr>
            <p:cNvPr id="2204" name="path"/>
            <p:cNvSpPr/>
            <p:nvPr/>
          </p:nvSpPr>
          <p:spPr>
            <a:xfrm>
              <a:off x="14287" y="14287"/>
              <a:ext cx="915923" cy="915924"/>
            </a:xfrm>
            <a:custGeom>
              <a:avLst/>
              <a:gdLst/>
              <a:ahLst/>
              <a:cxnLst/>
              <a:rect l="0" t="0" r="0" b="0"/>
              <a:pathLst>
                <a:path w="1442" h="1442">
                  <a:moveTo>
                    <a:pt x="0" y="197"/>
                  </a:moveTo>
                  <a:moveTo>
                    <a:pt x="0" y="197"/>
                  </a:moveTo>
                  <a:cubicBezTo>
                    <a:pt x="0" y="88"/>
                    <a:pt x="88" y="0"/>
                    <a:pt x="197" y="0"/>
                  </a:cubicBezTo>
                  <a:lnTo>
                    <a:pt x="1244" y="0"/>
                  </a:lnTo>
                  <a:cubicBezTo>
                    <a:pt x="1353" y="0"/>
                    <a:pt x="1442" y="88"/>
                    <a:pt x="1442" y="197"/>
                  </a:cubicBezTo>
                  <a:lnTo>
                    <a:pt x="1442" y="1245"/>
                  </a:lnTo>
                  <a:cubicBezTo>
                    <a:pt x="1442" y="1354"/>
                    <a:pt x="1353" y="1442"/>
                    <a:pt x="1244" y="1442"/>
                  </a:cubicBezTo>
                  <a:lnTo>
                    <a:pt x="197" y="1442"/>
                  </a:lnTo>
                  <a:cubicBezTo>
                    <a:pt x="88" y="1442"/>
                    <a:pt x="0" y="1354"/>
                    <a:pt x="0" y="1245"/>
                  </a:cubicBezTo>
                  <a:lnTo>
                    <a:pt x="0" y="197"/>
                  </a:lnTo>
                  <a:close/>
                </a:path>
              </a:pathLst>
            </a:custGeom>
            <a:solidFill>
              <a:srgbClr val="EAEAEA">
                <a:alpha val="100000"/>
              </a:srgbClr>
            </a:solidFill>
            <a:ln cap="flat">
              <a:noFill/>
              <a:prstDash val="solid"/>
              <a:miter lim="0"/>
            </a:ln>
          </p:spPr>
          <p:txBody>
            <a:bodyPr rtlCol="0"/>
            <a:lstStyle/>
            <a:p>
              <a:pPr algn="ctr"/>
              <a:endParaRPr lang="zh-CN" altLang="en-US"/>
            </a:p>
          </p:txBody>
        </p:sp>
        <p:sp>
          <p:nvSpPr>
            <p:cNvPr id="2206" name="path"/>
            <p:cNvSpPr/>
            <p:nvPr/>
          </p:nvSpPr>
          <p:spPr>
            <a:xfrm>
              <a:off x="0" y="0"/>
              <a:ext cx="944498" cy="944499"/>
            </a:xfrm>
            <a:custGeom>
              <a:avLst/>
              <a:gdLst/>
              <a:ahLst/>
              <a:cxnLst/>
              <a:rect l="0" t="0" r="0" b="0"/>
              <a:pathLst>
                <a:path w="1487" h="1487">
                  <a:moveTo>
                    <a:pt x="22" y="219"/>
                  </a:moveTo>
                  <a:cubicBezTo>
                    <a:pt x="22" y="110"/>
                    <a:pt x="110" y="22"/>
                    <a:pt x="219" y="22"/>
                  </a:cubicBezTo>
                  <a:lnTo>
                    <a:pt x="1267" y="22"/>
                  </a:lnTo>
                  <a:cubicBezTo>
                    <a:pt x="1376" y="22"/>
                    <a:pt x="1464" y="110"/>
                    <a:pt x="1464" y="219"/>
                  </a:cubicBezTo>
                  <a:lnTo>
                    <a:pt x="1464" y="1267"/>
                  </a:lnTo>
                  <a:cubicBezTo>
                    <a:pt x="1464" y="1376"/>
                    <a:pt x="1376" y="1464"/>
                    <a:pt x="1267" y="1464"/>
                  </a:cubicBezTo>
                  <a:lnTo>
                    <a:pt x="219" y="1464"/>
                  </a:lnTo>
                  <a:cubicBezTo>
                    <a:pt x="110" y="1464"/>
                    <a:pt x="22" y="1376"/>
                    <a:pt x="22" y="1267"/>
                  </a:cubicBezTo>
                  <a:lnTo>
                    <a:pt x="22" y="219"/>
                  </a:lnTo>
                  <a:close/>
                </a:path>
              </a:pathLst>
            </a:custGeom>
            <a:noFill/>
            <a:ln w="28575" cap="flat">
              <a:solidFill>
                <a:srgbClr val="B2B2B2">
                  <a:alpha val="100000"/>
                </a:srgbClr>
              </a:solidFill>
              <a:prstDash val="solid"/>
              <a:round/>
            </a:ln>
          </p:spPr>
          <p:txBody>
            <a:bodyPr rtlCol="0"/>
            <a:lstStyle/>
            <a:p>
              <a:pPr algn="ctr"/>
              <a:endParaRPr lang="zh-CN" altLang="en-US"/>
            </a:p>
          </p:txBody>
        </p:sp>
        <p:sp>
          <p:nvSpPr>
            <p:cNvPr id="2208" name="path"/>
            <p:cNvSpPr/>
            <p:nvPr/>
          </p:nvSpPr>
          <p:spPr>
            <a:xfrm>
              <a:off x="221551" y="454723"/>
              <a:ext cx="501395" cy="132588"/>
            </a:xfrm>
            <a:custGeom>
              <a:avLst/>
              <a:gdLst/>
              <a:ahLst/>
              <a:cxnLst/>
              <a:rect l="0" t="0" r="0" b="0"/>
              <a:pathLst>
                <a:path w="789" h="208">
                  <a:moveTo>
                    <a:pt x="0" y="208"/>
                  </a:moveTo>
                  <a:lnTo>
                    <a:pt x="121" y="0"/>
                  </a:lnTo>
                  <a:lnTo>
                    <a:pt x="668" y="0"/>
                  </a:lnTo>
                  <a:lnTo>
                    <a:pt x="789" y="208"/>
                  </a:lnTo>
                  <a:lnTo>
                    <a:pt x="0" y="208"/>
                  </a:lnTo>
                  <a:close/>
                </a:path>
              </a:pathLst>
            </a:custGeom>
            <a:solidFill>
              <a:srgbClr val="C0C0C0">
                <a:alpha val="100000"/>
              </a:srgbClr>
            </a:solidFill>
            <a:ln cap="flat">
              <a:noFill/>
              <a:prstDash val="solid"/>
              <a:miter lim="0"/>
            </a:ln>
          </p:spPr>
          <p:txBody>
            <a:bodyPr rtlCol="0"/>
            <a:lstStyle/>
            <a:p>
              <a:pPr algn="ctr"/>
              <a:endParaRPr lang="zh-CN" altLang="en-US"/>
            </a:p>
          </p:txBody>
        </p:sp>
        <p:sp>
          <p:nvSpPr>
            <p:cNvPr id="2210" name="path"/>
            <p:cNvSpPr/>
            <p:nvPr/>
          </p:nvSpPr>
          <p:spPr>
            <a:xfrm>
              <a:off x="209197" y="440436"/>
              <a:ext cx="526104" cy="161163"/>
            </a:xfrm>
            <a:custGeom>
              <a:avLst/>
              <a:gdLst/>
              <a:ahLst/>
              <a:cxnLst/>
              <a:rect l="0" t="0" r="0" b="0"/>
              <a:pathLst>
                <a:path w="828" h="253">
                  <a:moveTo>
                    <a:pt x="19" y="231"/>
                  </a:moveTo>
                  <a:lnTo>
                    <a:pt x="140" y="22"/>
                  </a:lnTo>
                  <a:lnTo>
                    <a:pt x="687" y="22"/>
                  </a:lnTo>
                  <a:lnTo>
                    <a:pt x="809" y="231"/>
                  </a:lnTo>
                  <a:lnTo>
                    <a:pt x="19" y="231"/>
                  </a:lnTo>
                  <a:close/>
                </a:path>
              </a:pathLst>
            </a:custGeom>
            <a:noFill/>
            <a:ln w="28575" cap="flat">
              <a:solidFill>
                <a:srgbClr val="005BA0">
                  <a:alpha val="100000"/>
                </a:srgbClr>
              </a:solidFill>
              <a:prstDash val="solid"/>
              <a:miter lim="800000"/>
            </a:ln>
          </p:spPr>
          <p:txBody>
            <a:bodyPr rtlCol="0"/>
            <a:lstStyle/>
            <a:p>
              <a:pPr algn="ctr"/>
              <a:endParaRPr lang="zh-CN" altLang="en-US"/>
            </a:p>
          </p:txBody>
        </p:sp>
        <p:sp>
          <p:nvSpPr>
            <p:cNvPr id="2212" name="path"/>
            <p:cNvSpPr/>
            <p:nvPr/>
          </p:nvSpPr>
          <p:spPr>
            <a:xfrm>
              <a:off x="337375" y="156019"/>
              <a:ext cx="269747" cy="233171"/>
            </a:xfrm>
            <a:custGeom>
              <a:avLst/>
              <a:gdLst/>
              <a:ahLst/>
              <a:cxnLst/>
              <a:rect l="0" t="0" r="0" b="0"/>
              <a:pathLst>
                <a:path w="424" h="367">
                  <a:moveTo>
                    <a:pt x="0" y="367"/>
                  </a:moveTo>
                  <a:lnTo>
                    <a:pt x="212" y="0"/>
                  </a:lnTo>
                  <a:lnTo>
                    <a:pt x="424" y="367"/>
                  </a:lnTo>
                  <a:lnTo>
                    <a:pt x="0" y="367"/>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214" name="path"/>
            <p:cNvSpPr/>
            <p:nvPr/>
          </p:nvSpPr>
          <p:spPr>
            <a:xfrm>
              <a:off x="325007" y="148865"/>
              <a:ext cx="294482" cy="254613"/>
            </a:xfrm>
            <a:custGeom>
              <a:avLst/>
              <a:gdLst/>
              <a:ahLst/>
              <a:cxnLst/>
              <a:rect l="0" t="0" r="0" b="0"/>
              <a:pathLst>
                <a:path w="463" h="400">
                  <a:moveTo>
                    <a:pt x="19" y="378"/>
                  </a:moveTo>
                  <a:lnTo>
                    <a:pt x="231" y="11"/>
                  </a:lnTo>
                  <a:lnTo>
                    <a:pt x="444" y="378"/>
                  </a:lnTo>
                  <a:lnTo>
                    <a:pt x="19" y="378"/>
                  </a:lnTo>
                  <a:close/>
                </a:path>
              </a:pathLst>
            </a:custGeom>
            <a:noFill/>
            <a:ln w="28575" cap="flat">
              <a:solidFill>
                <a:srgbClr val="005BA0">
                  <a:alpha val="100000"/>
                </a:srgbClr>
              </a:solidFill>
              <a:prstDash val="solid"/>
              <a:miter lim="800000"/>
            </a:ln>
          </p:spPr>
          <p:txBody>
            <a:bodyPr rtlCol="0"/>
            <a:lstStyle/>
            <a:p>
              <a:pPr algn="ctr"/>
              <a:endParaRPr lang="zh-CN" altLang="en-US"/>
            </a:p>
          </p:txBody>
        </p:sp>
        <p:sp>
          <p:nvSpPr>
            <p:cNvPr id="2216" name="path"/>
            <p:cNvSpPr/>
            <p:nvPr/>
          </p:nvSpPr>
          <p:spPr>
            <a:xfrm>
              <a:off x="105727" y="654367"/>
              <a:ext cx="733044" cy="132588"/>
            </a:xfrm>
            <a:custGeom>
              <a:avLst/>
              <a:gdLst/>
              <a:ahLst/>
              <a:cxnLst/>
              <a:rect l="0" t="0" r="0" b="0"/>
              <a:pathLst>
                <a:path w="1154" h="208">
                  <a:moveTo>
                    <a:pt x="0" y="208"/>
                  </a:moveTo>
                  <a:lnTo>
                    <a:pt x="121" y="0"/>
                  </a:lnTo>
                  <a:lnTo>
                    <a:pt x="1032" y="0"/>
                  </a:lnTo>
                  <a:lnTo>
                    <a:pt x="1154" y="208"/>
                  </a:lnTo>
                  <a:lnTo>
                    <a:pt x="0" y="208"/>
                  </a:lnTo>
                  <a:close/>
                </a:path>
              </a:pathLst>
            </a:custGeom>
            <a:solidFill>
              <a:srgbClr val="808080">
                <a:alpha val="100000"/>
              </a:srgbClr>
            </a:solidFill>
            <a:ln cap="flat">
              <a:noFill/>
              <a:prstDash val="solid"/>
              <a:miter lim="0"/>
            </a:ln>
          </p:spPr>
          <p:txBody>
            <a:bodyPr rtlCol="0"/>
            <a:lstStyle/>
            <a:p>
              <a:pPr algn="ctr"/>
              <a:endParaRPr lang="zh-CN" altLang="en-US"/>
            </a:p>
          </p:txBody>
        </p:sp>
        <p:sp>
          <p:nvSpPr>
            <p:cNvPr id="2218" name="path"/>
            <p:cNvSpPr/>
            <p:nvPr/>
          </p:nvSpPr>
          <p:spPr>
            <a:xfrm>
              <a:off x="93386" y="640080"/>
              <a:ext cx="757726" cy="161163"/>
            </a:xfrm>
            <a:custGeom>
              <a:avLst/>
              <a:gdLst/>
              <a:ahLst/>
              <a:cxnLst/>
              <a:rect l="0" t="0" r="0" b="0"/>
              <a:pathLst>
                <a:path w="1193" h="253">
                  <a:moveTo>
                    <a:pt x="19" y="231"/>
                  </a:moveTo>
                  <a:lnTo>
                    <a:pt x="141" y="22"/>
                  </a:lnTo>
                  <a:lnTo>
                    <a:pt x="1052" y="22"/>
                  </a:lnTo>
                  <a:lnTo>
                    <a:pt x="1173" y="231"/>
                  </a:lnTo>
                  <a:lnTo>
                    <a:pt x="19" y="231"/>
                  </a:lnTo>
                  <a:close/>
                </a:path>
              </a:pathLst>
            </a:custGeom>
            <a:noFill/>
            <a:ln w="28575" cap="flat">
              <a:solidFill>
                <a:srgbClr val="005BA0">
                  <a:alpha val="100000"/>
                </a:srgbClr>
              </a:solidFill>
              <a:prstDash val="solid"/>
              <a:miter lim="800000"/>
            </a:ln>
          </p:spPr>
          <p:txBody>
            <a:bodyPr rtlCol="0"/>
            <a:lstStyle/>
            <a:p>
              <a:pPr algn="ctr"/>
              <a:endParaRPr lang="zh-CN" altLang="en-US"/>
            </a:p>
          </p:txBody>
        </p:sp>
      </p:grpSp>
      <p:grpSp>
        <p:nvGrpSpPr>
          <p:cNvPr id="206" name="group 206"/>
          <p:cNvGrpSpPr/>
          <p:nvPr/>
        </p:nvGrpSpPr>
        <p:grpSpPr>
          <a:xfrm rot="21600000">
            <a:off x="516826" y="5314378"/>
            <a:ext cx="944499" cy="944498"/>
            <a:chOff x="0" y="0"/>
            <a:chExt cx="944499" cy="944498"/>
          </a:xfrm>
        </p:grpSpPr>
        <p:sp>
          <p:nvSpPr>
            <p:cNvPr id="2220" name="path"/>
            <p:cNvSpPr/>
            <p:nvPr/>
          </p:nvSpPr>
          <p:spPr>
            <a:xfrm>
              <a:off x="14287" y="14287"/>
              <a:ext cx="915924" cy="915923"/>
            </a:xfrm>
            <a:custGeom>
              <a:avLst/>
              <a:gdLst/>
              <a:ahLst/>
              <a:cxnLst/>
              <a:rect l="0" t="0" r="0" b="0"/>
              <a:pathLst>
                <a:path w="1442" h="1442">
                  <a:moveTo>
                    <a:pt x="0" y="197"/>
                  </a:moveTo>
                  <a:moveTo>
                    <a:pt x="0" y="197"/>
                  </a:moveTo>
                  <a:cubicBezTo>
                    <a:pt x="0" y="88"/>
                    <a:pt x="88" y="0"/>
                    <a:pt x="197" y="0"/>
                  </a:cubicBezTo>
                  <a:lnTo>
                    <a:pt x="1245" y="0"/>
                  </a:lnTo>
                  <a:cubicBezTo>
                    <a:pt x="1353" y="0"/>
                    <a:pt x="1442" y="88"/>
                    <a:pt x="1442" y="197"/>
                  </a:cubicBezTo>
                  <a:lnTo>
                    <a:pt x="1442" y="1244"/>
                  </a:lnTo>
                  <a:cubicBezTo>
                    <a:pt x="1442" y="1353"/>
                    <a:pt x="1353" y="1442"/>
                    <a:pt x="1245" y="1442"/>
                  </a:cubicBezTo>
                  <a:lnTo>
                    <a:pt x="197" y="1442"/>
                  </a:lnTo>
                  <a:cubicBezTo>
                    <a:pt x="88" y="1442"/>
                    <a:pt x="0" y="1353"/>
                    <a:pt x="0" y="1244"/>
                  </a:cubicBezTo>
                  <a:lnTo>
                    <a:pt x="0" y="197"/>
                  </a:lnTo>
                  <a:close/>
                </a:path>
              </a:pathLst>
            </a:custGeom>
            <a:solidFill>
              <a:srgbClr val="EAEAEA">
                <a:alpha val="100000"/>
              </a:srgbClr>
            </a:solidFill>
            <a:ln cap="flat">
              <a:noFill/>
              <a:prstDash val="solid"/>
              <a:miter lim="0"/>
            </a:ln>
          </p:spPr>
          <p:txBody>
            <a:bodyPr rtlCol="0"/>
            <a:lstStyle/>
            <a:p>
              <a:pPr algn="ctr"/>
              <a:endParaRPr lang="zh-CN" altLang="en-US"/>
            </a:p>
          </p:txBody>
        </p:sp>
        <p:sp>
          <p:nvSpPr>
            <p:cNvPr id="2222" name="path"/>
            <p:cNvSpPr/>
            <p:nvPr/>
          </p:nvSpPr>
          <p:spPr>
            <a:xfrm>
              <a:off x="0" y="0"/>
              <a:ext cx="944499" cy="944498"/>
            </a:xfrm>
            <a:custGeom>
              <a:avLst/>
              <a:gdLst/>
              <a:ahLst/>
              <a:cxnLst/>
              <a:rect l="0" t="0" r="0" b="0"/>
              <a:pathLst>
                <a:path w="1487" h="1487">
                  <a:moveTo>
                    <a:pt x="22" y="219"/>
                  </a:moveTo>
                  <a:cubicBezTo>
                    <a:pt x="22" y="110"/>
                    <a:pt x="110" y="22"/>
                    <a:pt x="219" y="22"/>
                  </a:cubicBezTo>
                  <a:lnTo>
                    <a:pt x="1267" y="22"/>
                  </a:lnTo>
                  <a:cubicBezTo>
                    <a:pt x="1376" y="22"/>
                    <a:pt x="1464" y="110"/>
                    <a:pt x="1464" y="219"/>
                  </a:cubicBezTo>
                  <a:lnTo>
                    <a:pt x="1464" y="1267"/>
                  </a:lnTo>
                  <a:cubicBezTo>
                    <a:pt x="1464" y="1376"/>
                    <a:pt x="1376" y="1464"/>
                    <a:pt x="1267" y="1464"/>
                  </a:cubicBezTo>
                  <a:lnTo>
                    <a:pt x="219" y="1464"/>
                  </a:lnTo>
                  <a:cubicBezTo>
                    <a:pt x="110" y="1464"/>
                    <a:pt x="22" y="1376"/>
                    <a:pt x="22" y="1267"/>
                  </a:cubicBezTo>
                  <a:lnTo>
                    <a:pt x="22" y="219"/>
                  </a:lnTo>
                  <a:close/>
                </a:path>
              </a:pathLst>
            </a:custGeom>
            <a:noFill/>
            <a:ln w="28575" cap="flat">
              <a:solidFill>
                <a:srgbClr val="B2B2B2">
                  <a:alpha val="100000"/>
                </a:srgbClr>
              </a:solidFill>
              <a:prstDash val="solid"/>
              <a:round/>
            </a:ln>
          </p:spPr>
          <p:txBody>
            <a:bodyPr rtlCol="0"/>
            <a:lstStyle/>
            <a:p>
              <a:pPr algn="ctr"/>
              <a:endParaRPr lang="zh-CN" altLang="en-US"/>
            </a:p>
          </p:txBody>
        </p:sp>
        <p:sp>
          <p:nvSpPr>
            <p:cNvPr id="2224" name="path"/>
            <p:cNvSpPr/>
            <p:nvPr/>
          </p:nvSpPr>
          <p:spPr>
            <a:xfrm>
              <a:off x="110299" y="218503"/>
              <a:ext cx="723900" cy="597408"/>
            </a:xfrm>
            <a:custGeom>
              <a:avLst/>
              <a:gdLst/>
              <a:ahLst/>
              <a:cxnLst/>
              <a:rect l="0" t="0" r="0" b="0"/>
              <a:pathLst>
                <a:path w="1140" h="940">
                  <a:moveTo>
                    <a:pt x="0" y="940"/>
                  </a:moveTo>
                  <a:lnTo>
                    <a:pt x="200" y="204"/>
                  </a:lnTo>
                  <a:lnTo>
                    <a:pt x="400" y="940"/>
                  </a:lnTo>
                  <a:lnTo>
                    <a:pt x="0" y="940"/>
                  </a:lnTo>
                  <a:close/>
                </a:path>
                <a:path w="1140" h="940">
                  <a:moveTo>
                    <a:pt x="739" y="736"/>
                  </a:moveTo>
                  <a:lnTo>
                    <a:pt x="939" y="0"/>
                  </a:lnTo>
                  <a:lnTo>
                    <a:pt x="1140" y="736"/>
                  </a:lnTo>
                  <a:lnTo>
                    <a:pt x="739" y="736"/>
                  </a:lnTo>
                  <a:close/>
                </a:path>
              </a:pathLst>
            </a:custGeom>
            <a:solidFill>
              <a:srgbClr val="EAEAEA">
                <a:alpha val="100000"/>
              </a:srgbClr>
            </a:solidFill>
            <a:ln cap="flat">
              <a:noFill/>
              <a:prstDash val="solid"/>
              <a:miter lim="0"/>
            </a:ln>
          </p:spPr>
          <p:txBody>
            <a:bodyPr rtlCol="0"/>
            <a:lstStyle/>
            <a:p>
              <a:pPr algn="ctr"/>
              <a:endParaRPr lang="zh-CN" altLang="en-US"/>
            </a:p>
          </p:txBody>
        </p:sp>
      </p:grpSp>
      <p:sp>
        <p:nvSpPr>
          <p:cNvPr id="2228" name="textbox 2228"/>
          <p:cNvSpPr/>
          <p:nvPr>
            <p:custDataLst>
              <p:tags r:id="rId15"/>
            </p:custDataLst>
          </p:nvPr>
        </p:nvSpPr>
        <p:spPr>
          <a:xfrm>
            <a:off x="7985886" y="1291894"/>
            <a:ext cx="2492375" cy="292734"/>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7000"/>
              </a:lnSpc>
            </a:pPr>
            <a:r>
              <a:rPr sz="1800" b="1" kern="0" spc="380" dirty="0">
                <a:solidFill>
                  <a:schemeClr val="dk1"/>
                </a:solidFill>
                <a:cs typeface="微软雅黑" panose="020B0503020204020204" charset="-122"/>
              </a:rPr>
              <a:t>关键举措之一：</a:t>
            </a:r>
            <a:r>
              <a:rPr sz="1800" b="1" kern="0" spc="0" dirty="0">
                <a:solidFill>
                  <a:schemeClr val="dk1"/>
                </a:solidFill>
                <a:cs typeface="微软雅黑" panose="020B0503020204020204" charset="-122"/>
              </a:rPr>
              <a:t>BTIT</a:t>
            </a:r>
            <a:endParaRPr lang="en-US" altLang="en-US" sz="1800" b="1" kern="0" spc="0" dirty="0">
              <a:solidFill>
                <a:schemeClr val="dk1"/>
              </a:solidFill>
              <a:cs typeface="微软雅黑" panose="020B0503020204020204" charset="-122"/>
            </a:endParaRPr>
          </a:p>
        </p:txBody>
      </p:sp>
      <p:sp>
        <p:nvSpPr>
          <p:cNvPr id="2230" name="path"/>
          <p:cNvSpPr/>
          <p:nvPr/>
        </p:nvSpPr>
        <p:spPr>
          <a:xfrm>
            <a:off x="7169045" y="2696778"/>
            <a:ext cx="242017" cy="1234318"/>
          </a:xfrm>
          <a:custGeom>
            <a:avLst/>
            <a:gdLst/>
            <a:ahLst/>
            <a:cxnLst/>
            <a:rect l="0" t="0" r="0" b="0"/>
            <a:pathLst>
              <a:path w="381" h="1943">
                <a:moveTo>
                  <a:pt x="9" y="3"/>
                </a:moveTo>
                <a:lnTo>
                  <a:pt x="371" y="971"/>
                </a:lnTo>
                <a:lnTo>
                  <a:pt x="9" y="1940"/>
                </a:lnTo>
              </a:path>
            </a:pathLst>
          </a:custGeom>
          <a:noFill/>
          <a:ln w="12700" cap="flat">
            <a:solidFill>
              <a:srgbClr val="A6A6A6">
                <a:alpha val="100000"/>
              </a:srgbClr>
            </a:solidFill>
            <a:prstDash val="solid"/>
            <a:miter lim="800000"/>
          </a:ln>
        </p:spPr>
        <p:txBody>
          <a:bodyPr rtlCol="0"/>
          <a:lstStyle/>
          <a:p>
            <a:pPr algn="ctr"/>
            <a:endParaRPr lang="zh-CN" altLang="en-US"/>
          </a:p>
        </p:txBody>
      </p:sp>
      <p:sp>
        <p:nvSpPr>
          <p:cNvPr id="2232" name="path"/>
          <p:cNvSpPr/>
          <p:nvPr/>
        </p:nvSpPr>
        <p:spPr>
          <a:xfrm>
            <a:off x="6938517" y="2699004"/>
            <a:ext cx="242824" cy="1229867"/>
          </a:xfrm>
          <a:custGeom>
            <a:avLst/>
            <a:gdLst/>
            <a:ahLst/>
            <a:cxnLst/>
            <a:rect l="0" t="0" r="0" b="0"/>
            <a:pathLst>
              <a:path w="382" h="1936">
                <a:moveTo>
                  <a:pt x="10" y="484"/>
                </a:moveTo>
                <a:lnTo>
                  <a:pt x="372" y="484"/>
                </a:lnTo>
                <a:lnTo>
                  <a:pt x="372" y="0"/>
                </a:lnTo>
                <a:moveTo>
                  <a:pt x="372" y="1936"/>
                </a:moveTo>
                <a:lnTo>
                  <a:pt x="372" y="1452"/>
                </a:lnTo>
                <a:lnTo>
                  <a:pt x="10" y="1452"/>
                </a:lnTo>
                <a:lnTo>
                  <a:pt x="10" y="484"/>
                </a:lnTo>
              </a:path>
            </a:pathLst>
          </a:custGeom>
          <a:noFill/>
          <a:ln w="12700" cap="flat">
            <a:solidFill>
              <a:srgbClr val="A6A6A6">
                <a:alpha val="100000"/>
              </a:srgbClr>
            </a:solidFill>
            <a:prstDash val="solid"/>
            <a:miter lim="800000"/>
          </a:ln>
        </p:spPr>
        <p:txBody>
          <a:bodyPr rtlCol="0"/>
          <a:lstStyle/>
          <a:p>
            <a:pPr algn="ctr"/>
            <a:endParaRPr lang="zh-CN" altLang="en-US"/>
          </a:p>
        </p:txBody>
      </p:sp>
      <p:grpSp>
        <p:nvGrpSpPr>
          <p:cNvPr id="208" name="group 208"/>
          <p:cNvGrpSpPr/>
          <p:nvPr/>
        </p:nvGrpSpPr>
        <p:grpSpPr>
          <a:xfrm rot="21600000">
            <a:off x="8823198" y="2788920"/>
            <a:ext cx="884553" cy="321564"/>
            <a:chOff x="0" y="0"/>
            <a:chExt cx="884553" cy="321564"/>
          </a:xfrm>
        </p:grpSpPr>
        <p:sp>
          <p:nvSpPr>
            <p:cNvPr id="2234" name="path"/>
            <p:cNvSpPr/>
            <p:nvPr/>
          </p:nvSpPr>
          <p:spPr>
            <a:xfrm>
              <a:off x="6857" y="6858"/>
              <a:ext cx="870838" cy="307847"/>
            </a:xfrm>
            <a:custGeom>
              <a:avLst/>
              <a:gdLst/>
              <a:ahLst/>
              <a:cxnLst/>
              <a:rect l="0" t="0" r="0" b="0"/>
              <a:pathLst>
                <a:path w="1371" h="484">
                  <a:moveTo>
                    <a:pt x="103" y="274"/>
                  </a:moveTo>
                  <a:lnTo>
                    <a:pt x="103" y="407"/>
                  </a:lnTo>
                  <a:lnTo>
                    <a:pt x="164" y="407"/>
                  </a:lnTo>
                  <a:cubicBezTo>
                    <a:pt x="190" y="407"/>
                    <a:pt x="211" y="401"/>
                    <a:pt x="225" y="389"/>
                  </a:cubicBezTo>
                  <a:cubicBezTo>
                    <a:pt x="240" y="377"/>
                    <a:pt x="247" y="360"/>
                    <a:pt x="247" y="339"/>
                  </a:cubicBezTo>
                  <a:cubicBezTo>
                    <a:pt x="247" y="318"/>
                    <a:pt x="240" y="302"/>
                    <a:pt x="225" y="291"/>
                  </a:cubicBezTo>
                  <a:cubicBezTo>
                    <a:pt x="211" y="280"/>
                    <a:pt x="190" y="274"/>
                    <a:pt x="163" y="274"/>
                  </a:cubicBezTo>
                  <a:lnTo>
                    <a:pt x="103" y="274"/>
                  </a:lnTo>
                  <a:close/>
                  <a:moveTo>
                    <a:pt x="103" y="76"/>
                  </a:moveTo>
                  <a:lnTo>
                    <a:pt x="103" y="196"/>
                  </a:lnTo>
                  <a:lnTo>
                    <a:pt x="152" y="196"/>
                  </a:lnTo>
                  <a:cubicBezTo>
                    <a:pt x="175" y="196"/>
                    <a:pt x="194" y="191"/>
                    <a:pt x="208" y="180"/>
                  </a:cubicBezTo>
                  <a:cubicBezTo>
                    <a:pt x="221" y="168"/>
                    <a:pt x="228" y="152"/>
                    <a:pt x="228" y="132"/>
                  </a:cubicBezTo>
                  <a:cubicBezTo>
                    <a:pt x="228" y="95"/>
                    <a:pt x="201" y="76"/>
                    <a:pt x="147" y="76"/>
                  </a:cubicBezTo>
                  <a:lnTo>
                    <a:pt x="103" y="76"/>
                  </a:lnTo>
                  <a:close/>
                  <a:moveTo>
                    <a:pt x="991" y="0"/>
                  </a:moveTo>
                  <a:lnTo>
                    <a:pt x="1371" y="0"/>
                  </a:lnTo>
                  <a:lnTo>
                    <a:pt x="1371" y="84"/>
                  </a:lnTo>
                  <a:lnTo>
                    <a:pt x="1233" y="84"/>
                  </a:lnTo>
                  <a:lnTo>
                    <a:pt x="1233" y="484"/>
                  </a:lnTo>
                  <a:lnTo>
                    <a:pt x="1129" y="484"/>
                  </a:lnTo>
                  <a:lnTo>
                    <a:pt x="1129" y="84"/>
                  </a:lnTo>
                  <a:lnTo>
                    <a:pt x="991" y="84"/>
                  </a:lnTo>
                  <a:lnTo>
                    <a:pt x="991" y="0"/>
                  </a:lnTo>
                  <a:close/>
                  <a:moveTo>
                    <a:pt x="820" y="0"/>
                  </a:moveTo>
                  <a:lnTo>
                    <a:pt x="923" y="0"/>
                  </a:lnTo>
                  <a:lnTo>
                    <a:pt x="923" y="484"/>
                  </a:lnTo>
                  <a:lnTo>
                    <a:pt x="820" y="484"/>
                  </a:lnTo>
                  <a:lnTo>
                    <a:pt x="820" y="0"/>
                  </a:lnTo>
                  <a:close/>
                  <a:moveTo>
                    <a:pt x="374" y="0"/>
                  </a:moveTo>
                  <a:lnTo>
                    <a:pt x="754" y="0"/>
                  </a:lnTo>
                  <a:lnTo>
                    <a:pt x="754" y="84"/>
                  </a:lnTo>
                  <a:lnTo>
                    <a:pt x="616" y="84"/>
                  </a:lnTo>
                  <a:lnTo>
                    <a:pt x="616" y="484"/>
                  </a:lnTo>
                  <a:lnTo>
                    <a:pt x="512" y="484"/>
                  </a:lnTo>
                  <a:lnTo>
                    <a:pt x="512" y="84"/>
                  </a:lnTo>
                  <a:lnTo>
                    <a:pt x="374" y="84"/>
                  </a:lnTo>
                  <a:lnTo>
                    <a:pt x="374" y="0"/>
                  </a:lnTo>
                  <a:close/>
                  <a:moveTo>
                    <a:pt x="0" y="0"/>
                  </a:moveTo>
                  <a:lnTo>
                    <a:pt x="172" y="0"/>
                  </a:lnTo>
                  <a:cubicBezTo>
                    <a:pt x="225" y="0"/>
                    <a:pt x="265" y="10"/>
                    <a:pt x="294" y="30"/>
                  </a:cubicBezTo>
                  <a:cubicBezTo>
                    <a:pt x="322" y="50"/>
                    <a:pt x="336" y="77"/>
                    <a:pt x="336" y="113"/>
                  </a:cubicBezTo>
                  <a:cubicBezTo>
                    <a:pt x="336" y="139"/>
                    <a:pt x="328" y="162"/>
                    <a:pt x="310" y="182"/>
                  </a:cubicBezTo>
                  <a:cubicBezTo>
                    <a:pt x="292" y="202"/>
                    <a:pt x="270" y="215"/>
                    <a:pt x="243" y="223"/>
                  </a:cubicBezTo>
                  <a:lnTo>
                    <a:pt x="243" y="224"/>
                  </a:lnTo>
                  <a:cubicBezTo>
                    <a:pt x="277" y="228"/>
                    <a:pt x="304" y="241"/>
                    <a:pt x="325" y="262"/>
                  </a:cubicBezTo>
                  <a:cubicBezTo>
                    <a:pt x="345" y="283"/>
                    <a:pt x="356" y="309"/>
                    <a:pt x="356" y="340"/>
                  </a:cubicBezTo>
                  <a:cubicBezTo>
                    <a:pt x="356" y="384"/>
                    <a:pt x="340" y="419"/>
                    <a:pt x="309" y="445"/>
                  </a:cubicBezTo>
                  <a:cubicBezTo>
                    <a:pt x="278" y="471"/>
                    <a:pt x="235" y="484"/>
                    <a:pt x="181" y="484"/>
                  </a:cubicBezTo>
                  <a:lnTo>
                    <a:pt x="0" y="484"/>
                  </a:lnTo>
                  <a:lnTo>
                    <a:pt x="0" y="0"/>
                  </a:lnTo>
                  <a:close/>
                </a:path>
              </a:pathLst>
            </a:custGeom>
            <a:solidFill>
              <a:srgbClr val="262626">
                <a:alpha val="100000"/>
              </a:srgbClr>
            </a:solidFill>
            <a:ln cap="flat">
              <a:noFill/>
              <a:prstDash val="solid"/>
              <a:miter lim="0"/>
            </a:ln>
          </p:spPr>
          <p:txBody>
            <a:bodyPr rtlCol="0"/>
            <a:lstStyle/>
            <a:p>
              <a:pPr algn="ctr"/>
              <a:endParaRPr lang="zh-CN" altLang="en-US"/>
            </a:p>
          </p:txBody>
        </p:sp>
        <p:sp>
          <p:nvSpPr>
            <p:cNvPr id="2236" name="path"/>
            <p:cNvSpPr/>
            <p:nvPr/>
          </p:nvSpPr>
          <p:spPr>
            <a:xfrm>
              <a:off x="0" y="0"/>
              <a:ext cx="884553" cy="321564"/>
            </a:xfrm>
            <a:custGeom>
              <a:avLst/>
              <a:gdLst/>
              <a:ahLst/>
              <a:cxnLst/>
              <a:rect l="0" t="0" r="0" b="0"/>
              <a:pathLst>
                <a:path w="1392" h="506">
                  <a:moveTo>
                    <a:pt x="114" y="285"/>
                  </a:moveTo>
                  <a:lnTo>
                    <a:pt x="114" y="418"/>
                  </a:lnTo>
                  <a:lnTo>
                    <a:pt x="175" y="418"/>
                  </a:lnTo>
                  <a:cubicBezTo>
                    <a:pt x="201" y="418"/>
                    <a:pt x="221" y="412"/>
                    <a:pt x="236" y="400"/>
                  </a:cubicBezTo>
                  <a:cubicBezTo>
                    <a:pt x="251" y="388"/>
                    <a:pt x="258" y="371"/>
                    <a:pt x="258" y="350"/>
                  </a:cubicBezTo>
                  <a:cubicBezTo>
                    <a:pt x="258" y="329"/>
                    <a:pt x="251" y="313"/>
                    <a:pt x="236" y="302"/>
                  </a:cubicBezTo>
                  <a:cubicBezTo>
                    <a:pt x="222" y="291"/>
                    <a:pt x="201" y="285"/>
                    <a:pt x="174" y="285"/>
                  </a:cubicBezTo>
                  <a:lnTo>
                    <a:pt x="114" y="285"/>
                  </a:lnTo>
                  <a:close/>
                  <a:moveTo>
                    <a:pt x="114" y="87"/>
                  </a:moveTo>
                  <a:lnTo>
                    <a:pt x="114" y="207"/>
                  </a:lnTo>
                  <a:lnTo>
                    <a:pt x="163" y="207"/>
                  </a:lnTo>
                  <a:cubicBezTo>
                    <a:pt x="186" y="207"/>
                    <a:pt x="205" y="202"/>
                    <a:pt x="218" y="190"/>
                  </a:cubicBezTo>
                  <a:cubicBezTo>
                    <a:pt x="232" y="179"/>
                    <a:pt x="239" y="163"/>
                    <a:pt x="239" y="143"/>
                  </a:cubicBezTo>
                  <a:cubicBezTo>
                    <a:pt x="239" y="106"/>
                    <a:pt x="212" y="87"/>
                    <a:pt x="157" y="87"/>
                  </a:cubicBezTo>
                  <a:lnTo>
                    <a:pt x="114" y="87"/>
                  </a:lnTo>
                  <a:close/>
                  <a:moveTo>
                    <a:pt x="1002" y="10"/>
                  </a:moveTo>
                  <a:lnTo>
                    <a:pt x="1382" y="10"/>
                  </a:lnTo>
                  <a:lnTo>
                    <a:pt x="1382" y="95"/>
                  </a:lnTo>
                  <a:lnTo>
                    <a:pt x="1243" y="95"/>
                  </a:lnTo>
                  <a:lnTo>
                    <a:pt x="1243" y="495"/>
                  </a:lnTo>
                  <a:lnTo>
                    <a:pt x="1140" y="495"/>
                  </a:lnTo>
                  <a:lnTo>
                    <a:pt x="1140" y="95"/>
                  </a:lnTo>
                  <a:lnTo>
                    <a:pt x="1002" y="95"/>
                  </a:lnTo>
                  <a:lnTo>
                    <a:pt x="1002" y="10"/>
                  </a:lnTo>
                  <a:close/>
                  <a:moveTo>
                    <a:pt x="831" y="10"/>
                  </a:moveTo>
                  <a:lnTo>
                    <a:pt x="934" y="10"/>
                  </a:lnTo>
                  <a:lnTo>
                    <a:pt x="934" y="495"/>
                  </a:lnTo>
                  <a:lnTo>
                    <a:pt x="831" y="495"/>
                  </a:lnTo>
                  <a:lnTo>
                    <a:pt x="831" y="10"/>
                  </a:lnTo>
                  <a:close/>
                  <a:moveTo>
                    <a:pt x="385" y="10"/>
                  </a:moveTo>
                  <a:lnTo>
                    <a:pt x="765" y="10"/>
                  </a:lnTo>
                  <a:lnTo>
                    <a:pt x="765" y="95"/>
                  </a:lnTo>
                  <a:lnTo>
                    <a:pt x="626" y="95"/>
                  </a:lnTo>
                  <a:lnTo>
                    <a:pt x="626" y="495"/>
                  </a:lnTo>
                  <a:lnTo>
                    <a:pt x="523" y="495"/>
                  </a:lnTo>
                  <a:lnTo>
                    <a:pt x="523" y="95"/>
                  </a:lnTo>
                  <a:lnTo>
                    <a:pt x="385" y="95"/>
                  </a:lnTo>
                  <a:lnTo>
                    <a:pt x="385" y="10"/>
                  </a:lnTo>
                  <a:close/>
                  <a:moveTo>
                    <a:pt x="10" y="10"/>
                  </a:moveTo>
                  <a:lnTo>
                    <a:pt x="182" y="10"/>
                  </a:lnTo>
                  <a:cubicBezTo>
                    <a:pt x="235" y="10"/>
                    <a:pt x="276" y="21"/>
                    <a:pt x="305" y="41"/>
                  </a:cubicBezTo>
                  <a:cubicBezTo>
                    <a:pt x="333" y="61"/>
                    <a:pt x="347" y="88"/>
                    <a:pt x="347" y="124"/>
                  </a:cubicBezTo>
                  <a:cubicBezTo>
                    <a:pt x="347" y="150"/>
                    <a:pt x="338" y="173"/>
                    <a:pt x="321" y="193"/>
                  </a:cubicBezTo>
                  <a:cubicBezTo>
                    <a:pt x="303" y="213"/>
                    <a:pt x="281" y="226"/>
                    <a:pt x="254" y="234"/>
                  </a:cubicBezTo>
                  <a:lnTo>
                    <a:pt x="254" y="235"/>
                  </a:lnTo>
                  <a:cubicBezTo>
                    <a:pt x="287" y="239"/>
                    <a:pt x="315" y="252"/>
                    <a:pt x="336" y="272"/>
                  </a:cubicBezTo>
                  <a:cubicBezTo>
                    <a:pt x="356" y="293"/>
                    <a:pt x="367" y="320"/>
                    <a:pt x="367" y="351"/>
                  </a:cubicBezTo>
                  <a:cubicBezTo>
                    <a:pt x="367" y="395"/>
                    <a:pt x="351" y="430"/>
                    <a:pt x="320" y="456"/>
                  </a:cubicBezTo>
                  <a:cubicBezTo>
                    <a:pt x="288" y="482"/>
                    <a:pt x="246" y="495"/>
                    <a:pt x="191" y="495"/>
                  </a:cubicBezTo>
                  <a:lnTo>
                    <a:pt x="10" y="495"/>
                  </a:lnTo>
                  <a:lnTo>
                    <a:pt x="10" y="10"/>
                  </a:lnTo>
                  <a:close/>
                </a:path>
              </a:pathLst>
            </a:custGeom>
            <a:noFill/>
            <a:ln w="13716" cap="flat">
              <a:solidFill>
                <a:srgbClr val="FFFFFF">
                  <a:alpha val="100000"/>
                </a:srgbClr>
              </a:solidFill>
              <a:prstDash val="solid"/>
              <a:round/>
            </a:ln>
          </p:spPr>
          <p:txBody>
            <a:bodyPr rtlCol="0"/>
            <a:lstStyle/>
            <a:p>
              <a:pPr algn="ctr"/>
              <a:endParaRPr lang="zh-CN" altLang="en-US"/>
            </a:p>
          </p:txBody>
        </p:sp>
      </p:grpSp>
      <p:sp>
        <p:nvSpPr>
          <p:cNvPr id="2238" name="textbox 2238"/>
          <p:cNvSpPr/>
          <p:nvPr>
            <p:custDataLst>
              <p:tags r:id="rId16"/>
            </p:custDataLst>
          </p:nvPr>
        </p:nvSpPr>
        <p:spPr>
          <a:xfrm>
            <a:off x="2029009" y="5298562"/>
            <a:ext cx="1352550" cy="227329"/>
          </a:xfrm>
          <a:prstGeom prst="rect">
            <a:avLst/>
          </a:prstGeom>
        </p:spPr>
        <p:txBody>
          <a:bodyPr vert="horz" wrap="square" lIns="0" tIns="0" rIns="0" bIns="0">
            <a:normAutofit/>
          </a:bodyPr>
          <a:lstStyle/>
          <a:p>
            <a:pPr algn="l" rtl="0" eaLnBrk="0">
              <a:lnSpc>
                <a:spcPct val="90000"/>
              </a:lnSpc>
            </a:pPr>
            <a:endParaRPr lang="en-US" altLang="en-US" sz="100" dirty="0">
              <a:solidFill>
                <a:schemeClr val="lt1"/>
              </a:solidFill>
            </a:endParaRPr>
          </a:p>
          <a:p>
            <a:pPr marL="101600" algn="l" rtl="0" eaLnBrk="0">
              <a:lnSpc>
                <a:spcPct val="94000"/>
              </a:lnSpc>
            </a:pPr>
            <a:r>
              <a:rPr sz="1400" kern="0" spc="-110" dirty="0">
                <a:ln w="5094" cap="flat" cmpd="sng">
                  <a:solidFill>
                    <a:srgbClr val="FFFFFF">
                      <a:alpha val="100000"/>
                    </a:srgbClr>
                  </a:solidFill>
                  <a:prstDash val="solid"/>
                  <a:round/>
                </a:ln>
                <a:solidFill>
                  <a:schemeClr val="lt1"/>
                </a:solidFill>
                <a:cs typeface="黑体" panose="02010609060101010101" charset="-122"/>
              </a:rPr>
              <a:t>“系统不稳定”</a:t>
            </a:r>
            <a:endParaRPr lang="en-US" altLang="en-US" sz="1400" kern="0" spc="-110" dirty="0">
              <a:ln w="5094" cap="flat" cmpd="sng">
                <a:solidFill>
                  <a:srgbClr val="FFFFFF">
                    <a:alpha val="100000"/>
                  </a:srgbClr>
                </a:solidFill>
                <a:prstDash val="solid"/>
                <a:round/>
              </a:ln>
              <a:solidFill>
                <a:schemeClr val="lt1"/>
              </a:solidFill>
              <a:cs typeface="黑体" panose="02010609060101010101" charset="-122"/>
            </a:endParaRPr>
          </a:p>
        </p:txBody>
      </p:sp>
      <p:sp>
        <p:nvSpPr>
          <p:cNvPr id="2240" name="path"/>
          <p:cNvSpPr/>
          <p:nvPr/>
        </p:nvSpPr>
        <p:spPr>
          <a:xfrm>
            <a:off x="1077468" y="5513832"/>
            <a:ext cx="292608" cy="505968"/>
          </a:xfrm>
          <a:custGeom>
            <a:avLst/>
            <a:gdLst/>
            <a:ahLst/>
            <a:cxnLst/>
            <a:rect l="0" t="0" r="0" b="0"/>
            <a:pathLst>
              <a:path w="460" h="796">
                <a:moveTo>
                  <a:pt x="30" y="766"/>
                </a:moveTo>
                <a:lnTo>
                  <a:pt x="230" y="30"/>
                </a:lnTo>
                <a:lnTo>
                  <a:pt x="430" y="766"/>
                </a:lnTo>
                <a:lnTo>
                  <a:pt x="30" y="766"/>
                </a:lnTo>
                <a:close/>
              </a:path>
            </a:pathLst>
          </a:custGeom>
          <a:noFill/>
          <a:ln w="38100" cap="flat">
            <a:solidFill>
              <a:srgbClr val="FF9900">
                <a:alpha val="100000"/>
              </a:srgbClr>
            </a:solidFill>
            <a:prstDash val="solid"/>
            <a:miter lim="800000"/>
          </a:ln>
        </p:spPr>
        <p:txBody>
          <a:bodyPr rtlCol="0"/>
          <a:lstStyle/>
          <a:p>
            <a:pPr algn="ctr"/>
            <a:endParaRPr lang="zh-CN" altLang="en-US"/>
          </a:p>
        </p:txBody>
      </p:sp>
      <p:sp>
        <p:nvSpPr>
          <p:cNvPr id="2242" name="path"/>
          <p:cNvSpPr/>
          <p:nvPr/>
        </p:nvSpPr>
        <p:spPr>
          <a:xfrm>
            <a:off x="608076" y="5643371"/>
            <a:ext cx="292607" cy="505968"/>
          </a:xfrm>
          <a:custGeom>
            <a:avLst/>
            <a:gdLst/>
            <a:ahLst/>
            <a:cxnLst/>
            <a:rect l="0" t="0" r="0" b="0"/>
            <a:pathLst>
              <a:path w="460" h="796">
                <a:moveTo>
                  <a:pt x="30" y="766"/>
                </a:moveTo>
                <a:lnTo>
                  <a:pt x="230" y="30"/>
                </a:lnTo>
                <a:lnTo>
                  <a:pt x="430" y="766"/>
                </a:lnTo>
                <a:lnTo>
                  <a:pt x="30" y="766"/>
                </a:lnTo>
                <a:close/>
              </a:path>
            </a:pathLst>
          </a:custGeom>
          <a:noFill/>
          <a:ln w="38100" cap="flat">
            <a:solidFill>
              <a:srgbClr val="1E79BE">
                <a:alpha val="100000"/>
              </a:srgbClr>
            </a:solidFill>
            <a:prstDash val="solid"/>
            <a:miter lim="800000"/>
          </a:ln>
        </p:spPr>
        <p:txBody>
          <a:bodyPr rtlCol="0"/>
          <a:lstStyle/>
          <a:p>
            <a:pPr algn="ctr"/>
            <a:endParaRPr lang="zh-CN" altLang="en-US"/>
          </a:p>
        </p:txBody>
      </p:sp>
      <p:sp>
        <p:nvSpPr>
          <p:cNvPr id="2244" name="rect"/>
          <p:cNvSpPr/>
          <p:nvPr/>
        </p:nvSpPr>
        <p:spPr>
          <a:xfrm>
            <a:off x="1814956" y="5055298"/>
            <a:ext cx="4854194" cy="28575"/>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2246" name="path"/>
          <p:cNvSpPr/>
          <p:nvPr/>
        </p:nvSpPr>
        <p:spPr>
          <a:xfrm>
            <a:off x="1839214" y="3260026"/>
            <a:ext cx="4805680" cy="28575"/>
          </a:xfrm>
          <a:custGeom>
            <a:avLst/>
            <a:gdLst/>
            <a:ahLst/>
            <a:cxnLst/>
            <a:rect l="0" t="0" r="0" b="0"/>
            <a:pathLst>
              <a:path w="7568" h="45">
                <a:moveTo>
                  <a:pt x="7568" y="22"/>
                </a:moveTo>
                <a:lnTo>
                  <a:pt x="0" y="22"/>
                </a:lnTo>
              </a:path>
            </a:pathLst>
          </a:custGeom>
          <a:noFill/>
          <a:ln w="28575" cap="flat">
            <a:solidFill>
              <a:srgbClr val="BFBFBF">
                <a:alpha val="100000"/>
              </a:srgbClr>
            </a:solidFill>
            <a:prstDash val="solid"/>
            <a:round/>
          </a:ln>
        </p:spPr>
        <p:txBody>
          <a:bodyPr rtlCol="0"/>
          <a:lstStyle/>
          <a:p>
            <a:pPr algn="ctr"/>
            <a:endParaRPr lang="zh-CN" altLang="en-US"/>
          </a:p>
        </p:txBody>
      </p:sp>
      <p:grpSp>
        <p:nvGrpSpPr>
          <p:cNvPr id="210" name="group 210"/>
          <p:cNvGrpSpPr/>
          <p:nvPr/>
        </p:nvGrpSpPr>
        <p:grpSpPr>
          <a:xfrm rot="21600000">
            <a:off x="848868" y="5423916"/>
            <a:ext cx="251459" cy="394715"/>
            <a:chOff x="0" y="0"/>
            <a:chExt cx="251459" cy="394715"/>
          </a:xfrm>
        </p:grpSpPr>
        <p:sp>
          <p:nvSpPr>
            <p:cNvPr id="2248" name="path"/>
            <p:cNvSpPr/>
            <p:nvPr/>
          </p:nvSpPr>
          <p:spPr>
            <a:xfrm>
              <a:off x="19050" y="19050"/>
              <a:ext cx="213359" cy="356615"/>
            </a:xfrm>
            <a:custGeom>
              <a:avLst/>
              <a:gdLst/>
              <a:ahLst/>
              <a:cxnLst/>
              <a:rect l="0" t="0" r="0" b="0"/>
              <a:pathLst>
                <a:path w="335" h="561">
                  <a:moveTo>
                    <a:pt x="0" y="561"/>
                  </a:moveTo>
                  <a:lnTo>
                    <a:pt x="167" y="0"/>
                  </a:lnTo>
                  <a:lnTo>
                    <a:pt x="335" y="561"/>
                  </a:lnTo>
                  <a:lnTo>
                    <a:pt x="0" y="561"/>
                  </a:lnTo>
                  <a:close/>
                </a:path>
              </a:pathLst>
            </a:custGeom>
            <a:solidFill>
              <a:srgbClr val="EAEAEA">
                <a:alpha val="100000"/>
              </a:srgbClr>
            </a:solidFill>
            <a:ln cap="flat">
              <a:noFill/>
              <a:prstDash val="solid"/>
              <a:miter lim="0"/>
            </a:ln>
          </p:spPr>
          <p:txBody>
            <a:bodyPr rtlCol="0"/>
            <a:lstStyle/>
            <a:p>
              <a:pPr algn="ctr"/>
              <a:endParaRPr lang="zh-CN" altLang="en-US"/>
            </a:p>
          </p:txBody>
        </p:sp>
        <p:sp>
          <p:nvSpPr>
            <p:cNvPr id="2250" name="path"/>
            <p:cNvSpPr/>
            <p:nvPr/>
          </p:nvSpPr>
          <p:spPr>
            <a:xfrm>
              <a:off x="0" y="0"/>
              <a:ext cx="251459" cy="394715"/>
            </a:xfrm>
            <a:custGeom>
              <a:avLst/>
              <a:gdLst/>
              <a:ahLst/>
              <a:cxnLst/>
              <a:rect l="0" t="0" r="0" b="0"/>
              <a:pathLst>
                <a:path w="395" h="621">
                  <a:moveTo>
                    <a:pt x="30" y="591"/>
                  </a:moveTo>
                  <a:lnTo>
                    <a:pt x="197" y="30"/>
                  </a:lnTo>
                  <a:lnTo>
                    <a:pt x="365" y="591"/>
                  </a:lnTo>
                  <a:lnTo>
                    <a:pt x="30" y="591"/>
                  </a:lnTo>
                  <a:close/>
                </a:path>
              </a:pathLst>
            </a:custGeom>
            <a:noFill/>
            <a:ln w="38100" cap="flat">
              <a:solidFill>
                <a:srgbClr val="009900">
                  <a:alpha val="100000"/>
                </a:srgbClr>
              </a:solidFill>
              <a:prstDash val="solid"/>
              <a:miter lim="800000"/>
            </a:ln>
          </p:spPr>
          <p:txBody>
            <a:bodyPr rtlCol="0"/>
            <a:lstStyle/>
            <a:p>
              <a:pPr algn="ctr"/>
              <a:endParaRPr lang="zh-CN" altLang="en-US"/>
            </a:p>
          </p:txBody>
        </p:sp>
      </p:grpSp>
      <p:sp>
        <p:nvSpPr>
          <p:cNvPr id="2252" name="rect"/>
          <p:cNvSpPr/>
          <p:nvPr/>
        </p:nvSpPr>
        <p:spPr>
          <a:xfrm>
            <a:off x="6774370" y="1554226"/>
            <a:ext cx="28575" cy="1576323"/>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2254" name="rect"/>
          <p:cNvSpPr/>
          <p:nvPr/>
        </p:nvSpPr>
        <p:spPr>
          <a:xfrm>
            <a:off x="1681162" y="1554226"/>
            <a:ext cx="28575" cy="1576323"/>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2256" name="path"/>
          <p:cNvSpPr/>
          <p:nvPr/>
        </p:nvSpPr>
        <p:spPr>
          <a:xfrm>
            <a:off x="2009901" y="5577649"/>
            <a:ext cx="4371340" cy="9525"/>
          </a:xfrm>
          <a:custGeom>
            <a:avLst/>
            <a:gdLst/>
            <a:ahLst/>
            <a:cxnLst/>
            <a:rect l="0" t="0" r="0" b="0"/>
            <a:pathLst>
              <a:path w="6884" h="15">
                <a:moveTo>
                  <a:pt x="6884" y="7"/>
                </a:moveTo>
                <a:lnTo>
                  <a:pt x="0" y="7"/>
                </a:lnTo>
              </a:path>
            </a:pathLst>
          </a:custGeom>
          <a:noFill/>
          <a:ln w="9525" cap="flat">
            <a:solidFill>
              <a:srgbClr val="BFBFBF">
                <a:alpha val="100000"/>
              </a:srgbClr>
            </a:solidFill>
            <a:prstDash val="solid"/>
            <a:round/>
          </a:ln>
        </p:spPr>
        <p:txBody>
          <a:bodyPr rtlCol="0"/>
          <a:lstStyle/>
          <a:p>
            <a:pPr algn="ctr"/>
            <a:endParaRPr lang="zh-CN" altLang="en-US"/>
          </a:p>
        </p:txBody>
      </p:sp>
      <p:sp>
        <p:nvSpPr>
          <p:cNvPr id="2258" name="path"/>
          <p:cNvSpPr/>
          <p:nvPr/>
        </p:nvSpPr>
        <p:spPr>
          <a:xfrm>
            <a:off x="1681162" y="3116262"/>
            <a:ext cx="172339" cy="172339"/>
          </a:xfrm>
          <a:custGeom>
            <a:avLst/>
            <a:gdLst/>
            <a:ahLst/>
            <a:cxnLst/>
            <a:rect l="0" t="0" r="0" b="0"/>
            <a:pathLst>
              <a:path w="271" h="271">
                <a:moveTo>
                  <a:pt x="248" y="248"/>
                </a:moveTo>
                <a:cubicBezTo>
                  <a:pt x="123" y="248"/>
                  <a:pt x="22" y="147"/>
                  <a:pt x="22" y="22"/>
                </a:cubicBezTo>
              </a:path>
            </a:pathLst>
          </a:custGeom>
          <a:noFill/>
          <a:ln w="28575" cap="flat">
            <a:solidFill>
              <a:srgbClr val="BFBFBF">
                <a:alpha val="100000"/>
              </a:srgbClr>
            </a:solidFill>
            <a:prstDash val="solid"/>
            <a:round/>
          </a:ln>
        </p:spPr>
        <p:txBody>
          <a:bodyPr rtlCol="0"/>
          <a:lstStyle/>
          <a:p>
            <a:pPr algn="ctr"/>
            <a:endParaRPr lang="zh-CN" altLang="en-US"/>
          </a:p>
        </p:txBody>
      </p:sp>
      <p:sp>
        <p:nvSpPr>
          <p:cNvPr id="2260" name="path"/>
          <p:cNvSpPr/>
          <p:nvPr/>
        </p:nvSpPr>
        <p:spPr>
          <a:xfrm>
            <a:off x="1681162" y="1396174"/>
            <a:ext cx="172339" cy="172339"/>
          </a:xfrm>
          <a:custGeom>
            <a:avLst/>
            <a:gdLst/>
            <a:ahLst/>
            <a:cxnLst/>
            <a:rect l="0" t="0" r="0" b="0"/>
            <a:pathLst>
              <a:path w="271" h="271">
                <a:moveTo>
                  <a:pt x="22" y="248"/>
                </a:moveTo>
                <a:cubicBezTo>
                  <a:pt x="22" y="123"/>
                  <a:pt x="123" y="22"/>
                  <a:pt x="248" y="22"/>
                </a:cubicBezTo>
              </a:path>
            </a:pathLst>
          </a:custGeom>
          <a:noFill/>
          <a:ln w="28575" cap="flat">
            <a:solidFill>
              <a:srgbClr val="BFBFBF">
                <a:alpha val="100000"/>
              </a:srgbClr>
            </a:solidFill>
            <a:prstDash val="solid"/>
            <a:round/>
          </a:ln>
        </p:spPr>
        <p:txBody>
          <a:bodyPr rtlCol="0"/>
          <a:lstStyle/>
          <a:p>
            <a:pPr algn="ctr"/>
            <a:endParaRPr lang="zh-CN" altLang="en-US"/>
          </a:p>
        </p:txBody>
      </p:sp>
      <p:sp>
        <p:nvSpPr>
          <p:cNvPr id="2262" name="path"/>
          <p:cNvSpPr/>
          <p:nvPr/>
        </p:nvSpPr>
        <p:spPr>
          <a:xfrm>
            <a:off x="6630606" y="1396174"/>
            <a:ext cx="172338" cy="172339"/>
          </a:xfrm>
          <a:custGeom>
            <a:avLst/>
            <a:gdLst/>
            <a:ahLst/>
            <a:cxnLst/>
            <a:rect l="0" t="0" r="0" b="0"/>
            <a:pathLst>
              <a:path w="271" h="271">
                <a:moveTo>
                  <a:pt x="22" y="22"/>
                </a:moveTo>
                <a:cubicBezTo>
                  <a:pt x="147" y="22"/>
                  <a:pt x="248" y="123"/>
                  <a:pt x="248" y="248"/>
                </a:cubicBezTo>
              </a:path>
            </a:pathLst>
          </a:custGeom>
          <a:noFill/>
          <a:ln w="28575" cap="flat">
            <a:solidFill>
              <a:srgbClr val="BFBFBF">
                <a:alpha val="100000"/>
              </a:srgbClr>
            </a:solidFill>
            <a:prstDash val="solid"/>
            <a:round/>
          </a:ln>
        </p:spPr>
        <p:txBody>
          <a:bodyPr rtlCol="0"/>
          <a:lstStyle/>
          <a:p>
            <a:pPr algn="ctr"/>
            <a:endParaRPr lang="zh-CN" altLang="en-US"/>
          </a:p>
        </p:txBody>
      </p:sp>
      <p:sp>
        <p:nvSpPr>
          <p:cNvPr id="2264" name="path"/>
          <p:cNvSpPr/>
          <p:nvPr/>
        </p:nvSpPr>
        <p:spPr>
          <a:xfrm>
            <a:off x="6630606" y="3116262"/>
            <a:ext cx="172338" cy="172339"/>
          </a:xfrm>
          <a:custGeom>
            <a:avLst/>
            <a:gdLst/>
            <a:ahLst/>
            <a:cxnLst/>
            <a:rect l="0" t="0" r="0" b="0"/>
            <a:pathLst>
              <a:path w="271" h="271">
                <a:moveTo>
                  <a:pt x="248" y="22"/>
                </a:moveTo>
                <a:cubicBezTo>
                  <a:pt x="248" y="147"/>
                  <a:pt x="147" y="248"/>
                  <a:pt x="22" y="248"/>
                </a:cubicBezTo>
              </a:path>
            </a:pathLst>
          </a:custGeom>
          <a:noFill/>
          <a:ln w="28575" cap="flat">
            <a:solidFill>
              <a:srgbClr val="BFBFBF">
                <a:alpha val="100000"/>
              </a:srgbClr>
            </a:solidFill>
            <a:prstDash val="solid"/>
            <a:round/>
          </a:ln>
        </p:spPr>
        <p:txBody>
          <a:bodyPr rtlCol="0"/>
          <a:lstStyle/>
          <a:p>
            <a:pPr algn="ctr"/>
            <a:endParaRPr lang="zh-CN" altLang="en-US"/>
          </a:p>
        </p:txBody>
      </p:sp>
      <p:sp>
        <p:nvSpPr>
          <p:cNvPr id="2266" name="rect"/>
          <p:cNvSpPr/>
          <p:nvPr/>
        </p:nvSpPr>
        <p:spPr>
          <a:xfrm>
            <a:off x="1681162" y="3939413"/>
            <a:ext cx="28575" cy="1010666"/>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2268" name="rect"/>
          <p:cNvSpPr/>
          <p:nvPr/>
        </p:nvSpPr>
        <p:spPr>
          <a:xfrm>
            <a:off x="6774370" y="3939413"/>
            <a:ext cx="28575" cy="1010666"/>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2270" name="path"/>
          <p:cNvSpPr/>
          <p:nvPr/>
        </p:nvSpPr>
        <p:spPr>
          <a:xfrm>
            <a:off x="1681162" y="3805618"/>
            <a:ext cx="148081" cy="148082"/>
          </a:xfrm>
          <a:custGeom>
            <a:avLst/>
            <a:gdLst/>
            <a:ahLst/>
            <a:cxnLst/>
            <a:rect l="0" t="0" r="0" b="0"/>
            <a:pathLst>
              <a:path w="233" h="233">
                <a:moveTo>
                  <a:pt x="22" y="210"/>
                </a:moveTo>
                <a:cubicBezTo>
                  <a:pt x="22" y="106"/>
                  <a:pt x="106" y="22"/>
                  <a:pt x="210" y="22"/>
                </a:cubicBezTo>
              </a:path>
            </a:pathLst>
          </a:custGeom>
          <a:noFill/>
          <a:ln w="28575" cap="flat">
            <a:solidFill>
              <a:srgbClr val="BFBFBF">
                <a:alpha val="100000"/>
              </a:srgbClr>
            </a:solidFill>
            <a:prstDash val="solid"/>
            <a:round/>
          </a:ln>
        </p:spPr>
        <p:txBody>
          <a:bodyPr rtlCol="0"/>
          <a:lstStyle/>
          <a:p>
            <a:pPr algn="ctr"/>
            <a:endParaRPr lang="zh-CN" altLang="en-US"/>
          </a:p>
        </p:txBody>
      </p:sp>
      <p:sp>
        <p:nvSpPr>
          <p:cNvPr id="2272" name="path"/>
          <p:cNvSpPr/>
          <p:nvPr/>
        </p:nvSpPr>
        <p:spPr>
          <a:xfrm>
            <a:off x="1681162" y="4935791"/>
            <a:ext cx="148081" cy="148081"/>
          </a:xfrm>
          <a:custGeom>
            <a:avLst/>
            <a:gdLst/>
            <a:ahLst/>
            <a:cxnLst/>
            <a:rect l="0" t="0" r="0" b="0"/>
            <a:pathLst>
              <a:path w="233" h="233">
                <a:moveTo>
                  <a:pt x="210" y="210"/>
                </a:moveTo>
                <a:cubicBezTo>
                  <a:pt x="106" y="210"/>
                  <a:pt x="22" y="126"/>
                  <a:pt x="22" y="22"/>
                </a:cubicBezTo>
              </a:path>
            </a:pathLst>
          </a:custGeom>
          <a:noFill/>
          <a:ln w="28575" cap="flat">
            <a:solidFill>
              <a:srgbClr val="BFBFBF">
                <a:alpha val="100000"/>
              </a:srgbClr>
            </a:solidFill>
            <a:prstDash val="solid"/>
            <a:round/>
          </a:ln>
        </p:spPr>
        <p:txBody>
          <a:bodyPr rtlCol="0"/>
          <a:lstStyle/>
          <a:p>
            <a:pPr algn="ctr"/>
            <a:endParaRPr lang="zh-CN" altLang="en-US"/>
          </a:p>
        </p:txBody>
      </p:sp>
      <p:sp>
        <p:nvSpPr>
          <p:cNvPr id="2274" name="path"/>
          <p:cNvSpPr/>
          <p:nvPr/>
        </p:nvSpPr>
        <p:spPr>
          <a:xfrm>
            <a:off x="6654863" y="3805618"/>
            <a:ext cx="148081" cy="148082"/>
          </a:xfrm>
          <a:custGeom>
            <a:avLst/>
            <a:gdLst/>
            <a:ahLst/>
            <a:cxnLst/>
            <a:rect l="0" t="0" r="0" b="0"/>
            <a:pathLst>
              <a:path w="233" h="233">
                <a:moveTo>
                  <a:pt x="22" y="22"/>
                </a:moveTo>
                <a:cubicBezTo>
                  <a:pt x="126" y="22"/>
                  <a:pt x="210" y="106"/>
                  <a:pt x="210" y="210"/>
                </a:cubicBezTo>
              </a:path>
            </a:pathLst>
          </a:custGeom>
          <a:noFill/>
          <a:ln w="28575" cap="flat">
            <a:solidFill>
              <a:srgbClr val="BFBFBF">
                <a:alpha val="100000"/>
              </a:srgbClr>
            </a:solidFill>
            <a:prstDash val="solid"/>
            <a:round/>
          </a:ln>
        </p:spPr>
        <p:txBody>
          <a:bodyPr rtlCol="0"/>
          <a:lstStyle/>
          <a:p>
            <a:pPr algn="ctr"/>
            <a:endParaRPr lang="zh-CN" altLang="en-US"/>
          </a:p>
        </p:txBody>
      </p:sp>
      <p:sp>
        <p:nvSpPr>
          <p:cNvPr id="2276" name="path"/>
          <p:cNvSpPr/>
          <p:nvPr/>
        </p:nvSpPr>
        <p:spPr>
          <a:xfrm>
            <a:off x="6654863" y="4935791"/>
            <a:ext cx="148081" cy="148081"/>
          </a:xfrm>
          <a:custGeom>
            <a:avLst/>
            <a:gdLst/>
            <a:ahLst/>
            <a:cxnLst/>
            <a:rect l="0" t="0" r="0" b="0"/>
            <a:pathLst>
              <a:path w="233" h="233">
                <a:moveTo>
                  <a:pt x="210" y="22"/>
                </a:moveTo>
                <a:cubicBezTo>
                  <a:pt x="210" y="126"/>
                  <a:pt x="126" y="210"/>
                  <a:pt x="22" y="210"/>
                </a:cubicBezTo>
              </a:path>
            </a:pathLst>
          </a:custGeom>
          <a:noFill/>
          <a:ln w="28575" cap="flat">
            <a:solidFill>
              <a:srgbClr val="BFBFBF">
                <a:alpha val="100000"/>
              </a:srgbClr>
            </a:solidFill>
            <a:prstDash val="solid"/>
            <a:round/>
          </a:ln>
        </p:spPr>
        <p:txBody>
          <a:bodyPr rtlCol="0"/>
          <a:lstStyle/>
          <a:p>
            <a:pPr algn="ctr"/>
            <a:endParaRPr lang="zh-CN" altLang="en-US"/>
          </a:p>
        </p:txBody>
      </p:sp>
      <p:sp>
        <p:nvSpPr>
          <p:cNvPr id="2278" name="path"/>
          <p:cNvSpPr/>
          <p:nvPr/>
        </p:nvSpPr>
        <p:spPr>
          <a:xfrm>
            <a:off x="6376479" y="5213413"/>
            <a:ext cx="108331" cy="108331"/>
          </a:xfrm>
          <a:custGeom>
            <a:avLst/>
            <a:gdLst/>
            <a:ahLst/>
            <a:cxnLst/>
            <a:rect l="0" t="0" r="0" b="0"/>
            <a:pathLst>
              <a:path w="170" h="170">
                <a:moveTo>
                  <a:pt x="7" y="7"/>
                </a:moveTo>
                <a:cubicBezTo>
                  <a:pt x="93" y="7"/>
                  <a:pt x="163" y="77"/>
                  <a:pt x="163" y="163"/>
                </a:cubicBezTo>
              </a:path>
            </a:pathLst>
          </a:custGeom>
          <a:noFill/>
          <a:ln w="9525" cap="flat">
            <a:solidFill>
              <a:srgbClr val="BFBFBF">
                <a:alpha val="100000"/>
              </a:srgbClr>
            </a:solidFill>
            <a:prstDash val="solid"/>
            <a:round/>
          </a:ln>
        </p:spPr>
        <p:txBody>
          <a:bodyPr rtlCol="0"/>
          <a:lstStyle/>
          <a:p>
            <a:pPr algn="ctr"/>
            <a:endParaRPr lang="zh-CN" altLang="en-US"/>
          </a:p>
        </p:txBody>
      </p:sp>
      <p:sp>
        <p:nvSpPr>
          <p:cNvPr id="2280" name="path"/>
          <p:cNvSpPr/>
          <p:nvPr/>
        </p:nvSpPr>
        <p:spPr>
          <a:xfrm>
            <a:off x="1906333" y="5213413"/>
            <a:ext cx="108330" cy="108331"/>
          </a:xfrm>
          <a:custGeom>
            <a:avLst/>
            <a:gdLst/>
            <a:ahLst/>
            <a:cxnLst/>
            <a:rect l="0" t="0" r="0" b="0"/>
            <a:pathLst>
              <a:path w="170" h="170">
                <a:moveTo>
                  <a:pt x="7" y="163"/>
                </a:moveTo>
                <a:cubicBezTo>
                  <a:pt x="7" y="77"/>
                  <a:pt x="77" y="7"/>
                  <a:pt x="163" y="7"/>
                </a:cubicBezTo>
              </a:path>
            </a:pathLst>
          </a:custGeom>
          <a:noFill/>
          <a:ln w="9525" cap="flat">
            <a:solidFill>
              <a:srgbClr val="BFBFBF">
                <a:alpha val="100000"/>
              </a:srgbClr>
            </a:solidFill>
            <a:prstDash val="solid"/>
            <a:round/>
          </a:ln>
        </p:spPr>
        <p:txBody>
          <a:bodyPr rtlCol="0"/>
          <a:lstStyle/>
          <a:p>
            <a:pPr algn="ctr"/>
            <a:endParaRPr lang="zh-CN" altLang="en-US"/>
          </a:p>
        </p:txBody>
      </p:sp>
    </p:spTree>
    <p:custDataLst>
      <p:tags r:id="rId17"/>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82" name="table 2282"/>
          <p:cNvGraphicFramePr>
            <a:graphicFrameLocks noGrp="1"/>
          </p:cNvGraphicFramePr>
          <p:nvPr>
            <p:custDataLst>
              <p:tags r:id="rId1"/>
            </p:custDataLst>
          </p:nvPr>
        </p:nvGraphicFramePr>
        <p:xfrm>
          <a:off x="2088133" y="4395470"/>
          <a:ext cx="8987790" cy="1734820"/>
        </p:xfrm>
        <a:graphic>
          <a:graphicData uri="http://schemas.openxmlformats.org/drawingml/2006/table">
            <a:tbl>
              <a:tblPr>
                <a:solidFill>
                  <a:srgbClr val="EDEDED"/>
                </a:solidFill>
              </a:tblPr>
              <a:tblGrid>
                <a:gridCol w="8987790"/>
              </a:tblGrid>
              <a:tr h="1709420">
                <a:tc>
                  <a:txBody>
                    <a:bodyPr/>
                    <a:lstStyle/>
                    <a:p>
                      <a:pPr algn="l" rtl="0" eaLnBrk="0">
                        <a:lnSpc>
                          <a:spcPct val="113000"/>
                        </a:lnSpc>
                      </a:pPr>
                      <a:endParaRPr lang="en-US" altLang="en-US" sz="400" dirty="0"/>
                    </a:p>
                    <a:p>
                      <a:pPr marL="457835" indent="-263525" algn="l" rtl="0" eaLnBrk="0">
                        <a:lnSpc>
                          <a:spcPct val="101000"/>
                        </a:lnSpc>
                        <a:spcBef>
                          <a:spcPts val="0"/>
                        </a:spcBef>
                      </a:pPr>
                      <a:r>
                        <a:rPr sz="1200" kern="0" spc="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省内网络有一个很重要</a:t>
                      </a:r>
                      <a:r>
                        <a:rPr sz="1200" kern="0" spc="-10" dirty="0">
                          <a:solidFill>
                            <a:srgbClr val="000000">
                              <a:alpha val="100000"/>
                            </a:srgbClr>
                          </a:solidFill>
                          <a:cs typeface="微软雅黑" panose="020B0503020204020204" charset="-122"/>
                        </a:rPr>
                        <a:t>的数据指标</a:t>
                      </a:r>
                      <a:r>
                        <a:rPr sz="1200" kern="0" spc="17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，是长途运费占比，开始说做，做了好久，催的时候说做不了，到现在还是省区手工在算         </a:t>
                      </a:r>
                      <a:r>
                        <a:rPr sz="1100" kern="0" spc="-90" dirty="0">
                          <a:solidFill>
                            <a:srgbClr val="000000">
                              <a:alpha val="100000"/>
                            </a:srgbClr>
                          </a:solidFill>
                          <a:cs typeface="微软雅黑" panose="020B0503020204020204" charset="-122"/>
                        </a:rPr>
                        <a:t>（陕西）</a:t>
                      </a:r>
                      <a:endParaRPr lang="en-US" altLang="en-US" sz="1100" dirty="0"/>
                    </a:p>
                    <a:p>
                      <a:pPr marL="194310" algn="l" rtl="0" eaLnBrk="0">
                        <a:lnSpc>
                          <a:spcPct val="94000"/>
                        </a:lnSpc>
                        <a:spcBef>
                          <a:spcPts val="95"/>
                        </a:spcBef>
                      </a:pPr>
                      <a:r>
                        <a:rPr sz="1200" kern="0" spc="-2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税点和运费在财务结算模块，分开统计，说了半个月，现在两</a:t>
                      </a:r>
                      <a:r>
                        <a:rPr sz="1200" kern="0" spc="-30" dirty="0">
                          <a:solidFill>
                            <a:srgbClr val="000000">
                              <a:alpha val="100000"/>
                            </a:srgbClr>
                          </a:solidFill>
                          <a:cs typeface="微软雅黑" panose="020B0503020204020204" charset="-122"/>
                        </a:rPr>
                        <a:t>个月了没人理（陕西）</a:t>
                      </a:r>
                      <a:endParaRPr lang="en-US" altLang="en-US" sz="1200" dirty="0"/>
                    </a:p>
                    <a:p>
                      <a:pPr marL="194310" algn="l" rtl="0" eaLnBrk="0">
                        <a:lnSpc>
                          <a:spcPct val="94000"/>
                        </a:lnSpc>
                        <a:spcBef>
                          <a:spcPts val="85"/>
                        </a:spcBef>
                      </a:pPr>
                      <a:r>
                        <a:rPr sz="1200" kern="0" spc="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与业务部门关于业务的规划讨论不太多，去年的项目规划的沟通会时候沟通过一些。业务时间段</a:t>
                      </a:r>
                      <a:r>
                        <a:rPr sz="1200" kern="0" spc="-10" dirty="0">
                          <a:solidFill>
                            <a:srgbClr val="000000">
                              <a:alpha val="100000"/>
                            </a:srgbClr>
                          </a:solidFill>
                          <a:cs typeface="微软雅黑" panose="020B0503020204020204" charset="-122"/>
                        </a:rPr>
                        <a:t>交付才会有沟通（IT)</a:t>
                      </a:r>
                      <a:endParaRPr lang="en-US" altLang="en-US" sz="1200" dirty="0"/>
                    </a:p>
                    <a:p>
                      <a:pPr marL="194310" algn="l" rtl="0" eaLnBrk="0">
                        <a:lnSpc>
                          <a:spcPct val="94000"/>
                        </a:lnSpc>
                        <a:spcBef>
                          <a:spcPts val="8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成员企业规划不多，而且各</a:t>
                      </a:r>
                      <a:r>
                        <a:rPr sz="1200" kern="0" spc="-10" dirty="0">
                          <a:solidFill>
                            <a:srgbClr val="000000">
                              <a:alpha val="100000"/>
                            </a:srgbClr>
                          </a:solidFill>
                          <a:cs typeface="微软雅黑" panose="020B0503020204020204" charset="-122"/>
                        </a:rPr>
                        <a:t>自需求不一样(IT)</a:t>
                      </a:r>
                      <a:endParaRPr lang="en-US" altLang="en-US" sz="1200" dirty="0"/>
                    </a:p>
                    <a:p>
                      <a:pPr marL="194310" algn="l" rtl="0" eaLnBrk="0">
                        <a:lnSpc>
                          <a:spcPct val="94000"/>
                        </a:lnSpc>
                        <a:spcBef>
                          <a:spcPts val="85"/>
                        </a:spcBef>
                      </a:pPr>
                      <a:r>
                        <a:rPr sz="1200" kern="0" spc="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临时性需求冒很多，比如全程时效，场站管理</a:t>
                      </a:r>
                      <a:r>
                        <a:rPr sz="1200" kern="0" spc="-10" dirty="0">
                          <a:solidFill>
                            <a:srgbClr val="000000">
                              <a:alpha val="100000"/>
                            </a:srgbClr>
                          </a:solidFill>
                          <a:cs typeface="微软雅黑" panose="020B0503020204020204" charset="-122"/>
                        </a:rPr>
                        <a:t>系统没听过，后来又拍下来 (IT)</a:t>
                      </a:r>
                      <a:endParaRPr lang="en-US" altLang="en-US" sz="1200" dirty="0"/>
                    </a:p>
                    <a:p>
                      <a:pPr marL="194310" algn="l" rtl="0" eaLnBrk="0">
                        <a:lnSpc>
                          <a:spcPct val="94000"/>
                        </a:lnSpc>
                        <a:spcBef>
                          <a:spcPts val="85"/>
                        </a:spcBef>
                      </a:pPr>
                      <a:r>
                        <a:rPr sz="1200" kern="0" spc="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需求泛滥，要评估功能点；很多现在做的都</a:t>
                      </a:r>
                      <a:r>
                        <a:rPr sz="1200" kern="0" spc="-10" dirty="0">
                          <a:solidFill>
                            <a:srgbClr val="000000">
                              <a:alpha val="100000"/>
                            </a:srgbClr>
                          </a:solidFill>
                          <a:cs typeface="微软雅黑" panose="020B0503020204020204" charset="-122"/>
                        </a:rPr>
                        <a:t>没有在年度计划内 (IT)</a:t>
                      </a:r>
                      <a:endParaRPr lang="en-US" altLang="en-US" sz="1200" dirty="0"/>
                    </a:p>
                    <a:p>
                      <a:pPr marL="194310" algn="l" rtl="0" eaLnBrk="0">
                        <a:lnSpc>
                          <a:spcPct val="95000"/>
                        </a:lnSpc>
                        <a:spcBef>
                          <a:spcPts val="75"/>
                        </a:spcBef>
                      </a:pPr>
                      <a:r>
                        <a:rPr sz="1200" kern="0" spc="-30" dirty="0">
                          <a:solidFill>
                            <a:srgbClr val="000000">
                              <a:alpha val="100000"/>
                            </a:srgbClr>
                          </a:solidFill>
                          <a:cs typeface="Arial" panose="020B0604020202020204"/>
                        </a:rPr>
                        <a:t>•   </a:t>
                      </a:r>
                      <a:r>
                        <a:rPr sz="1200" kern="0" spc="-30" dirty="0">
                          <a:solidFill>
                            <a:srgbClr val="000000">
                              <a:alpha val="100000"/>
                            </a:srgbClr>
                          </a:solidFill>
                          <a:cs typeface="微软雅黑" panose="020B0503020204020204" charset="-122"/>
                        </a:rPr>
                        <a:t>IT需求比较迫切，   HR信息系统，薪资核算，都没有，都是</a:t>
                      </a:r>
                      <a:r>
                        <a:rPr sz="1200" kern="0" spc="-40" dirty="0">
                          <a:solidFill>
                            <a:srgbClr val="000000">
                              <a:alpha val="100000"/>
                            </a:srgbClr>
                          </a:solidFill>
                          <a:cs typeface="微软雅黑" panose="020B0503020204020204" charset="-122"/>
                        </a:rPr>
                        <a:t>线下(HR)</a:t>
                      </a:r>
                      <a:endParaRPr lang="en-US" altLang="en-US" sz="1200" dirty="0"/>
                    </a:p>
                  </a:txBody>
                  <a:tcPr marL="0" marR="0" marT="0" marB="0" vert="horz">
                    <a:lnL w="25400" cap="flat" cmpd="sng" algn="ctr">
                      <a:solidFill>
                        <a:srgbClr val="D6DCE5"/>
                      </a:solidFill>
                      <a:prstDash val="solid"/>
                      <a:round/>
                      <a:headEnd type="none" w="med" len="med"/>
                      <a:tailEnd type="none" w="med" len="med"/>
                    </a:lnL>
                    <a:lnR w="25400" cap="flat" cmpd="sng" algn="ctr">
                      <a:solidFill>
                        <a:srgbClr val="D6DCE5"/>
                      </a:solidFill>
                      <a:prstDash val="solid"/>
                      <a:round/>
                      <a:headEnd type="none" w="med" len="med"/>
                      <a:tailEnd type="none" w="med" len="med"/>
                    </a:lnR>
                    <a:lnT w="25400" cap="flat" cmpd="sng" algn="ctr">
                      <a:solidFill>
                        <a:srgbClr val="D6DCE5"/>
                      </a:solidFill>
                      <a:prstDash val="solid"/>
                      <a:round/>
                      <a:headEnd type="none" w="med" len="med"/>
                      <a:tailEnd type="none" w="med" len="med"/>
                    </a:lnT>
                    <a:lnB w="25400" cap="flat" cmpd="sng" algn="ctr">
                      <a:solidFill>
                        <a:srgbClr val="D6DCE5"/>
                      </a:solidFill>
                      <a:prstDash val="solid"/>
                      <a:round/>
                      <a:headEnd type="none" w="med" len="med"/>
                      <a:tailEnd type="none" w="med" len="med"/>
                    </a:lnB>
                    <a:solidFill>
                      <a:srgbClr val="EDEDED"/>
                    </a:solidFill>
                  </a:tcPr>
                </a:tc>
              </a:tr>
            </a:tbl>
          </a:graphicData>
        </a:graphic>
      </p:graphicFrame>
      <p:pic>
        <p:nvPicPr>
          <p:cNvPr id="2284" name="picture 2284"/>
          <p:cNvPicPr>
            <a:picLocks noChangeAspect="1"/>
          </p:cNvPicPr>
          <p:nvPr>
            <p:custDataLst>
              <p:tags r:id="rId2"/>
            </p:custDataLst>
          </p:nvPr>
        </p:nvPicPr>
        <p:blipFill>
          <a:blip r:embed="rId3"/>
          <a:stretch>
            <a:fillRect/>
          </a:stretch>
        </p:blipFill>
        <p:spPr>
          <a:xfrm rot="21600000">
            <a:off x="601396" y="1229057"/>
            <a:ext cx="3154226" cy="2485671"/>
          </a:xfrm>
          <a:prstGeom prst="rect">
            <a:avLst/>
          </a:prstGeom>
        </p:spPr>
      </p:pic>
      <p:graphicFrame>
        <p:nvGraphicFramePr>
          <p:cNvPr id="2286" name="table 2286"/>
          <p:cNvGraphicFramePr>
            <a:graphicFrameLocks noGrp="1"/>
          </p:cNvGraphicFramePr>
          <p:nvPr>
            <p:custDataLst>
              <p:tags r:id="rId4"/>
            </p:custDataLst>
          </p:nvPr>
        </p:nvGraphicFramePr>
        <p:xfrm>
          <a:off x="4110037" y="1203769"/>
          <a:ext cx="2459990" cy="2869565"/>
        </p:xfrm>
        <a:graphic>
          <a:graphicData uri="http://schemas.openxmlformats.org/drawingml/2006/table">
            <a:tbl>
              <a:tblPr/>
              <a:tblGrid>
                <a:gridCol w="2459989"/>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2604770">
                <a:tc>
                  <a:txBody>
                    <a:bodyPr/>
                    <a:lstStyle/>
                    <a:p>
                      <a:pPr algn="l" rtl="0" eaLnBrk="0">
                        <a:lnSpc>
                          <a:spcPct val="139000"/>
                        </a:lnSpc>
                      </a:pPr>
                      <a:endParaRPr lang="en-US" altLang="en-US" sz="1000" dirty="0"/>
                    </a:p>
                    <a:p>
                      <a:pPr algn="l" rtl="0" eaLnBrk="0">
                        <a:lnSpc>
                          <a:spcPct val="140000"/>
                        </a:lnSpc>
                      </a:pPr>
                      <a:endParaRPr lang="en-US" altLang="en-US" sz="1000" dirty="0"/>
                    </a:p>
                    <a:p>
                      <a:pPr algn="l" rtl="0" eaLnBrk="0">
                        <a:lnSpc>
                          <a:spcPct val="8000"/>
                        </a:lnSpc>
                      </a:pPr>
                      <a:endParaRPr lang="en-US" altLang="en-US" sz="100" dirty="0"/>
                    </a:p>
                    <a:p>
                      <a:pPr marL="213995" indent="-104775" algn="l" rtl="0" eaLnBrk="0">
                        <a:lnSpc>
                          <a:spcPct val="99000"/>
                        </a:lnSpc>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部分业务需求长时间未得到响</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应</a:t>
                      </a:r>
                      <a:endParaRPr lang="en-US" altLang="en-US" sz="1200" dirty="0"/>
                    </a:p>
                    <a:p>
                      <a:pPr marL="219710" indent="-110490" algn="l" rtl="0" eaLnBrk="0">
                        <a:lnSpc>
                          <a:spcPct val="99000"/>
                        </a:lnSpc>
                        <a:spcBef>
                          <a:spcPts val="62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已排期的业务实施计划经常被</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紧急的开发需求打断而延期</a:t>
                      </a:r>
                      <a:endParaRPr lang="en-US" altLang="en-US" sz="1200" dirty="0"/>
                    </a:p>
                    <a:p>
                      <a:pPr marL="109220" algn="l" rtl="0" eaLnBrk="0">
                        <a:lnSpc>
                          <a:spcPts val="1390"/>
                        </a:lnSpc>
                        <a:spcBef>
                          <a:spcPts val="645"/>
                        </a:spcBef>
                      </a:pPr>
                      <a:r>
                        <a:rPr sz="1100" kern="0" spc="-40" dirty="0">
                          <a:solidFill>
                            <a:srgbClr val="7F7F7F">
                              <a:alpha val="100000"/>
                            </a:srgbClr>
                          </a:solidFill>
                          <a:cs typeface="Wingdings" panose="05000000000000000000"/>
                        </a:rPr>
                        <a:t>.</a:t>
                      </a:r>
                      <a:r>
                        <a:rPr sz="1100" kern="0" spc="-40" dirty="0">
                          <a:solidFill>
                            <a:srgbClr val="000000">
                              <a:alpha val="100000"/>
                            </a:srgbClr>
                          </a:solidFill>
                          <a:cs typeface="微软雅黑" panose="020B0503020204020204" charset="-122"/>
                        </a:rPr>
                        <a:t>临时需求多，   IT</a:t>
                      </a:r>
                      <a:r>
                        <a:rPr sz="1100" kern="0" spc="-50" dirty="0">
                          <a:solidFill>
                            <a:srgbClr val="000000">
                              <a:alpha val="100000"/>
                            </a:srgbClr>
                          </a:solidFill>
                          <a:cs typeface="微软雅黑" panose="020B0503020204020204" charset="-122"/>
                        </a:rPr>
                        <a:t>应接不暇</a:t>
                      </a:r>
                      <a:endParaRPr lang="en-US" altLang="en-US" sz="1100" dirty="0"/>
                    </a:p>
                    <a:p>
                      <a:pPr algn="l" rtl="0" eaLnBrk="0">
                        <a:lnSpc>
                          <a:spcPct val="113000"/>
                        </a:lnSpc>
                      </a:pPr>
                      <a:endParaRPr lang="en-US" altLang="en-US" sz="500" dirty="0"/>
                    </a:p>
                    <a:p>
                      <a:pPr marL="214630" indent="-105410" algn="l" rtl="0" eaLnBrk="0">
                        <a:lnSpc>
                          <a:spcPct val="99000"/>
                        </a:lnSpc>
                        <a:spcBef>
                          <a:spcPts val="5"/>
                        </a:spcBef>
                      </a:pPr>
                      <a:r>
                        <a:rPr sz="1200" kern="0" spc="-90" dirty="0">
                          <a:solidFill>
                            <a:srgbClr val="7F7F7F">
                              <a:alpha val="100000"/>
                            </a:srgbClr>
                          </a:solidFill>
                          <a:cs typeface="Wingdings" panose="05000000000000000000"/>
                        </a:rPr>
                        <a:t>.</a:t>
                      </a:r>
                      <a:r>
                        <a:rPr sz="1200" kern="0" spc="-700" dirty="0">
                          <a:solidFill>
                            <a:srgbClr val="7F7F7F">
                              <a:alpha val="100000"/>
                            </a:srgbClr>
                          </a:solidFill>
                          <a:cs typeface="Wingdings" panose="05000000000000000000"/>
                        </a:rPr>
                        <a:t> </a:t>
                      </a:r>
                      <a:r>
                        <a:rPr sz="1200" kern="0" spc="-90" dirty="0">
                          <a:solidFill>
                            <a:srgbClr val="000000">
                              <a:alpha val="100000"/>
                            </a:srgbClr>
                          </a:solidFill>
                          <a:cs typeface="微软雅黑" panose="020B0503020204020204" charset="-122"/>
                        </a:rPr>
                        <a:t>IT系统对业务的覆盖度不足，部</a:t>
                      </a:r>
                      <a:r>
                        <a:rPr sz="1200" kern="0" spc="0" dirty="0">
                          <a:solidFill>
                            <a:srgbClr val="000000">
                              <a:alpha val="100000"/>
                            </a:srgbClr>
                          </a:solidFill>
                          <a:cs typeface="微软雅黑" panose="020B0503020204020204" charset="-122"/>
                        </a:rPr>
                        <a:t>    分业务系统未明确纳入I</a:t>
                      </a:r>
                      <a:r>
                        <a:rPr sz="1200" kern="0" spc="-10" dirty="0">
                          <a:solidFill>
                            <a:srgbClr val="000000">
                              <a:alpha val="100000"/>
                            </a:srgbClr>
                          </a:solidFill>
                          <a:cs typeface="微软雅黑" panose="020B0503020204020204" charset="-122"/>
                        </a:rPr>
                        <a:t>T中心的</a:t>
                      </a:r>
                      <a:r>
                        <a:rPr sz="1200" kern="0" spc="0" dirty="0">
                          <a:solidFill>
                            <a:srgbClr val="000000">
                              <a:alpha val="100000"/>
                            </a:srgbClr>
                          </a:solidFill>
                          <a:cs typeface="微软雅黑" panose="020B0503020204020204" charset="-122"/>
                        </a:rPr>
                        <a:t>    统一管理与规划，特别是</a:t>
                      </a:r>
                      <a:r>
                        <a:rPr sz="1200" kern="0" spc="-10" dirty="0">
                          <a:solidFill>
                            <a:srgbClr val="000000">
                              <a:alpha val="100000"/>
                            </a:srgbClr>
                          </a:solidFill>
                          <a:cs typeface="微软雅黑" panose="020B0503020204020204" charset="-122"/>
                        </a:rPr>
                        <a:t>外采       </a:t>
                      </a:r>
                      <a:r>
                        <a:rPr sz="1200" kern="0" spc="0" dirty="0">
                          <a:solidFill>
                            <a:srgbClr val="000000">
                              <a:alpha val="100000"/>
                            </a:srgbClr>
                          </a:solidFill>
                          <a:cs typeface="微软雅黑" panose="020B0503020204020204" charset="-122"/>
                        </a:rPr>
                        <a:t>的系统和部门的专用系统</a:t>
                      </a:r>
                      <a:r>
                        <a:rPr sz="1200" kern="0" spc="-10" dirty="0">
                          <a:solidFill>
                            <a:srgbClr val="000000">
                              <a:alpha val="100000"/>
                            </a:srgbClr>
                          </a:solidFill>
                          <a:cs typeface="微软雅黑" panose="020B0503020204020204" charset="-122"/>
                        </a:rPr>
                        <a:t>，各       </a:t>
                      </a:r>
                      <a:r>
                        <a:rPr sz="1200" kern="0" spc="-50" dirty="0">
                          <a:solidFill>
                            <a:srgbClr val="000000">
                              <a:alpha val="100000"/>
                            </a:srgbClr>
                          </a:solidFill>
                          <a:cs typeface="微软雅黑" panose="020B0503020204020204" charset="-122"/>
                        </a:rPr>
                        <a:t>自为政。</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2288" name="table 2288"/>
          <p:cNvGraphicFramePr>
            <a:graphicFrameLocks noGrp="1"/>
          </p:cNvGraphicFramePr>
          <p:nvPr>
            <p:custDataLst>
              <p:tags r:id="rId5"/>
            </p:custDataLst>
          </p:nvPr>
        </p:nvGraphicFramePr>
        <p:xfrm>
          <a:off x="9056941" y="1203769"/>
          <a:ext cx="2409825" cy="2869565"/>
        </p:xfrm>
        <a:graphic>
          <a:graphicData uri="http://schemas.openxmlformats.org/drawingml/2006/table">
            <a:tbl>
              <a:tblPr/>
              <a:tblGrid>
                <a:gridCol w="2409825"/>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2604770">
                <a:tc>
                  <a:txBody>
                    <a:bodyPr/>
                    <a:lstStyle/>
                    <a:p>
                      <a:pPr algn="l" rtl="0" eaLnBrk="0">
                        <a:lnSpc>
                          <a:spcPct val="140000"/>
                        </a:lnSpc>
                      </a:pPr>
                      <a:endParaRPr lang="en-US" altLang="en-US" sz="1000" dirty="0"/>
                    </a:p>
                    <a:p>
                      <a:pPr algn="l" rtl="0" eaLnBrk="0">
                        <a:lnSpc>
                          <a:spcPct val="141000"/>
                        </a:lnSpc>
                      </a:pPr>
                      <a:endParaRPr lang="en-US" altLang="en-US" sz="1000" dirty="0"/>
                    </a:p>
                    <a:p>
                      <a:pPr algn="l" rtl="0" eaLnBrk="0">
                        <a:lnSpc>
                          <a:spcPct val="10000"/>
                        </a:lnSpc>
                      </a:pPr>
                      <a:endParaRPr lang="en-US" altLang="en-US" sz="100" dirty="0"/>
                    </a:p>
                    <a:p>
                      <a:pPr marL="262255" indent="-107315" algn="l" rtl="0" eaLnBrk="0">
                        <a:lnSpc>
                          <a:spcPct val="99000"/>
                        </a:lnSpc>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规范需求的评估反馈流程与要</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求</a:t>
                      </a:r>
                      <a:endParaRPr lang="en-US" altLang="en-US" sz="1200" dirty="0"/>
                    </a:p>
                    <a:p>
                      <a:pPr marL="260350" indent="-105410" algn="l" rtl="0" eaLnBrk="0">
                        <a:lnSpc>
                          <a:spcPct val="102000"/>
                        </a:lnSpc>
                        <a:spcBef>
                          <a:spcPts val="610"/>
                        </a:spcBef>
                      </a:pPr>
                      <a:r>
                        <a:rPr sz="1100" kern="0" spc="-20" dirty="0">
                          <a:solidFill>
                            <a:srgbClr val="7F7F7F">
                              <a:alpha val="100000"/>
                            </a:srgbClr>
                          </a:solidFill>
                          <a:cs typeface="Wingdings" panose="05000000000000000000"/>
                        </a:rPr>
                        <a:t>.</a:t>
                      </a:r>
                      <a:r>
                        <a:rPr sz="1100" kern="0" spc="-20" dirty="0">
                          <a:solidFill>
                            <a:srgbClr val="000000">
                              <a:alpha val="100000"/>
                            </a:srgbClr>
                          </a:solidFill>
                          <a:cs typeface="微软雅黑" panose="020B0503020204020204" charset="-122"/>
                        </a:rPr>
                        <a:t>完善优化需求管理与评审机制，</a:t>
                      </a:r>
                      <a:r>
                        <a:rPr sz="1100" kern="0" spc="2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根据业务目标，动态合理</a:t>
                      </a:r>
                      <a:r>
                        <a:rPr sz="1200" kern="0" spc="-10" dirty="0">
                          <a:solidFill>
                            <a:srgbClr val="000000">
                              <a:alpha val="100000"/>
                            </a:srgbClr>
                          </a:solidFill>
                          <a:cs typeface="微软雅黑" panose="020B0503020204020204" charset="-122"/>
                        </a:rPr>
                        <a:t>调控     </a:t>
                      </a:r>
                      <a:r>
                        <a:rPr sz="1200" kern="0" spc="0" dirty="0">
                          <a:solidFill>
                            <a:srgbClr val="000000">
                              <a:alpha val="100000"/>
                            </a:srgbClr>
                          </a:solidFill>
                          <a:cs typeface="微软雅黑" panose="020B0503020204020204" charset="-122"/>
                        </a:rPr>
                        <a:t>项目与需求的取舍及优</a:t>
                      </a:r>
                      <a:r>
                        <a:rPr sz="1200" kern="0" spc="-10" dirty="0">
                          <a:solidFill>
                            <a:srgbClr val="000000">
                              <a:alpha val="100000"/>
                            </a:srgbClr>
                          </a:solidFill>
                          <a:cs typeface="微软雅黑" panose="020B0503020204020204" charset="-122"/>
                        </a:rPr>
                        <a:t>先级</a:t>
                      </a:r>
                      <a:endParaRPr lang="en-US" altLang="en-US" sz="1200" dirty="0"/>
                    </a:p>
                    <a:p>
                      <a:pPr algn="l" rtl="0" eaLnBrk="0">
                        <a:lnSpc>
                          <a:spcPct val="108000"/>
                        </a:lnSpc>
                      </a:pPr>
                      <a:endParaRPr lang="en-US" altLang="en-US" sz="500" dirty="0"/>
                    </a:p>
                    <a:p>
                      <a:pPr marL="260350" indent="-10541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建立并明确BTIT团队的职责</a:t>
                      </a:r>
                      <a:r>
                        <a:rPr sz="1200" kern="0" spc="-7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建立从业务规划到解决</a:t>
                      </a:r>
                      <a:r>
                        <a:rPr sz="1200" kern="0" spc="-10" dirty="0">
                          <a:solidFill>
                            <a:srgbClr val="000000">
                              <a:alpha val="100000"/>
                            </a:srgbClr>
                          </a:solidFill>
                          <a:cs typeface="微软雅黑" panose="020B0503020204020204" charset="-122"/>
                        </a:rPr>
                        <a:t>方案实</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施落地的快速响应体系</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2290" name="table 2290"/>
          <p:cNvGraphicFramePr>
            <a:graphicFrameLocks noGrp="1"/>
          </p:cNvGraphicFramePr>
          <p:nvPr>
            <p:custDataLst>
              <p:tags r:id="rId6"/>
            </p:custDataLst>
          </p:nvPr>
        </p:nvGraphicFramePr>
        <p:xfrm>
          <a:off x="6633781" y="1203769"/>
          <a:ext cx="2336165" cy="2869565"/>
        </p:xfrm>
        <a:graphic>
          <a:graphicData uri="http://schemas.openxmlformats.org/drawingml/2006/table">
            <a:tbl>
              <a:tblPr/>
              <a:tblGrid>
                <a:gridCol w="2336164"/>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2604770">
                <a:tc>
                  <a:txBody>
                    <a:bodyPr/>
                    <a:lstStyle/>
                    <a:p>
                      <a:pPr algn="l" rtl="0" eaLnBrk="0">
                        <a:lnSpc>
                          <a:spcPct val="136000"/>
                        </a:lnSpc>
                      </a:pPr>
                      <a:endParaRPr lang="en-US" altLang="en-US" sz="1000" dirty="0"/>
                    </a:p>
                    <a:p>
                      <a:pPr algn="l" rtl="0" eaLnBrk="0">
                        <a:lnSpc>
                          <a:spcPct val="137000"/>
                        </a:lnSpc>
                      </a:pPr>
                      <a:endParaRPr lang="en-US" altLang="en-US" sz="1000" dirty="0"/>
                    </a:p>
                    <a:p>
                      <a:pPr marL="139700" algn="l" rtl="0" eaLnBrk="0">
                        <a:lnSpc>
                          <a:spcPct val="97000"/>
                        </a:lnSpc>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缺乏规范化的评估反馈机</a:t>
                      </a:r>
                      <a:r>
                        <a:rPr sz="1200" kern="0" spc="-80" dirty="0">
                          <a:solidFill>
                            <a:srgbClr val="000000">
                              <a:alpha val="100000"/>
                            </a:srgbClr>
                          </a:solidFill>
                          <a:cs typeface="微软雅黑" panose="020B0503020204020204" charset="-122"/>
                        </a:rPr>
                        <a:t>制</a:t>
                      </a:r>
                      <a:endParaRPr lang="en-US" altLang="en-US" sz="1200" dirty="0"/>
                    </a:p>
                    <a:p>
                      <a:pPr marL="139700" algn="l" rtl="0" eaLnBrk="0">
                        <a:lnSpc>
                          <a:spcPct val="97000"/>
                        </a:lnSpc>
                        <a:spcBef>
                          <a:spcPts val="640"/>
                        </a:spcBef>
                      </a:pPr>
                      <a:r>
                        <a:rPr sz="1200" kern="0" spc="-90" dirty="0">
                          <a:solidFill>
                            <a:srgbClr val="7F7F7F">
                              <a:alpha val="100000"/>
                            </a:srgbClr>
                          </a:solidFill>
                          <a:cs typeface="Wingdings" panose="05000000000000000000"/>
                        </a:rPr>
                        <a:t>.</a:t>
                      </a:r>
                      <a:r>
                        <a:rPr sz="1200" kern="0" spc="-90" dirty="0">
                          <a:solidFill>
                            <a:srgbClr val="000000">
                              <a:alpha val="100000"/>
                            </a:srgbClr>
                          </a:solidFill>
                          <a:cs typeface="微软雅黑" panose="020B0503020204020204" charset="-122"/>
                        </a:rPr>
                        <a:t>业务缺乏前瞻性的规划</a:t>
                      </a:r>
                      <a:endParaRPr lang="en-US" altLang="en-US" sz="1200" dirty="0"/>
                    </a:p>
                    <a:p>
                      <a:pPr marL="139700" algn="l" rtl="0" eaLnBrk="0">
                        <a:lnSpc>
                          <a:spcPct val="97000"/>
                        </a:lnSpc>
                        <a:spcBef>
                          <a:spcPts val="650"/>
                        </a:spcBef>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协同评审机制不健全</a:t>
                      </a:r>
                      <a:endParaRPr lang="en-US" altLang="en-US" sz="1200" dirty="0"/>
                    </a:p>
                    <a:p>
                      <a:pPr marL="246380" indent="-106680" algn="l" rtl="0" eaLnBrk="0">
                        <a:lnSpc>
                          <a:spcPct val="99000"/>
                        </a:lnSpc>
                        <a:spcBef>
                          <a:spcPts val="64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缺乏专业的业务架构规划和设   </a:t>
                      </a:r>
                      <a:r>
                        <a:rPr sz="1200" kern="0" spc="-10" dirty="0">
                          <a:solidFill>
                            <a:srgbClr val="000000">
                              <a:alpha val="100000"/>
                            </a:srgbClr>
                          </a:solidFill>
                          <a:cs typeface="微软雅黑" panose="020B0503020204020204" charset="-122"/>
                        </a:rPr>
                        <a:t>计</a:t>
                      </a:r>
                      <a:endParaRPr lang="en-US" altLang="en-US" sz="1200" dirty="0"/>
                    </a:p>
                    <a:p>
                      <a:pPr algn="l" rtl="0" eaLnBrk="0">
                        <a:lnSpc>
                          <a:spcPct val="105000"/>
                        </a:lnSpc>
                      </a:pPr>
                      <a:endParaRPr lang="en-US" altLang="en-US" sz="500" dirty="0"/>
                    </a:p>
                    <a:p>
                      <a:pPr marL="139700" algn="l" rtl="0" eaLnBrk="0">
                        <a:lnSpc>
                          <a:spcPct val="97000"/>
                        </a:lnSpc>
                        <a:spcBef>
                          <a:spcPts val="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产品经理定位及职责不清</a:t>
                      </a:r>
                      <a:r>
                        <a:rPr sz="1200" kern="0" spc="-80" dirty="0">
                          <a:solidFill>
                            <a:srgbClr val="000000">
                              <a:alpha val="100000"/>
                            </a:srgbClr>
                          </a:solidFill>
                          <a:cs typeface="微软雅黑" panose="020B0503020204020204" charset="-122"/>
                        </a:rPr>
                        <a:t>晰</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292" name="textbox 2292"/>
          <p:cNvSpPr/>
          <p:nvPr>
            <p:custDataLst>
              <p:tags r:id="rId7"/>
            </p:custDataLst>
          </p:nvPr>
        </p:nvSpPr>
        <p:spPr>
          <a:xfrm>
            <a:off x="820783" y="393541"/>
            <a:ext cx="10852150" cy="596265"/>
          </a:xfrm>
          <a:prstGeom prst="rect">
            <a:avLst/>
          </a:prstGeom>
        </p:spPr>
        <p:txBody>
          <a:bodyPr vert="horz" wrap="square" lIns="0" tIns="0" rIns="0" bIns="0"/>
          <a:lstStyle/>
          <a:p>
            <a:pPr algn="l" rtl="0" eaLnBrk="0">
              <a:lnSpc>
                <a:spcPct val="67000"/>
              </a:lnSpc>
            </a:pPr>
            <a:endParaRPr lang="en-US" altLang="en-US" sz="100" dirty="0">
              <a:solidFill>
                <a:schemeClr val="dk1"/>
              </a:solidFill>
            </a:endParaRPr>
          </a:p>
          <a:p>
            <a:pPr marL="12700" algn="l" rtl="0" eaLnBrk="0">
              <a:lnSpc>
                <a:spcPct val="94000"/>
              </a:lnSpc>
            </a:pPr>
            <a:r>
              <a:rPr sz="2000" b="1" kern="0" spc="0" dirty="0">
                <a:solidFill>
                  <a:schemeClr val="dk1"/>
                </a:solidFill>
                <a:cs typeface="微软雅黑" panose="020B0503020204020204" charset="-122"/>
              </a:rPr>
              <a:t>关键发现1：应用架构没有承接业务战略规划，临时需求多、急，需求管控不规范严重影响了解决</a:t>
            </a:r>
            <a:r>
              <a:rPr sz="2000" b="1" kern="0" spc="-10" dirty="0">
                <a:solidFill>
                  <a:schemeClr val="dk1"/>
                </a:solidFill>
                <a:cs typeface="微软雅黑" panose="020B0503020204020204" charset="-122"/>
              </a:rPr>
              <a:t> 方案的交付周期</a:t>
            </a:r>
            <a:endParaRPr lang="en-US" altLang="en-US" sz="2000" b="1" kern="0" spc="-10" dirty="0">
              <a:solidFill>
                <a:schemeClr val="dk1"/>
              </a:solidFill>
              <a:cs typeface="微软雅黑" panose="020B0503020204020204" charset="-122"/>
            </a:endParaRPr>
          </a:p>
        </p:txBody>
      </p:sp>
      <p:graphicFrame>
        <p:nvGraphicFramePr>
          <p:cNvPr id="2296" name="table 2296"/>
          <p:cNvGraphicFramePr>
            <a:graphicFrameLocks noGrp="1"/>
          </p:cNvGraphicFramePr>
          <p:nvPr>
            <p:custDataLst>
              <p:tags r:id="rId8"/>
            </p:custDataLst>
          </p:nvPr>
        </p:nvGraphicFramePr>
        <p:xfrm>
          <a:off x="385635" y="1453959"/>
          <a:ext cx="3606800" cy="467359"/>
        </p:xfrm>
        <a:graphic>
          <a:graphicData uri="http://schemas.openxmlformats.org/drawingml/2006/table">
            <a:tbl>
              <a:tblPr/>
              <a:tblGrid>
                <a:gridCol w="3606800"/>
              </a:tblGrid>
              <a:tr h="432434">
                <a:tc>
                  <a:txBody>
                    <a:bodyPr/>
                    <a:lstStyle/>
                    <a:p>
                      <a:pPr algn="l" rtl="0" eaLnBrk="0">
                        <a:lnSpc>
                          <a:spcPct val="100000"/>
                        </a:lnSpc>
                      </a:pPr>
                      <a:endParaRPr lang="en-US" altLang="en-US" sz="1000" dirty="0"/>
                    </a:p>
                  </a:txBody>
                  <a:tcPr marL="0" marR="0" marT="0" marB="0" vert="horz">
                    <a:lnL w="34925" cap="flat" cmpd="sng" algn="ctr">
                      <a:solidFill>
                        <a:srgbClr val="FF0000"/>
                      </a:solidFill>
                      <a:prstDash val="solid"/>
                      <a:round/>
                      <a:headEnd type="none" w="med" len="med"/>
                      <a:tailEnd type="none" w="med" len="med"/>
                    </a:lnL>
                    <a:lnR w="34925" cap="flat" cmpd="sng" algn="ctr">
                      <a:solidFill>
                        <a:srgbClr val="FF0000"/>
                      </a:solidFill>
                      <a:prstDash val="solid"/>
                      <a:round/>
                      <a:headEnd type="none" w="med" len="med"/>
                      <a:tailEnd type="none" w="med" len="med"/>
                    </a:lnR>
                    <a:lnT w="34925" cap="flat" cmpd="sng" algn="ctr">
                      <a:solidFill>
                        <a:srgbClr val="FF0000"/>
                      </a:solidFill>
                      <a:prstDash val="solid"/>
                      <a:round/>
                      <a:headEnd type="none" w="med" len="med"/>
                      <a:tailEnd type="none" w="med" len="med"/>
                    </a:lnT>
                    <a:lnB>
                      <a:noFill/>
                    </a:lnB>
                  </a:tcPr>
                </a:tc>
              </a:tr>
            </a:tbl>
          </a:graphicData>
        </a:graphic>
      </p:graphicFrame>
      <p:pic>
        <p:nvPicPr>
          <p:cNvPr id="2298" name="picture 2298"/>
          <p:cNvPicPr>
            <a:picLocks noChangeAspect="1"/>
          </p:cNvPicPr>
          <p:nvPr>
            <p:custDataLst>
              <p:tags r:id="rId9"/>
            </p:custDataLst>
          </p:nvPr>
        </p:nvPicPr>
        <p:blipFill>
          <a:blip r:embed="rId10"/>
          <a:stretch>
            <a:fillRect/>
          </a:stretch>
        </p:blipFill>
        <p:spPr>
          <a:xfrm rot="21600000">
            <a:off x="4114800" y="1208532"/>
            <a:ext cx="2450592" cy="525779"/>
          </a:xfrm>
          <a:prstGeom prst="rect">
            <a:avLst/>
          </a:prstGeom>
        </p:spPr>
      </p:pic>
      <p:pic>
        <p:nvPicPr>
          <p:cNvPr id="2300" name="picture 2300"/>
          <p:cNvPicPr>
            <a:picLocks noChangeAspect="1"/>
          </p:cNvPicPr>
          <p:nvPr>
            <p:custDataLst>
              <p:tags r:id="rId11"/>
            </p:custDataLst>
          </p:nvPr>
        </p:nvPicPr>
        <p:blipFill>
          <a:blip r:embed="rId12"/>
          <a:stretch>
            <a:fillRect/>
          </a:stretch>
        </p:blipFill>
        <p:spPr>
          <a:xfrm rot="21600000">
            <a:off x="6638544" y="1208532"/>
            <a:ext cx="2327147" cy="547115"/>
          </a:xfrm>
          <a:prstGeom prst="rect">
            <a:avLst/>
          </a:prstGeom>
        </p:spPr>
      </p:pic>
      <p:pic>
        <p:nvPicPr>
          <p:cNvPr id="2302" name="picture 2302"/>
          <p:cNvPicPr>
            <a:picLocks noChangeAspect="1"/>
          </p:cNvPicPr>
          <p:nvPr>
            <p:custDataLst>
              <p:tags r:id="rId13"/>
            </p:custDataLst>
          </p:nvPr>
        </p:nvPicPr>
        <p:blipFill>
          <a:blip r:embed="rId14"/>
          <a:stretch>
            <a:fillRect/>
          </a:stretch>
        </p:blipFill>
        <p:spPr>
          <a:xfrm rot="21600000">
            <a:off x="9061704" y="1208532"/>
            <a:ext cx="2400300" cy="525779"/>
          </a:xfrm>
          <a:prstGeom prst="rect">
            <a:avLst/>
          </a:prstGeom>
        </p:spPr>
      </p:pic>
      <p:graphicFrame>
        <p:nvGraphicFramePr>
          <p:cNvPr id="2306" name="table 2306"/>
          <p:cNvGraphicFramePr>
            <a:graphicFrameLocks noGrp="1"/>
          </p:cNvGraphicFramePr>
          <p:nvPr>
            <p:custDataLst>
              <p:tags r:id="rId15"/>
            </p:custDataLst>
          </p:nvPr>
        </p:nvGraphicFramePr>
        <p:xfrm>
          <a:off x="1446530" y="4692650"/>
          <a:ext cx="526415" cy="1256664"/>
        </p:xfrm>
        <a:graphic>
          <a:graphicData uri="http://schemas.openxmlformats.org/drawingml/2006/table">
            <a:tbl>
              <a:tblPr/>
              <a:tblGrid>
                <a:gridCol w="526415"/>
              </a:tblGrid>
              <a:tr h="1231264">
                <a:tc>
                  <a:txBody>
                    <a:bodyPr/>
                    <a:lstStyle/>
                    <a:p>
                      <a:pPr algn="l" rtl="0" eaLnBrk="0">
                        <a:lnSpc>
                          <a:spcPct val="112000"/>
                        </a:lnSpc>
                      </a:pPr>
                      <a:endParaRPr lang="en-US" altLang="en-US" sz="1000" dirty="0"/>
                    </a:p>
                    <a:p>
                      <a:pPr marL="227965" algn="l" rtl="0" eaLnBrk="0">
                        <a:lnSpc>
                          <a:spcPct val="90000"/>
                        </a:lnSpc>
                        <a:spcBef>
                          <a:spcPts val="5"/>
                        </a:spcBef>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FFC000"/>
                      </a:solidFill>
                      <a:prstDash val="solid"/>
                      <a:round/>
                      <a:headEnd type="none" w="med" len="med"/>
                      <a:tailEnd type="none" w="med" len="med"/>
                    </a:lnL>
                    <a:lnR w="25400" cap="flat" cmpd="sng" algn="ctr">
                      <a:solidFill>
                        <a:srgbClr val="FFC000"/>
                      </a:solidFill>
                      <a:prstDash val="solid"/>
                      <a:round/>
                      <a:headEnd type="none" w="med" len="med"/>
                      <a:tailEnd type="none" w="med" len="med"/>
                    </a:lnR>
                    <a:lnT w="25400" cap="flat" cmpd="sng" algn="ctr">
                      <a:solidFill>
                        <a:srgbClr val="FFC000"/>
                      </a:solidFill>
                      <a:prstDash val="solid"/>
                      <a:round/>
                      <a:headEnd type="none" w="med" len="med"/>
                      <a:tailEnd type="none" w="med" len="med"/>
                    </a:lnT>
                    <a:lnB w="25400" cap="flat" cmpd="sng" algn="ctr">
                      <a:solidFill>
                        <a:srgbClr val="FFC000"/>
                      </a:solidFill>
                      <a:prstDash val="solid"/>
                      <a:round/>
                      <a:headEnd type="none" w="med" len="med"/>
                      <a:tailEnd type="none" w="med" len="med"/>
                    </a:lnB>
                    <a:solidFill>
                      <a:srgbClr val="FFC20B"/>
                    </a:solidFill>
                  </a:tcPr>
                </a:tc>
              </a:tr>
            </a:tbl>
          </a:graphicData>
        </a:graphic>
      </p:graphicFrame>
      <p:sp>
        <p:nvSpPr>
          <p:cNvPr id="2308" name="textbox 2308"/>
          <p:cNvSpPr/>
          <p:nvPr>
            <p:custDataLst>
              <p:tags r:id="rId16"/>
            </p:custDataLst>
          </p:nvPr>
        </p:nvSpPr>
        <p:spPr>
          <a:xfrm>
            <a:off x="4101100" y="1369371"/>
            <a:ext cx="2478404" cy="292734"/>
          </a:xfrm>
          <a:prstGeom prst="rect">
            <a:avLst/>
          </a:prstGeom>
        </p:spPr>
        <p:txBody>
          <a:bodyPr vert="horz" wrap="square" lIns="0" tIns="0" rIns="0" bIns="0">
            <a:normAutofit/>
          </a:bodyPr>
          <a:lstStyle/>
          <a:p>
            <a:pPr algn="l" rtl="0" eaLnBrk="0">
              <a:lnSpc>
                <a:spcPct val="91000"/>
              </a:lnSpc>
            </a:pPr>
            <a:endParaRPr lang="en-US" altLang="en-US" sz="100" dirty="0">
              <a:solidFill>
                <a:schemeClr val="tx1"/>
              </a:solidFill>
            </a:endParaRPr>
          </a:p>
          <a:p>
            <a:pPr marL="12700" algn="l" rtl="0" eaLnBrk="0">
              <a:lnSpc>
                <a:spcPct val="97000"/>
              </a:lnSpc>
              <a:tabLst>
                <a:tab pos="846455" algn="l"/>
              </a:tabLst>
            </a:pPr>
            <a:r>
              <a:rPr sz="1800"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关键发现</a:t>
            </a:r>
            <a:r>
              <a:rPr sz="1800" b="1" kern="0" spc="0" dirty="0">
                <a:solidFill>
                  <a:schemeClr val="tx1"/>
                </a:solidFill>
                <a:cs typeface="微软雅黑" panose="020B0503020204020204" charset="-122"/>
              </a:rPr>
              <a:t>           </a:t>
            </a:r>
            <a:endParaRPr lang="en-US" altLang="en-US" sz="1800" b="1" kern="0" spc="0" dirty="0">
              <a:solidFill>
                <a:schemeClr val="tx1"/>
              </a:solidFill>
              <a:cs typeface="微软雅黑" panose="020B0503020204020204" charset="-122"/>
            </a:endParaRPr>
          </a:p>
        </p:txBody>
      </p:sp>
      <p:sp>
        <p:nvSpPr>
          <p:cNvPr id="2310" name="textbox 2310"/>
          <p:cNvSpPr/>
          <p:nvPr>
            <p:custDataLst>
              <p:tags r:id="rId17"/>
            </p:custDataLst>
          </p:nvPr>
        </p:nvSpPr>
        <p:spPr>
          <a:xfrm>
            <a:off x="9047984" y="1369371"/>
            <a:ext cx="2428239" cy="290829"/>
          </a:xfrm>
          <a:prstGeom prst="rect">
            <a:avLst/>
          </a:prstGeom>
        </p:spPr>
        <p:txBody>
          <a:bodyPr vert="horz" wrap="square" lIns="0" tIns="0" rIns="0" bIns="0"/>
          <a:lstStyle/>
          <a:p>
            <a:pPr algn="l" rtl="0" eaLnBrk="0">
              <a:lnSpc>
                <a:spcPct val="77000"/>
              </a:lnSpc>
            </a:pPr>
            <a:endParaRPr lang="en-US" altLang="en-US" sz="100" dirty="0">
              <a:solidFill>
                <a:schemeClr val="tx1"/>
              </a:solidFill>
            </a:endParaRPr>
          </a:p>
          <a:p>
            <a:pPr marL="12700" algn="l" rtl="0" eaLnBrk="0">
              <a:lnSpc>
                <a:spcPct val="97000"/>
              </a:lnSpc>
              <a:tabLst>
                <a:tab pos="741680" algn="l"/>
              </a:tabLst>
            </a:pPr>
            <a:r>
              <a:rPr sz="1800" kern="0" spc="0" dirty="0">
                <a:solidFill>
                  <a:schemeClr val="tx1"/>
                </a:solidFill>
                <a:cs typeface="微软雅黑" panose="020B0503020204020204" charset="-122"/>
              </a:rPr>
              <a:t>	</a:t>
            </a:r>
            <a:r>
              <a:rPr sz="1800" b="1" kern="0" spc="-20" dirty="0">
                <a:solidFill>
                  <a:schemeClr val="tx1"/>
                </a:solidFill>
                <a:cs typeface="微软雅黑" panose="020B0503020204020204" charset="-122"/>
              </a:rPr>
              <a:t>改进机会</a:t>
            </a:r>
            <a:r>
              <a:rPr sz="1800" b="1" kern="0" spc="0" dirty="0">
                <a:solidFill>
                  <a:schemeClr val="tx1"/>
                </a:solidFill>
                <a:cs typeface="微软雅黑" panose="020B0503020204020204" charset="-122"/>
              </a:rPr>
              <a:t>            </a:t>
            </a:r>
            <a:endParaRPr lang="en-US" altLang="en-US" sz="1800" b="1" kern="0" spc="0" dirty="0">
              <a:solidFill>
                <a:schemeClr val="tx1"/>
              </a:solidFill>
              <a:cs typeface="微软雅黑" panose="020B0503020204020204" charset="-122"/>
            </a:endParaRPr>
          </a:p>
        </p:txBody>
      </p:sp>
      <p:sp>
        <p:nvSpPr>
          <p:cNvPr id="2312" name="textbox 2312"/>
          <p:cNvSpPr/>
          <p:nvPr>
            <p:custDataLst>
              <p:tags r:id="rId18"/>
            </p:custDataLst>
          </p:nvPr>
        </p:nvSpPr>
        <p:spPr>
          <a:xfrm>
            <a:off x="6624754" y="1363141"/>
            <a:ext cx="2355214" cy="291465"/>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tabLst>
                <a:tab pos="756285" algn="l"/>
              </a:tabLst>
            </a:pPr>
            <a:r>
              <a:rPr sz="1800"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根因分析          </a:t>
            </a:r>
            <a:endParaRPr lang="en-US" altLang="en-US" sz="1800" b="1" kern="0" spc="-10" dirty="0">
              <a:solidFill>
                <a:schemeClr val="tx1"/>
              </a:solidFill>
              <a:cs typeface="微软雅黑" panose="020B0503020204020204" charset="-122"/>
            </a:endParaRPr>
          </a:p>
        </p:txBody>
      </p:sp>
      <p:sp>
        <p:nvSpPr>
          <p:cNvPr id="2314" name="rect"/>
          <p:cNvSpPr/>
          <p:nvPr/>
        </p:nvSpPr>
        <p:spPr>
          <a:xfrm>
            <a:off x="403098" y="1886775"/>
            <a:ext cx="3572255" cy="34925"/>
          </a:xfrm>
          <a:prstGeom prst="rect">
            <a:avLst/>
          </a:prstGeom>
          <a:solidFill>
            <a:schemeClr val="accent2">
              <a:alpha val="100000"/>
            </a:schemeClr>
          </a:solidFill>
          <a:ln cap="flat">
            <a:noFill/>
            <a:prstDash val="solid"/>
            <a:miter lim="0"/>
          </a:ln>
        </p:spPr>
        <p:txBody>
          <a:bodyPr rtlCol="0"/>
          <a:lstStyle/>
          <a:p>
            <a:pPr algn="ctr"/>
            <a:endParaRPr lang="zh-CN" altLang="en-US"/>
          </a:p>
        </p:txBody>
      </p:sp>
    </p:spTree>
    <p:custDataLst>
      <p:tags r:id="rId19"/>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16" name="table 2316"/>
          <p:cNvGraphicFramePr>
            <a:graphicFrameLocks noGrp="1"/>
          </p:cNvGraphicFramePr>
          <p:nvPr>
            <p:custDataLst>
              <p:tags r:id="rId1"/>
            </p:custDataLst>
          </p:nvPr>
        </p:nvGraphicFramePr>
        <p:xfrm>
          <a:off x="1675129" y="4805426"/>
          <a:ext cx="9361169" cy="1058544"/>
        </p:xfrm>
        <a:graphic>
          <a:graphicData uri="http://schemas.openxmlformats.org/drawingml/2006/table">
            <a:tbl>
              <a:tblPr/>
              <a:tblGrid>
                <a:gridCol w="513715"/>
                <a:gridCol w="8847454"/>
              </a:tblGrid>
              <a:tr h="1058544">
                <a:tc>
                  <a:txBody>
                    <a:bodyPr/>
                    <a:lstStyle/>
                    <a:p>
                      <a:pPr algn="l" rtl="0" eaLnBrk="0">
                        <a:lnSpc>
                          <a:spcPct val="103000"/>
                        </a:lnSpc>
                      </a:pPr>
                      <a:endParaRPr lang="en-US" altLang="en-US" sz="1000" dirty="0"/>
                    </a:p>
                    <a:p>
                      <a:pPr algn="l" rtl="0" eaLnBrk="0">
                        <a:lnSpc>
                          <a:spcPct val="9000"/>
                        </a:lnSpc>
                      </a:pPr>
                      <a:endParaRPr lang="en-US" altLang="en-US" sz="100" dirty="0"/>
                    </a:p>
                    <a:p>
                      <a:pPr marL="128905" algn="l" rtl="0" eaLnBrk="0">
                        <a:lnSpc>
                          <a:spcPct val="90000"/>
                        </a:lnSpc>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FFC000"/>
                      </a:solidFill>
                      <a:prstDash val="solid"/>
                      <a:round/>
                      <a:headEnd type="none" w="med" len="med"/>
                      <a:tailEnd type="none" w="med" len="med"/>
                    </a:lnL>
                    <a:lnR w="25400" cap="flat" cmpd="sng" algn="ctr">
                      <a:solidFill>
                        <a:srgbClr val="FFC000"/>
                      </a:solidFill>
                      <a:prstDash val="solid"/>
                      <a:round/>
                      <a:headEnd type="none" w="med" len="med"/>
                      <a:tailEnd type="none" w="med" len="med"/>
                    </a:lnR>
                    <a:lnT w="25400" cap="flat" cmpd="sng" algn="ctr">
                      <a:solidFill>
                        <a:srgbClr val="FFC000"/>
                      </a:solidFill>
                      <a:prstDash val="solid"/>
                      <a:round/>
                      <a:headEnd type="none" w="med" len="med"/>
                      <a:tailEnd type="none" w="med" len="med"/>
                    </a:lnT>
                    <a:lnB w="25400" cap="flat" cmpd="sng" algn="ctr">
                      <a:solidFill>
                        <a:srgbClr val="FFC000"/>
                      </a:solidFill>
                      <a:prstDash val="solid"/>
                      <a:round/>
                      <a:headEnd type="none" w="med" len="med"/>
                      <a:tailEnd type="none" w="med" len="med"/>
                    </a:lnB>
                    <a:solidFill>
                      <a:srgbClr val="FFC000"/>
                    </a:solidFill>
                  </a:tcPr>
                </a:tc>
                <a:tc>
                  <a:txBody>
                    <a:bodyPr/>
                    <a:lstStyle/>
                    <a:p>
                      <a:pPr algn="l" rtl="0" eaLnBrk="0">
                        <a:lnSpc>
                          <a:spcPct val="116000"/>
                        </a:lnSpc>
                      </a:pPr>
                      <a:endParaRPr lang="en-US" altLang="en-US" sz="1000" dirty="0"/>
                    </a:p>
                    <a:p>
                      <a:pPr algn="l" rtl="0" eaLnBrk="0">
                        <a:lnSpc>
                          <a:spcPct val="117000"/>
                        </a:lnSpc>
                      </a:pPr>
                      <a:endParaRPr lang="en-US" altLang="en-US" sz="1000" dirty="0"/>
                    </a:p>
                    <a:p>
                      <a:pPr marL="323850" algn="l" rtl="0" eaLnBrk="0">
                        <a:lnSpc>
                          <a:spcPct val="94000"/>
                        </a:lnSpc>
                        <a:spcBef>
                          <a:spcPts val="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Jira主要记录每一个需求的研发过程，每个时间的节点不是必输的，没法跟踪时间节点，用一个Excel对</a:t>
                      </a:r>
                      <a:r>
                        <a:rPr sz="1200" kern="0" spc="-10" dirty="0">
                          <a:solidFill>
                            <a:srgbClr val="000000">
                              <a:alpha val="100000"/>
                            </a:srgbClr>
                          </a:solidFill>
                          <a:cs typeface="微软雅黑" panose="020B0503020204020204" charset="-122"/>
                        </a:rPr>
                        <a:t>需求进行管理 （IT)</a:t>
                      </a:r>
                      <a:endParaRPr lang="en-US" altLang="en-US" sz="1200" dirty="0"/>
                    </a:p>
                    <a:p>
                      <a:pPr marL="323850" algn="l" rtl="0" eaLnBrk="0">
                        <a:lnSpc>
                          <a:spcPct val="94000"/>
                        </a:lnSpc>
                        <a:spcBef>
                          <a:spcPts val="8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没有用Jira或Excel中需求管理的各节</a:t>
                      </a:r>
                      <a:r>
                        <a:rPr sz="1200" kern="0" spc="-10" dirty="0">
                          <a:solidFill>
                            <a:srgbClr val="000000">
                              <a:alpha val="100000"/>
                            </a:srgbClr>
                          </a:solidFill>
                          <a:cs typeface="微软雅黑" panose="020B0503020204020204" charset="-122"/>
                        </a:rPr>
                        <a:t>点进行绩效管理 (IT)</a:t>
                      </a:r>
                      <a:endParaRPr lang="en-US" altLang="en-US" sz="1200" dirty="0"/>
                    </a:p>
                  </a:txBody>
                  <a:tcPr marL="0" marR="0" marT="0" marB="0" vert="horz">
                    <a:lnL w="25400" cap="flat" cmpd="sng" algn="ctr">
                      <a:solidFill>
                        <a:srgbClr val="FFC000"/>
                      </a:solidFill>
                      <a:prstDash val="solid"/>
                      <a:round/>
                      <a:headEnd type="none" w="med" len="med"/>
                      <a:tailEnd type="none" w="med" len="med"/>
                    </a:lnL>
                    <a:lnR w="25400" cap="flat" cmpd="sng" algn="ctr">
                      <a:solidFill>
                        <a:srgbClr val="D6DCE5"/>
                      </a:solidFill>
                      <a:prstDash val="solid"/>
                      <a:round/>
                      <a:headEnd type="none" w="med" len="med"/>
                      <a:tailEnd type="none" w="med" len="med"/>
                    </a:lnR>
                    <a:lnT>
                      <a:noFill/>
                    </a:lnT>
                    <a:lnB>
                      <a:noFill/>
                    </a:lnB>
                    <a:solidFill>
                      <a:srgbClr val="EDEDED"/>
                    </a:solidFill>
                  </a:tcPr>
                </a:tc>
              </a:tr>
            </a:tbl>
          </a:graphicData>
        </a:graphic>
      </p:graphicFrame>
      <p:graphicFrame>
        <p:nvGraphicFramePr>
          <p:cNvPr id="2318" name="table 2318"/>
          <p:cNvGraphicFramePr>
            <a:graphicFrameLocks noGrp="1"/>
          </p:cNvGraphicFramePr>
          <p:nvPr>
            <p:custDataLst>
              <p:tags r:id="rId2"/>
            </p:custDataLst>
          </p:nvPr>
        </p:nvGraphicFramePr>
        <p:xfrm>
          <a:off x="4071937" y="1252537"/>
          <a:ext cx="2459990" cy="3346450"/>
        </p:xfrm>
        <a:graphic>
          <a:graphicData uri="http://schemas.openxmlformats.org/drawingml/2006/table">
            <a:tbl>
              <a:tblPr/>
              <a:tblGrid>
                <a:gridCol w="2459989"/>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43000"/>
                        </a:lnSpc>
                      </a:pPr>
                      <a:endParaRPr lang="en-US" altLang="en-US" sz="1000" dirty="0"/>
                    </a:p>
                    <a:p>
                      <a:pPr algn="l" rtl="0" eaLnBrk="0">
                        <a:lnSpc>
                          <a:spcPct val="144000"/>
                        </a:lnSpc>
                      </a:pPr>
                      <a:endParaRPr lang="en-US" altLang="en-US" sz="1000" dirty="0"/>
                    </a:p>
                    <a:p>
                      <a:pPr algn="l" rtl="0" eaLnBrk="0">
                        <a:lnSpc>
                          <a:spcPct val="7000"/>
                        </a:lnSpc>
                      </a:pPr>
                      <a:endParaRPr lang="en-US" altLang="en-US" sz="100" dirty="0"/>
                    </a:p>
                    <a:p>
                      <a:pPr marL="222885" indent="-113030" algn="l" rtl="0" eaLnBrk="0">
                        <a:lnSpc>
                          <a:spcPct val="99000"/>
                        </a:lnSpc>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在需求设计开发阶段一些关键</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的输出文档缺失</a:t>
                      </a:r>
                      <a:endParaRPr lang="en-US" altLang="en-US" sz="1200" dirty="0"/>
                    </a:p>
                    <a:p>
                      <a:pPr marL="215900" indent="-106045" algn="l" rtl="0" eaLnBrk="0">
                        <a:lnSpc>
                          <a:spcPct val="99000"/>
                        </a:lnSpc>
                        <a:spcBef>
                          <a:spcPts val="64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需求管理的需求提交与维护渠</a:t>
                      </a:r>
                      <a:r>
                        <a:rPr sz="1200" kern="0" spc="0" dirty="0">
                          <a:solidFill>
                            <a:srgbClr val="000000">
                              <a:alpha val="100000"/>
                            </a:srgbClr>
                          </a:solidFill>
                          <a:cs typeface="微软雅黑" panose="020B0503020204020204" charset="-122"/>
                        </a:rPr>
                        <a:t>       道不统一，需求工具（</a:t>
                      </a:r>
                      <a:r>
                        <a:rPr sz="1200" kern="0" spc="-10" dirty="0">
                          <a:solidFill>
                            <a:srgbClr val="000000">
                              <a:alpha val="100000"/>
                            </a:srgbClr>
                          </a:solidFill>
                          <a:cs typeface="微软雅黑" panose="020B0503020204020204" charset="-122"/>
                        </a:rPr>
                        <a:t>Jira）与     </a:t>
                      </a:r>
                      <a:r>
                        <a:rPr sz="1200" kern="0" spc="-40" dirty="0">
                          <a:solidFill>
                            <a:srgbClr val="000000">
                              <a:alpha val="100000"/>
                            </a:srgbClr>
                          </a:solidFill>
                          <a:cs typeface="微软雅黑" panose="020B0503020204020204" charset="-122"/>
                        </a:rPr>
                        <a:t>手工表格共用。</a:t>
                      </a:r>
                      <a:endParaRPr lang="en-US" altLang="en-US" sz="1200" dirty="0"/>
                    </a:p>
                    <a:p>
                      <a:pPr algn="l" rtl="0" eaLnBrk="0">
                        <a:lnSpc>
                          <a:spcPct val="111000"/>
                        </a:lnSpc>
                      </a:pPr>
                      <a:endParaRPr lang="en-US" altLang="en-US" sz="500" dirty="0"/>
                    </a:p>
                    <a:p>
                      <a:pPr marL="215900" indent="-106045" algn="l" rtl="0" eaLnBrk="0">
                        <a:lnSpc>
                          <a:spcPct val="101000"/>
                        </a:lnSpc>
                        <a:spcBef>
                          <a:spcPts val="5"/>
                        </a:spcBef>
                      </a:pPr>
                      <a:r>
                        <a:rPr sz="1100" kern="0" spc="-20" dirty="0">
                          <a:solidFill>
                            <a:srgbClr val="7F7F7F">
                              <a:alpha val="100000"/>
                            </a:srgbClr>
                          </a:solidFill>
                          <a:cs typeface="Wingdings" panose="05000000000000000000"/>
                        </a:rPr>
                        <a:t>.</a:t>
                      </a:r>
                      <a:r>
                        <a:rPr sz="1100" kern="0" spc="-20" dirty="0">
                          <a:solidFill>
                            <a:srgbClr val="000000">
                              <a:alpha val="100000"/>
                            </a:srgbClr>
                          </a:solidFill>
                          <a:cs typeface="微软雅黑" panose="020B0503020204020204" charset="-122"/>
                        </a:rPr>
                        <a:t>缺失准确的需求执行数据记录，      </a:t>
                      </a:r>
                      <a:r>
                        <a:rPr sz="1200" kern="0" spc="0" dirty="0">
                          <a:solidFill>
                            <a:srgbClr val="000000">
                              <a:alpha val="100000"/>
                            </a:srgbClr>
                          </a:solidFill>
                          <a:cs typeface="微软雅黑" panose="020B0503020204020204" charset="-122"/>
                        </a:rPr>
                        <a:t>无法有效监控和提升效</a:t>
                      </a:r>
                      <a:r>
                        <a:rPr sz="1200" kern="0" spc="-10" dirty="0">
                          <a:solidFill>
                            <a:srgbClr val="000000">
                              <a:alpha val="100000"/>
                            </a:srgbClr>
                          </a:solidFill>
                          <a:cs typeface="微软雅黑" panose="020B0503020204020204" charset="-122"/>
                        </a:rPr>
                        <a:t>绩。例</a:t>
                      </a:r>
                      <a:r>
                        <a:rPr sz="1200" kern="0" spc="0" dirty="0">
                          <a:solidFill>
                            <a:srgbClr val="000000">
                              <a:alpha val="100000"/>
                            </a:srgbClr>
                          </a:solidFill>
                          <a:cs typeface="微软雅黑" panose="020B0503020204020204" charset="-122"/>
                        </a:rPr>
                        <a:t>       如：需求的满足率，需</a:t>
                      </a:r>
                      <a:r>
                        <a:rPr sz="1200" kern="0" spc="-10" dirty="0">
                          <a:solidFill>
                            <a:srgbClr val="000000">
                              <a:alpha val="100000"/>
                            </a:srgbClr>
                          </a:solidFill>
                          <a:cs typeface="微软雅黑" panose="020B0503020204020204" charset="-122"/>
                        </a:rPr>
                        <a:t>求实现       的时效等进行评估</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2320" name="table 2320"/>
          <p:cNvGraphicFramePr>
            <a:graphicFrameLocks noGrp="1"/>
          </p:cNvGraphicFramePr>
          <p:nvPr>
            <p:custDataLst>
              <p:tags r:id="rId3"/>
            </p:custDataLst>
          </p:nvPr>
        </p:nvGraphicFramePr>
        <p:xfrm>
          <a:off x="9018841" y="1252537"/>
          <a:ext cx="2409825" cy="3346450"/>
        </p:xfrm>
        <a:graphic>
          <a:graphicData uri="http://schemas.openxmlformats.org/drawingml/2006/table">
            <a:tbl>
              <a:tblPr/>
              <a:tblGrid>
                <a:gridCol w="2409825"/>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41000"/>
                        </a:lnSpc>
                      </a:pPr>
                      <a:endParaRPr lang="en-US" altLang="en-US" sz="1000" dirty="0"/>
                    </a:p>
                    <a:p>
                      <a:pPr algn="l" rtl="0" eaLnBrk="0">
                        <a:lnSpc>
                          <a:spcPct val="141000"/>
                        </a:lnSpc>
                      </a:pPr>
                      <a:endParaRPr lang="en-US" altLang="en-US" sz="1000" dirty="0"/>
                    </a:p>
                    <a:p>
                      <a:pPr marL="154940" algn="l" rtl="0" eaLnBrk="0">
                        <a:lnSpc>
                          <a:spcPct val="97000"/>
                        </a:lnSpc>
                        <a:spcBef>
                          <a:spcPts val="5"/>
                        </a:spcBef>
                      </a:pPr>
                      <a:r>
                        <a:rPr sz="1200" kern="0" spc="-80" dirty="0">
                          <a:solidFill>
                            <a:srgbClr val="7F7F7F">
                              <a:alpha val="100000"/>
                            </a:srgbClr>
                          </a:solidFill>
                          <a:cs typeface="Wingdings" panose="05000000000000000000"/>
                        </a:rPr>
                        <a:t>.</a:t>
                      </a:r>
                      <a:r>
                        <a:rPr sz="1200" kern="0" spc="-80" dirty="0">
                          <a:solidFill>
                            <a:srgbClr val="000000">
                              <a:alpha val="100000"/>
                            </a:srgbClr>
                          </a:solidFill>
                          <a:cs typeface="微软雅黑" panose="020B0503020204020204" charset="-122"/>
                        </a:rPr>
                        <a:t>规范优化流程和管控模板</a:t>
                      </a:r>
                      <a:endParaRPr lang="en-US" altLang="en-US" sz="1200" dirty="0"/>
                    </a:p>
                    <a:p>
                      <a:pPr marL="154940" algn="l" rtl="0" eaLnBrk="0">
                        <a:lnSpc>
                          <a:spcPct val="98000"/>
                        </a:lnSpc>
                        <a:spcBef>
                          <a:spcPts val="630"/>
                        </a:spcBef>
                      </a:pPr>
                      <a:r>
                        <a:rPr sz="1200" kern="0" spc="-90" dirty="0">
                          <a:solidFill>
                            <a:srgbClr val="7F7F7F">
                              <a:alpha val="100000"/>
                            </a:srgbClr>
                          </a:solidFill>
                          <a:cs typeface="Wingdings" panose="05000000000000000000"/>
                        </a:rPr>
                        <a:t>.</a:t>
                      </a:r>
                      <a:r>
                        <a:rPr sz="1200" kern="0" spc="-90" dirty="0">
                          <a:solidFill>
                            <a:srgbClr val="000000">
                              <a:alpha val="100000"/>
                            </a:srgbClr>
                          </a:solidFill>
                          <a:cs typeface="微软雅黑" panose="020B0503020204020204" charset="-122"/>
                        </a:rPr>
                        <a:t>规范统一需求管控平台</a:t>
                      </a:r>
                      <a:endParaRPr lang="en-US" altLang="en-US" sz="1200" dirty="0"/>
                    </a:p>
                    <a:p>
                      <a:pPr marL="261620" indent="-106680" algn="l" rtl="0" eaLnBrk="0">
                        <a:lnSpc>
                          <a:spcPct val="99000"/>
                        </a:lnSpc>
                        <a:spcBef>
                          <a:spcPts val="66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完善的需求管理工具管理需求</a:t>
                      </a:r>
                      <a:r>
                        <a:rPr sz="1200" kern="0" spc="1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的生命周期，建立需求</a:t>
                      </a:r>
                      <a:r>
                        <a:rPr sz="1200" kern="0" spc="-10" dirty="0">
                          <a:solidFill>
                            <a:srgbClr val="000000">
                              <a:alpha val="100000"/>
                            </a:srgbClr>
                          </a:solidFill>
                          <a:cs typeface="微软雅黑" panose="020B0503020204020204" charset="-122"/>
                        </a:rPr>
                        <a:t>管理的     服务水平协议（SLA)及问题升    </a:t>
                      </a:r>
                      <a:r>
                        <a:rPr sz="1200" kern="0" spc="-50" dirty="0">
                          <a:solidFill>
                            <a:srgbClr val="000000">
                              <a:alpha val="100000"/>
                            </a:srgbClr>
                          </a:solidFill>
                          <a:cs typeface="微软雅黑" panose="020B0503020204020204" charset="-122"/>
                        </a:rPr>
                        <a:t>及机制。</a:t>
                      </a:r>
                      <a:endParaRPr lang="en-US" altLang="en-US" sz="1200" dirty="0"/>
                    </a:p>
                    <a:p>
                      <a:pPr marL="261620" indent="-106680" algn="l" rtl="0" eaLnBrk="0">
                        <a:lnSpc>
                          <a:spcPct val="100000"/>
                        </a:lnSpc>
                        <a:spcBef>
                          <a:spcPts val="625"/>
                        </a:spcBef>
                      </a:pPr>
                      <a:r>
                        <a:rPr sz="1200" kern="0" spc="-50" dirty="0">
                          <a:solidFill>
                            <a:srgbClr val="7F7F7F">
                              <a:alpha val="100000"/>
                            </a:srgbClr>
                          </a:solidFill>
                          <a:cs typeface="Wingdings" panose="05000000000000000000"/>
                        </a:rPr>
                        <a:t>.</a:t>
                      </a:r>
                      <a:r>
                        <a:rPr sz="1200" kern="0" spc="-50" dirty="0">
                          <a:solidFill>
                            <a:srgbClr val="000000">
                              <a:alpha val="100000"/>
                            </a:srgbClr>
                          </a:solidFill>
                          <a:cs typeface="微软雅黑" panose="020B0503020204020204" charset="-122"/>
                        </a:rPr>
                        <a:t>明确需求工具(jira)的数据维护    </a:t>
                      </a:r>
                      <a:r>
                        <a:rPr sz="1200" kern="0" spc="0" dirty="0">
                          <a:solidFill>
                            <a:srgbClr val="000000">
                              <a:alpha val="100000"/>
                            </a:srgbClr>
                          </a:solidFill>
                          <a:cs typeface="微软雅黑" panose="020B0503020204020204" charset="-122"/>
                        </a:rPr>
                        <a:t>规范及要求并进行相应</a:t>
                      </a:r>
                      <a:r>
                        <a:rPr sz="1200" kern="0" spc="-10" dirty="0">
                          <a:solidFill>
                            <a:srgbClr val="000000">
                              <a:alpha val="100000"/>
                            </a:srgbClr>
                          </a:solidFill>
                          <a:cs typeface="微软雅黑" panose="020B0503020204020204" charset="-122"/>
                        </a:rPr>
                        <a:t>的培训     监控</a:t>
                      </a:r>
                      <a:endParaRPr lang="en-US" altLang="en-US" sz="1200" dirty="0"/>
                    </a:p>
                    <a:p>
                      <a:pPr algn="l" rtl="0" eaLnBrk="0">
                        <a:lnSpc>
                          <a:spcPct val="101000"/>
                        </a:lnSpc>
                      </a:pPr>
                      <a:endParaRPr lang="en-US" altLang="en-US" sz="500" dirty="0"/>
                    </a:p>
                    <a:p>
                      <a:pPr marL="261620" indent="-10668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明确BTIT团队对流程执行的监</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管职责</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2322" name="picture 2322"/>
          <p:cNvPicPr>
            <a:picLocks noChangeAspect="1"/>
          </p:cNvPicPr>
          <p:nvPr>
            <p:custDataLst>
              <p:tags r:id="rId4"/>
            </p:custDataLst>
          </p:nvPr>
        </p:nvPicPr>
        <p:blipFill>
          <a:blip r:embed="rId5"/>
          <a:stretch>
            <a:fillRect/>
          </a:stretch>
        </p:blipFill>
        <p:spPr>
          <a:xfrm rot="21600000">
            <a:off x="601396" y="1617067"/>
            <a:ext cx="3154226" cy="2484244"/>
          </a:xfrm>
          <a:prstGeom prst="rect">
            <a:avLst/>
          </a:prstGeom>
        </p:spPr>
      </p:pic>
      <p:graphicFrame>
        <p:nvGraphicFramePr>
          <p:cNvPr id="2324" name="table 2324"/>
          <p:cNvGraphicFramePr>
            <a:graphicFrameLocks noGrp="1"/>
          </p:cNvGraphicFramePr>
          <p:nvPr>
            <p:custDataLst>
              <p:tags r:id="rId6"/>
            </p:custDataLst>
          </p:nvPr>
        </p:nvGraphicFramePr>
        <p:xfrm>
          <a:off x="6595681" y="1252537"/>
          <a:ext cx="2336165" cy="3346450"/>
        </p:xfrm>
        <a:graphic>
          <a:graphicData uri="http://schemas.openxmlformats.org/drawingml/2006/table">
            <a:tbl>
              <a:tblPr/>
              <a:tblGrid>
                <a:gridCol w="2336164"/>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37000"/>
                        </a:lnSpc>
                      </a:pPr>
                      <a:endParaRPr lang="en-US" altLang="en-US" sz="1000" dirty="0"/>
                    </a:p>
                    <a:p>
                      <a:pPr algn="l" rtl="0" eaLnBrk="0">
                        <a:lnSpc>
                          <a:spcPct val="138000"/>
                        </a:lnSpc>
                      </a:pPr>
                      <a:endParaRPr lang="en-US" altLang="en-US" sz="1000" dirty="0"/>
                    </a:p>
                    <a:p>
                      <a:pPr algn="l" rtl="0" eaLnBrk="0">
                        <a:lnSpc>
                          <a:spcPct val="7000"/>
                        </a:lnSpc>
                      </a:pPr>
                      <a:endParaRPr lang="en-US" altLang="en-US" sz="100" dirty="0"/>
                    </a:p>
                    <a:p>
                      <a:pPr marL="202565" indent="-106045" algn="l" rtl="0" eaLnBrk="0">
                        <a:lnSpc>
                          <a:spcPct val="99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设计开发管控未按规范流程和    </a:t>
                      </a:r>
                      <a:r>
                        <a:rPr sz="1200" kern="0" spc="-10" dirty="0">
                          <a:solidFill>
                            <a:srgbClr val="000000">
                              <a:alpha val="100000"/>
                            </a:srgbClr>
                          </a:solidFill>
                          <a:cs typeface="微软雅黑" panose="020B0503020204020204" charset="-122"/>
                        </a:rPr>
                        <a:t>模板执行</a:t>
                      </a:r>
                      <a:endParaRPr lang="en-US" altLang="en-US" sz="1200" dirty="0"/>
                    </a:p>
                    <a:p>
                      <a:pPr marL="96520" algn="l" rtl="0" eaLnBrk="0">
                        <a:lnSpc>
                          <a:spcPct val="97000"/>
                        </a:lnSpc>
                        <a:spcBef>
                          <a:spcPts val="64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没有规范统一需求管控平</a:t>
                      </a:r>
                      <a:r>
                        <a:rPr sz="1200" kern="0" spc="-80" dirty="0">
                          <a:solidFill>
                            <a:srgbClr val="000000">
                              <a:alpha val="100000"/>
                            </a:srgbClr>
                          </a:solidFill>
                          <a:cs typeface="微软雅黑" panose="020B0503020204020204" charset="-122"/>
                        </a:rPr>
                        <a:t>台</a:t>
                      </a:r>
                      <a:endParaRPr lang="en-US" altLang="en-US" sz="1200" dirty="0"/>
                    </a:p>
                    <a:p>
                      <a:pPr algn="l" rtl="0" eaLnBrk="0">
                        <a:lnSpc>
                          <a:spcPct val="109000"/>
                        </a:lnSpc>
                      </a:pPr>
                      <a:endParaRPr lang="en-US" altLang="en-US" sz="500" dirty="0"/>
                    </a:p>
                    <a:p>
                      <a:pPr marL="201295" indent="-104775" algn="l" rtl="0" eaLnBrk="0">
                        <a:lnSpc>
                          <a:spcPct val="99000"/>
                        </a:lnSpc>
                        <a:spcBef>
                          <a:spcPts val="5"/>
                        </a:spcBef>
                      </a:pPr>
                      <a:r>
                        <a:rPr sz="1200" kern="0" spc="-50" dirty="0">
                          <a:solidFill>
                            <a:srgbClr val="7F7F7F">
                              <a:alpha val="100000"/>
                            </a:srgbClr>
                          </a:solidFill>
                          <a:cs typeface="Wingdings" panose="05000000000000000000"/>
                        </a:rPr>
                        <a:t>.</a:t>
                      </a:r>
                      <a:r>
                        <a:rPr sz="1200" kern="0" spc="-50" dirty="0">
                          <a:solidFill>
                            <a:srgbClr val="000000">
                              <a:alpha val="100000"/>
                            </a:srgbClr>
                          </a:solidFill>
                          <a:cs typeface="微软雅黑" panose="020B0503020204020204" charset="-122"/>
                        </a:rPr>
                        <a:t>对需求工具(jira)的数据</a:t>
                      </a:r>
                      <a:r>
                        <a:rPr sz="1200" kern="0" spc="-60" dirty="0">
                          <a:solidFill>
                            <a:srgbClr val="000000">
                              <a:alpha val="100000"/>
                            </a:srgbClr>
                          </a:solidFill>
                          <a:cs typeface="微软雅黑" panose="020B0503020204020204" charset="-122"/>
                        </a:rPr>
                        <a:t>维护规</a:t>
                      </a:r>
                      <a:r>
                        <a:rPr sz="1200" kern="0" spc="-10" dirty="0">
                          <a:solidFill>
                            <a:srgbClr val="000000">
                              <a:alpha val="100000"/>
                            </a:srgbClr>
                          </a:solidFill>
                          <a:cs typeface="微软雅黑" panose="020B0503020204020204" charset="-122"/>
                        </a:rPr>
                        <a:t>    范要求不明确，开发，部署等    进程的数据维护不及时，不准    </a:t>
                      </a:r>
                      <a:r>
                        <a:rPr sz="1200" kern="0" spc="-70" dirty="0">
                          <a:solidFill>
                            <a:srgbClr val="000000">
                              <a:alpha val="100000"/>
                            </a:srgbClr>
                          </a:solidFill>
                          <a:cs typeface="微软雅黑" panose="020B0503020204020204" charset="-122"/>
                        </a:rPr>
                        <a:t>确。</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328" name="textbox 2328"/>
          <p:cNvSpPr/>
          <p:nvPr>
            <p:custDataLst>
              <p:tags r:id="rId7"/>
            </p:custDataLst>
          </p:nvPr>
        </p:nvSpPr>
        <p:spPr>
          <a:xfrm>
            <a:off x="950018" y="522827"/>
            <a:ext cx="8561069" cy="321945"/>
          </a:xfrm>
          <a:prstGeom prst="rect">
            <a:avLst/>
          </a:prstGeom>
        </p:spPr>
        <p:txBody>
          <a:bodyPr vert="horz" wrap="square" lIns="0" tIns="0" rIns="0" bIns="0"/>
          <a:lstStyle/>
          <a:p>
            <a:pPr algn="l" rtl="0" eaLnBrk="0">
              <a:lnSpc>
                <a:spcPct val="87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关键发现2：部分需求设计开发未按模板、管控要求执行，影响了交付的质量</a:t>
            </a:r>
            <a:endParaRPr lang="en-US" altLang="en-US" sz="2000" b="1" kern="0" spc="0" dirty="0">
              <a:solidFill>
                <a:schemeClr val="dk1"/>
              </a:solidFill>
              <a:cs typeface="微软雅黑" panose="020B0503020204020204" charset="-122"/>
            </a:endParaRPr>
          </a:p>
        </p:txBody>
      </p:sp>
      <p:graphicFrame>
        <p:nvGraphicFramePr>
          <p:cNvPr id="2330" name="table 2330"/>
          <p:cNvGraphicFramePr>
            <a:graphicFrameLocks noGrp="1"/>
          </p:cNvGraphicFramePr>
          <p:nvPr>
            <p:custDataLst>
              <p:tags r:id="rId8"/>
            </p:custDataLst>
          </p:nvPr>
        </p:nvGraphicFramePr>
        <p:xfrm>
          <a:off x="385635" y="2426271"/>
          <a:ext cx="3606800" cy="467359"/>
        </p:xfrm>
        <a:graphic>
          <a:graphicData uri="http://schemas.openxmlformats.org/drawingml/2006/table">
            <a:tbl>
              <a:tblPr/>
              <a:tblGrid>
                <a:gridCol w="3606800"/>
              </a:tblGrid>
              <a:tr h="432434">
                <a:tc>
                  <a:txBody>
                    <a:bodyPr/>
                    <a:lstStyle/>
                    <a:p>
                      <a:pPr algn="l" rtl="0" eaLnBrk="0">
                        <a:lnSpc>
                          <a:spcPct val="100000"/>
                        </a:lnSpc>
                      </a:pPr>
                      <a:endParaRPr lang="en-US" altLang="en-US" sz="1000" dirty="0"/>
                    </a:p>
                  </a:txBody>
                  <a:tcPr marL="0" marR="0" marT="0" marB="0" vert="horz">
                    <a:lnL w="34925" cap="flat" cmpd="sng" algn="ctr">
                      <a:solidFill>
                        <a:srgbClr val="FF0000"/>
                      </a:solidFill>
                      <a:prstDash val="solid"/>
                      <a:round/>
                      <a:headEnd type="none" w="med" len="med"/>
                      <a:tailEnd type="none" w="med" len="med"/>
                    </a:lnL>
                    <a:lnR w="34925" cap="flat" cmpd="sng" algn="ctr">
                      <a:solidFill>
                        <a:srgbClr val="FF0000"/>
                      </a:solidFill>
                      <a:prstDash val="solid"/>
                      <a:round/>
                      <a:headEnd type="none" w="med" len="med"/>
                      <a:tailEnd type="none" w="med" len="med"/>
                    </a:lnR>
                    <a:lnT w="34925" cap="flat" cmpd="sng" algn="ctr">
                      <a:solidFill>
                        <a:srgbClr val="FF0000"/>
                      </a:solidFill>
                      <a:prstDash val="solid"/>
                      <a:round/>
                      <a:headEnd type="none" w="med" len="med"/>
                      <a:tailEnd type="none" w="med" len="med"/>
                    </a:lnT>
                    <a:lnB>
                      <a:noFill/>
                    </a:lnB>
                  </a:tcPr>
                </a:tc>
              </a:tr>
            </a:tbl>
          </a:graphicData>
        </a:graphic>
      </p:graphicFrame>
      <p:pic>
        <p:nvPicPr>
          <p:cNvPr id="2332" name="picture 2332"/>
          <p:cNvPicPr>
            <a:picLocks noChangeAspect="1"/>
          </p:cNvPicPr>
          <p:nvPr>
            <p:custDataLst>
              <p:tags r:id="rId9"/>
            </p:custDataLst>
          </p:nvPr>
        </p:nvPicPr>
        <p:blipFill>
          <a:blip r:embed="rId10"/>
          <a:stretch>
            <a:fillRect/>
          </a:stretch>
        </p:blipFill>
        <p:spPr>
          <a:xfrm rot="21600000">
            <a:off x="4076700" y="1257300"/>
            <a:ext cx="2450592" cy="525779"/>
          </a:xfrm>
          <a:prstGeom prst="rect">
            <a:avLst/>
          </a:prstGeom>
        </p:spPr>
      </p:pic>
      <p:pic>
        <p:nvPicPr>
          <p:cNvPr id="2334" name="picture 2334"/>
          <p:cNvPicPr>
            <a:picLocks noChangeAspect="1"/>
          </p:cNvPicPr>
          <p:nvPr>
            <p:custDataLst>
              <p:tags r:id="rId11"/>
            </p:custDataLst>
          </p:nvPr>
        </p:nvPicPr>
        <p:blipFill>
          <a:blip r:embed="rId12"/>
          <a:stretch>
            <a:fillRect/>
          </a:stretch>
        </p:blipFill>
        <p:spPr>
          <a:xfrm rot="21600000">
            <a:off x="6600444" y="1257300"/>
            <a:ext cx="2327147" cy="548640"/>
          </a:xfrm>
          <a:prstGeom prst="rect">
            <a:avLst/>
          </a:prstGeom>
        </p:spPr>
      </p:pic>
      <p:pic>
        <p:nvPicPr>
          <p:cNvPr id="2336" name="picture 2336"/>
          <p:cNvPicPr>
            <a:picLocks noChangeAspect="1"/>
          </p:cNvPicPr>
          <p:nvPr>
            <p:custDataLst>
              <p:tags r:id="rId13"/>
            </p:custDataLst>
          </p:nvPr>
        </p:nvPicPr>
        <p:blipFill>
          <a:blip r:embed="rId14"/>
          <a:stretch>
            <a:fillRect/>
          </a:stretch>
        </p:blipFill>
        <p:spPr>
          <a:xfrm rot="21600000">
            <a:off x="9023604" y="1257300"/>
            <a:ext cx="2400300" cy="525779"/>
          </a:xfrm>
          <a:prstGeom prst="rect">
            <a:avLst/>
          </a:prstGeom>
        </p:spPr>
      </p:pic>
      <p:sp>
        <p:nvSpPr>
          <p:cNvPr id="2340" name="textbox 2340"/>
          <p:cNvSpPr/>
          <p:nvPr>
            <p:custDataLst>
              <p:tags r:id="rId15"/>
            </p:custDataLst>
          </p:nvPr>
        </p:nvSpPr>
        <p:spPr>
          <a:xfrm>
            <a:off x="4063000" y="1419281"/>
            <a:ext cx="2478404" cy="292734"/>
          </a:xfrm>
          <a:prstGeom prst="rect">
            <a:avLst/>
          </a:prstGeom>
        </p:spPr>
        <p:txBody>
          <a:bodyPr vert="horz" wrap="square" lIns="0" tIns="0" rIns="0" bIns="0">
            <a:normAutofit/>
          </a:bodyPr>
          <a:lstStyle/>
          <a:p>
            <a:pPr algn="l" rtl="0" eaLnBrk="0">
              <a:lnSpc>
                <a:spcPct val="91000"/>
              </a:lnSpc>
            </a:pPr>
            <a:endParaRPr lang="en-US" altLang="en-US" sz="100" dirty="0">
              <a:solidFill>
                <a:schemeClr val="tx1"/>
              </a:solidFill>
            </a:endParaRPr>
          </a:p>
          <a:p>
            <a:pPr marL="12700" algn="l" rtl="0" eaLnBrk="0">
              <a:lnSpc>
                <a:spcPct val="97000"/>
              </a:lnSpc>
              <a:tabLst>
                <a:tab pos="847725" algn="l"/>
              </a:tabLst>
            </a:pPr>
            <a:r>
              <a:rPr sz="1800"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关键发现</a:t>
            </a:r>
            <a:r>
              <a:rPr sz="1800" b="1" kern="0" spc="0" dirty="0">
                <a:solidFill>
                  <a:schemeClr val="tx1"/>
                </a:solidFill>
                <a:cs typeface="微软雅黑" panose="020B0503020204020204" charset="-122"/>
              </a:rPr>
              <a:t>           </a:t>
            </a:r>
            <a:endParaRPr lang="en-US" altLang="en-US" sz="1800" b="1" kern="0" spc="0" dirty="0">
              <a:solidFill>
                <a:schemeClr val="tx1"/>
              </a:solidFill>
              <a:cs typeface="微软雅黑" panose="020B0503020204020204" charset="-122"/>
            </a:endParaRPr>
          </a:p>
        </p:txBody>
      </p:sp>
      <p:sp>
        <p:nvSpPr>
          <p:cNvPr id="2342" name="textbox 2342"/>
          <p:cNvSpPr/>
          <p:nvPr>
            <p:custDataLst>
              <p:tags r:id="rId16"/>
            </p:custDataLst>
          </p:nvPr>
        </p:nvSpPr>
        <p:spPr>
          <a:xfrm>
            <a:off x="9009884" y="1419281"/>
            <a:ext cx="2428239" cy="290829"/>
          </a:xfrm>
          <a:prstGeom prst="rect">
            <a:avLst/>
          </a:prstGeom>
        </p:spPr>
        <p:txBody>
          <a:bodyPr vert="horz" wrap="square" lIns="0" tIns="0" rIns="0" bIns="0"/>
          <a:lstStyle/>
          <a:p>
            <a:pPr algn="l" rtl="0" eaLnBrk="0">
              <a:lnSpc>
                <a:spcPct val="77000"/>
              </a:lnSpc>
            </a:pPr>
            <a:endParaRPr lang="en-US" altLang="en-US" sz="100" dirty="0">
              <a:solidFill>
                <a:schemeClr val="tx1"/>
              </a:solidFill>
            </a:endParaRPr>
          </a:p>
          <a:p>
            <a:pPr marL="12700" algn="l" rtl="0" eaLnBrk="0">
              <a:lnSpc>
                <a:spcPct val="97000"/>
              </a:lnSpc>
              <a:tabLst>
                <a:tab pos="742315" algn="l"/>
              </a:tabLst>
            </a:pPr>
            <a:r>
              <a:rPr sz="1800" kern="0" spc="0" dirty="0">
                <a:solidFill>
                  <a:schemeClr val="tx1"/>
                </a:solidFill>
                <a:cs typeface="微软雅黑" panose="020B0503020204020204" charset="-122"/>
              </a:rPr>
              <a:t>	</a:t>
            </a:r>
            <a:r>
              <a:rPr sz="1800" b="1" kern="0" spc="-20" dirty="0">
                <a:solidFill>
                  <a:schemeClr val="tx1"/>
                </a:solidFill>
                <a:cs typeface="微软雅黑" panose="020B0503020204020204" charset="-122"/>
              </a:rPr>
              <a:t>改进机会</a:t>
            </a:r>
            <a:r>
              <a:rPr sz="1800" b="1" kern="0" spc="0" dirty="0">
                <a:solidFill>
                  <a:schemeClr val="tx1"/>
                </a:solidFill>
                <a:cs typeface="微软雅黑" panose="020B0503020204020204" charset="-122"/>
              </a:rPr>
              <a:t>            </a:t>
            </a:r>
            <a:endParaRPr lang="en-US" altLang="en-US" sz="1800" b="1" kern="0" spc="0" dirty="0">
              <a:solidFill>
                <a:schemeClr val="tx1"/>
              </a:solidFill>
              <a:cs typeface="微软雅黑" panose="020B0503020204020204" charset="-122"/>
            </a:endParaRPr>
          </a:p>
        </p:txBody>
      </p:sp>
      <p:sp>
        <p:nvSpPr>
          <p:cNvPr id="2344" name="textbox 2344"/>
          <p:cNvSpPr/>
          <p:nvPr>
            <p:custDataLst>
              <p:tags r:id="rId17"/>
            </p:custDataLst>
          </p:nvPr>
        </p:nvSpPr>
        <p:spPr>
          <a:xfrm>
            <a:off x="6586651" y="1413179"/>
            <a:ext cx="2355214" cy="291465"/>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tabLst>
                <a:tab pos="756285" algn="l"/>
              </a:tabLst>
            </a:pPr>
            <a:r>
              <a:rPr sz="1800"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根因分析          </a:t>
            </a:r>
            <a:endParaRPr lang="en-US" altLang="en-US" sz="1800" b="1" kern="0" spc="-10" dirty="0">
              <a:solidFill>
                <a:schemeClr val="tx1"/>
              </a:solidFill>
              <a:cs typeface="微软雅黑" panose="020B0503020204020204" charset="-122"/>
            </a:endParaRPr>
          </a:p>
        </p:txBody>
      </p:sp>
      <p:sp>
        <p:nvSpPr>
          <p:cNvPr id="2346" name="rect"/>
          <p:cNvSpPr/>
          <p:nvPr/>
        </p:nvSpPr>
        <p:spPr>
          <a:xfrm>
            <a:off x="403098" y="2859087"/>
            <a:ext cx="3572255" cy="34925"/>
          </a:xfrm>
          <a:prstGeom prst="rect">
            <a:avLst/>
          </a:prstGeom>
          <a:solidFill>
            <a:schemeClr val="accent2">
              <a:alpha val="100000"/>
            </a:schemeClr>
          </a:solidFill>
          <a:ln cap="flat">
            <a:noFill/>
            <a:prstDash val="solid"/>
            <a:miter lim="0"/>
          </a:ln>
        </p:spPr>
        <p:txBody>
          <a:bodyPr rtlCol="0"/>
          <a:lstStyle/>
          <a:p>
            <a:pPr algn="ctr"/>
            <a:endParaRPr lang="zh-CN" altLang="en-US"/>
          </a:p>
        </p:txBody>
      </p:sp>
    </p:spTree>
    <p:custDataLst>
      <p:tags r:id="rId18"/>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48" name="table 2348"/>
          <p:cNvGraphicFramePr>
            <a:graphicFrameLocks noGrp="1"/>
          </p:cNvGraphicFramePr>
          <p:nvPr>
            <p:custDataLst>
              <p:tags r:id="rId1"/>
            </p:custDataLst>
          </p:nvPr>
        </p:nvGraphicFramePr>
        <p:xfrm>
          <a:off x="2802889" y="4531105"/>
          <a:ext cx="8112759" cy="1754504"/>
        </p:xfrm>
        <a:graphic>
          <a:graphicData uri="http://schemas.openxmlformats.org/drawingml/2006/table">
            <a:tbl>
              <a:tblPr>
                <a:solidFill>
                  <a:srgbClr val="EDEDED"/>
                </a:solidFill>
              </a:tblPr>
              <a:tblGrid>
                <a:gridCol w="8112759"/>
              </a:tblGrid>
              <a:tr h="1729104">
                <a:tc>
                  <a:txBody>
                    <a:bodyPr/>
                    <a:lstStyle/>
                    <a:p>
                      <a:pPr algn="l" rtl="0" eaLnBrk="0">
                        <a:lnSpc>
                          <a:spcPct val="102000"/>
                        </a:lnSpc>
                      </a:pPr>
                      <a:endParaRPr lang="en-US" altLang="en-US" sz="500" dirty="0"/>
                    </a:p>
                    <a:p>
                      <a:pPr marL="196215" algn="l" rtl="0" eaLnBrk="0">
                        <a:lnSpc>
                          <a:spcPct val="94000"/>
                        </a:lnSpc>
                        <a:spcBef>
                          <a:spcPts val="5"/>
                        </a:spcBef>
                      </a:pPr>
                      <a:r>
                        <a:rPr sz="1200" kern="0" spc="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UAT不是每个项目都做，由项</a:t>
                      </a:r>
                      <a:r>
                        <a:rPr sz="1200" kern="0" spc="-10" dirty="0">
                          <a:solidFill>
                            <a:srgbClr val="000000">
                              <a:alpha val="100000"/>
                            </a:srgbClr>
                          </a:solidFill>
                          <a:cs typeface="微软雅黑" panose="020B0503020204020204" charset="-122"/>
                        </a:rPr>
                        <a:t>目自行决定是否做,感觉很有风险(IT)</a:t>
                      </a:r>
                      <a:endParaRPr lang="en-US" altLang="en-US" sz="1200" dirty="0"/>
                    </a:p>
                    <a:p>
                      <a:pPr marL="196215" algn="l" rtl="0" eaLnBrk="0">
                        <a:lnSpc>
                          <a:spcPct val="95000"/>
                        </a:lnSpc>
                        <a:spcBef>
                          <a:spcPts val="75"/>
                        </a:spcBef>
                      </a:pPr>
                      <a:r>
                        <a:rPr sz="1200" kern="0" spc="-2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同类问题重复发生。系统部署新的东西又把原来的功能覆盖(陕西）</a:t>
                      </a:r>
                      <a:endParaRPr lang="en-US" altLang="en-US" sz="1200" dirty="0"/>
                    </a:p>
                    <a:p>
                      <a:pPr marL="459105" indent="-262890" algn="l" rtl="0" eaLnBrk="0">
                        <a:lnSpc>
                          <a:spcPct val="112000"/>
                        </a:lnSpc>
                        <a:spcBef>
                          <a:spcPts val="40"/>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系统新版本上线出现问题如何处理:是否需要回滚根据经验，没有流程管理。回滚由测试部负责</a:t>
                      </a:r>
                      <a:r>
                        <a:rPr sz="1200" kern="0" spc="-10" dirty="0">
                          <a:solidFill>
                            <a:srgbClr val="000000">
                              <a:alpha val="100000"/>
                            </a:srgbClr>
                          </a:solidFill>
                          <a:cs typeface="微软雅黑" panose="020B0503020204020204" charset="-122"/>
                        </a:rPr>
                        <a:t>人决定，通知周总      </a:t>
                      </a:r>
                      <a:r>
                        <a:rPr sz="900" kern="0" spc="-40" dirty="0">
                          <a:solidFill>
                            <a:srgbClr val="000000">
                              <a:alpha val="100000"/>
                            </a:srgbClr>
                          </a:solidFill>
                          <a:cs typeface="微软雅黑" panose="020B0503020204020204" charset="-122"/>
                        </a:rPr>
                        <a:t>（IT)</a:t>
                      </a:r>
                      <a:endParaRPr lang="en-US" altLang="en-US" sz="900" dirty="0"/>
                    </a:p>
                    <a:p>
                      <a:pPr marL="196215" algn="l" rtl="0" eaLnBrk="0">
                        <a:lnSpc>
                          <a:spcPct val="94000"/>
                        </a:lnSpc>
                        <a:spcBef>
                          <a:spcPts val="105"/>
                        </a:spcBef>
                      </a:pPr>
                      <a:r>
                        <a:rPr sz="1200" kern="0" spc="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没有标准的代码规范，才开始代码走读。代码覆盖率也没有，代码</a:t>
                      </a:r>
                      <a:r>
                        <a:rPr sz="1200" kern="0" spc="-10" dirty="0">
                          <a:solidFill>
                            <a:srgbClr val="000000">
                              <a:alpha val="100000"/>
                            </a:srgbClr>
                          </a:solidFill>
                          <a:cs typeface="微软雅黑" panose="020B0503020204020204" charset="-122"/>
                        </a:rPr>
                        <a:t>质量的需要提升(IT)</a:t>
                      </a:r>
                      <a:endParaRPr lang="en-US" altLang="en-US" sz="1200" dirty="0"/>
                    </a:p>
                    <a:p>
                      <a:pPr marL="196215" algn="l" rtl="0" eaLnBrk="0">
                        <a:lnSpc>
                          <a:spcPct val="94000"/>
                        </a:lnSpc>
                        <a:spcBef>
                          <a:spcPts val="85"/>
                        </a:spcBef>
                      </a:pPr>
                      <a:r>
                        <a:rPr sz="1200" kern="0" spc="-10" dirty="0">
                          <a:solidFill>
                            <a:srgbClr val="000000">
                              <a:alpha val="100000"/>
                            </a:srgbClr>
                          </a:solidFill>
                          <a:cs typeface="Arial" panose="020B0604020202020204"/>
                        </a:rPr>
                        <a:t>•</a:t>
                      </a:r>
                      <a:r>
                        <a:rPr sz="1200" kern="0" spc="160" dirty="0">
                          <a:solidFill>
                            <a:srgbClr val="000000">
                              <a:alpha val="100000"/>
                            </a:srgbClr>
                          </a:solidFill>
                          <a:cs typeface="Arial" panose="020B0604020202020204"/>
                        </a:rPr>
                        <a:t>  </a:t>
                      </a:r>
                      <a:r>
                        <a:rPr sz="1200" kern="0" spc="-10" dirty="0">
                          <a:solidFill>
                            <a:srgbClr val="000000">
                              <a:alpha val="100000"/>
                            </a:srgbClr>
                          </a:solidFill>
                          <a:cs typeface="微软雅黑" panose="020B0503020204020204" charset="-122"/>
                        </a:rPr>
                        <a:t>没有强制要求编写测试用例(IT)</a:t>
                      </a:r>
                      <a:endParaRPr lang="en-US" altLang="en-US" sz="1200" dirty="0"/>
                    </a:p>
                    <a:p>
                      <a:pPr marL="196215" algn="l" rtl="0" eaLnBrk="0">
                        <a:lnSpc>
                          <a:spcPct val="94000"/>
                        </a:lnSpc>
                        <a:spcBef>
                          <a:spcPts val="85"/>
                        </a:spcBef>
                      </a:pPr>
                      <a:r>
                        <a:rPr sz="1200" kern="0" spc="-2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系统的稳定性，卡顿一</a:t>
                      </a:r>
                      <a:r>
                        <a:rPr sz="1200" kern="0" spc="-30" dirty="0">
                          <a:solidFill>
                            <a:srgbClr val="000000">
                              <a:alpha val="100000"/>
                            </a:srgbClr>
                          </a:solidFill>
                          <a:cs typeface="微软雅黑" panose="020B0503020204020204" charset="-122"/>
                        </a:rPr>
                        <a:t>个月有1-2次，影响货量和操作。（安徽）</a:t>
                      </a:r>
                      <a:endParaRPr lang="en-US" altLang="en-US" sz="1200" dirty="0"/>
                    </a:p>
                    <a:p>
                      <a:pPr marL="196215" algn="l" rtl="0" eaLnBrk="0">
                        <a:lnSpc>
                          <a:spcPct val="94000"/>
                        </a:lnSpc>
                        <a:spcBef>
                          <a:spcPts val="85"/>
                        </a:spcBef>
                      </a:pPr>
                      <a:r>
                        <a:rPr sz="1200" kern="0" spc="-1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10" dirty="0">
                          <a:solidFill>
                            <a:srgbClr val="000000">
                              <a:alpha val="100000"/>
                            </a:srgbClr>
                          </a:solidFill>
                          <a:cs typeface="微软雅黑" panose="020B0503020204020204" charset="-122"/>
                        </a:rPr>
                        <a:t>系统慢，卡，特别是每   </a:t>
                      </a:r>
                      <a:r>
                        <a:rPr sz="1200" kern="0" spc="-20" dirty="0">
                          <a:solidFill>
                            <a:srgbClr val="000000">
                              <a:alpha val="100000"/>
                            </a:srgbClr>
                          </a:solidFill>
                          <a:cs typeface="微软雅黑" panose="020B0503020204020204" charset="-122"/>
                        </a:rPr>
                        <a:t>，周最少一次系统没法开单，通常要持续30分钟（浙江）</a:t>
                      </a:r>
                      <a:endParaRPr lang="en-US" altLang="en-US" sz="1200" dirty="0"/>
                    </a:p>
                  </a:txBody>
                  <a:tcPr marL="0" marR="0" marT="0" marB="0" vert="horz">
                    <a:lnL w="25400" cap="flat" cmpd="sng" algn="ctr">
                      <a:solidFill>
                        <a:srgbClr val="ADB9CA"/>
                      </a:solidFill>
                      <a:prstDash val="solid"/>
                      <a:round/>
                      <a:headEnd type="none" w="med" len="med"/>
                      <a:tailEnd type="none" w="med" len="med"/>
                    </a:lnL>
                    <a:lnR w="25400" cap="flat" cmpd="sng" algn="ctr">
                      <a:solidFill>
                        <a:srgbClr val="ADB9CA"/>
                      </a:solidFill>
                      <a:prstDash val="solid"/>
                      <a:round/>
                      <a:headEnd type="none" w="med" len="med"/>
                      <a:tailEnd type="none" w="med" len="med"/>
                    </a:lnR>
                    <a:lnT w="25400" cap="flat" cmpd="sng" algn="ctr">
                      <a:solidFill>
                        <a:srgbClr val="ADB9CA"/>
                      </a:solidFill>
                      <a:prstDash val="solid"/>
                      <a:round/>
                      <a:headEnd type="none" w="med" len="med"/>
                      <a:tailEnd type="none" w="med" len="med"/>
                    </a:lnT>
                    <a:lnB w="25400" cap="flat" cmpd="sng" algn="ctr">
                      <a:solidFill>
                        <a:srgbClr val="ADB9CA"/>
                      </a:solidFill>
                      <a:prstDash val="solid"/>
                      <a:round/>
                      <a:headEnd type="none" w="med" len="med"/>
                      <a:tailEnd type="none" w="med" len="med"/>
                    </a:lnB>
                    <a:solidFill>
                      <a:srgbClr val="EDEDED"/>
                    </a:solidFill>
                  </a:tcPr>
                </a:tc>
              </a:tr>
            </a:tbl>
          </a:graphicData>
        </a:graphic>
      </p:graphicFrame>
      <p:graphicFrame>
        <p:nvGraphicFramePr>
          <p:cNvPr id="2350" name="table 2350"/>
          <p:cNvGraphicFramePr>
            <a:graphicFrameLocks noGrp="1"/>
          </p:cNvGraphicFramePr>
          <p:nvPr>
            <p:custDataLst>
              <p:tags r:id="rId2"/>
            </p:custDataLst>
          </p:nvPr>
        </p:nvGraphicFramePr>
        <p:xfrm>
          <a:off x="4071937" y="845629"/>
          <a:ext cx="2459990" cy="3347084"/>
        </p:xfrm>
        <a:graphic>
          <a:graphicData uri="http://schemas.openxmlformats.org/drawingml/2006/table">
            <a:tbl>
              <a:tblPr/>
              <a:tblGrid>
                <a:gridCol w="2459989"/>
              </a:tblGrid>
              <a:tr h="265429">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49000"/>
                        </a:lnSpc>
                      </a:pPr>
                      <a:endParaRPr lang="en-US" altLang="en-US" sz="1000" dirty="0"/>
                    </a:p>
                    <a:p>
                      <a:pPr algn="l" rtl="0" eaLnBrk="0">
                        <a:lnSpc>
                          <a:spcPct val="150000"/>
                        </a:lnSpc>
                      </a:pPr>
                      <a:endParaRPr lang="en-US" altLang="en-US" sz="1000" dirty="0"/>
                    </a:p>
                    <a:p>
                      <a:pPr marL="241300" indent="-107315" algn="l" rtl="0" eaLnBrk="0">
                        <a:lnSpc>
                          <a:spcPct val="99000"/>
                        </a:lnSpc>
                        <a:spcBef>
                          <a:spcPts val="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部分的需求部署上线没有进行</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用户验收测试</a:t>
                      </a:r>
                      <a:endParaRPr lang="en-US" altLang="en-US" sz="1200" dirty="0"/>
                    </a:p>
                    <a:p>
                      <a:pPr algn="l" rtl="0" eaLnBrk="0">
                        <a:lnSpc>
                          <a:spcPct val="107000"/>
                        </a:lnSpc>
                      </a:pPr>
                      <a:endParaRPr lang="en-US" altLang="en-US" sz="500" dirty="0"/>
                    </a:p>
                    <a:p>
                      <a:pPr marL="133985" algn="l" rtl="0" eaLnBrk="0">
                        <a:lnSpc>
                          <a:spcPct val="97000"/>
                        </a:lnSpc>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开发的功能上线后问题频</a:t>
                      </a:r>
                      <a:r>
                        <a:rPr sz="1200" kern="0" spc="-80" dirty="0">
                          <a:solidFill>
                            <a:srgbClr val="000000">
                              <a:alpha val="100000"/>
                            </a:srgbClr>
                          </a:solidFill>
                          <a:cs typeface="微软雅黑" panose="020B0503020204020204" charset="-122"/>
                        </a:rPr>
                        <a:t>发</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2352" name="table 2352"/>
          <p:cNvGraphicFramePr>
            <a:graphicFrameLocks noGrp="1"/>
          </p:cNvGraphicFramePr>
          <p:nvPr>
            <p:custDataLst>
              <p:tags r:id="rId3"/>
            </p:custDataLst>
          </p:nvPr>
        </p:nvGraphicFramePr>
        <p:xfrm>
          <a:off x="9018841" y="845629"/>
          <a:ext cx="2409825" cy="3347084"/>
        </p:xfrm>
        <a:graphic>
          <a:graphicData uri="http://schemas.openxmlformats.org/drawingml/2006/table">
            <a:tbl>
              <a:tblPr/>
              <a:tblGrid>
                <a:gridCol w="2409825"/>
              </a:tblGrid>
              <a:tr h="265429">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40000"/>
                        </a:lnSpc>
                      </a:pPr>
                      <a:endParaRPr lang="en-US" altLang="en-US" sz="1000" dirty="0"/>
                    </a:p>
                    <a:p>
                      <a:pPr algn="l" rtl="0" eaLnBrk="0">
                        <a:lnSpc>
                          <a:spcPct val="140000"/>
                        </a:lnSpc>
                      </a:pPr>
                      <a:endParaRPr lang="en-US" altLang="en-US" sz="1000" dirty="0"/>
                    </a:p>
                    <a:p>
                      <a:pPr marL="261620" indent="-106680" algn="l" rtl="0" eaLnBrk="0">
                        <a:lnSpc>
                          <a:spcPct val="99000"/>
                        </a:lnSpc>
                        <a:spcBef>
                          <a:spcPts val="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规范开发的测试、部署各节点</a:t>
                      </a:r>
                      <a:r>
                        <a:rPr sz="1200" kern="0" spc="1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评审机制及要求。</a:t>
                      </a:r>
                      <a:endParaRPr lang="en-US" altLang="en-US" sz="1200" dirty="0"/>
                    </a:p>
                    <a:p>
                      <a:pPr marL="154940" algn="l" rtl="0" eaLnBrk="0">
                        <a:lnSpc>
                          <a:spcPct val="97000"/>
                        </a:lnSpc>
                        <a:spcBef>
                          <a:spcPts val="640"/>
                        </a:spcBef>
                      </a:pPr>
                      <a:r>
                        <a:rPr sz="1200" kern="0" spc="-90" dirty="0">
                          <a:solidFill>
                            <a:srgbClr val="7F7F7F">
                              <a:alpha val="100000"/>
                            </a:srgbClr>
                          </a:solidFill>
                          <a:cs typeface="Wingdings" panose="05000000000000000000"/>
                        </a:rPr>
                        <a:t>.</a:t>
                      </a:r>
                      <a:r>
                        <a:rPr sz="1200" kern="0" spc="-90" dirty="0">
                          <a:solidFill>
                            <a:srgbClr val="000000">
                              <a:alpha val="100000"/>
                            </a:srgbClr>
                          </a:solidFill>
                          <a:cs typeface="微软雅黑" panose="020B0503020204020204" charset="-122"/>
                        </a:rPr>
                        <a:t>严格执行用户验收管理</a:t>
                      </a:r>
                      <a:endParaRPr lang="en-US" altLang="en-US" sz="1200" dirty="0"/>
                    </a:p>
                    <a:p>
                      <a:pPr algn="l" rtl="0" eaLnBrk="0">
                        <a:lnSpc>
                          <a:spcPct val="105000"/>
                        </a:lnSpc>
                      </a:pPr>
                      <a:endParaRPr lang="en-US" altLang="en-US" sz="500" dirty="0"/>
                    </a:p>
                    <a:p>
                      <a:pPr marL="154940" algn="l" rtl="0" eaLnBrk="0">
                        <a:lnSpc>
                          <a:spcPct val="98000"/>
                        </a:lnSpc>
                        <a:spcBef>
                          <a:spcPts val="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优化规范软件版本发布管</a:t>
                      </a:r>
                      <a:r>
                        <a:rPr sz="1200" kern="0" spc="-80" dirty="0">
                          <a:solidFill>
                            <a:srgbClr val="000000">
                              <a:alpha val="100000"/>
                            </a:srgbClr>
                          </a:solidFill>
                          <a:cs typeface="微软雅黑" panose="020B0503020204020204" charset="-122"/>
                        </a:rPr>
                        <a:t>理</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2354" name="picture 2354"/>
          <p:cNvPicPr>
            <a:picLocks noChangeAspect="1"/>
          </p:cNvPicPr>
          <p:nvPr>
            <p:custDataLst>
              <p:tags r:id="rId4"/>
            </p:custDataLst>
          </p:nvPr>
        </p:nvPicPr>
        <p:blipFill>
          <a:blip r:embed="rId5"/>
          <a:stretch>
            <a:fillRect/>
          </a:stretch>
        </p:blipFill>
        <p:spPr>
          <a:xfrm rot="21600000">
            <a:off x="601396" y="1210159"/>
            <a:ext cx="3154226" cy="2484243"/>
          </a:xfrm>
          <a:prstGeom prst="rect">
            <a:avLst/>
          </a:prstGeom>
        </p:spPr>
      </p:pic>
      <p:graphicFrame>
        <p:nvGraphicFramePr>
          <p:cNvPr id="2356" name="table 2356"/>
          <p:cNvGraphicFramePr>
            <a:graphicFrameLocks noGrp="1"/>
          </p:cNvGraphicFramePr>
          <p:nvPr>
            <p:custDataLst>
              <p:tags r:id="rId6"/>
            </p:custDataLst>
          </p:nvPr>
        </p:nvGraphicFramePr>
        <p:xfrm>
          <a:off x="6595681" y="845629"/>
          <a:ext cx="2336165" cy="3347084"/>
        </p:xfrm>
        <a:graphic>
          <a:graphicData uri="http://schemas.openxmlformats.org/drawingml/2006/table">
            <a:tbl>
              <a:tblPr/>
              <a:tblGrid>
                <a:gridCol w="2336164"/>
              </a:tblGrid>
              <a:tr h="265429">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35000"/>
                        </a:lnSpc>
                      </a:pPr>
                      <a:endParaRPr lang="en-US" altLang="en-US" sz="1000" dirty="0"/>
                    </a:p>
                    <a:p>
                      <a:pPr algn="l" rtl="0" eaLnBrk="0">
                        <a:lnSpc>
                          <a:spcPct val="136000"/>
                        </a:lnSpc>
                      </a:pPr>
                      <a:endParaRPr lang="en-US" altLang="en-US" sz="1000" dirty="0"/>
                    </a:p>
                    <a:p>
                      <a:pPr marL="252095" indent="-112395"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未严格按规范流程执行代码评   </a:t>
                      </a:r>
                      <a:r>
                        <a:rPr sz="1200" kern="0" spc="-10" dirty="0">
                          <a:solidFill>
                            <a:srgbClr val="000000">
                              <a:alpha val="100000"/>
                            </a:srgbClr>
                          </a:solidFill>
                          <a:cs typeface="微软雅黑" panose="020B0503020204020204" charset="-122"/>
                        </a:rPr>
                        <a:t>审/用户接受测试</a:t>
                      </a:r>
                      <a:endParaRPr lang="en-US" altLang="en-US" sz="1200" dirty="0"/>
                    </a:p>
                    <a:p>
                      <a:pPr algn="l" rtl="0" eaLnBrk="0">
                        <a:lnSpc>
                          <a:spcPct val="108000"/>
                        </a:lnSpc>
                      </a:pPr>
                      <a:endParaRPr lang="en-US" altLang="en-US" sz="500" dirty="0"/>
                    </a:p>
                    <a:p>
                      <a:pPr marL="245110" indent="-10541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在版本发布前虽有需求版本规   </a:t>
                      </a:r>
                      <a:r>
                        <a:rPr sz="1200" kern="0" spc="-10" dirty="0">
                          <a:solidFill>
                            <a:srgbClr val="000000">
                              <a:alpha val="100000"/>
                            </a:srgbClr>
                          </a:solidFill>
                          <a:cs typeface="微软雅黑" panose="020B0503020204020204" charset="-122"/>
                        </a:rPr>
                        <a:t>划确认会，但责任人不明确造   成信息传递不到位</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360" name="textbox 2360"/>
          <p:cNvSpPr/>
          <p:nvPr>
            <p:custDataLst>
              <p:tags r:id="rId7"/>
            </p:custDataLst>
          </p:nvPr>
        </p:nvSpPr>
        <p:spPr>
          <a:xfrm>
            <a:off x="820783" y="393541"/>
            <a:ext cx="7807325"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b="1" kern="0" spc="-30" dirty="0">
                <a:solidFill>
                  <a:schemeClr val="dk1"/>
                </a:solidFill>
                <a:cs typeface="微软雅黑" panose="020B0503020204020204" charset="-122"/>
              </a:rPr>
              <a:t>关键发现3：测试部署缺乏规范性的流</a:t>
            </a:r>
            <a:r>
              <a:rPr sz="2000" b="1" kern="0" spc="-40" dirty="0">
                <a:solidFill>
                  <a:schemeClr val="dk1"/>
                </a:solidFill>
                <a:cs typeface="微软雅黑" panose="020B0503020204020204" charset="-122"/>
              </a:rPr>
              <a:t>程及执行监管，  上线质量不稳定</a:t>
            </a:r>
            <a:endParaRPr lang="en-US" altLang="en-US" sz="2000" b="1" kern="0" spc="-40" dirty="0">
              <a:solidFill>
                <a:schemeClr val="dk1"/>
              </a:solidFill>
              <a:cs typeface="微软雅黑" panose="020B0503020204020204" charset="-122"/>
            </a:endParaRPr>
          </a:p>
        </p:txBody>
      </p:sp>
      <p:graphicFrame>
        <p:nvGraphicFramePr>
          <p:cNvPr id="2362" name="table 2362"/>
          <p:cNvGraphicFramePr>
            <a:graphicFrameLocks noGrp="1"/>
          </p:cNvGraphicFramePr>
          <p:nvPr>
            <p:custDataLst>
              <p:tags r:id="rId8"/>
            </p:custDataLst>
          </p:nvPr>
        </p:nvGraphicFramePr>
        <p:xfrm>
          <a:off x="385635" y="2568003"/>
          <a:ext cx="3606800" cy="467359"/>
        </p:xfrm>
        <a:graphic>
          <a:graphicData uri="http://schemas.openxmlformats.org/drawingml/2006/table">
            <a:tbl>
              <a:tblPr/>
              <a:tblGrid>
                <a:gridCol w="3606800"/>
              </a:tblGrid>
              <a:tr h="432434">
                <a:tc>
                  <a:txBody>
                    <a:bodyPr/>
                    <a:lstStyle/>
                    <a:p>
                      <a:pPr algn="l" rtl="0" eaLnBrk="0">
                        <a:lnSpc>
                          <a:spcPct val="100000"/>
                        </a:lnSpc>
                      </a:pPr>
                      <a:endParaRPr lang="en-US" altLang="en-US" sz="1000" dirty="0"/>
                    </a:p>
                  </a:txBody>
                  <a:tcPr marL="0" marR="0" marT="0" marB="0" vert="horz">
                    <a:lnL w="34925" cap="flat" cmpd="sng" algn="ctr">
                      <a:solidFill>
                        <a:srgbClr val="FF0000"/>
                      </a:solidFill>
                      <a:prstDash val="solid"/>
                      <a:round/>
                      <a:headEnd type="none" w="med" len="med"/>
                      <a:tailEnd type="none" w="med" len="med"/>
                    </a:lnL>
                    <a:lnR w="34925" cap="flat" cmpd="sng" algn="ctr">
                      <a:solidFill>
                        <a:srgbClr val="FF0000"/>
                      </a:solidFill>
                      <a:prstDash val="solid"/>
                      <a:round/>
                      <a:headEnd type="none" w="med" len="med"/>
                      <a:tailEnd type="none" w="med" len="med"/>
                    </a:lnR>
                    <a:lnT w="34925" cap="flat" cmpd="sng" algn="ctr">
                      <a:solidFill>
                        <a:srgbClr val="FF0000"/>
                      </a:solidFill>
                      <a:prstDash val="solid"/>
                      <a:round/>
                      <a:headEnd type="none" w="med" len="med"/>
                      <a:tailEnd type="none" w="med" len="med"/>
                    </a:lnT>
                    <a:lnB>
                      <a:noFill/>
                    </a:lnB>
                  </a:tcPr>
                </a:tc>
              </a:tr>
            </a:tbl>
          </a:graphicData>
        </a:graphic>
      </p:graphicFrame>
      <p:pic>
        <p:nvPicPr>
          <p:cNvPr id="2364" name="picture 2364"/>
          <p:cNvPicPr>
            <a:picLocks noChangeAspect="1"/>
          </p:cNvPicPr>
          <p:nvPr>
            <p:custDataLst>
              <p:tags r:id="rId9"/>
            </p:custDataLst>
          </p:nvPr>
        </p:nvPicPr>
        <p:blipFill>
          <a:blip r:embed="rId10"/>
          <a:stretch>
            <a:fillRect/>
          </a:stretch>
        </p:blipFill>
        <p:spPr>
          <a:xfrm rot="21600000">
            <a:off x="4076700" y="850391"/>
            <a:ext cx="2450592" cy="525779"/>
          </a:xfrm>
          <a:prstGeom prst="rect">
            <a:avLst/>
          </a:prstGeom>
        </p:spPr>
      </p:pic>
      <p:pic>
        <p:nvPicPr>
          <p:cNvPr id="2366" name="picture 2366"/>
          <p:cNvPicPr>
            <a:picLocks noChangeAspect="1"/>
          </p:cNvPicPr>
          <p:nvPr>
            <p:custDataLst>
              <p:tags r:id="rId11"/>
            </p:custDataLst>
          </p:nvPr>
        </p:nvPicPr>
        <p:blipFill>
          <a:blip r:embed="rId12"/>
          <a:stretch>
            <a:fillRect/>
          </a:stretch>
        </p:blipFill>
        <p:spPr>
          <a:xfrm rot="21600000">
            <a:off x="6600444" y="850391"/>
            <a:ext cx="2327147" cy="548640"/>
          </a:xfrm>
          <a:prstGeom prst="rect">
            <a:avLst/>
          </a:prstGeom>
        </p:spPr>
      </p:pic>
      <p:pic>
        <p:nvPicPr>
          <p:cNvPr id="2368" name="picture 2368"/>
          <p:cNvPicPr>
            <a:picLocks noChangeAspect="1"/>
          </p:cNvPicPr>
          <p:nvPr>
            <p:custDataLst>
              <p:tags r:id="rId13"/>
            </p:custDataLst>
          </p:nvPr>
        </p:nvPicPr>
        <p:blipFill>
          <a:blip r:embed="rId14"/>
          <a:stretch>
            <a:fillRect/>
          </a:stretch>
        </p:blipFill>
        <p:spPr>
          <a:xfrm rot="21600000">
            <a:off x="9023604" y="850391"/>
            <a:ext cx="2400300" cy="525779"/>
          </a:xfrm>
          <a:prstGeom prst="rect">
            <a:avLst/>
          </a:prstGeom>
        </p:spPr>
      </p:pic>
      <p:graphicFrame>
        <p:nvGraphicFramePr>
          <p:cNvPr id="2372" name="table 2372"/>
          <p:cNvGraphicFramePr>
            <a:graphicFrameLocks noGrp="1"/>
          </p:cNvGraphicFramePr>
          <p:nvPr>
            <p:custDataLst>
              <p:tags r:id="rId15"/>
            </p:custDataLst>
          </p:nvPr>
        </p:nvGraphicFramePr>
        <p:xfrm>
          <a:off x="2147570" y="4713985"/>
          <a:ext cx="526414" cy="1344930"/>
        </p:xfrm>
        <a:graphic>
          <a:graphicData uri="http://schemas.openxmlformats.org/drawingml/2006/table">
            <a:tbl>
              <a:tblPr>
                <a:solidFill>
                  <a:srgbClr val="FFC000"/>
                </a:solidFill>
              </a:tblPr>
              <a:tblGrid>
                <a:gridCol w="526414"/>
              </a:tblGrid>
              <a:tr h="1319530">
                <a:tc>
                  <a:txBody>
                    <a:bodyPr/>
                    <a:lstStyle/>
                    <a:p>
                      <a:pPr algn="l" rtl="0" eaLnBrk="0">
                        <a:lnSpc>
                          <a:spcPct val="112000"/>
                        </a:lnSpc>
                      </a:pPr>
                      <a:endParaRPr lang="en-US" altLang="en-US" sz="1000" dirty="0"/>
                    </a:p>
                    <a:p>
                      <a:pPr marL="271780" algn="l" rtl="0" eaLnBrk="0">
                        <a:lnSpc>
                          <a:spcPct val="90000"/>
                        </a:lnSpc>
                        <a:spcBef>
                          <a:spcPts val="5"/>
                        </a:spcBef>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FFC000"/>
                      </a:solidFill>
                      <a:prstDash val="solid"/>
                      <a:round/>
                      <a:headEnd type="none" w="med" len="med"/>
                      <a:tailEnd type="none" w="med" len="med"/>
                    </a:lnL>
                    <a:lnR w="25400" cap="flat" cmpd="sng" algn="ctr">
                      <a:solidFill>
                        <a:srgbClr val="FFC000"/>
                      </a:solidFill>
                      <a:prstDash val="solid"/>
                      <a:round/>
                      <a:headEnd type="none" w="med" len="med"/>
                      <a:tailEnd type="none" w="med" len="med"/>
                    </a:lnR>
                    <a:lnT w="25400" cap="flat" cmpd="sng" algn="ctr">
                      <a:solidFill>
                        <a:srgbClr val="FFC000"/>
                      </a:solidFill>
                      <a:prstDash val="solid"/>
                      <a:round/>
                      <a:headEnd type="none" w="med" len="med"/>
                      <a:tailEnd type="none" w="med" len="med"/>
                    </a:lnT>
                    <a:lnB w="25400" cap="flat" cmpd="sng" algn="ctr">
                      <a:solidFill>
                        <a:srgbClr val="FFC000"/>
                      </a:solidFill>
                      <a:prstDash val="solid"/>
                      <a:round/>
                      <a:headEnd type="none" w="med" len="med"/>
                      <a:tailEnd type="none" w="med" len="med"/>
                    </a:lnB>
                    <a:solidFill>
                      <a:srgbClr val="FFC000"/>
                    </a:solidFill>
                  </a:tcPr>
                </a:tc>
              </a:tr>
            </a:tbl>
          </a:graphicData>
        </a:graphic>
      </p:graphicFrame>
      <p:sp>
        <p:nvSpPr>
          <p:cNvPr id="2374" name="textbox 2374"/>
          <p:cNvSpPr/>
          <p:nvPr>
            <p:custDataLst>
              <p:tags r:id="rId16"/>
            </p:custDataLst>
          </p:nvPr>
        </p:nvSpPr>
        <p:spPr>
          <a:xfrm>
            <a:off x="4063000" y="1011986"/>
            <a:ext cx="2478404" cy="292734"/>
          </a:xfrm>
          <a:prstGeom prst="rect">
            <a:avLst/>
          </a:prstGeom>
        </p:spPr>
        <p:txBody>
          <a:bodyPr vert="horz" wrap="square" lIns="0" tIns="0" rIns="0" bIns="0">
            <a:normAutofit/>
          </a:bodyPr>
          <a:lstStyle/>
          <a:p>
            <a:pPr algn="l" rtl="0" eaLnBrk="0">
              <a:lnSpc>
                <a:spcPct val="89000"/>
              </a:lnSpc>
            </a:pPr>
            <a:endParaRPr lang="en-US" altLang="en-US" sz="100" dirty="0">
              <a:solidFill>
                <a:schemeClr val="tx1"/>
              </a:solidFill>
            </a:endParaRPr>
          </a:p>
          <a:p>
            <a:pPr marL="12700" algn="l" rtl="0" eaLnBrk="0">
              <a:lnSpc>
                <a:spcPct val="97000"/>
              </a:lnSpc>
              <a:tabLst>
                <a:tab pos="847725" algn="l"/>
              </a:tabLst>
            </a:pPr>
            <a:r>
              <a:rPr sz="1800"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关键发现</a:t>
            </a:r>
            <a:r>
              <a:rPr sz="1800" b="1"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 </a:t>
            </a:r>
            <a:endParaRPr lang="en-US" altLang="en-US" sz="1800" b="1" kern="0" spc="-10" dirty="0">
              <a:solidFill>
                <a:schemeClr val="tx1"/>
              </a:solidFill>
              <a:cs typeface="微软雅黑" panose="020B0503020204020204" charset="-122"/>
            </a:endParaRPr>
          </a:p>
        </p:txBody>
      </p:sp>
      <p:sp>
        <p:nvSpPr>
          <p:cNvPr id="2376" name="textbox 2376"/>
          <p:cNvSpPr/>
          <p:nvPr>
            <p:custDataLst>
              <p:tags r:id="rId17"/>
            </p:custDataLst>
          </p:nvPr>
        </p:nvSpPr>
        <p:spPr>
          <a:xfrm>
            <a:off x="9009884" y="1011986"/>
            <a:ext cx="2428239" cy="290195"/>
          </a:xfrm>
          <a:prstGeom prst="rect">
            <a:avLst/>
          </a:prstGeom>
        </p:spPr>
        <p:txBody>
          <a:bodyPr vert="horz" wrap="square" lIns="0" tIns="0" rIns="0" bIns="0"/>
          <a:lstStyle/>
          <a:p>
            <a:pPr algn="l" rtl="0" eaLnBrk="0">
              <a:lnSpc>
                <a:spcPct val="75000"/>
              </a:lnSpc>
            </a:pPr>
            <a:endParaRPr lang="en-US" altLang="en-US" sz="100" dirty="0">
              <a:solidFill>
                <a:schemeClr val="tx1"/>
              </a:solidFill>
            </a:endParaRPr>
          </a:p>
          <a:p>
            <a:pPr marL="12700" algn="l" rtl="0" eaLnBrk="0">
              <a:lnSpc>
                <a:spcPct val="97000"/>
              </a:lnSpc>
              <a:tabLst>
                <a:tab pos="742315" algn="l"/>
              </a:tabLst>
            </a:pPr>
            <a:r>
              <a:rPr sz="1800" kern="0" spc="0" dirty="0">
                <a:solidFill>
                  <a:schemeClr val="tx1"/>
                </a:solidFill>
                <a:cs typeface="微软雅黑" panose="020B0503020204020204" charset="-122"/>
              </a:rPr>
              <a:t>	</a:t>
            </a:r>
            <a:r>
              <a:rPr sz="1800" b="1" kern="0" spc="-20" dirty="0">
                <a:solidFill>
                  <a:schemeClr val="tx1"/>
                </a:solidFill>
                <a:cs typeface="微软雅黑" panose="020B0503020204020204" charset="-122"/>
              </a:rPr>
              <a:t>改进机会</a:t>
            </a:r>
            <a:r>
              <a:rPr sz="1800" b="1"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 </a:t>
            </a:r>
            <a:endParaRPr lang="en-US" altLang="en-US" sz="1800" b="1" kern="0" spc="-10" dirty="0">
              <a:solidFill>
                <a:schemeClr val="tx1"/>
              </a:solidFill>
              <a:cs typeface="微软雅黑" panose="020B0503020204020204" charset="-122"/>
            </a:endParaRPr>
          </a:p>
        </p:txBody>
      </p:sp>
      <p:sp>
        <p:nvSpPr>
          <p:cNvPr id="2378" name="textbox 2378"/>
          <p:cNvSpPr/>
          <p:nvPr>
            <p:custDataLst>
              <p:tags r:id="rId18"/>
            </p:custDataLst>
          </p:nvPr>
        </p:nvSpPr>
        <p:spPr>
          <a:xfrm>
            <a:off x="6586651" y="1005636"/>
            <a:ext cx="2355214" cy="291465"/>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tabLst>
                <a:tab pos="756285" algn="l"/>
              </a:tabLst>
            </a:pPr>
            <a:r>
              <a:rPr sz="1800"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根因分析          </a:t>
            </a:r>
            <a:endParaRPr lang="en-US" altLang="en-US" sz="1800" b="1" kern="0" spc="-10" dirty="0">
              <a:solidFill>
                <a:schemeClr val="tx1"/>
              </a:solidFill>
              <a:cs typeface="微软雅黑" panose="020B0503020204020204" charset="-122"/>
            </a:endParaRPr>
          </a:p>
        </p:txBody>
      </p:sp>
      <p:sp>
        <p:nvSpPr>
          <p:cNvPr id="2380" name="rect"/>
          <p:cNvSpPr/>
          <p:nvPr/>
        </p:nvSpPr>
        <p:spPr>
          <a:xfrm>
            <a:off x="403098" y="3000819"/>
            <a:ext cx="3572255" cy="34925"/>
          </a:xfrm>
          <a:prstGeom prst="rect">
            <a:avLst/>
          </a:prstGeom>
          <a:solidFill>
            <a:schemeClr val="accent2">
              <a:alpha val="100000"/>
            </a:schemeClr>
          </a:solidFill>
          <a:ln cap="flat">
            <a:noFill/>
            <a:prstDash val="solid"/>
            <a:miter lim="0"/>
          </a:ln>
        </p:spPr>
        <p:txBody>
          <a:bodyPr rtlCol="0"/>
          <a:lstStyle/>
          <a:p>
            <a:pPr algn="ctr"/>
            <a:endParaRPr lang="zh-CN" altLang="en-US"/>
          </a:p>
        </p:txBody>
      </p:sp>
    </p:spTree>
    <p:custDataLst>
      <p:tags r:id="rId19"/>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82" name="table 2382"/>
          <p:cNvGraphicFramePr>
            <a:graphicFrameLocks noGrp="1"/>
          </p:cNvGraphicFramePr>
          <p:nvPr>
            <p:custDataLst>
              <p:tags r:id="rId1"/>
            </p:custDataLst>
          </p:nvPr>
        </p:nvGraphicFramePr>
        <p:xfrm>
          <a:off x="3250945" y="4552442"/>
          <a:ext cx="6662419" cy="1602105"/>
        </p:xfrm>
        <a:graphic>
          <a:graphicData uri="http://schemas.openxmlformats.org/drawingml/2006/table">
            <a:tbl>
              <a:tblPr>
                <a:solidFill>
                  <a:srgbClr val="EDEDED"/>
                </a:solidFill>
              </a:tblPr>
              <a:tblGrid>
                <a:gridCol w="6662419"/>
              </a:tblGrid>
              <a:tr h="1576705">
                <a:tc>
                  <a:txBody>
                    <a:bodyPr/>
                    <a:lstStyle/>
                    <a:p>
                      <a:pPr algn="l" rtl="0" eaLnBrk="0">
                        <a:lnSpc>
                          <a:spcPct val="102000"/>
                        </a:lnSpc>
                      </a:pPr>
                      <a:endParaRPr lang="en-US" altLang="en-US" sz="600" dirty="0"/>
                    </a:p>
                    <a:p>
                      <a:pPr marL="187960" algn="l" rtl="0" eaLnBrk="0">
                        <a:lnSpc>
                          <a:spcPct val="94000"/>
                        </a:lnSpc>
                        <a:spcBef>
                          <a:spcPts val="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版本部署，没有预沟通，上线后推广职责不清，</a:t>
                      </a:r>
                      <a:r>
                        <a:rPr sz="1200" kern="0" spc="-10" dirty="0">
                          <a:solidFill>
                            <a:srgbClr val="000000">
                              <a:alpha val="100000"/>
                            </a:srgbClr>
                          </a:solidFill>
                          <a:cs typeface="微软雅黑" panose="020B0503020204020204" charset="-122"/>
                        </a:rPr>
                        <a:t>没有人在负责（IT）</a:t>
                      </a:r>
                      <a:endParaRPr lang="en-US" altLang="en-US" sz="1200" dirty="0"/>
                    </a:p>
                    <a:p>
                      <a:pPr marL="187960" algn="l" rtl="0" eaLnBrk="0">
                        <a:lnSpc>
                          <a:spcPct val="94000"/>
                        </a:lnSpc>
                        <a:spcBef>
                          <a:spcPts val="85"/>
                        </a:spcBef>
                      </a:pPr>
                      <a:r>
                        <a:rPr sz="1200" kern="0" spc="-3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30" dirty="0">
                          <a:solidFill>
                            <a:srgbClr val="000000">
                              <a:alpha val="100000"/>
                            </a:srgbClr>
                          </a:solidFill>
                          <a:cs typeface="微软雅黑" panose="020B0503020204020204" charset="-122"/>
                        </a:rPr>
                        <a:t>权限下放不充分。关闭网点需要下放。（山东）</a:t>
                      </a:r>
                      <a:endParaRPr lang="en-US" altLang="en-US" sz="1200" dirty="0"/>
                    </a:p>
                    <a:p>
                      <a:pPr marL="187960" algn="l" rtl="0" eaLnBrk="0">
                        <a:lnSpc>
                          <a:spcPct val="94000"/>
                        </a:lnSpc>
                        <a:spcBef>
                          <a:spcPts val="85"/>
                        </a:spcBef>
                      </a:pPr>
                      <a:r>
                        <a:rPr sz="1200" kern="0" spc="-2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第一次万份破损的逻辑没有想好，开发</a:t>
                      </a:r>
                      <a:r>
                        <a:rPr sz="1200" kern="0" spc="-30" dirty="0">
                          <a:solidFill>
                            <a:srgbClr val="000000">
                              <a:alpha val="100000"/>
                            </a:srgbClr>
                          </a:solidFill>
                          <a:cs typeface="微软雅黑" panose="020B0503020204020204" charset="-122"/>
                        </a:rPr>
                        <a:t>出来后马上需求再修改  （质控）</a:t>
                      </a:r>
                      <a:endParaRPr lang="en-US" altLang="en-US" sz="1200" dirty="0"/>
                    </a:p>
                    <a:p>
                      <a:pPr marL="187960" algn="l" rtl="0" eaLnBrk="0">
                        <a:lnSpc>
                          <a:spcPct val="95000"/>
                        </a:lnSpc>
                        <a:spcBef>
                          <a:spcPts val="75"/>
                        </a:spcBef>
                      </a:pPr>
                      <a:r>
                        <a:rPr sz="1200" kern="0" spc="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有些项目做好后没人使用（结算，西安呼叫</a:t>
                      </a:r>
                      <a:r>
                        <a:rPr sz="1200" kern="0" spc="-10" dirty="0">
                          <a:solidFill>
                            <a:srgbClr val="000000">
                              <a:alpha val="100000"/>
                            </a:srgbClr>
                          </a:solidFill>
                          <a:cs typeface="微软雅黑" panose="020B0503020204020204" charset="-122"/>
                        </a:rPr>
                        <a:t>系统</a:t>
                      </a:r>
                      <a:r>
                        <a:rPr sz="1200" kern="0" spc="-30" dirty="0">
                          <a:solidFill>
                            <a:srgbClr val="000000">
                              <a:alpha val="100000"/>
                            </a:srgbClr>
                          </a:solidFill>
                          <a:cs typeface="微软雅黑" panose="020B0503020204020204" charset="-122"/>
                        </a:rPr>
                        <a:t>）（</a:t>
                      </a:r>
                      <a:r>
                        <a:rPr sz="1200" kern="0" spc="-10" dirty="0">
                          <a:solidFill>
                            <a:srgbClr val="000000">
                              <a:alpha val="100000"/>
                            </a:srgbClr>
                          </a:solidFill>
                          <a:cs typeface="微软雅黑" panose="020B0503020204020204" charset="-122"/>
                        </a:rPr>
                        <a:t>IT)</a:t>
                      </a:r>
                      <a:endParaRPr lang="en-US" altLang="en-US" sz="1200" dirty="0"/>
                    </a:p>
                    <a:p>
                      <a:pPr marL="187960" algn="l" rtl="0" eaLnBrk="0">
                        <a:lnSpc>
                          <a:spcPct val="94000"/>
                        </a:lnSpc>
                        <a:spcBef>
                          <a:spcPts val="90"/>
                        </a:spcBef>
                      </a:pPr>
                      <a:r>
                        <a:rPr sz="1200" kern="0" spc="-30" dirty="0">
                          <a:solidFill>
                            <a:srgbClr val="000000">
                              <a:alpha val="100000"/>
                            </a:srgbClr>
                          </a:solidFill>
                          <a:cs typeface="Arial" panose="020B0604020202020204"/>
                        </a:rPr>
                        <a:t>•</a:t>
                      </a:r>
                      <a:r>
                        <a:rPr sz="1200" kern="0" spc="150" dirty="0">
                          <a:solidFill>
                            <a:srgbClr val="000000">
                              <a:alpha val="100000"/>
                            </a:srgbClr>
                          </a:solidFill>
                          <a:cs typeface="Arial" panose="020B0604020202020204"/>
                        </a:rPr>
                        <a:t>  </a:t>
                      </a:r>
                      <a:r>
                        <a:rPr sz="1200" kern="0" spc="-30" dirty="0">
                          <a:solidFill>
                            <a:srgbClr val="000000">
                              <a:alpha val="100000"/>
                            </a:srgbClr>
                          </a:solidFill>
                          <a:cs typeface="微软雅黑" panose="020B0503020204020204" charset="-122"/>
                        </a:rPr>
                        <a:t>测试不严谨，也许提出的需求就是这样的（运营）</a:t>
                      </a:r>
                      <a:endParaRPr lang="en-US" altLang="en-US" sz="1200" dirty="0"/>
                    </a:p>
                    <a:p>
                      <a:pPr marL="187960" algn="l" rtl="0" eaLnBrk="0">
                        <a:lnSpc>
                          <a:spcPct val="97000"/>
                        </a:lnSpc>
                        <a:spcBef>
                          <a:spcPts val="45"/>
                        </a:spcBef>
                      </a:pPr>
                      <a:r>
                        <a:rPr sz="1200" kern="0" spc="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有些需求如调拨，年前做</a:t>
                      </a:r>
                      <a:r>
                        <a:rPr sz="1200" kern="0" spc="-10" dirty="0">
                          <a:solidFill>
                            <a:srgbClr val="000000">
                              <a:alpha val="100000"/>
                            </a:srgbClr>
                          </a:solidFill>
                          <a:cs typeface="微软雅黑" panose="020B0503020204020204" charset="-122"/>
                        </a:rPr>
                        <a:t>好了一直不用（IT)</a:t>
                      </a:r>
                      <a:endParaRPr lang="en-US" altLang="en-US" sz="1200" dirty="0"/>
                    </a:p>
                    <a:p>
                      <a:pPr marL="187960" algn="l" rtl="0" eaLnBrk="0">
                        <a:lnSpc>
                          <a:spcPct val="94000"/>
                        </a:lnSpc>
                        <a:spcBef>
                          <a:spcPts val="85"/>
                        </a:spcBef>
                      </a:pPr>
                      <a:r>
                        <a:rPr sz="1200" kern="0" spc="0" dirty="0">
                          <a:solidFill>
                            <a:srgbClr val="000000">
                              <a:alpha val="100000"/>
                            </a:srgbClr>
                          </a:solidFill>
                          <a:cs typeface="Arial" panose="020B0604020202020204"/>
                        </a:rPr>
                        <a:t>•</a:t>
                      </a:r>
                      <a:r>
                        <a:rPr sz="1200" kern="0" spc="160" dirty="0">
                          <a:solidFill>
                            <a:srgbClr val="000000">
                              <a:alpha val="100000"/>
                            </a:srgbClr>
                          </a:solidFill>
                          <a:cs typeface="Arial" panose="020B0604020202020204"/>
                        </a:rPr>
                        <a:t>  </a:t>
                      </a:r>
                      <a:r>
                        <a:rPr sz="1200" kern="0" spc="0" dirty="0">
                          <a:solidFill>
                            <a:srgbClr val="000000">
                              <a:alpha val="100000"/>
                            </a:srgbClr>
                          </a:solidFill>
                          <a:cs typeface="微软雅黑" panose="020B0503020204020204" charset="-122"/>
                        </a:rPr>
                        <a:t>当去确认需求时，经常发现业务自己没有验证、设</a:t>
                      </a:r>
                      <a:r>
                        <a:rPr sz="1200" kern="0" spc="-10" dirty="0">
                          <a:solidFill>
                            <a:srgbClr val="000000">
                              <a:alpha val="100000"/>
                            </a:srgbClr>
                          </a:solidFill>
                          <a:cs typeface="微软雅黑" panose="020B0503020204020204" charset="-122"/>
                        </a:rPr>
                        <a:t>计清楚就让IT做系统的情况(IT)</a:t>
                      </a:r>
                      <a:endParaRPr lang="en-US" altLang="en-US" sz="1200" dirty="0"/>
                    </a:p>
                  </a:txBody>
                  <a:tcPr marL="0" marR="0" marT="0" marB="0" vert="horz">
                    <a:lnL w="25400" cap="flat" cmpd="sng" algn="ctr">
                      <a:solidFill>
                        <a:srgbClr val="D6DCE5"/>
                      </a:solidFill>
                      <a:prstDash val="solid"/>
                      <a:round/>
                      <a:headEnd type="none" w="med" len="med"/>
                      <a:tailEnd type="none" w="med" len="med"/>
                    </a:lnL>
                    <a:lnR w="25400" cap="flat" cmpd="sng" algn="ctr">
                      <a:solidFill>
                        <a:srgbClr val="D6DCE5"/>
                      </a:solidFill>
                      <a:prstDash val="solid"/>
                      <a:round/>
                      <a:headEnd type="none" w="med" len="med"/>
                      <a:tailEnd type="none" w="med" len="med"/>
                    </a:lnR>
                    <a:lnT w="25400" cap="flat" cmpd="sng" algn="ctr">
                      <a:solidFill>
                        <a:srgbClr val="D6DCE5"/>
                      </a:solidFill>
                      <a:prstDash val="solid"/>
                      <a:round/>
                      <a:headEnd type="none" w="med" len="med"/>
                      <a:tailEnd type="none" w="med" len="med"/>
                    </a:lnT>
                    <a:lnB w="25400" cap="flat" cmpd="sng" algn="ctr">
                      <a:solidFill>
                        <a:srgbClr val="D6DCE5"/>
                      </a:solidFill>
                      <a:prstDash val="solid"/>
                      <a:round/>
                      <a:headEnd type="none" w="med" len="med"/>
                      <a:tailEnd type="none" w="med" len="med"/>
                    </a:lnB>
                    <a:solidFill>
                      <a:srgbClr val="EDEDED"/>
                    </a:solidFill>
                  </a:tcPr>
                </a:tc>
              </a:tr>
            </a:tbl>
          </a:graphicData>
        </a:graphic>
      </p:graphicFrame>
      <p:graphicFrame>
        <p:nvGraphicFramePr>
          <p:cNvPr id="2384" name="table 2384"/>
          <p:cNvGraphicFramePr>
            <a:graphicFrameLocks noGrp="1"/>
          </p:cNvGraphicFramePr>
          <p:nvPr>
            <p:custDataLst>
              <p:tags r:id="rId2"/>
            </p:custDataLst>
          </p:nvPr>
        </p:nvGraphicFramePr>
        <p:xfrm>
          <a:off x="4071937" y="924877"/>
          <a:ext cx="2459990" cy="3346450"/>
        </p:xfrm>
        <a:graphic>
          <a:graphicData uri="http://schemas.openxmlformats.org/drawingml/2006/table">
            <a:tbl>
              <a:tblPr/>
              <a:tblGrid>
                <a:gridCol w="2459989"/>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02000"/>
                        </a:lnSpc>
                      </a:pPr>
                      <a:endParaRPr lang="en-US" altLang="en-US" sz="1000" dirty="0"/>
                    </a:p>
                    <a:p>
                      <a:pPr algn="l" rtl="0" eaLnBrk="0">
                        <a:lnSpc>
                          <a:spcPct val="102000"/>
                        </a:lnSpc>
                      </a:pPr>
                      <a:endParaRPr lang="en-US" altLang="en-US" sz="1000" dirty="0"/>
                    </a:p>
                    <a:p>
                      <a:pPr algn="l" rtl="0" eaLnBrk="0">
                        <a:lnSpc>
                          <a:spcPct val="102000"/>
                        </a:lnSpc>
                      </a:pPr>
                      <a:endParaRPr lang="en-US" altLang="en-US" sz="1000" dirty="0"/>
                    </a:p>
                    <a:p>
                      <a:pPr algn="l" rtl="0" eaLnBrk="0">
                        <a:lnSpc>
                          <a:spcPct val="8000"/>
                        </a:lnSpc>
                      </a:pPr>
                      <a:endParaRPr lang="en-US" altLang="en-US" sz="100" dirty="0"/>
                    </a:p>
                    <a:p>
                      <a:pPr marL="215265" indent="-106045" algn="l" rtl="0" eaLnBrk="0">
                        <a:lnSpc>
                          <a:spcPct val="103000"/>
                        </a:lnSpc>
                      </a:pPr>
                      <a:r>
                        <a:rPr sz="1100" kern="0" spc="-20" dirty="0">
                          <a:solidFill>
                            <a:srgbClr val="7F7F7F">
                              <a:alpha val="100000"/>
                            </a:srgbClr>
                          </a:solidFill>
                          <a:cs typeface="Wingdings" panose="05000000000000000000"/>
                        </a:rPr>
                        <a:t>.</a:t>
                      </a:r>
                      <a:r>
                        <a:rPr sz="1100" kern="0" spc="-20" dirty="0">
                          <a:solidFill>
                            <a:srgbClr val="000000">
                              <a:alpha val="100000"/>
                            </a:srgbClr>
                          </a:solidFill>
                          <a:cs typeface="微软雅黑" panose="020B0503020204020204" charset="-122"/>
                        </a:rPr>
                        <a:t>项目人员缺乏变革管</a:t>
                      </a:r>
                      <a:r>
                        <a:rPr sz="1100" kern="0" spc="-30" dirty="0">
                          <a:solidFill>
                            <a:srgbClr val="000000">
                              <a:alpha val="100000"/>
                            </a:srgbClr>
                          </a:solidFill>
                          <a:cs typeface="微软雅黑" panose="020B0503020204020204" charset="-122"/>
                        </a:rPr>
                        <a:t>理经验，</a:t>
                      </a:r>
                      <a:r>
                        <a:rPr sz="11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造成推行准备度不足</a:t>
                      </a:r>
                      <a:endParaRPr lang="en-US" altLang="en-US" sz="1200" dirty="0"/>
                    </a:p>
                    <a:p>
                      <a:pPr marL="213995" indent="-104775" algn="l" rtl="0" eaLnBrk="0">
                        <a:lnSpc>
                          <a:spcPct val="100000"/>
                        </a:lnSpc>
                        <a:spcBef>
                          <a:spcPts val="62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业务部门提出的业务需求不完</a:t>
                      </a:r>
                      <a:r>
                        <a:rPr sz="1200" kern="0" spc="0" dirty="0">
                          <a:solidFill>
                            <a:srgbClr val="000000">
                              <a:alpha val="100000"/>
                            </a:srgbClr>
                          </a:solidFill>
                          <a:cs typeface="微软雅黑" panose="020B0503020204020204" charset="-122"/>
                        </a:rPr>
                        <a:t>       整，导致开发成果无法应</a:t>
                      </a:r>
                      <a:r>
                        <a:rPr sz="1200" kern="0" spc="-10" dirty="0">
                          <a:solidFill>
                            <a:srgbClr val="000000">
                              <a:alpha val="100000"/>
                            </a:srgbClr>
                          </a:solidFill>
                          <a:cs typeface="微软雅黑" panose="020B0503020204020204" charset="-122"/>
                        </a:rPr>
                        <a:t>用实</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施</a:t>
                      </a:r>
                      <a:endParaRPr lang="en-US" altLang="en-US" sz="1200" dirty="0"/>
                    </a:p>
                    <a:p>
                      <a:pPr algn="l" rtl="0" eaLnBrk="0">
                        <a:lnSpc>
                          <a:spcPct val="101000"/>
                        </a:lnSpc>
                      </a:pPr>
                      <a:endParaRPr lang="en-US" altLang="en-US" sz="500" dirty="0"/>
                    </a:p>
                    <a:p>
                      <a:pPr marL="214630" indent="-105410" algn="l" rtl="0" eaLnBrk="0">
                        <a:lnSpc>
                          <a:spcPct val="99000"/>
                        </a:lnSpc>
                        <a:spcBef>
                          <a:spcPts val="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部分需求功能已上线，但是关</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键用户不知晓</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graphicFrame>
        <p:nvGraphicFramePr>
          <p:cNvPr id="2386" name="table 2386"/>
          <p:cNvGraphicFramePr>
            <a:graphicFrameLocks noGrp="1"/>
          </p:cNvGraphicFramePr>
          <p:nvPr>
            <p:custDataLst>
              <p:tags r:id="rId3"/>
            </p:custDataLst>
          </p:nvPr>
        </p:nvGraphicFramePr>
        <p:xfrm>
          <a:off x="9018841" y="924877"/>
          <a:ext cx="2409825" cy="3346450"/>
        </p:xfrm>
        <a:graphic>
          <a:graphicData uri="http://schemas.openxmlformats.org/drawingml/2006/table">
            <a:tbl>
              <a:tblPr/>
              <a:tblGrid>
                <a:gridCol w="2409825"/>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40000"/>
                        </a:lnSpc>
                      </a:pPr>
                      <a:endParaRPr lang="en-US" altLang="en-US" sz="1000" dirty="0"/>
                    </a:p>
                    <a:p>
                      <a:pPr algn="l" rtl="0" eaLnBrk="0">
                        <a:lnSpc>
                          <a:spcPct val="141000"/>
                        </a:lnSpc>
                      </a:pPr>
                      <a:endParaRPr lang="en-US" altLang="en-US" sz="1000" dirty="0"/>
                    </a:p>
                    <a:p>
                      <a:pPr algn="l" rtl="0" eaLnBrk="0">
                        <a:lnSpc>
                          <a:spcPct val="8000"/>
                        </a:lnSpc>
                      </a:pPr>
                      <a:endParaRPr lang="en-US" altLang="en-US" sz="100" dirty="0"/>
                    </a:p>
                    <a:p>
                      <a:pPr marL="260350" indent="-105410" algn="l" rtl="0" eaLnBrk="0">
                        <a:lnSpc>
                          <a:spcPct val="99000"/>
                        </a:lnSpc>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加强对问题的跟踪、回访、收</a:t>
                      </a:r>
                      <a:r>
                        <a:rPr sz="1200" kern="0" spc="1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集问题、提供培训，以</a:t>
                      </a:r>
                      <a:r>
                        <a:rPr sz="1200" kern="0" spc="-10" dirty="0">
                          <a:solidFill>
                            <a:srgbClr val="000000">
                              <a:alpha val="100000"/>
                            </a:srgbClr>
                          </a:solidFill>
                          <a:cs typeface="微软雅黑" panose="020B0503020204020204" charset="-122"/>
                        </a:rPr>
                        <a:t>提高用</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户的满意度</a:t>
                      </a:r>
                      <a:endParaRPr lang="en-US" altLang="en-US" sz="1200" dirty="0"/>
                    </a:p>
                    <a:p>
                      <a:pPr marL="261620" indent="-106680" algn="l" rtl="0" eaLnBrk="0">
                        <a:lnSpc>
                          <a:spcPct val="99000"/>
                        </a:lnSpc>
                        <a:spcBef>
                          <a:spcPts val="63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建立专业推广指挥团队和系统</a:t>
                      </a:r>
                      <a:r>
                        <a:rPr sz="1200" kern="0" spc="1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化的推广方法</a:t>
                      </a:r>
                      <a:endParaRPr lang="en-US" altLang="en-US" sz="1200" dirty="0"/>
                    </a:p>
                    <a:p>
                      <a:pPr algn="l" rtl="0" eaLnBrk="0">
                        <a:lnSpc>
                          <a:spcPct val="106000"/>
                        </a:lnSpc>
                      </a:pPr>
                      <a:endParaRPr lang="en-US" altLang="en-US" sz="500" dirty="0"/>
                    </a:p>
                    <a:p>
                      <a:pPr marL="154940" algn="l" rtl="0" eaLnBrk="0">
                        <a:lnSpc>
                          <a:spcPct val="97000"/>
                        </a:lnSpc>
                        <a:spcBef>
                          <a:spcPts val="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提高关键业务用户专业能</a:t>
                      </a:r>
                      <a:r>
                        <a:rPr sz="1200" kern="0" spc="-80" dirty="0">
                          <a:solidFill>
                            <a:srgbClr val="000000">
                              <a:alpha val="100000"/>
                            </a:srgbClr>
                          </a:solidFill>
                          <a:cs typeface="微软雅黑" panose="020B0503020204020204" charset="-122"/>
                        </a:rPr>
                        <a:t>力</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pic>
        <p:nvPicPr>
          <p:cNvPr id="2388" name="picture 2388"/>
          <p:cNvPicPr>
            <a:picLocks noChangeAspect="1"/>
          </p:cNvPicPr>
          <p:nvPr>
            <p:custDataLst>
              <p:tags r:id="rId4"/>
            </p:custDataLst>
          </p:nvPr>
        </p:nvPicPr>
        <p:blipFill>
          <a:blip r:embed="rId5"/>
          <a:stretch>
            <a:fillRect/>
          </a:stretch>
        </p:blipFill>
        <p:spPr>
          <a:xfrm rot="21600000">
            <a:off x="601396" y="1288493"/>
            <a:ext cx="3154226" cy="2485671"/>
          </a:xfrm>
          <a:prstGeom prst="rect">
            <a:avLst/>
          </a:prstGeom>
        </p:spPr>
      </p:pic>
      <p:graphicFrame>
        <p:nvGraphicFramePr>
          <p:cNvPr id="2390" name="table 2390"/>
          <p:cNvGraphicFramePr>
            <a:graphicFrameLocks noGrp="1"/>
          </p:cNvGraphicFramePr>
          <p:nvPr>
            <p:custDataLst>
              <p:tags r:id="rId6"/>
            </p:custDataLst>
          </p:nvPr>
        </p:nvGraphicFramePr>
        <p:xfrm>
          <a:off x="6595681" y="924877"/>
          <a:ext cx="2336165" cy="3346450"/>
        </p:xfrm>
        <a:graphic>
          <a:graphicData uri="http://schemas.openxmlformats.org/drawingml/2006/table">
            <a:tbl>
              <a:tblPr/>
              <a:tblGrid>
                <a:gridCol w="2336164"/>
              </a:tblGrid>
              <a:tr h="264795">
                <a:tc>
                  <a:txBody>
                    <a:bodyPr/>
                    <a:lstStyle/>
                    <a:p>
                      <a:pPr algn="l" rtl="0" eaLnBrk="0">
                        <a:lnSpc>
                          <a:spcPct val="100000"/>
                        </a:lnSpc>
                      </a:pPr>
                      <a:endParaRPr lang="en-US" altLang="en-US" sz="10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r h="3081654">
                <a:tc>
                  <a:txBody>
                    <a:bodyPr/>
                    <a:lstStyle/>
                    <a:p>
                      <a:pPr algn="l" rtl="0" eaLnBrk="0">
                        <a:lnSpc>
                          <a:spcPct val="136000"/>
                        </a:lnSpc>
                      </a:pPr>
                      <a:endParaRPr lang="en-US" altLang="en-US" sz="1000" dirty="0"/>
                    </a:p>
                    <a:p>
                      <a:pPr algn="l" rtl="0" eaLnBrk="0">
                        <a:lnSpc>
                          <a:spcPct val="137000"/>
                        </a:lnSpc>
                      </a:pPr>
                      <a:endParaRPr lang="en-US" altLang="en-US" sz="1000" dirty="0"/>
                    </a:p>
                    <a:p>
                      <a:pPr marL="139700" algn="l" rtl="0" eaLnBrk="0">
                        <a:lnSpc>
                          <a:spcPct val="97000"/>
                        </a:lnSpc>
                        <a:spcBef>
                          <a:spcPts val="5"/>
                        </a:spcBef>
                      </a:pPr>
                      <a:r>
                        <a:rPr sz="1200" kern="0" spc="-100" dirty="0">
                          <a:solidFill>
                            <a:srgbClr val="7F7F7F">
                              <a:alpha val="100000"/>
                            </a:srgbClr>
                          </a:solidFill>
                          <a:cs typeface="Wingdings" panose="05000000000000000000"/>
                        </a:rPr>
                        <a:t>.</a:t>
                      </a:r>
                      <a:r>
                        <a:rPr sz="1200" kern="0" spc="-640" dirty="0">
                          <a:solidFill>
                            <a:srgbClr val="7F7F7F">
                              <a:alpha val="100000"/>
                            </a:srgbClr>
                          </a:solidFill>
                          <a:cs typeface="Wingdings" panose="05000000000000000000"/>
                        </a:rPr>
                        <a:t> </a:t>
                      </a:r>
                      <a:r>
                        <a:rPr sz="1200" kern="0" spc="-100" dirty="0">
                          <a:solidFill>
                            <a:srgbClr val="000000">
                              <a:alpha val="100000"/>
                            </a:srgbClr>
                          </a:solidFill>
                          <a:cs typeface="微软雅黑" panose="020B0503020204020204" charset="-122"/>
                        </a:rPr>
                        <a:t>IT业务实施推广的参与度不高</a:t>
                      </a:r>
                      <a:endParaRPr lang="en-US" altLang="en-US" sz="1200" dirty="0"/>
                    </a:p>
                    <a:p>
                      <a:pPr algn="l" rtl="0" eaLnBrk="0">
                        <a:lnSpc>
                          <a:spcPct val="107000"/>
                        </a:lnSpc>
                      </a:pPr>
                      <a:endParaRPr lang="en-US" altLang="en-US" sz="500" dirty="0"/>
                    </a:p>
                    <a:p>
                      <a:pPr marL="139700" algn="l" rtl="0" eaLnBrk="0">
                        <a:lnSpc>
                          <a:spcPct val="97000"/>
                        </a:lnSpc>
                        <a:spcBef>
                          <a:spcPts val="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业务部门对业务梳理质量</a:t>
                      </a:r>
                      <a:r>
                        <a:rPr sz="1200" kern="0" spc="-80" dirty="0">
                          <a:solidFill>
                            <a:srgbClr val="000000">
                              <a:alpha val="100000"/>
                            </a:srgbClr>
                          </a:solidFill>
                          <a:cs typeface="微软雅黑" panose="020B0503020204020204" charset="-122"/>
                        </a:rPr>
                        <a:t>差</a:t>
                      </a:r>
                      <a:endParaRPr lang="en-US" altLang="en-US" sz="12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394" name="path"/>
          <p:cNvSpPr/>
          <p:nvPr/>
        </p:nvSpPr>
        <p:spPr>
          <a:xfrm>
            <a:off x="385635" y="3212655"/>
            <a:ext cx="3578225" cy="630809"/>
          </a:xfrm>
          <a:custGeom>
            <a:avLst/>
            <a:gdLst/>
            <a:ahLst/>
            <a:cxnLst/>
            <a:rect l="0" t="0" r="0" b="0"/>
            <a:pathLst>
              <a:path w="5635" h="993">
                <a:moveTo>
                  <a:pt x="27" y="965"/>
                </a:moveTo>
                <a:lnTo>
                  <a:pt x="5607" y="965"/>
                </a:lnTo>
                <a:lnTo>
                  <a:pt x="5607" y="27"/>
                </a:lnTo>
                <a:lnTo>
                  <a:pt x="27" y="27"/>
                </a:lnTo>
                <a:lnTo>
                  <a:pt x="27" y="965"/>
                </a:lnTo>
                <a:close/>
              </a:path>
            </a:pathLst>
          </a:custGeom>
          <a:noFill/>
          <a:ln w="34925" cap="flat">
            <a:solidFill>
              <a:srgbClr val="FF0000">
                <a:alpha val="100000"/>
              </a:srgbClr>
            </a:solidFill>
            <a:prstDash val="solid"/>
            <a:miter lim="800000"/>
          </a:ln>
        </p:spPr>
        <p:txBody>
          <a:bodyPr rtlCol="0"/>
          <a:lstStyle/>
          <a:p>
            <a:pPr algn="ctr"/>
            <a:endParaRPr lang="zh-CN" altLang="en-US"/>
          </a:p>
        </p:txBody>
      </p:sp>
      <p:pic>
        <p:nvPicPr>
          <p:cNvPr id="2398" name="picture 2398"/>
          <p:cNvPicPr>
            <a:picLocks noChangeAspect="1"/>
          </p:cNvPicPr>
          <p:nvPr>
            <p:custDataLst>
              <p:tags r:id="rId7"/>
            </p:custDataLst>
          </p:nvPr>
        </p:nvPicPr>
        <p:blipFill>
          <a:blip r:embed="rId8"/>
          <a:stretch>
            <a:fillRect/>
          </a:stretch>
        </p:blipFill>
        <p:spPr>
          <a:xfrm rot="21600000">
            <a:off x="4076700" y="929640"/>
            <a:ext cx="2450592" cy="525779"/>
          </a:xfrm>
          <a:prstGeom prst="rect">
            <a:avLst/>
          </a:prstGeom>
        </p:spPr>
      </p:pic>
      <p:pic>
        <p:nvPicPr>
          <p:cNvPr id="2400" name="picture 2400"/>
          <p:cNvPicPr>
            <a:picLocks noChangeAspect="1"/>
          </p:cNvPicPr>
          <p:nvPr>
            <p:custDataLst>
              <p:tags r:id="rId9"/>
            </p:custDataLst>
          </p:nvPr>
        </p:nvPicPr>
        <p:blipFill>
          <a:blip r:embed="rId10"/>
          <a:stretch>
            <a:fillRect/>
          </a:stretch>
        </p:blipFill>
        <p:spPr>
          <a:xfrm rot="21600000">
            <a:off x="6600444" y="929640"/>
            <a:ext cx="2327147" cy="548639"/>
          </a:xfrm>
          <a:prstGeom prst="rect">
            <a:avLst/>
          </a:prstGeom>
        </p:spPr>
      </p:pic>
      <p:pic>
        <p:nvPicPr>
          <p:cNvPr id="2402" name="picture 2402"/>
          <p:cNvPicPr>
            <a:picLocks noChangeAspect="1"/>
          </p:cNvPicPr>
          <p:nvPr>
            <p:custDataLst>
              <p:tags r:id="rId11"/>
            </p:custDataLst>
          </p:nvPr>
        </p:nvPicPr>
        <p:blipFill>
          <a:blip r:embed="rId12"/>
          <a:stretch>
            <a:fillRect/>
          </a:stretch>
        </p:blipFill>
        <p:spPr>
          <a:xfrm rot="21600000">
            <a:off x="9023604" y="929640"/>
            <a:ext cx="2400300" cy="525779"/>
          </a:xfrm>
          <a:prstGeom prst="rect">
            <a:avLst/>
          </a:prstGeom>
        </p:spPr>
      </p:pic>
      <p:graphicFrame>
        <p:nvGraphicFramePr>
          <p:cNvPr id="2406" name="table 2406"/>
          <p:cNvGraphicFramePr>
            <a:graphicFrameLocks noGrp="1"/>
          </p:cNvGraphicFramePr>
          <p:nvPr>
            <p:custDataLst>
              <p:tags r:id="rId13"/>
            </p:custDataLst>
          </p:nvPr>
        </p:nvGraphicFramePr>
        <p:xfrm>
          <a:off x="2638297" y="4753609"/>
          <a:ext cx="526414" cy="1226185"/>
        </p:xfrm>
        <a:graphic>
          <a:graphicData uri="http://schemas.openxmlformats.org/drawingml/2006/table">
            <a:tbl>
              <a:tblPr>
                <a:solidFill>
                  <a:srgbClr val="FFC000"/>
                </a:solidFill>
              </a:tblPr>
              <a:tblGrid>
                <a:gridCol w="526414"/>
              </a:tblGrid>
              <a:tr h="1200785">
                <a:tc>
                  <a:txBody>
                    <a:bodyPr/>
                    <a:lstStyle/>
                    <a:p>
                      <a:pPr algn="l" rtl="0" eaLnBrk="0">
                        <a:lnSpc>
                          <a:spcPct val="111000"/>
                        </a:lnSpc>
                      </a:pPr>
                      <a:endParaRPr lang="en-US" altLang="en-US" sz="1000" dirty="0"/>
                    </a:p>
                    <a:p>
                      <a:pPr algn="l" rtl="0" eaLnBrk="0">
                        <a:lnSpc>
                          <a:spcPct val="7000"/>
                        </a:lnSpc>
                      </a:pPr>
                      <a:endParaRPr lang="en-US" altLang="en-US" sz="100" dirty="0"/>
                    </a:p>
                    <a:p>
                      <a:pPr marL="212090" algn="l" rtl="0" eaLnBrk="0">
                        <a:lnSpc>
                          <a:spcPct val="90000"/>
                        </a:lnSpc>
                      </a:pPr>
                      <a:r>
                        <a:rPr sz="1400" b="1" kern="0" spc="230" dirty="0">
                          <a:solidFill>
                            <a:srgbClr val="FFFFFF">
                              <a:alpha val="100000"/>
                            </a:srgbClr>
                          </a:solidFill>
                          <a:cs typeface="微软雅黑" panose="020B0503020204020204" charset="-122"/>
                        </a:rPr>
                        <a:t>访谈摘要</a:t>
                      </a:r>
                      <a:endParaRPr lang="en-US" altLang="en-US" sz="1400" dirty="0"/>
                    </a:p>
                  </a:txBody>
                  <a:tcPr marL="0" marR="0" marT="0" marB="0" vert="eaVert">
                    <a:lnL w="25400" cap="flat" cmpd="sng" algn="ctr">
                      <a:solidFill>
                        <a:srgbClr val="FFC000"/>
                      </a:solidFill>
                      <a:prstDash val="solid"/>
                      <a:round/>
                      <a:headEnd type="none" w="med" len="med"/>
                      <a:tailEnd type="none" w="med" len="med"/>
                    </a:lnL>
                    <a:lnR w="25400" cap="flat" cmpd="sng" algn="ctr">
                      <a:solidFill>
                        <a:srgbClr val="FFC000"/>
                      </a:solidFill>
                      <a:prstDash val="solid"/>
                      <a:round/>
                      <a:headEnd type="none" w="med" len="med"/>
                      <a:tailEnd type="none" w="med" len="med"/>
                    </a:lnR>
                    <a:lnT w="25400" cap="flat" cmpd="sng" algn="ctr">
                      <a:solidFill>
                        <a:srgbClr val="FFC000"/>
                      </a:solidFill>
                      <a:prstDash val="solid"/>
                      <a:round/>
                      <a:headEnd type="none" w="med" len="med"/>
                      <a:tailEnd type="none" w="med" len="med"/>
                    </a:lnT>
                    <a:lnB w="25400" cap="flat" cmpd="sng" algn="ctr">
                      <a:solidFill>
                        <a:srgbClr val="FFC000"/>
                      </a:solidFill>
                      <a:prstDash val="solid"/>
                      <a:round/>
                      <a:headEnd type="none" w="med" len="med"/>
                      <a:tailEnd type="none" w="med" len="med"/>
                    </a:lnB>
                    <a:solidFill>
                      <a:srgbClr val="FFC000"/>
                    </a:solidFill>
                  </a:tcPr>
                </a:tc>
              </a:tr>
            </a:tbl>
          </a:graphicData>
        </a:graphic>
      </p:graphicFrame>
      <p:sp>
        <p:nvSpPr>
          <p:cNvPr id="2408" name="textbox 2408"/>
          <p:cNvSpPr/>
          <p:nvPr>
            <p:custDataLst>
              <p:tags r:id="rId14"/>
            </p:custDataLst>
          </p:nvPr>
        </p:nvSpPr>
        <p:spPr>
          <a:xfrm>
            <a:off x="4063000" y="1091615"/>
            <a:ext cx="2478404" cy="292734"/>
          </a:xfrm>
          <a:prstGeom prst="rect">
            <a:avLst/>
          </a:prstGeom>
        </p:spPr>
        <p:txBody>
          <a:bodyPr vert="horz" wrap="square" lIns="0" tIns="0" rIns="0" bIns="0">
            <a:normAutofit/>
          </a:bodyPr>
          <a:lstStyle/>
          <a:p>
            <a:pPr algn="l" rtl="0" eaLnBrk="0">
              <a:lnSpc>
                <a:spcPct val="89000"/>
              </a:lnSpc>
            </a:pPr>
            <a:endParaRPr lang="en-US" altLang="en-US" sz="100" dirty="0">
              <a:solidFill>
                <a:schemeClr val="tx1"/>
              </a:solidFill>
            </a:endParaRPr>
          </a:p>
          <a:p>
            <a:pPr marL="12700" algn="l" rtl="0" eaLnBrk="0">
              <a:lnSpc>
                <a:spcPct val="97000"/>
              </a:lnSpc>
              <a:tabLst>
                <a:tab pos="847725" algn="l"/>
              </a:tabLst>
            </a:pPr>
            <a:r>
              <a:rPr sz="1800"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关键发现</a:t>
            </a:r>
            <a:r>
              <a:rPr sz="1800" b="1"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 </a:t>
            </a:r>
            <a:endParaRPr lang="en-US" altLang="en-US" sz="1800" b="1" kern="0" spc="-10" dirty="0">
              <a:solidFill>
                <a:schemeClr val="tx1"/>
              </a:solidFill>
              <a:cs typeface="微软雅黑" panose="020B0503020204020204" charset="-122"/>
            </a:endParaRPr>
          </a:p>
        </p:txBody>
      </p:sp>
      <p:sp>
        <p:nvSpPr>
          <p:cNvPr id="2410" name="textbox 2410"/>
          <p:cNvSpPr/>
          <p:nvPr>
            <p:custDataLst>
              <p:tags r:id="rId15"/>
            </p:custDataLst>
          </p:nvPr>
        </p:nvSpPr>
        <p:spPr>
          <a:xfrm>
            <a:off x="9009884" y="1091615"/>
            <a:ext cx="2428239" cy="290195"/>
          </a:xfrm>
          <a:prstGeom prst="rect">
            <a:avLst/>
          </a:prstGeom>
        </p:spPr>
        <p:txBody>
          <a:bodyPr vert="horz" wrap="square" lIns="0" tIns="0" rIns="0" bIns="0"/>
          <a:lstStyle/>
          <a:p>
            <a:pPr algn="l" rtl="0" eaLnBrk="0">
              <a:lnSpc>
                <a:spcPct val="75000"/>
              </a:lnSpc>
            </a:pPr>
            <a:endParaRPr lang="en-US" altLang="en-US" sz="100" dirty="0">
              <a:solidFill>
                <a:schemeClr val="tx1"/>
              </a:solidFill>
            </a:endParaRPr>
          </a:p>
          <a:p>
            <a:pPr marL="12700" algn="l" rtl="0" eaLnBrk="0">
              <a:lnSpc>
                <a:spcPct val="97000"/>
              </a:lnSpc>
              <a:tabLst>
                <a:tab pos="742315" algn="l"/>
              </a:tabLst>
            </a:pPr>
            <a:r>
              <a:rPr sz="1800" kern="0" spc="0" dirty="0">
                <a:solidFill>
                  <a:schemeClr val="tx1"/>
                </a:solidFill>
                <a:cs typeface="微软雅黑" panose="020B0503020204020204" charset="-122"/>
              </a:rPr>
              <a:t>	</a:t>
            </a:r>
            <a:r>
              <a:rPr sz="1800" b="1" kern="0" spc="-20" dirty="0">
                <a:solidFill>
                  <a:schemeClr val="tx1"/>
                </a:solidFill>
                <a:cs typeface="微软雅黑" panose="020B0503020204020204" charset="-122"/>
              </a:rPr>
              <a:t>改进机会</a:t>
            </a:r>
            <a:r>
              <a:rPr sz="1800" b="1"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 </a:t>
            </a:r>
            <a:endParaRPr lang="en-US" altLang="en-US" sz="1800" b="1" kern="0" spc="-10" dirty="0">
              <a:solidFill>
                <a:schemeClr val="tx1"/>
              </a:solidFill>
              <a:cs typeface="微软雅黑" panose="020B0503020204020204" charset="-122"/>
            </a:endParaRPr>
          </a:p>
        </p:txBody>
      </p:sp>
      <p:sp>
        <p:nvSpPr>
          <p:cNvPr id="2412" name="textbox 2412"/>
          <p:cNvSpPr/>
          <p:nvPr>
            <p:custDataLst>
              <p:tags r:id="rId16"/>
            </p:custDataLst>
          </p:nvPr>
        </p:nvSpPr>
        <p:spPr>
          <a:xfrm>
            <a:off x="6586651" y="1084637"/>
            <a:ext cx="2355214" cy="291465"/>
          </a:xfrm>
          <a:prstGeom prst="rect">
            <a:avLst/>
          </a:prstGeom>
        </p:spPr>
        <p:txBody>
          <a:bodyPr vert="horz" wrap="square" lIns="0" tIns="0" rIns="0" bIns="0">
            <a:normAutofit/>
          </a:bodyPr>
          <a:lstStyle/>
          <a:p>
            <a:pPr algn="l" rtl="0" eaLnBrk="0">
              <a:lnSpc>
                <a:spcPct val="83000"/>
              </a:lnSpc>
            </a:pPr>
            <a:endParaRPr lang="en-US" altLang="en-US" sz="100" dirty="0">
              <a:solidFill>
                <a:schemeClr val="tx1"/>
              </a:solidFill>
            </a:endParaRPr>
          </a:p>
          <a:p>
            <a:pPr marL="12700" algn="l" rtl="0" eaLnBrk="0">
              <a:lnSpc>
                <a:spcPct val="97000"/>
              </a:lnSpc>
              <a:tabLst>
                <a:tab pos="756285" algn="l"/>
              </a:tabLst>
            </a:pPr>
            <a:r>
              <a:rPr sz="1800" kern="0" spc="0" dirty="0">
                <a:solidFill>
                  <a:schemeClr val="tx1"/>
                </a:solidFill>
                <a:cs typeface="微软雅黑" panose="020B0503020204020204" charset="-122"/>
              </a:rPr>
              <a:t>	</a:t>
            </a:r>
            <a:r>
              <a:rPr sz="1800" b="1" kern="0" spc="-10" dirty="0">
                <a:solidFill>
                  <a:schemeClr val="tx1"/>
                </a:solidFill>
                <a:cs typeface="微软雅黑" panose="020B0503020204020204" charset="-122"/>
              </a:rPr>
              <a:t>根因分析          </a:t>
            </a:r>
            <a:endParaRPr lang="en-US" altLang="en-US" sz="1800" b="1" kern="0" spc="-10" dirty="0">
              <a:solidFill>
                <a:schemeClr val="tx1"/>
              </a:solidFill>
              <a:cs typeface="微软雅黑" panose="020B0503020204020204" charset="-122"/>
            </a:endParaRPr>
          </a:p>
        </p:txBody>
      </p:sp>
      <p:sp>
        <p:nvSpPr>
          <p:cNvPr id="2" name="标题 1"/>
          <p:cNvSpPr>
            <a:spLocks noGrp="1"/>
          </p:cNvSpPr>
          <p:nvPr>
            <p:ph type="title"/>
            <p:custDataLst>
              <p:tags r:id="rId17"/>
            </p:custDataLst>
          </p:nvPr>
        </p:nvSpPr>
        <p:spPr>
          <a:xfrm>
            <a:off x="385445" y="88265"/>
            <a:ext cx="10800080" cy="255270"/>
          </a:xfrm>
        </p:spPr>
        <p:txBody>
          <a:bodyPr vert="horz" lIns="0" tIns="0" rIns="0" bIns="0" rtlCol="0" anchor="ctr">
            <a:normAutofit fontScale="90000"/>
          </a:bodyPr>
          <a:lstStyle>
            <a:lvl1pPr>
              <a:defRPr sz="4400"/>
            </a:lvl1pPr>
          </a:lstStyle>
          <a:p>
            <a:pPr lvl="0" algn="l">
              <a:buClrTx/>
              <a:buSzTx/>
              <a:buFontTx/>
            </a:pPr>
            <a:endParaRPr lang="zh-CN" altLang="en-US" dirty="0">
              <a:sym typeface="+mn-ea"/>
            </a:endParaRPr>
          </a:p>
          <a:p>
            <a:pPr lvl="0" algn="l">
              <a:buClrTx/>
              <a:buSzTx/>
              <a:buFontTx/>
            </a:pPr>
            <a:r>
              <a:rPr sz="2000" kern="0" spc="-30" dirty="0">
                <a:solidFill>
                  <a:schemeClr val="dk1"/>
                </a:solidFill>
                <a:latin typeface="+mn-lt"/>
                <a:ea typeface="+mn-ea"/>
                <a:cs typeface="微软雅黑" panose="020B0503020204020204" charset="-122"/>
                <a:sym typeface="+mn-ea"/>
              </a:rPr>
              <a:t>关键发现4：业务实施推广力度不足，影响了解决方案的落地效果</a:t>
            </a:r>
            <a:endParaRPr lang="zh-CN" altLang="en-US" dirty="0">
              <a:sym typeface="+mn-ea"/>
            </a:endParaRPr>
          </a:p>
        </p:txBody>
      </p:sp>
    </p:spTree>
    <p:custDataLst>
      <p:tags r:id="rId18"/>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2" name="group 212"/>
          <p:cNvGrpSpPr/>
          <p:nvPr/>
        </p:nvGrpSpPr>
        <p:grpSpPr>
          <a:xfrm rot="21600000">
            <a:off x="6171526" y="3833852"/>
            <a:ext cx="4753177" cy="471979"/>
            <a:chOff x="0" y="0"/>
            <a:chExt cx="4753177" cy="471979"/>
          </a:xfrm>
        </p:grpSpPr>
        <p:sp>
          <p:nvSpPr>
            <p:cNvPr id="2414" name="path"/>
            <p:cNvSpPr/>
            <p:nvPr/>
          </p:nvSpPr>
          <p:spPr>
            <a:xfrm>
              <a:off x="5245" y="3579"/>
              <a:ext cx="2388108" cy="464820"/>
            </a:xfrm>
            <a:custGeom>
              <a:avLst/>
              <a:gdLst/>
              <a:ahLst/>
              <a:cxnLst/>
              <a:rect l="0" t="0" r="0" b="0"/>
              <a:pathLst>
                <a:path w="3760" h="732">
                  <a:moveTo>
                    <a:pt x="0" y="0"/>
                  </a:moveTo>
                  <a:lnTo>
                    <a:pt x="3511" y="0"/>
                  </a:lnTo>
                  <a:lnTo>
                    <a:pt x="3760" y="366"/>
                  </a:lnTo>
                  <a:lnTo>
                    <a:pt x="3511" y="732"/>
                  </a:lnTo>
                  <a:lnTo>
                    <a:pt x="0" y="732"/>
                  </a:lnTo>
                  <a:lnTo>
                    <a:pt x="249" y="366"/>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2416" name="path"/>
            <p:cNvSpPr/>
            <p:nvPr/>
          </p:nvSpPr>
          <p:spPr>
            <a:xfrm>
              <a:off x="0" y="0"/>
              <a:ext cx="2398598" cy="471979"/>
            </a:xfrm>
            <a:custGeom>
              <a:avLst/>
              <a:gdLst/>
              <a:ahLst/>
              <a:cxnLst/>
              <a:rect l="0" t="0" r="0" b="0"/>
              <a:pathLst>
                <a:path w="3777" h="743">
                  <a:moveTo>
                    <a:pt x="3519" y="5"/>
                  </a:moveTo>
                  <a:lnTo>
                    <a:pt x="3769" y="371"/>
                  </a:lnTo>
                  <a:lnTo>
                    <a:pt x="3519" y="737"/>
                  </a:lnTo>
                  <a:moveTo>
                    <a:pt x="8" y="737"/>
                  </a:moveTo>
                  <a:lnTo>
                    <a:pt x="258" y="371"/>
                  </a:lnTo>
                  <a:lnTo>
                    <a:pt x="8" y="5"/>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2418" name="path"/>
            <p:cNvSpPr/>
            <p:nvPr/>
          </p:nvSpPr>
          <p:spPr>
            <a:xfrm>
              <a:off x="2359825" y="3579"/>
              <a:ext cx="2388107" cy="464820"/>
            </a:xfrm>
            <a:custGeom>
              <a:avLst/>
              <a:gdLst/>
              <a:ahLst/>
              <a:cxnLst/>
              <a:rect l="0" t="0" r="0" b="0"/>
              <a:pathLst>
                <a:path w="3760" h="732">
                  <a:moveTo>
                    <a:pt x="0" y="0"/>
                  </a:moveTo>
                  <a:lnTo>
                    <a:pt x="3510" y="0"/>
                  </a:lnTo>
                  <a:lnTo>
                    <a:pt x="3760" y="366"/>
                  </a:lnTo>
                  <a:lnTo>
                    <a:pt x="3510" y="732"/>
                  </a:lnTo>
                  <a:lnTo>
                    <a:pt x="0" y="732"/>
                  </a:lnTo>
                  <a:lnTo>
                    <a:pt x="249" y="366"/>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2420" name="path"/>
            <p:cNvSpPr/>
            <p:nvPr/>
          </p:nvSpPr>
          <p:spPr>
            <a:xfrm>
              <a:off x="2354580" y="0"/>
              <a:ext cx="2398597" cy="471979"/>
            </a:xfrm>
            <a:custGeom>
              <a:avLst/>
              <a:gdLst/>
              <a:ahLst/>
              <a:cxnLst/>
              <a:rect l="0" t="0" r="0" b="0"/>
              <a:pathLst>
                <a:path w="3777" h="743">
                  <a:moveTo>
                    <a:pt x="3519" y="5"/>
                  </a:moveTo>
                  <a:lnTo>
                    <a:pt x="3769" y="371"/>
                  </a:lnTo>
                  <a:lnTo>
                    <a:pt x="3519" y="737"/>
                  </a:lnTo>
                  <a:moveTo>
                    <a:pt x="8" y="737"/>
                  </a:moveTo>
                  <a:lnTo>
                    <a:pt x="258" y="371"/>
                  </a:lnTo>
                  <a:lnTo>
                    <a:pt x="8" y="5"/>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2422" name="textbox 2422"/>
          <p:cNvSpPr/>
          <p:nvPr>
            <p:custDataLst>
              <p:tags r:id="rId1"/>
            </p:custDataLst>
          </p:nvPr>
        </p:nvSpPr>
        <p:spPr>
          <a:xfrm>
            <a:off x="1224115" y="3804388"/>
            <a:ext cx="2424429" cy="265429"/>
          </a:xfrm>
          <a:prstGeom prst="rect">
            <a:avLst/>
          </a:prstGeom>
        </p:spPr>
        <p:txBody>
          <a:bodyPr vert="horz" wrap="square" lIns="0" tIns="0" rIns="0" bIns="0">
            <a:normAutofit/>
          </a:bodyPr>
          <a:lstStyle/>
          <a:p>
            <a:pPr algn="l" rtl="0" eaLnBrk="0">
              <a:lnSpc>
                <a:spcPct val="104000"/>
              </a:lnSpc>
            </a:pPr>
            <a:endParaRPr lang="en-US" altLang="en-US" sz="400" dirty="0">
              <a:solidFill>
                <a:schemeClr val="tx1"/>
              </a:solidFill>
            </a:endParaRPr>
          </a:p>
          <a:p>
            <a:pPr marL="181610" algn="l" rtl="0" eaLnBrk="0">
              <a:lnSpc>
                <a:spcPct val="98000"/>
              </a:lnSpc>
              <a:spcBef>
                <a:spcPts val="0"/>
              </a:spcBef>
              <a:tabLst>
                <a:tab pos="913130" algn="l"/>
              </a:tabLst>
            </a:pPr>
            <a:r>
              <a:rPr sz="900" kern="0" spc="0" dirty="0">
                <a:solidFill>
                  <a:schemeClr val="tx1"/>
                </a:solidFill>
                <a:cs typeface="微软雅黑" panose="020B0503020204020204" charset="-122"/>
              </a:rPr>
              <a:t>	</a:t>
            </a:r>
            <a:r>
              <a:rPr sz="900" b="1" kern="0" spc="90" dirty="0">
                <a:solidFill>
                  <a:schemeClr val="tx1"/>
                </a:solidFill>
                <a:cs typeface="微软雅黑" panose="020B0503020204020204" charset="-122"/>
              </a:rPr>
              <a:t>系统实施</a:t>
            </a:r>
            <a:r>
              <a:rPr sz="900" b="1" kern="0" spc="0" dirty="0">
                <a:solidFill>
                  <a:schemeClr val="tx1"/>
                </a:solidFill>
                <a:cs typeface="微软雅黑" panose="020B0503020204020204" charset="-122"/>
              </a:rPr>
              <a:t>                        </a:t>
            </a:r>
            <a:r>
              <a:rPr sz="900" b="1" kern="0" spc="-10" dirty="0">
                <a:solidFill>
                  <a:schemeClr val="tx1"/>
                </a:solidFill>
                <a:cs typeface="微软雅黑" panose="020B0503020204020204" charset="-122"/>
              </a:rPr>
              <a:t> </a:t>
            </a:r>
            <a:endParaRPr lang="en-US" altLang="en-US" sz="900" b="1" kern="0" spc="-10" dirty="0">
              <a:solidFill>
                <a:schemeClr val="tx1"/>
              </a:solidFill>
              <a:cs typeface="微软雅黑" panose="020B0503020204020204" charset="-122"/>
            </a:endParaRPr>
          </a:p>
        </p:txBody>
      </p:sp>
      <p:sp>
        <p:nvSpPr>
          <p:cNvPr id="2424" name="path"/>
          <p:cNvSpPr/>
          <p:nvPr/>
        </p:nvSpPr>
        <p:spPr>
          <a:xfrm>
            <a:off x="3464483" y="3817088"/>
            <a:ext cx="169113" cy="239569"/>
          </a:xfrm>
          <a:custGeom>
            <a:avLst/>
            <a:gdLst/>
            <a:ahLst/>
            <a:cxnLst/>
            <a:rect l="0" t="0" r="0" b="0"/>
            <a:pathLst>
              <a:path w="266" h="377">
                <a:moveTo>
                  <a:pt x="8" y="5"/>
                </a:moveTo>
                <a:lnTo>
                  <a:pt x="258" y="371"/>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2426" name="path"/>
          <p:cNvSpPr/>
          <p:nvPr/>
        </p:nvSpPr>
        <p:spPr>
          <a:xfrm>
            <a:off x="1236815" y="3817088"/>
            <a:ext cx="169112" cy="239569"/>
          </a:xfrm>
          <a:custGeom>
            <a:avLst/>
            <a:gdLst/>
            <a:ahLst/>
            <a:cxnLst/>
            <a:rect l="0" t="0" r="0" b="0"/>
            <a:pathLst>
              <a:path w="266" h="377">
                <a:moveTo>
                  <a:pt x="258" y="371"/>
                </a:moveTo>
                <a:lnTo>
                  <a:pt x="8" y="5"/>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2428" name="textbox 2428"/>
          <p:cNvSpPr/>
          <p:nvPr>
            <p:custDataLst>
              <p:tags r:id="rId2"/>
            </p:custDataLst>
          </p:nvPr>
        </p:nvSpPr>
        <p:spPr>
          <a:xfrm>
            <a:off x="1224115" y="4004970"/>
            <a:ext cx="2424429" cy="297179"/>
          </a:xfrm>
          <a:prstGeom prst="rect">
            <a:avLst/>
          </a:prstGeom>
        </p:spPr>
        <p:txBody>
          <a:bodyPr vert="horz" wrap="square" lIns="0" tIns="0" rIns="0" bIns="0">
            <a:normAutofit/>
          </a:bodyPr>
          <a:lstStyle/>
          <a:p>
            <a:pPr algn="l" rtl="0" eaLnBrk="0">
              <a:lnSpc>
                <a:spcPct val="81000"/>
              </a:lnSpc>
            </a:pPr>
            <a:endParaRPr lang="en-US" altLang="en-US" sz="100" dirty="0">
              <a:solidFill>
                <a:schemeClr val="tx1"/>
              </a:solidFill>
            </a:endParaRPr>
          </a:p>
          <a:p>
            <a:pPr marL="181610" algn="l" rtl="0" eaLnBrk="0">
              <a:lnSpc>
                <a:spcPct val="89000"/>
              </a:lnSpc>
              <a:tabLst>
                <a:tab pos="277495" algn="l"/>
              </a:tabLst>
            </a:pPr>
            <a:r>
              <a:rPr sz="900" kern="0" spc="0" dirty="0">
                <a:solidFill>
                  <a:schemeClr val="tx1"/>
                </a:solidFill>
                <a:cs typeface="微软雅黑" panose="020B0503020204020204" charset="-122"/>
              </a:rPr>
              <a:t>	</a:t>
            </a:r>
            <a:r>
              <a:rPr sz="900" kern="0" spc="-40" dirty="0">
                <a:solidFill>
                  <a:schemeClr val="tx1"/>
                </a:solidFill>
                <a:cs typeface="微软雅黑" panose="020B0503020204020204" charset="-122"/>
              </a:rPr>
              <a:t>（系统实施是IT主导系统配置、开发</a:t>
            </a:r>
            <a:r>
              <a:rPr sz="900" kern="0" spc="10" dirty="0">
                <a:solidFill>
                  <a:schemeClr val="tx1"/>
                </a:solidFill>
                <a:cs typeface="微软雅黑" panose="020B0503020204020204" charset="-122"/>
              </a:rPr>
              <a:t>       </a:t>
            </a:r>
            <a:endParaRPr lang="en-US" altLang="en-US" sz="900" kern="0" spc="10" dirty="0">
              <a:solidFill>
                <a:schemeClr val="tx1"/>
              </a:solidFill>
              <a:cs typeface="微软雅黑" panose="020B0503020204020204" charset="-122"/>
            </a:endParaRPr>
          </a:p>
        </p:txBody>
      </p:sp>
      <p:sp>
        <p:nvSpPr>
          <p:cNvPr id="2430" name="path"/>
          <p:cNvSpPr/>
          <p:nvPr/>
        </p:nvSpPr>
        <p:spPr>
          <a:xfrm>
            <a:off x="3454197" y="4049498"/>
            <a:ext cx="169113" cy="239569"/>
          </a:xfrm>
          <a:custGeom>
            <a:avLst/>
            <a:gdLst/>
            <a:ahLst/>
            <a:cxnLst/>
            <a:rect l="0" t="0" r="0" b="0"/>
            <a:pathLst>
              <a:path w="266" h="377">
                <a:moveTo>
                  <a:pt x="258" y="5"/>
                </a:moveTo>
                <a:lnTo>
                  <a:pt x="8" y="371"/>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2432" name="path"/>
          <p:cNvSpPr/>
          <p:nvPr/>
        </p:nvSpPr>
        <p:spPr>
          <a:xfrm>
            <a:off x="1236815" y="4049498"/>
            <a:ext cx="169112" cy="239569"/>
          </a:xfrm>
          <a:custGeom>
            <a:avLst/>
            <a:gdLst/>
            <a:ahLst/>
            <a:cxnLst/>
            <a:rect l="0" t="0" r="0" b="0"/>
            <a:pathLst>
              <a:path w="266" h="377">
                <a:moveTo>
                  <a:pt x="8" y="371"/>
                </a:moveTo>
                <a:lnTo>
                  <a:pt x="258" y="5"/>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2434" name="textbox 2434"/>
          <p:cNvSpPr/>
          <p:nvPr/>
        </p:nvSpPr>
        <p:spPr>
          <a:xfrm>
            <a:off x="1236815" y="3817088"/>
            <a:ext cx="2399029" cy="474980"/>
          </a:xfrm>
          <a:prstGeom prst="rect">
            <a:avLst/>
          </a:prstGeom>
          <a:solidFill>
            <a:schemeClr val="accent1"/>
          </a:solidFill>
        </p:spPr>
        <p:txBody>
          <a:bodyPr vert="horz" wrap="square" lIns="0" tIns="0" rIns="0" bIns="0"/>
          <a:lstStyle/>
          <a:p/>
        </p:txBody>
      </p:sp>
      <p:grpSp>
        <p:nvGrpSpPr>
          <p:cNvPr id="214" name="group 214"/>
          <p:cNvGrpSpPr/>
          <p:nvPr/>
        </p:nvGrpSpPr>
        <p:grpSpPr>
          <a:xfrm rot="21600000">
            <a:off x="3589872" y="3817086"/>
            <a:ext cx="2400119" cy="471983"/>
            <a:chOff x="0" y="0"/>
            <a:chExt cx="2400119" cy="471983"/>
          </a:xfrm>
        </p:grpSpPr>
        <p:sp>
          <p:nvSpPr>
            <p:cNvPr id="2436" name="path"/>
            <p:cNvSpPr/>
            <p:nvPr/>
          </p:nvSpPr>
          <p:spPr>
            <a:xfrm>
              <a:off x="5243" y="3581"/>
              <a:ext cx="2389632" cy="464820"/>
            </a:xfrm>
            <a:custGeom>
              <a:avLst/>
              <a:gdLst/>
              <a:ahLst/>
              <a:cxnLst/>
              <a:rect l="0" t="0" r="0" b="0"/>
              <a:pathLst>
                <a:path w="3763" h="732">
                  <a:moveTo>
                    <a:pt x="0" y="0"/>
                  </a:moveTo>
                  <a:lnTo>
                    <a:pt x="3513" y="0"/>
                  </a:lnTo>
                  <a:lnTo>
                    <a:pt x="3763" y="366"/>
                  </a:lnTo>
                  <a:lnTo>
                    <a:pt x="3513" y="732"/>
                  </a:lnTo>
                  <a:lnTo>
                    <a:pt x="0" y="732"/>
                  </a:lnTo>
                  <a:lnTo>
                    <a:pt x="250" y="366"/>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2438" name="path"/>
            <p:cNvSpPr/>
            <p:nvPr/>
          </p:nvSpPr>
          <p:spPr>
            <a:xfrm>
              <a:off x="0" y="0"/>
              <a:ext cx="2400119" cy="471983"/>
            </a:xfrm>
            <a:custGeom>
              <a:avLst/>
              <a:gdLst/>
              <a:ahLst/>
              <a:cxnLst/>
              <a:rect l="0" t="0" r="0" b="0"/>
              <a:pathLst>
                <a:path w="3779" h="743">
                  <a:moveTo>
                    <a:pt x="3521" y="5"/>
                  </a:moveTo>
                  <a:lnTo>
                    <a:pt x="3771" y="371"/>
                  </a:lnTo>
                  <a:lnTo>
                    <a:pt x="3521" y="737"/>
                  </a:lnTo>
                  <a:moveTo>
                    <a:pt x="8" y="737"/>
                  </a:moveTo>
                  <a:lnTo>
                    <a:pt x="258" y="371"/>
                  </a:lnTo>
                  <a:lnTo>
                    <a:pt x="8" y="5"/>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2440" name="textbox 2440"/>
          <p:cNvSpPr/>
          <p:nvPr>
            <p:custDataLst>
              <p:tags r:id="rId3"/>
            </p:custDataLst>
          </p:nvPr>
        </p:nvSpPr>
        <p:spPr>
          <a:xfrm>
            <a:off x="1295739" y="1129774"/>
            <a:ext cx="2425700" cy="499109"/>
          </a:xfrm>
          <a:prstGeom prst="rect">
            <a:avLst/>
          </a:prstGeom>
        </p:spPr>
        <p:txBody>
          <a:bodyPr vert="horz" wrap="square" lIns="0" tIns="0" rIns="0" bIns="0">
            <a:normAutofit/>
          </a:bodyPr>
          <a:lstStyle/>
          <a:p>
            <a:pPr algn="l" rtl="0" eaLnBrk="0">
              <a:lnSpc>
                <a:spcPct val="108000"/>
              </a:lnSpc>
            </a:pPr>
            <a:endParaRPr lang="en-US" altLang="en-US" sz="800" dirty="0">
              <a:solidFill>
                <a:schemeClr val="tx1"/>
              </a:solidFill>
            </a:endParaRPr>
          </a:p>
          <a:p>
            <a:pPr marL="181610" algn="l" rtl="0" eaLnBrk="0">
              <a:lnSpc>
                <a:spcPct val="93000"/>
              </a:lnSpc>
              <a:spcBef>
                <a:spcPts val="5"/>
              </a:spcBef>
              <a:tabLst>
                <a:tab pos="977900" algn="l"/>
              </a:tabLst>
            </a:pPr>
            <a:r>
              <a:rPr sz="900" kern="0" spc="0" dirty="0">
                <a:solidFill>
                  <a:schemeClr val="tx1"/>
                </a:solidFill>
                <a:cs typeface="微软雅黑" panose="020B0503020204020204" charset="-122"/>
              </a:rPr>
              <a:t>	</a:t>
            </a:r>
            <a:r>
              <a:rPr sz="900" b="1" kern="0" spc="40" dirty="0">
                <a:solidFill>
                  <a:schemeClr val="tx1"/>
                </a:solidFill>
                <a:cs typeface="微软雅黑" panose="020B0503020204020204" charset="-122"/>
              </a:rPr>
              <a:t>战略规划      </a:t>
            </a:r>
            <a:r>
              <a:rPr sz="900" b="1" kern="0" spc="30" dirty="0">
                <a:solidFill>
                  <a:schemeClr val="tx1"/>
                </a:solidFill>
                <a:cs typeface="微软雅黑" panose="020B0503020204020204" charset="-122"/>
              </a:rPr>
              <a:t>               </a:t>
            </a:r>
            <a:endParaRPr lang="en-US" altLang="en-US" sz="900" dirty="0">
              <a:solidFill>
                <a:schemeClr val="tx1"/>
              </a:solidFill>
            </a:endParaRPr>
          </a:p>
          <a:p>
            <a:pPr algn="l" rtl="0" eaLnBrk="0">
              <a:lnSpc>
                <a:spcPct val="130000"/>
              </a:lnSpc>
            </a:pPr>
            <a:endParaRPr lang="en-US" altLang="en-US" sz="200" dirty="0">
              <a:solidFill>
                <a:schemeClr val="tx1"/>
              </a:solidFill>
            </a:endParaRPr>
          </a:p>
          <a:p>
            <a:pPr marL="212090" algn="l" rtl="0" eaLnBrk="0">
              <a:lnSpc>
                <a:spcPct val="84000"/>
              </a:lnSpc>
              <a:spcBef>
                <a:spcPts val="0"/>
              </a:spcBef>
            </a:pPr>
            <a:r>
              <a:rPr sz="900" kern="0" spc="-60" dirty="0">
                <a:solidFill>
                  <a:schemeClr val="tx1"/>
                </a:solidFill>
                <a:cs typeface="微软雅黑" panose="020B0503020204020204" charset="-122"/>
              </a:rPr>
              <a:t>（定业务战略、定业务举措、定业务需求）</a:t>
            </a:r>
            <a:endParaRPr lang="en-US" altLang="en-US" sz="900" kern="0" spc="-60" dirty="0">
              <a:solidFill>
                <a:schemeClr val="tx1"/>
              </a:solidFill>
              <a:cs typeface="微软雅黑" panose="020B0503020204020204" charset="-122"/>
            </a:endParaRPr>
          </a:p>
        </p:txBody>
      </p:sp>
      <p:sp>
        <p:nvSpPr>
          <p:cNvPr id="2442" name="path"/>
          <p:cNvSpPr/>
          <p:nvPr/>
        </p:nvSpPr>
        <p:spPr>
          <a:xfrm>
            <a:off x="3543701" y="1389306"/>
            <a:ext cx="169247" cy="226659"/>
          </a:xfrm>
          <a:custGeom>
            <a:avLst/>
            <a:gdLst/>
            <a:ahLst/>
            <a:cxnLst/>
            <a:rect l="0" t="0" r="0" b="0"/>
            <a:pathLst>
              <a:path w="266" h="356">
                <a:moveTo>
                  <a:pt x="258" y="5"/>
                </a:moveTo>
                <a:lnTo>
                  <a:pt x="8" y="351"/>
                </a:lnTo>
              </a:path>
            </a:pathLst>
          </a:custGeom>
          <a:noFill/>
          <a:ln w="11978" cap="flat">
            <a:solidFill>
              <a:srgbClr val="FFFFFF">
                <a:alpha val="100000"/>
              </a:srgbClr>
            </a:solidFill>
            <a:prstDash val="solid"/>
            <a:miter lim="1000000"/>
          </a:ln>
        </p:spPr>
        <p:txBody>
          <a:bodyPr rtlCol="0"/>
          <a:lstStyle/>
          <a:p>
            <a:pPr algn="ctr"/>
            <a:endParaRPr lang="zh-CN" altLang="en-US"/>
          </a:p>
        </p:txBody>
      </p:sp>
      <p:sp>
        <p:nvSpPr>
          <p:cNvPr id="2444" name="path"/>
          <p:cNvSpPr/>
          <p:nvPr/>
        </p:nvSpPr>
        <p:spPr>
          <a:xfrm>
            <a:off x="1308439" y="1389306"/>
            <a:ext cx="169248" cy="226659"/>
          </a:xfrm>
          <a:custGeom>
            <a:avLst/>
            <a:gdLst/>
            <a:ahLst/>
            <a:cxnLst/>
            <a:rect l="0" t="0" r="0" b="0"/>
            <a:pathLst>
              <a:path w="266" h="356">
                <a:moveTo>
                  <a:pt x="8" y="351"/>
                </a:moveTo>
                <a:lnTo>
                  <a:pt x="258" y="5"/>
                </a:lnTo>
              </a:path>
            </a:pathLst>
          </a:custGeom>
          <a:noFill/>
          <a:ln w="11978" cap="flat">
            <a:solidFill>
              <a:srgbClr val="FFFFFF">
                <a:alpha val="100000"/>
              </a:srgbClr>
            </a:solidFill>
            <a:prstDash val="solid"/>
            <a:miter lim="1000000"/>
          </a:ln>
        </p:spPr>
        <p:txBody>
          <a:bodyPr rtlCol="0"/>
          <a:lstStyle/>
          <a:p>
            <a:pPr algn="ctr"/>
            <a:endParaRPr lang="zh-CN" altLang="en-US"/>
          </a:p>
        </p:txBody>
      </p:sp>
      <p:sp>
        <p:nvSpPr>
          <p:cNvPr id="2446" name="path"/>
          <p:cNvSpPr/>
          <p:nvPr/>
        </p:nvSpPr>
        <p:spPr>
          <a:xfrm>
            <a:off x="3517054" y="1142474"/>
            <a:ext cx="169247" cy="227717"/>
          </a:xfrm>
          <a:custGeom>
            <a:avLst/>
            <a:gdLst/>
            <a:ahLst/>
            <a:cxnLst/>
            <a:rect l="0" t="0" r="0" b="0"/>
            <a:pathLst>
              <a:path w="266" h="358">
                <a:moveTo>
                  <a:pt x="8" y="5"/>
                </a:moveTo>
                <a:lnTo>
                  <a:pt x="258" y="353"/>
                </a:lnTo>
              </a:path>
            </a:pathLst>
          </a:custGeom>
          <a:noFill/>
          <a:ln w="12033" cap="flat">
            <a:solidFill>
              <a:srgbClr val="FFFFFF">
                <a:alpha val="100000"/>
              </a:srgbClr>
            </a:solidFill>
            <a:prstDash val="solid"/>
            <a:miter lim="1000000"/>
          </a:ln>
        </p:spPr>
        <p:txBody>
          <a:bodyPr rtlCol="0"/>
          <a:lstStyle/>
          <a:p>
            <a:pPr algn="ctr"/>
            <a:endParaRPr lang="zh-CN" altLang="en-US"/>
          </a:p>
        </p:txBody>
      </p:sp>
      <p:sp>
        <p:nvSpPr>
          <p:cNvPr id="2448" name="path"/>
          <p:cNvSpPr/>
          <p:nvPr/>
        </p:nvSpPr>
        <p:spPr>
          <a:xfrm>
            <a:off x="1308439" y="1142474"/>
            <a:ext cx="169248" cy="227717"/>
          </a:xfrm>
          <a:custGeom>
            <a:avLst/>
            <a:gdLst/>
            <a:ahLst/>
            <a:cxnLst/>
            <a:rect l="0" t="0" r="0" b="0"/>
            <a:pathLst>
              <a:path w="266" h="358">
                <a:moveTo>
                  <a:pt x="258" y="353"/>
                </a:moveTo>
                <a:lnTo>
                  <a:pt x="8" y="5"/>
                </a:lnTo>
              </a:path>
            </a:pathLst>
          </a:custGeom>
          <a:noFill/>
          <a:ln w="12033" cap="flat">
            <a:solidFill>
              <a:srgbClr val="FFFFFF">
                <a:alpha val="100000"/>
              </a:srgbClr>
            </a:solidFill>
            <a:prstDash val="solid"/>
            <a:miter lim="1000000"/>
          </a:ln>
        </p:spPr>
        <p:txBody>
          <a:bodyPr rtlCol="0"/>
          <a:lstStyle/>
          <a:p>
            <a:pPr algn="ctr"/>
            <a:endParaRPr lang="zh-CN" altLang="en-US"/>
          </a:p>
        </p:txBody>
      </p:sp>
      <p:sp>
        <p:nvSpPr>
          <p:cNvPr id="2450" name="textbox 2450"/>
          <p:cNvSpPr/>
          <p:nvPr/>
        </p:nvSpPr>
        <p:spPr>
          <a:xfrm>
            <a:off x="1308439" y="1142474"/>
            <a:ext cx="2400300" cy="498475"/>
          </a:xfrm>
          <a:prstGeom prst="rect">
            <a:avLst/>
          </a:prstGeom>
          <a:solidFill>
            <a:schemeClr val="accent1"/>
          </a:solidFill>
        </p:spPr>
        <p:txBody>
          <a:bodyPr vert="horz" wrap="square" lIns="0" tIns="0" rIns="0" bIns="0"/>
          <a:lstStyle/>
          <a:p/>
        </p:txBody>
      </p:sp>
      <p:grpSp>
        <p:nvGrpSpPr>
          <p:cNvPr id="216" name="group 216"/>
          <p:cNvGrpSpPr/>
          <p:nvPr/>
        </p:nvGrpSpPr>
        <p:grpSpPr>
          <a:xfrm rot="21600000">
            <a:off x="3663017" y="1142476"/>
            <a:ext cx="2398608" cy="473487"/>
            <a:chOff x="0" y="0"/>
            <a:chExt cx="2398608" cy="473487"/>
          </a:xfrm>
        </p:grpSpPr>
        <p:sp>
          <p:nvSpPr>
            <p:cNvPr id="2452" name="path"/>
            <p:cNvSpPr/>
            <p:nvPr/>
          </p:nvSpPr>
          <p:spPr>
            <a:xfrm>
              <a:off x="5250" y="3571"/>
              <a:ext cx="2388107" cy="466344"/>
            </a:xfrm>
            <a:custGeom>
              <a:avLst/>
              <a:gdLst/>
              <a:ahLst/>
              <a:cxnLst/>
              <a:rect l="0" t="0" r="0" b="0"/>
              <a:pathLst>
                <a:path w="3760" h="734">
                  <a:moveTo>
                    <a:pt x="0" y="0"/>
                  </a:moveTo>
                  <a:lnTo>
                    <a:pt x="3510" y="0"/>
                  </a:lnTo>
                  <a:lnTo>
                    <a:pt x="3760" y="367"/>
                  </a:lnTo>
                  <a:lnTo>
                    <a:pt x="3510" y="734"/>
                  </a:lnTo>
                  <a:lnTo>
                    <a:pt x="0" y="734"/>
                  </a:lnTo>
                  <a:lnTo>
                    <a:pt x="249" y="367"/>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2454" name="path"/>
            <p:cNvSpPr/>
            <p:nvPr/>
          </p:nvSpPr>
          <p:spPr>
            <a:xfrm>
              <a:off x="0" y="0"/>
              <a:ext cx="2398608" cy="473487"/>
            </a:xfrm>
            <a:custGeom>
              <a:avLst/>
              <a:gdLst/>
              <a:ahLst/>
              <a:cxnLst/>
              <a:rect l="0" t="0" r="0" b="0"/>
              <a:pathLst>
                <a:path w="3777" h="745">
                  <a:moveTo>
                    <a:pt x="3519" y="5"/>
                  </a:moveTo>
                  <a:lnTo>
                    <a:pt x="3769" y="372"/>
                  </a:lnTo>
                  <a:lnTo>
                    <a:pt x="3519" y="740"/>
                  </a:lnTo>
                  <a:moveTo>
                    <a:pt x="8" y="740"/>
                  </a:moveTo>
                  <a:lnTo>
                    <a:pt x="258" y="372"/>
                  </a:lnTo>
                  <a:lnTo>
                    <a:pt x="8" y="5"/>
                  </a:lnTo>
                </a:path>
              </a:pathLst>
            </a:custGeom>
            <a:noFill/>
            <a:ln w="12700" cap="flat">
              <a:solidFill>
                <a:srgbClr val="FFFFFF">
                  <a:alpha val="100000"/>
                </a:srgbClr>
              </a:solidFill>
              <a:prstDash val="solid"/>
              <a:miter lim="1000000"/>
            </a:ln>
          </p:spPr>
          <p:txBody>
            <a:bodyPr rtlCol="0"/>
            <a:lstStyle/>
            <a:p>
              <a:pPr algn="ctr"/>
              <a:endParaRPr lang="zh-CN" altLang="en-US"/>
            </a:p>
          </p:txBody>
        </p:sp>
      </p:grpSp>
      <p:graphicFrame>
        <p:nvGraphicFramePr>
          <p:cNvPr id="2456" name="table 2456"/>
          <p:cNvGraphicFramePr>
            <a:graphicFrameLocks noGrp="1"/>
          </p:cNvGraphicFramePr>
          <p:nvPr>
            <p:custDataLst>
              <p:tags r:id="rId4"/>
            </p:custDataLst>
          </p:nvPr>
        </p:nvGraphicFramePr>
        <p:xfrm>
          <a:off x="1182369" y="824230"/>
          <a:ext cx="9839325" cy="5413375"/>
        </p:xfrm>
        <a:graphic>
          <a:graphicData uri="http://schemas.openxmlformats.org/drawingml/2006/table">
            <a:tbl>
              <a:tblPr/>
              <a:tblGrid>
                <a:gridCol w="2467610"/>
                <a:gridCol w="2452370"/>
                <a:gridCol w="1373505"/>
                <a:gridCol w="996950"/>
                <a:gridCol w="2548889"/>
              </a:tblGrid>
              <a:tr h="292734">
                <a:tc gridSpan="2">
                  <a:txBody>
                    <a:bodyPr/>
                    <a:lstStyle/>
                    <a:p>
                      <a:pPr algn="l" rtl="0" eaLnBrk="0">
                        <a:lnSpc>
                          <a:spcPct val="109000"/>
                        </a:lnSpc>
                      </a:pPr>
                      <a:endParaRPr lang="en-US" altLang="en-US" sz="400" dirty="0"/>
                    </a:p>
                    <a:p>
                      <a:pPr marL="977900" algn="l" rtl="0" eaLnBrk="0">
                        <a:lnSpc>
                          <a:spcPts val="1465"/>
                        </a:lnSpc>
                        <a:spcBef>
                          <a:spcPts val="5"/>
                        </a:spcBef>
                        <a:tabLst>
                          <a:tab pos="1026160" algn="l"/>
                        </a:tabLst>
                      </a:pPr>
                      <a:r>
                        <a:rPr sz="1000" kern="0" spc="0" dirty="0">
                          <a:solidFill>
                            <a:srgbClr val="000000">
                              <a:alpha val="100000"/>
                            </a:srgbClr>
                          </a:solidFill>
                          <a:cs typeface="微软雅黑" panose="020B0503020204020204" charset="-122"/>
                        </a:rPr>
                        <a:t>	</a:t>
                      </a:r>
                      <a:r>
                        <a:rPr sz="1000" kern="0" spc="130" dirty="0">
                          <a:solidFill>
                            <a:srgbClr val="000000">
                              <a:alpha val="100000"/>
                            </a:srgbClr>
                          </a:solidFill>
                          <a:cs typeface="微软雅黑" panose="020B0503020204020204" charset="-122"/>
                        </a:rPr>
                        <a:t>3月份-6月份</a:t>
                      </a:r>
                      <a:r>
                        <a:rPr sz="2000" kern="0" spc="130" dirty="0">
                          <a:solidFill>
                            <a:srgbClr val="4472C4">
                              <a:alpha val="100000"/>
                            </a:srgbClr>
                          </a:solidFill>
                          <a:cs typeface="微软雅黑" panose="020B0503020204020204" charset="-122"/>
                        </a:rPr>
                        <a:t>─→</a:t>
                      </a:r>
                      <a:r>
                        <a:rPr sz="2000" kern="0" spc="20" dirty="0">
                          <a:solidFill>
                            <a:srgbClr val="4472C4">
                              <a:alpha val="100000"/>
                            </a:srgbClr>
                          </a:solidFill>
                          <a:cs typeface="微软雅黑" panose="020B0503020204020204" charset="-122"/>
                        </a:rPr>
                        <a:t>            </a:t>
                      </a:r>
                      <a:r>
                        <a:rPr sz="1000" kern="0" spc="130" dirty="0">
                          <a:solidFill>
                            <a:srgbClr val="000000">
                              <a:alpha val="100000"/>
                            </a:srgbClr>
                          </a:solidFill>
                          <a:cs typeface="微软雅黑" panose="020B0503020204020204" charset="-122"/>
                        </a:rPr>
                        <a:t>7月份-12月</a:t>
                      </a:r>
                      <a:r>
                        <a:rPr sz="1000" kern="0" spc="120" dirty="0">
                          <a:solidFill>
                            <a:srgbClr val="000000">
                              <a:alpha val="100000"/>
                            </a:srgbClr>
                          </a:solidFill>
                          <a:cs typeface="微软雅黑" panose="020B0503020204020204" charset="-122"/>
                        </a:rPr>
                        <a:t>份</a:t>
                      </a:r>
                      <a:r>
                        <a:rPr sz="1000" kern="0" spc="220" dirty="0">
                          <a:solidFill>
                            <a:srgbClr val="000000">
                              <a:alpha val="100000"/>
                            </a:srgbClr>
                          </a:solidFill>
                          <a:cs typeface="微软雅黑" panose="020B0503020204020204" charset="-122"/>
                        </a:rPr>
                        <a:t> </a:t>
                      </a:r>
                      <a:r>
                        <a:rPr sz="2000" kern="0" spc="120" dirty="0">
                          <a:solidFill>
                            <a:srgbClr val="4472C4">
                              <a:alpha val="100000"/>
                            </a:srgbClr>
                          </a:solidFill>
                          <a:cs typeface="微软雅黑" panose="020B0503020204020204" charset="-122"/>
                        </a:rPr>
                        <a:t>─→</a:t>
                      </a:r>
                      <a:endParaRPr lang="en-US" altLang="en-US" sz="20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gridSpan="3">
                  <a:txBody>
                    <a:bodyPr/>
                    <a:lstStyle/>
                    <a:p>
                      <a:pPr algn="l" rtl="0" eaLnBrk="0">
                        <a:lnSpc>
                          <a:spcPct val="114000"/>
                        </a:lnSpc>
                      </a:pPr>
                      <a:endParaRPr lang="en-US" altLang="en-US" sz="600" dirty="0"/>
                    </a:p>
                    <a:p>
                      <a:pPr marL="38735" algn="l" rtl="0" eaLnBrk="0">
                        <a:lnSpc>
                          <a:spcPct val="97000"/>
                        </a:lnSpc>
                        <a:spcBef>
                          <a:spcPts val="5"/>
                        </a:spcBef>
                      </a:pPr>
                      <a:r>
                        <a:rPr sz="1200" kern="0" spc="0" dirty="0">
                          <a:solidFill>
                            <a:srgbClr val="000000">
                              <a:alpha val="100000"/>
                            </a:srgbClr>
                          </a:solidFill>
                          <a:cs typeface="微软雅黑" panose="020B0503020204020204" charset="-122"/>
                        </a:rPr>
                        <a:t>规范的需求范式、统一的需求归口人是转型计划阶段的关键成</a:t>
                      </a:r>
                      <a:r>
                        <a:rPr sz="1200" kern="0" spc="-10" dirty="0">
                          <a:solidFill>
                            <a:srgbClr val="000000">
                              <a:alpha val="100000"/>
                            </a:srgbClr>
                          </a:solidFill>
                          <a:cs typeface="微软雅黑" panose="020B0503020204020204" charset="-122"/>
                        </a:rPr>
                        <a:t>功要素</a:t>
                      </a:r>
                      <a:endParaRPr lang="en-US" altLang="en-US" sz="12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r>
              <a:tr h="582294">
                <a:tc gridSpan="2">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a:noFill/>
                    </a:lnT>
                    <a:lnB>
                      <a:noFill/>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a:noFill/>
                    </a:lnT>
                    <a:lnB>
                      <a:noFill/>
                    </a:lnB>
                  </a:tcPr>
                </a:tc>
                <a:tc rowSpan="2">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a:noFill/>
                    </a:lnT>
                    <a:lnB w="12700" cap="flat" cmpd="sng" algn="ctr">
                      <a:solidFill>
                        <a:srgbClr val="FFC000"/>
                      </a:solidFill>
                      <a:prstDash val="solid"/>
                      <a:round/>
                      <a:headEnd type="none" w="med" len="med"/>
                      <a:tailEnd type="none" w="med" len="med"/>
                    </a:lnB>
                  </a:tcPr>
                </a:tc>
                <a:tc rowSpan="2" gridSpan="2">
                  <a:txBody>
                    <a:bodyPr/>
                    <a:lstStyle/>
                    <a:p>
                      <a:pPr algn="l" rtl="0" eaLnBrk="0">
                        <a:lnSpc>
                          <a:spcPct val="100000"/>
                        </a:lnSpc>
                      </a:pPr>
                      <a:endParaRPr lang="en-US" altLang="en-US" sz="1000" dirty="0"/>
                    </a:p>
                  </a:txBody>
                  <a:tcPr marL="0" marR="0" marT="0" marB="0" vert="horz">
                    <a:lnL>
                      <a:noFill/>
                    </a:lnL>
                    <a:lnR w="12700" cap="flat" cmpd="sng" algn="ctr">
                      <a:solidFill>
                        <a:srgbClr val="FFC000"/>
                      </a:solidFill>
                      <a:prstDash val="solid"/>
                      <a:round/>
                      <a:headEnd type="none" w="med" len="med"/>
                      <a:tailEnd type="none" w="med" len="med"/>
                    </a:lnR>
                    <a:lnT>
                      <a:noFill/>
                    </a:lnT>
                    <a:lnB w="12700" cap="flat" cmpd="sng" algn="ctr">
                      <a:solidFill>
                        <a:srgbClr val="FFC000"/>
                      </a:solidFill>
                      <a:prstDash val="solid"/>
                      <a:round/>
                      <a:headEnd type="none" w="med" len="med"/>
                      <a:tailEnd type="none" w="med" len="med"/>
                    </a:lnB>
                  </a:tcPr>
                </a:tc>
                <a:tc rowSpan="2" hMerge="1">
                  <a:tcPr marL="0" marR="0" marT="0" marB="0" vert="horz">
                    <a:lnL>
                      <a:noFill/>
                    </a:lnL>
                    <a:lnR w="12700" cap="flat" cmpd="sng" algn="ctr">
                      <a:solidFill>
                        <a:srgbClr val="FFC000"/>
                      </a:solidFill>
                      <a:prstDash val="solid"/>
                      <a:round/>
                      <a:headEnd type="none" w="med" len="med"/>
                      <a:tailEnd type="none" w="med" len="med"/>
                    </a:lnR>
                    <a:lnT>
                      <a:noFill/>
                    </a:lnT>
                    <a:lnB w="12700" cap="flat" cmpd="sng" algn="ctr">
                      <a:solidFill>
                        <a:srgbClr val="FFC000"/>
                      </a:solidFill>
                      <a:prstDash val="solid"/>
                      <a:round/>
                      <a:headEnd type="none" w="med" len="med"/>
                      <a:tailEnd type="none" w="med" len="med"/>
                    </a:lnB>
                  </a:tcPr>
                </a:tc>
              </a:tr>
              <a:tr h="1830070">
                <a:tc>
                  <a:txBody>
                    <a:bodyPr/>
                    <a:lstStyle/>
                    <a:p>
                      <a:pPr algn="l" rtl="0" eaLnBrk="0">
                        <a:lnSpc>
                          <a:spcPct val="127000"/>
                        </a:lnSpc>
                      </a:pPr>
                      <a:endParaRPr lang="en-US" altLang="en-US" sz="300" dirty="0"/>
                    </a:p>
                    <a:p>
                      <a:pPr marL="422910" indent="-162560" algn="l" rtl="0" eaLnBrk="0">
                        <a:lnSpc>
                          <a:spcPct val="104000"/>
                        </a:lnSpc>
                        <a:spcBef>
                          <a:spcPts val="0"/>
                        </a:spcBef>
                      </a:pPr>
                      <a:r>
                        <a:rPr sz="1000" kern="0" spc="30" dirty="0">
                          <a:solidFill>
                            <a:srgbClr val="000000">
                              <a:alpha val="100000"/>
                            </a:srgbClr>
                          </a:solidFill>
                          <a:cs typeface="Wingdings" panose="05000000000000000000"/>
                        </a:rPr>
                        <a:t></a:t>
                      </a:r>
                      <a:r>
                        <a:rPr sz="1000" kern="0" spc="-490" dirty="0">
                          <a:solidFill>
                            <a:srgbClr val="000000">
                              <a:alpha val="100000"/>
                            </a:srgbClr>
                          </a:solidFill>
                          <a:cs typeface="Wingdings" panose="05000000000000000000"/>
                        </a:rPr>
                        <a:t> </a:t>
                      </a:r>
                      <a:r>
                        <a:rPr sz="1000" kern="0" spc="30" dirty="0">
                          <a:solidFill>
                            <a:srgbClr val="000000">
                              <a:alpha val="100000"/>
                            </a:srgbClr>
                          </a:solidFill>
                          <a:cs typeface="微软雅黑" panose="020B0503020204020204" charset="-122"/>
                        </a:rPr>
                        <a:t>研究商业环境、市场、竞争对手   </a:t>
                      </a:r>
                      <a:r>
                        <a:rPr sz="1000" kern="0" spc="20" dirty="0">
                          <a:solidFill>
                            <a:srgbClr val="000000">
                              <a:alpha val="100000"/>
                            </a:srgbClr>
                          </a:solidFill>
                          <a:cs typeface="微软雅黑" panose="020B0503020204020204" charset="-122"/>
                        </a:rPr>
                        <a:t>  </a:t>
                      </a:r>
                      <a:r>
                        <a:rPr sz="1000" kern="0" spc="40" dirty="0">
                          <a:solidFill>
                            <a:srgbClr val="000000">
                              <a:alpha val="100000"/>
                            </a:srgbClr>
                          </a:solidFill>
                          <a:cs typeface="微软雅黑" panose="020B0503020204020204" charset="-122"/>
                        </a:rPr>
                        <a:t>信息以及董事会要求，确定战</a:t>
                      </a:r>
                      <a:r>
                        <a:rPr sz="1000" kern="0" spc="30" dirty="0">
                          <a:solidFill>
                            <a:srgbClr val="000000">
                              <a:alpha val="100000"/>
                            </a:srgbClr>
                          </a:solidFill>
                          <a:cs typeface="微软雅黑" panose="020B0503020204020204" charset="-122"/>
                        </a:rPr>
                        <a:t>略     </a:t>
                      </a:r>
                      <a:r>
                        <a:rPr sz="1000" kern="0" spc="50" dirty="0">
                          <a:solidFill>
                            <a:srgbClr val="000000">
                              <a:alpha val="100000"/>
                            </a:srgbClr>
                          </a:solidFill>
                          <a:cs typeface="微软雅黑" panose="020B0503020204020204" charset="-122"/>
                        </a:rPr>
                        <a:t>目标、战略略优先级举措等</a:t>
                      </a:r>
                      <a:endParaRPr lang="en-US" altLang="en-US" sz="1000" dirty="0"/>
                    </a:p>
                    <a:p>
                      <a:pPr marL="423545" indent="-163195" algn="l" rtl="0" eaLnBrk="0">
                        <a:lnSpc>
                          <a:spcPct val="104000"/>
                        </a:lnSpc>
                        <a:spcBef>
                          <a:spcPts val="30"/>
                        </a:spcBef>
                      </a:pPr>
                      <a:r>
                        <a:rPr sz="1000" kern="0" spc="30" dirty="0">
                          <a:solidFill>
                            <a:srgbClr val="000000">
                              <a:alpha val="100000"/>
                            </a:srgbClr>
                          </a:solidFill>
                          <a:cs typeface="Wingdings" panose="05000000000000000000"/>
                        </a:rPr>
                        <a:t></a:t>
                      </a:r>
                      <a:r>
                        <a:rPr sz="1000" kern="0" spc="-490" dirty="0">
                          <a:solidFill>
                            <a:srgbClr val="000000">
                              <a:alpha val="100000"/>
                            </a:srgbClr>
                          </a:solidFill>
                          <a:cs typeface="Wingdings" panose="05000000000000000000"/>
                        </a:rPr>
                        <a:t> </a:t>
                      </a:r>
                      <a:r>
                        <a:rPr sz="1000" kern="0" spc="30" dirty="0">
                          <a:solidFill>
                            <a:srgbClr val="000000">
                              <a:alpha val="100000"/>
                            </a:srgbClr>
                          </a:solidFill>
                          <a:cs typeface="微软雅黑" panose="020B0503020204020204" charset="-122"/>
                        </a:rPr>
                        <a:t>根据战略目标和要求，分析业务   </a:t>
                      </a:r>
                      <a:r>
                        <a:rPr sz="1000" kern="0" spc="20" dirty="0">
                          <a:solidFill>
                            <a:srgbClr val="000000">
                              <a:alpha val="100000"/>
                            </a:srgbClr>
                          </a:solidFill>
                          <a:cs typeface="微软雅黑" panose="020B0503020204020204" charset="-122"/>
                        </a:rPr>
                        <a:t>  改进方向，提出</a:t>
                      </a:r>
                      <a:r>
                        <a:rPr sz="1000" kern="0" spc="0" dirty="0">
                          <a:solidFill>
                            <a:srgbClr val="000000">
                              <a:alpha val="100000"/>
                            </a:srgbClr>
                          </a:solidFill>
                          <a:cs typeface="微软雅黑" panose="020B0503020204020204" charset="-122"/>
                        </a:rPr>
                        <a:t>IT</a:t>
                      </a:r>
                      <a:r>
                        <a:rPr sz="1000" kern="0" spc="20" dirty="0">
                          <a:solidFill>
                            <a:srgbClr val="000000">
                              <a:alpha val="100000"/>
                            </a:srgbClr>
                          </a:solidFill>
                          <a:cs typeface="微软雅黑" panose="020B0503020204020204" charset="-122"/>
                        </a:rPr>
                        <a:t>支持高阶需求，</a:t>
                      </a:r>
                      <a:r>
                        <a:rPr sz="1000" kern="0" spc="1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并对应与之影响的高阶流程</a:t>
                      </a:r>
                      <a:endParaRPr lang="en-US" altLang="en-US" sz="1000" dirty="0"/>
                    </a:p>
                    <a:p>
                      <a:pPr marL="422910" indent="-162560" algn="l" rtl="0" eaLnBrk="0">
                        <a:lnSpc>
                          <a:spcPct val="104000"/>
                        </a:lnSpc>
                        <a:spcBef>
                          <a:spcPts val="50"/>
                        </a:spcBef>
                      </a:pPr>
                      <a:r>
                        <a:rPr sz="1000" kern="0" spc="30" dirty="0">
                          <a:solidFill>
                            <a:srgbClr val="000000">
                              <a:alpha val="100000"/>
                            </a:srgbClr>
                          </a:solidFill>
                          <a:cs typeface="Wingdings" panose="05000000000000000000"/>
                        </a:rPr>
                        <a:t></a:t>
                      </a:r>
                      <a:r>
                        <a:rPr sz="1000" kern="0" spc="-490" dirty="0">
                          <a:solidFill>
                            <a:srgbClr val="000000">
                              <a:alpha val="100000"/>
                            </a:srgbClr>
                          </a:solidFill>
                          <a:cs typeface="Wingdings" panose="05000000000000000000"/>
                        </a:rPr>
                        <a:t> </a:t>
                      </a:r>
                      <a:r>
                        <a:rPr sz="1000" kern="0" spc="30" dirty="0">
                          <a:solidFill>
                            <a:srgbClr val="000000">
                              <a:alpha val="100000"/>
                            </a:srgbClr>
                          </a:solidFill>
                          <a:cs typeface="微软雅黑" panose="020B0503020204020204" charset="-122"/>
                        </a:rPr>
                        <a:t>根据流程一致性原则整合各类需   </a:t>
                      </a:r>
                      <a:r>
                        <a:rPr sz="1000" kern="0" spc="2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求，</a:t>
                      </a:r>
                      <a:r>
                        <a:rPr sz="1000" kern="0" spc="12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结合企业流程优化战略，</a:t>
                      </a:r>
                      <a:r>
                        <a:rPr sz="1000" kern="0" spc="13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对</a:t>
                      </a:r>
                      <a:r>
                        <a:rPr sz="1000" kern="0" spc="0" dirty="0">
                          <a:solidFill>
                            <a:srgbClr val="000000">
                              <a:alpha val="100000"/>
                            </a:srgbClr>
                          </a:solidFill>
                          <a:cs typeface="微软雅黑" panose="020B0503020204020204" charset="-122"/>
                        </a:rPr>
                        <a:t>      </a:t>
                      </a:r>
                      <a:r>
                        <a:rPr sz="1000" kern="0" spc="40" dirty="0">
                          <a:solidFill>
                            <a:srgbClr val="000000">
                              <a:alpha val="100000"/>
                            </a:srgbClr>
                          </a:solidFill>
                          <a:cs typeface="微软雅黑" panose="020B0503020204020204" charset="-122"/>
                        </a:rPr>
                        <a:t>需求优先级进行排序，形成落</a:t>
                      </a:r>
                      <a:r>
                        <a:rPr sz="1000" kern="0" spc="30" dirty="0">
                          <a:solidFill>
                            <a:srgbClr val="000000">
                              <a:alpha val="100000"/>
                            </a:srgbClr>
                          </a:solidFill>
                          <a:cs typeface="微软雅黑" panose="020B0503020204020204" charset="-122"/>
                        </a:rPr>
                        <a:t>地     </a:t>
                      </a:r>
                      <a:r>
                        <a:rPr sz="1000" kern="0" spc="50" dirty="0">
                          <a:solidFill>
                            <a:srgbClr val="000000">
                              <a:alpha val="100000"/>
                            </a:srgbClr>
                          </a:solidFill>
                          <a:cs typeface="微软雅黑" panose="020B0503020204020204" charset="-122"/>
                        </a:rPr>
                        <a:t>规划的业务高阶需求</a:t>
                      </a: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a:noFill/>
                    </a:lnT>
                    <a:lnB w="12700" cap="flat" cmpd="sng" algn="ctr">
                      <a:solidFill>
                        <a:srgbClr val="FFC000"/>
                      </a:solidFill>
                      <a:prstDash val="solid"/>
                      <a:round/>
                      <a:headEnd type="none" w="med" len="med"/>
                      <a:tailEnd type="none" w="med" len="med"/>
                    </a:lnB>
                  </a:tcPr>
                </a:tc>
                <a:tc>
                  <a:txBody>
                    <a:bodyPr/>
                    <a:lstStyle/>
                    <a:p>
                      <a:pPr algn="l" rtl="0" eaLnBrk="0">
                        <a:lnSpc>
                          <a:spcPct val="122000"/>
                        </a:lnSpc>
                      </a:pPr>
                      <a:endParaRPr lang="en-US" altLang="en-US" sz="300" dirty="0"/>
                    </a:p>
                    <a:p>
                      <a:pPr marL="308610" indent="-161290" algn="l" rtl="0" eaLnBrk="0">
                        <a:lnSpc>
                          <a:spcPct val="104000"/>
                        </a:lnSpc>
                        <a:spcBef>
                          <a:spcPts val="0"/>
                        </a:spcBef>
                      </a:pPr>
                      <a:r>
                        <a:rPr sz="1000" kern="0" spc="40" dirty="0">
                          <a:solidFill>
                            <a:srgbClr val="000000">
                              <a:alpha val="100000"/>
                            </a:srgbClr>
                          </a:solidFill>
                          <a:cs typeface="Wingdings" panose="05000000000000000000"/>
                        </a:rPr>
                        <a:t></a:t>
                      </a:r>
                      <a:r>
                        <a:rPr sz="1000" kern="0" spc="-49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分析战略规划阶段提出的各类业</a:t>
                      </a:r>
                      <a:r>
                        <a:rPr sz="1000" kern="0" spc="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务高阶需求以及对应的流程</a:t>
                      </a:r>
                      <a:endParaRPr lang="en-US" altLang="en-US" sz="1000" dirty="0"/>
                    </a:p>
                    <a:p>
                      <a:pPr marL="310515" indent="-163195" algn="l" rtl="0" eaLnBrk="0">
                        <a:lnSpc>
                          <a:spcPct val="104000"/>
                        </a:lnSpc>
                        <a:spcBef>
                          <a:spcPts val="30"/>
                        </a:spcBef>
                      </a:pPr>
                      <a:r>
                        <a:rPr sz="1000" kern="0" spc="40" dirty="0">
                          <a:solidFill>
                            <a:srgbClr val="000000">
                              <a:alpha val="100000"/>
                            </a:srgbClr>
                          </a:solidFill>
                          <a:cs typeface="Wingdings" panose="05000000000000000000"/>
                        </a:rPr>
                        <a:t></a:t>
                      </a:r>
                      <a:r>
                        <a:rPr sz="1000" kern="0" spc="-43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明确</a:t>
                      </a:r>
                      <a:r>
                        <a:rPr sz="1000" kern="0" spc="0" dirty="0">
                          <a:solidFill>
                            <a:srgbClr val="000000">
                              <a:alpha val="100000"/>
                            </a:srgbClr>
                          </a:solidFill>
                          <a:cs typeface="微软雅黑" panose="020B0503020204020204" charset="-122"/>
                        </a:rPr>
                        <a:t>IT</a:t>
                      </a:r>
                      <a:r>
                        <a:rPr sz="1000" kern="0" spc="40" dirty="0">
                          <a:solidFill>
                            <a:srgbClr val="000000">
                              <a:alpha val="100000"/>
                            </a:srgbClr>
                          </a:solidFill>
                          <a:cs typeface="微软雅黑" panose="020B0503020204020204" charset="-122"/>
                        </a:rPr>
                        <a:t>举措，配套的商业案</a:t>
                      </a:r>
                      <a:r>
                        <a:rPr sz="1000" kern="0" spc="30" dirty="0">
                          <a:solidFill>
                            <a:srgbClr val="000000">
                              <a:alpha val="100000"/>
                            </a:srgbClr>
                          </a:solidFill>
                          <a:cs typeface="微软雅黑" panose="020B0503020204020204" charset="-122"/>
                        </a:rPr>
                        <a:t>例和测</a:t>
                      </a:r>
                      <a:r>
                        <a:rPr sz="1000" kern="0" spc="0" dirty="0">
                          <a:solidFill>
                            <a:srgbClr val="000000">
                              <a:alpha val="100000"/>
                            </a:srgbClr>
                          </a:solidFill>
                          <a:cs typeface="微软雅黑" panose="020B0503020204020204" charset="-122"/>
                        </a:rPr>
                        <a:t>     </a:t>
                      </a:r>
                      <a:r>
                        <a:rPr sz="1000" kern="0" spc="40" dirty="0">
                          <a:solidFill>
                            <a:srgbClr val="000000">
                              <a:alpha val="100000"/>
                            </a:srgbClr>
                          </a:solidFill>
                          <a:cs typeface="微软雅黑" panose="020B0503020204020204" charset="-122"/>
                        </a:rPr>
                        <a:t>量方案等</a:t>
                      </a:r>
                      <a:endParaRPr lang="en-US" altLang="en-US" sz="1000" dirty="0"/>
                    </a:p>
                    <a:p>
                      <a:pPr marL="309245" indent="-161925" algn="l" rtl="0" eaLnBrk="0">
                        <a:lnSpc>
                          <a:spcPct val="104000"/>
                        </a:lnSpc>
                        <a:spcBef>
                          <a:spcPts val="40"/>
                        </a:spcBef>
                      </a:pPr>
                      <a:r>
                        <a:rPr sz="1000" kern="0" spc="10" dirty="0">
                          <a:solidFill>
                            <a:srgbClr val="000000">
                              <a:alpha val="100000"/>
                            </a:srgbClr>
                          </a:solidFill>
                          <a:cs typeface="Wingdings" panose="05000000000000000000"/>
                        </a:rPr>
                        <a:t></a:t>
                      </a:r>
                      <a:r>
                        <a:rPr sz="1000" kern="0" spc="-470" dirty="0">
                          <a:solidFill>
                            <a:srgbClr val="000000">
                              <a:alpha val="100000"/>
                            </a:srgbClr>
                          </a:solidFill>
                          <a:cs typeface="Wingdings" panose="05000000000000000000"/>
                        </a:rPr>
                        <a:t> </a:t>
                      </a:r>
                      <a:r>
                        <a:rPr sz="1000" kern="0" spc="10" dirty="0">
                          <a:solidFill>
                            <a:srgbClr val="000000">
                              <a:alpha val="100000"/>
                            </a:srgbClr>
                          </a:solidFill>
                          <a:cs typeface="微软雅黑" panose="020B0503020204020204" charset="-122"/>
                        </a:rPr>
                        <a:t>筛选</a:t>
                      </a:r>
                      <a:r>
                        <a:rPr sz="1000" kern="0" spc="0" dirty="0">
                          <a:solidFill>
                            <a:srgbClr val="000000">
                              <a:alpha val="100000"/>
                            </a:srgbClr>
                          </a:solidFill>
                          <a:cs typeface="微软雅黑" panose="020B0503020204020204" charset="-122"/>
                        </a:rPr>
                        <a:t>IT</a:t>
                      </a:r>
                      <a:r>
                        <a:rPr sz="1000" kern="0" spc="10" dirty="0">
                          <a:solidFill>
                            <a:srgbClr val="000000">
                              <a:alpha val="100000"/>
                            </a:srgbClr>
                          </a:solidFill>
                          <a:cs typeface="微软雅黑" panose="020B0503020204020204" charset="-122"/>
                        </a:rPr>
                        <a:t>解决方案，</a:t>
                      </a:r>
                      <a:r>
                        <a:rPr sz="1000" kern="0" spc="12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排定建设优先级，</a:t>
                      </a:r>
                      <a:r>
                        <a:rPr sz="1000" kern="0" spc="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分配预算，形成次年的</a:t>
                      </a:r>
                      <a:r>
                        <a:rPr sz="1000" kern="0" spc="0" dirty="0">
                          <a:solidFill>
                            <a:srgbClr val="000000">
                              <a:alpha val="100000"/>
                            </a:srgbClr>
                          </a:solidFill>
                          <a:cs typeface="微软雅黑" panose="020B0503020204020204" charset="-122"/>
                        </a:rPr>
                        <a:t>IT</a:t>
                      </a:r>
                      <a:r>
                        <a:rPr sz="1000" kern="0" spc="50" dirty="0">
                          <a:solidFill>
                            <a:srgbClr val="000000">
                              <a:alpha val="100000"/>
                            </a:srgbClr>
                          </a:solidFill>
                          <a:cs typeface="微软雅黑" panose="020B0503020204020204" charset="-122"/>
                        </a:rPr>
                        <a:t>投资计划</a:t>
                      </a:r>
                      <a:r>
                        <a:rPr sz="1000" kern="0" spc="10" dirty="0">
                          <a:solidFill>
                            <a:srgbClr val="000000">
                              <a:alpha val="100000"/>
                            </a:srgbClr>
                          </a:solidFill>
                          <a:cs typeface="微软雅黑" panose="020B0503020204020204" charset="-122"/>
                        </a:rPr>
                        <a:t>     </a:t>
                      </a:r>
                      <a:r>
                        <a:rPr sz="1000" kern="0" spc="40" dirty="0">
                          <a:solidFill>
                            <a:srgbClr val="000000">
                              <a:alpha val="100000"/>
                            </a:srgbClr>
                          </a:solidFill>
                          <a:cs typeface="微软雅黑" panose="020B0503020204020204" charset="-122"/>
                        </a:rPr>
                        <a:t>路径图</a:t>
                      </a:r>
                      <a:endParaRPr lang="en-US" altLang="en-US" sz="1000" dirty="0"/>
                    </a:p>
                    <a:p>
                      <a:pPr marL="321310" indent="-173990" algn="l" rtl="0" eaLnBrk="0">
                        <a:lnSpc>
                          <a:spcPct val="104000"/>
                        </a:lnSpc>
                        <a:spcBef>
                          <a:spcPts val="20"/>
                        </a:spcBef>
                      </a:pPr>
                      <a:r>
                        <a:rPr sz="1000" kern="0" spc="4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宣贯次年的投资计划和建设</a:t>
                      </a:r>
                      <a:r>
                        <a:rPr sz="1000" kern="0" spc="30" dirty="0">
                          <a:solidFill>
                            <a:srgbClr val="000000">
                              <a:alpha val="100000"/>
                            </a:srgbClr>
                          </a:solidFill>
                          <a:cs typeface="微软雅黑" panose="020B0503020204020204" charset="-122"/>
                        </a:rPr>
                        <a:t>路径</a:t>
                      </a:r>
                      <a:r>
                        <a:rPr sz="1000" kern="0" spc="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白皮书</a:t>
                      </a:r>
                      <a:endParaRPr lang="en-US" altLang="en-US" sz="1000" dirty="0"/>
                    </a:p>
                  </a:txBody>
                  <a:tcPr marL="0" marR="0" marT="0" marB="0" vert="horz">
                    <a:lnL>
                      <a:noFill/>
                    </a:lnL>
                    <a:lnR w="12700" cap="flat" cmpd="sng" algn="ctr">
                      <a:solidFill>
                        <a:srgbClr val="FFC000"/>
                      </a:solidFill>
                      <a:prstDash val="solid"/>
                      <a:round/>
                      <a:headEnd type="none" w="med" len="med"/>
                      <a:tailEnd type="none" w="med" len="med"/>
                    </a:lnR>
                    <a:lnT>
                      <a:noFill/>
                    </a:lnT>
                    <a:lnB w="12700" cap="flat" cmpd="sng" algn="ctr">
                      <a:solidFill>
                        <a:srgbClr val="FFC000"/>
                      </a:solidFill>
                      <a:prstDash val="solid"/>
                      <a:round/>
                      <a:headEnd type="none" w="med" len="med"/>
                      <a:tailEnd type="none" w="med" len="med"/>
                    </a:lnB>
                  </a:tcPr>
                </a:tc>
                <a:tc vMerge="1">
                  <a:tcPr marL="0" marR="0" marT="0" marB="0" vert="horz">
                    <a:lnL w="12700" cap="flat" cmpd="sng" algn="ctr">
                      <a:solidFill>
                        <a:srgbClr val="FFC000"/>
                      </a:solidFill>
                      <a:prstDash val="solid"/>
                      <a:round/>
                      <a:headEnd type="none" w="med" len="med"/>
                      <a:tailEnd type="none" w="med" len="med"/>
                    </a:lnL>
                    <a:lnR>
                      <a:noFill/>
                    </a:lnR>
                    <a:lnT>
                      <a:noFill/>
                    </a:lnT>
                    <a:lnB w="12700" cap="flat" cmpd="sng" algn="ctr">
                      <a:solidFill>
                        <a:srgbClr val="FFC000"/>
                      </a:solidFill>
                      <a:prstDash val="solid"/>
                      <a:round/>
                      <a:headEnd type="none" w="med" len="med"/>
                      <a:tailEnd type="none" w="med" len="med"/>
                    </a:lnB>
                  </a:tcPr>
                </a:tc>
                <a:tc vMerge="1" gridSpan="2">
                  <a:tcPr marL="0" marR="0" marT="0" marB="0" vert="horz">
                    <a:lnL>
                      <a:noFill/>
                    </a:lnL>
                    <a:lnR w="12700" cap="flat" cmpd="sng" algn="ctr">
                      <a:solidFill>
                        <a:srgbClr val="FFC000"/>
                      </a:solidFill>
                      <a:prstDash val="solid"/>
                      <a:round/>
                      <a:headEnd type="none" w="med" len="med"/>
                      <a:tailEnd type="none" w="med" len="med"/>
                    </a:lnR>
                    <a:lnT>
                      <a:noFill/>
                    </a:lnT>
                    <a:lnB w="12700" cap="flat" cmpd="sng" algn="ctr">
                      <a:solidFill>
                        <a:srgbClr val="FFC000"/>
                      </a:solidFill>
                      <a:prstDash val="solid"/>
                      <a:round/>
                      <a:headEnd type="none" w="med" len="med"/>
                      <a:tailEnd type="none" w="med" len="med"/>
                    </a:lnB>
                  </a:tcPr>
                </a:tc>
                <a:tc vMerge="1" hMerge="1">
                  <a:tcPr marL="0" marR="0" marT="0" marB="0" vert="horz">
                    <a:lnL>
                      <a:noFill/>
                    </a:lnL>
                    <a:lnR w="12700" cap="flat" cmpd="sng" algn="ctr">
                      <a:solidFill>
                        <a:srgbClr val="FFC000"/>
                      </a:solidFill>
                      <a:prstDash val="solid"/>
                      <a:round/>
                      <a:headEnd type="none" w="med" len="med"/>
                      <a:tailEnd type="none" w="med" len="med"/>
                    </a:lnR>
                    <a:lnT>
                      <a:noFill/>
                    </a:lnT>
                    <a:lnB w="12700" cap="flat" cmpd="sng" algn="ctr">
                      <a:solidFill>
                        <a:srgbClr val="FFC000"/>
                      </a:solidFill>
                      <a:prstDash val="solid"/>
                      <a:round/>
                      <a:headEnd type="none" w="med" len="med"/>
                      <a:tailEnd type="none" w="med" len="med"/>
                    </a:lnB>
                  </a:tcPr>
                </a:tc>
              </a:tr>
              <a:tr h="238759">
                <a:tc gridSpan="2">
                  <a:txBody>
                    <a:bodyPr/>
                    <a:lstStyle/>
                    <a:p>
                      <a:pPr algn="l" rtl="0" eaLnBrk="0">
                        <a:lnSpc>
                          <a:spcPct val="113000"/>
                        </a:lnSpc>
                      </a:pPr>
                      <a:endParaRPr lang="en-US" altLang="en-US" sz="200" dirty="0"/>
                    </a:p>
                    <a:p>
                      <a:pPr marL="906145" algn="l" rtl="0" eaLnBrk="0">
                        <a:lnSpc>
                          <a:spcPts val="1480"/>
                        </a:lnSpc>
                        <a:spcBef>
                          <a:spcPts val="0"/>
                        </a:spcBef>
                        <a:tabLst>
                          <a:tab pos="988060" algn="l"/>
                        </a:tabLst>
                      </a:pPr>
                      <a:r>
                        <a:rPr sz="1000" kern="0" spc="0" dirty="0">
                          <a:solidFill>
                            <a:srgbClr val="000000">
                              <a:alpha val="100000"/>
                            </a:srgbClr>
                          </a:solidFill>
                          <a:cs typeface="微软雅黑" panose="020B0503020204020204" charset="-122"/>
                        </a:rPr>
                        <a:t>	</a:t>
                      </a:r>
                      <a:r>
                        <a:rPr sz="1000" kern="0" spc="150" dirty="0">
                          <a:solidFill>
                            <a:srgbClr val="000000">
                              <a:alpha val="100000"/>
                            </a:srgbClr>
                          </a:solidFill>
                          <a:cs typeface="微软雅黑" panose="020B0503020204020204" charset="-122"/>
                        </a:rPr>
                        <a:t>业务主导期</a:t>
                      </a:r>
                      <a:r>
                        <a:rPr sz="1000" kern="0" spc="180" dirty="0">
                          <a:solidFill>
                            <a:srgbClr val="000000">
                              <a:alpha val="100000"/>
                            </a:srgbClr>
                          </a:solidFill>
                          <a:cs typeface="微软雅黑" panose="020B0503020204020204" charset="-122"/>
                        </a:rPr>
                        <a:t> </a:t>
                      </a:r>
                      <a:r>
                        <a:rPr sz="2000" kern="0" spc="150" dirty="0">
                          <a:solidFill>
                            <a:srgbClr val="4472C4">
                              <a:alpha val="100000"/>
                            </a:srgbClr>
                          </a:solidFill>
                          <a:cs typeface="微软雅黑" panose="020B0503020204020204" charset="-122"/>
                        </a:rPr>
                        <a:t>─→</a:t>
                      </a:r>
                      <a:r>
                        <a:rPr sz="2000" kern="0" spc="40" dirty="0">
                          <a:solidFill>
                            <a:srgbClr val="4472C4">
                              <a:alpha val="100000"/>
                            </a:srgbClr>
                          </a:solidFill>
                          <a:cs typeface="微软雅黑" panose="020B0503020204020204" charset="-122"/>
                        </a:rPr>
                        <a:t>           </a:t>
                      </a:r>
                      <a:r>
                        <a:rPr sz="1600" kern="0" spc="150" baseline="-2000" dirty="0">
                          <a:solidFill>
                            <a:srgbClr val="000000">
                              <a:alpha val="100000"/>
                            </a:srgbClr>
                          </a:solidFill>
                          <a:cs typeface="微软雅黑" panose="020B0503020204020204" charset="-122"/>
                        </a:rPr>
                        <a:t>业</a:t>
                      </a:r>
                      <a:r>
                        <a:rPr sz="1000" kern="0" spc="150" dirty="0">
                          <a:solidFill>
                            <a:srgbClr val="000000">
                              <a:alpha val="100000"/>
                            </a:srgbClr>
                          </a:solidFill>
                          <a:cs typeface="微软雅黑" panose="020B0503020204020204" charset="-122"/>
                        </a:rPr>
                        <a:t>务与</a:t>
                      </a:r>
                      <a:r>
                        <a:rPr sz="1000" kern="0" spc="0" dirty="0">
                          <a:solidFill>
                            <a:srgbClr val="000000">
                              <a:alpha val="100000"/>
                            </a:srgbClr>
                          </a:solidFill>
                          <a:cs typeface="微软雅黑" panose="020B0503020204020204" charset="-122"/>
                        </a:rPr>
                        <a:t>IT</a:t>
                      </a:r>
                      <a:r>
                        <a:rPr sz="1000" kern="0" spc="150" dirty="0">
                          <a:solidFill>
                            <a:srgbClr val="000000">
                              <a:alpha val="100000"/>
                            </a:srgbClr>
                          </a:solidFill>
                          <a:cs typeface="微软雅黑" panose="020B0503020204020204" charset="-122"/>
                        </a:rPr>
                        <a:t>合作期 </a:t>
                      </a:r>
                      <a:r>
                        <a:rPr sz="2000" kern="0" spc="140" dirty="0">
                          <a:solidFill>
                            <a:srgbClr val="4472C4">
                              <a:alpha val="100000"/>
                            </a:srgbClr>
                          </a:solidFill>
                          <a:cs typeface="微软雅黑" panose="020B0503020204020204" charset="-122"/>
                        </a:rPr>
                        <a:t>─→</a:t>
                      </a:r>
                      <a:endParaRPr lang="en-US" altLang="en-US" sz="20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rowSpan="2" gridSpan="3">
                  <a:txBody>
                    <a:bodyPr/>
                    <a:lstStyle/>
                    <a:p>
                      <a:pPr algn="l" rtl="0" eaLnBrk="0">
                        <a:lnSpc>
                          <a:spcPct val="112000"/>
                        </a:lnSpc>
                      </a:pPr>
                      <a:endParaRPr lang="en-US" altLang="en-US" sz="300" dirty="0"/>
                    </a:p>
                    <a:p>
                      <a:pPr marL="920750" algn="l" rtl="0" eaLnBrk="0">
                        <a:lnSpc>
                          <a:spcPts val="1480"/>
                        </a:lnSpc>
                        <a:spcBef>
                          <a:spcPts val="0"/>
                        </a:spcBef>
                        <a:tabLst>
                          <a:tab pos="1003935" algn="l"/>
                        </a:tabLst>
                      </a:pPr>
                      <a:r>
                        <a:rPr sz="1000" kern="0" spc="0" dirty="0">
                          <a:solidFill>
                            <a:srgbClr val="000000">
                              <a:alpha val="100000"/>
                            </a:srgbClr>
                          </a:solidFill>
                          <a:cs typeface="微软雅黑" panose="020B0503020204020204" charset="-122"/>
                        </a:rPr>
                        <a:t>	</a:t>
                      </a:r>
                      <a:r>
                        <a:rPr sz="1000" kern="0" spc="150" dirty="0">
                          <a:solidFill>
                            <a:srgbClr val="000000">
                              <a:alpha val="100000"/>
                            </a:srgbClr>
                          </a:solidFill>
                          <a:cs typeface="微软雅黑" panose="020B0503020204020204" charset="-122"/>
                        </a:rPr>
                        <a:t>业务主导期</a:t>
                      </a:r>
                      <a:r>
                        <a:rPr sz="1000" kern="0" spc="180" dirty="0">
                          <a:solidFill>
                            <a:srgbClr val="000000">
                              <a:alpha val="100000"/>
                            </a:srgbClr>
                          </a:solidFill>
                          <a:cs typeface="微软雅黑" panose="020B0503020204020204" charset="-122"/>
                        </a:rPr>
                        <a:t> </a:t>
                      </a:r>
                      <a:r>
                        <a:rPr sz="2000" kern="0" spc="150" dirty="0">
                          <a:solidFill>
                            <a:srgbClr val="4472C4">
                              <a:alpha val="100000"/>
                            </a:srgbClr>
                          </a:solidFill>
                          <a:cs typeface="微软雅黑" panose="020B0503020204020204" charset="-122"/>
                        </a:rPr>
                        <a:t>─→</a:t>
                      </a:r>
                      <a:r>
                        <a:rPr sz="2000" kern="0" spc="40" dirty="0">
                          <a:solidFill>
                            <a:srgbClr val="4472C4">
                              <a:alpha val="100000"/>
                            </a:srgbClr>
                          </a:solidFill>
                          <a:cs typeface="微软雅黑" panose="020B0503020204020204" charset="-122"/>
                        </a:rPr>
                        <a:t>           </a:t>
                      </a:r>
                      <a:r>
                        <a:rPr sz="1600" kern="0" spc="150" baseline="-2000" dirty="0">
                          <a:solidFill>
                            <a:srgbClr val="000000">
                              <a:alpha val="100000"/>
                            </a:srgbClr>
                          </a:solidFill>
                          <a:cs typeface="微软雅黑" panose="020B0503020204020204" charset="-122"/>
                        </a:rPr>
                        <a:t>业</a:t>
                      </a:r>
                      <a:r>
                        <a:rPr sz="1000" kern="0" spc="150" dirty="0">
                          <a:solidFill>
                            <a:srgbClr val="000000">
                              <a:alpha val="100000"/>
                            </a:srgbClr>
                          </a:solidFill>
                          <a:cs typeface="微软雅黑" panose="020B0503020204020204" charset="-122"/>
                        </a:rPr>
                        <a:t>务与</a:t>
                      </a:r>
                      <a:r>
                        <a:rPr sz="1000" kern="0" spc="0" dirty="0">
                          <a:solidFill>
                            <a:srgbClr val="000000">
                              <a:alpha val="100000"/>
                            </a:srgbClr>
                          </a:solidFill>
                          <a:cs typeface="微软雅黑" panose="020B0503020204020204" charset="-122"/>
                        </a:rPr>
                        <a:t>IT</a:t>
                      </a:r>
                      <a:r>
                        <a:rPr sz="1000" kern="0" spc="150" dirty="0">
                          <a:solidFill>
                            <a:srgbClr val="000000">
                              <a:alpha val="100000"/>
                            </a:srgbClr>
                          </a:solidFill>
                          <a:cs typeface="微软雅黑" panose="020B0503020204020204" charset="-122"/>
                        </a:rPr>
                        <a:t>合作期</a:t>
                      </a:r>
                      <a:r>
                        <a:rPr sz="1000" kern="0" spc="140" dirty="0">
                          <a:solidFill>
                            <a:srgbClr val="000000">
                              <a:alpha val="100000"/>
                            </a:srgbClr>
                          </a:solidFill>
                          <a:cs typeface="微软雅黑" panose="020B0503020204020204" charset="-122"/>
                        </a:rPr>
                        <a:t> </a:t>
                      </a:r>
                      <a:r>
                        <a:rPr sz="2000" kern="0" spc="140" dirty="0">
                          <a:solidFill>
                            <a:srgbClr val="4472C4">
                              <a:alpha val="100000"/>
                            </a:srgbClr>
                          </a:solidFill>
                          <a:cs typeface="微软雅黑" panose="020B0503020204020204" charset="-122"/>
                        </a:rPr>
                        <a:t>─→</a:t>
                      </a:r>
                      <a:endParaRPr lang="en-US" altLang="en-US" sz="2000" dirty="0"/>
                    </a:p>
                    <a:p>
                      <a:pPr marL="3313430" algn="l" rtl="0" eaLnBrk="0">
                        <a:lnSpc>
                          <a:spcPts val="1155"/>
                        </a:lnSpc>
                        <a:spcBef>
                          <a:spcPts val="815"/>
                        </a:spcBef>
                      </a:pPr>
                      <a:r>
                        <a:rPr sz="900" b="1" kern="0" spc="80" dirty="0">
                          <a:solidFill>
                            <a:srgbClr val="FFFFFF">
                              <a:alpha val="100000"/>
                            </a:srgbClr>
                          </a:solidFill>
                          <a:cs typeface="微软雅黑" panose="020B0503020204020204" charset="-122"/>
                        </a:rPr>
                        <a:t>蓝图设计</a:t>
                      </a:r>
                      <a:endParaRPr lang="en-US" altLang="en-US" sz="900" dirty="0"/>
                    </a:p>
                    <a:p>
                      <a:pPr marL="2596515" indent="73025" algn="l" rtl="0" eaLnBrk="0">
                        <a:lnSpc>
                          <a:spcPct val="97000"/>
                        </a:lnSpc>
                        <a:spcBef>
                          <a:spcPts val="35"/>
                        </a:spcBef>
                      </a:pPr>
                      <a:r>
                        <a:rPr sz="900" kern="0" spc="-20" dirty="0">
                          <a:solidFill>
                            <a:srgbClr val="FFFFFF">
                              <a:alpha val="100000"/>
                            </a:srgbClr>
                          </a:solidFill>
                          <a:cs typeface="微软雅黑" panose="020B0503020204020204" charset="-122"/>
                        </a:rPr>
                        <a:t>（蓝图设计是业务与IT共同确</a:t>
                      </a:r>
                      <a:r>
                        <a:rPr sz="900" kern="0" spc="-30" dirty="0">
                          <a:solidFill>
                            <a:srgbClr val="FFFFFF">
                              <a:alpha val="100000"/>
                            </a:srgbClr>
                          </a:solidFill>
                          <a:cs typeface="微软雅黑" panose="020B0503020204020204" charset="-122"/>
                        </a:rPr>
                        <a:t>认未来系             </a:t>
                      </a:r>
                      <a:r>
                        <a:rPr sz="900" kern="0" spc="-20" dirty="0">
                          <a:solidFill>
                            <a:srgbClr val="FFFFFF">
                              <a:alpha val="100000"/>
                            </a:srgbClr>
                          </a:solidFill>
                          <a:cs typeface="微软雅黑" panose="020B0503020204020204" charset="-122"/>
                        </a:rPr>
                        <a:t>统功能的阶段）</a:t>
                      </a:r>
                      <a:endParaRPr lang="en-US" altLang="en-US" sz="9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rowSpan="2"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rowSpan="2"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r>
              <a:tr h="596265">
                <a:tc gridSpan="2">
                  <a:txBody>
                    <a:bodyPr/>
                    <a:lstStyle/>
                    <a:p>
                      <a:pPr algn="l" rtl="0" eaLnBrk="0">
                        <a:lnSpc>
                          <a:spcPct val="100000"/>
                        </a:lnSpc>
                      </a:pPr>
                      <a:endParaRPr lang="en-US" altLang="en-US" sz="1000" dirty="0"/>
                    </a:p>
                  </a:txBody>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a:noFill/>
                    </a:lnT>
                    <a:lnB>
                      <a:noFill/>
                    </a:lnB>
                  </a:tcPr>
                </a:tc>
                <a:tc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a:noFill/>
                    </a:lnT>
                    <a:lnB>
                      <a:noFill/>
                    </a:lnB>
                  </a:tcPr>
                </a:tc>
                <a:tc vMerge="1" gridSpan="3">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vMerge="1"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c vMerge="1" hMerge="1">
                  <a:tcPr marL="0" marR="0" marT="0" marB="0" vert="horz">
                    <a:lnL w="12700" cap="flat" cmpd="sng" algn="ctr">
                      <a:solidFill>
                        <a:srgbClr val="FFC000"/>
                      </a:solidFill>
                      <a:prstDash val="solid"/>
                      <a:round/>
                      <a:headEnd type="none" w="med" len="med"/>
                      <a:tailEnd type="none" w="med" len="med"/>
                    </a:lnL>
                    <a:lnR w="12700" cap="flat" cmpd="sng" algn="ctr">
                      <a:solidFill>
                        <a:srgbClr val="FFC000"/>
                      </a:solidFill>
                      <a:prstDash val="solid"/>
                      <a:round/>
                      <a:headEnd type="none" w="med" len="med"/>
                      <a:tailEnd type="none" w="med" len="med"/>
                    </a:lnR>
                    <a:lnT w="12700" cap="flat" cmpd="sng" algn="ctr">
                      <a:solidFill>
                        <a:srgbClr val="FFC000"/>
                      </a:solidFill>
                      <a:prstDash val="solid"/>
                      <a:round/>
                      <a:headEnd type="none" w="med" len="med"/>
                      <a:tailEnd type="none" w="med" len="med"/>
                    </a:lnT>
                    <a:lnB>
                      <a:noFill/>
                    </a:lnB>
                  </a:tcPr>
                </a:tc>
              </a:tr>
              <a:tr h="1873250">
                <a:tc>
                  <a:txBody>
                    <a:bodyPr/>
                    <a:lstStyle/>
                    <a:p>
                      <a:pPr algn="l" rtl="0" eaLnBrk="0">
                        <a:lnSpc>
                          <a:spcPct val="111000"/>
                        </a:lnSpc>
                      </a:pPr>
                      <a:endParaRPr lang="en-US" altLang="en-US" sz="400" dirty="0"/>
                    </a:p>
                    <a:p>
                      <a:pPr marL="256540" indent="-168275" algn="l" rtl="0" eaLnBrk="0">
                        <a:lnSpc>
                          <a:spcPct val="104000"/>
                        </a:lnSpc>
                        <a:spcBef>
                          <a:spcPts val="5"/>
                        </a:spcBef>
                      </a:pPr>
                      <a:r>
                        <a:rPr sz="1000" kern="0" spc="1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10" dirty="0">
                          <a:solidFill>
                            <a:srgbClr val="000000">
                              <a:alpha val="100000"/>
                            </a:srgbClr>
                          </a:solidFill>
                          <a:cs typeface="微软雅黑" panose="020B0503020204020204" charset="-122"/>
                        </a:rPr>
                        <a:t>根据系统功能蓝图，</a:t>
                      </a:r>
                      <a:r>
                        <a:rPr sz="1000" kern="0" spc="13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完成系统功能      </a:t>
                      </a:r>
                      <a:r>
                        <a:rPr sz="1000" kern="0" spc="40" dirty="0">
                          <a:solidFill>
                            <a:srgbClr val="000000">
                              <a:alpha val="100000"/>
                            </a:srgbClr>
                          </a:solidFill>
                          <a:cs typeface="微软雅黑" panose="020B0503020204020204" charset="-122"/>
                        </a:rPr>
                        <a:t>的配置和二次开发</a:t>
                      </a:r>
                      <a:endParaRPr lang="en-US" altLang="en-US" sz="1000" dirty="0"/>
                    </a:p>
                    <a:p>
                      <a:pPr marL="250825" indent="-162560" algn="l" rtl="0" eaLnBrk="0">
                        <a:lnSpc>
                          <a:spcPct val="104000"/>
                        </a:lnSpc>
                        <a:spcBef>
                          <a:spcPts val="20"/>
                        </a:spcBef>
                      </a:pPr>
                      <a:r>
                        <a:rPr sz="1000" kern="0" spc="3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30" dirty="0">
                          <a:solidFill>
                            <a:srgbClr val="000000">
                              <a:alpha val="100000"/>
                            </a:srgbClr>
                          </a:solidFill>
                          <a:cs typeface="微软雅黑" panose="020B0503020204020204" charset="-122"/>
                        </a:rPr>
                        <a:t>开展系统功能测试和用户接受度测   </a:t>
                      </a:r>
                      <a:r>
                        <a:rPr sz="1000" kern="0" spc="2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试，完成系统功能基线确认</a:t>
                      </a:r>
                      <a:endParaRPr lang="en-US" altLang="en-US" sz="1000" dirty="0"/>
                    </a:p>
                    <a:p>
                      <a:pPr marL="249555" indent="-161290" algn="l" rtl="0" eaLnBrk="0">
                        <a:lnSpc>
                          <a:spcPct val="103000"/>
                        </a:lnSpc>
                        <a:spcBef>
                          <a:spcPts val="40"/>
                        </a:spcBef>
                      </a:pPr>
                      <a:r>
                        <a:rPr sz="1000" kern="0" spc="30" dirty="0">
                          <a:solidFill>
                            <a:srgbClr val="000000">
                              <a:alpha val="100000"/>
                            </a:srgbClr>
                          </a:solidFill>
                          <a:cs typeface="Wingdings" panose="05000000000000000000"/>
                        </a:rPr>
                        <a:t></a:t>
                      </a:r>
                      <a:r>
                        <a:rPr sz="1000" kern="0" spc="-490" dirty="0">
                          <a:solidFill>
                            <a:srgbClr val="000000">
                              <a:alpha val="100000"/>
                            </a:srgbClr>
                          </a:solidFill>
                          <a:cs typeface="Wingdings" panose="05000000000000000000"/>
                        </a:rPr>
                        <a:t> </a:t>
                      </a:r>
                      <a:r>
                        <a:rPr sz="1000" kern="0" spc="30" dirty="0">
                          <a:solidFill>
                            <a:srgbClr val="000000">
                              <a:alpha val="100000"/>
                            </a:srgbClr>
                          </a:solidFill>
                          <a:cs typeface="微软雅黑" panose="020B0503020204020204" charset="-122"/>
                        </a:rPr>
                        <a:t>系统间集成接口联调，对集成过程    </a:t>
                      </a:r>
                      <a:r>
                        <a:rPr sz="1000" kern="0" spc="20" dirty="0">
                          <a:solidFill>
                            <a:srgbClr val="000000">
                              <a:alpha val="100000"/>
                            </a:srgbClr>
                          </a:solidFill>
                          <a:cs typeface="微软雅黑" panose="020B0503020204020204" charset="-122"/>
                        </a:rPr>
                        <a:t>  </a:t>
                      </a:r>
                      <a:r>
                        <a:rPr sz="1000" kern="0" spc="40" dirty="0">
                          <a:solidFill>
                            <a:srgbClr val="000000">
                              <a:alpha val="100000"/>
                            </a:srgbClr>
                          </a:solidFill>
                          <a:cs typeface="微软雅黑" panose="020B0503020204020204" charset="-122"/>
                        </a:rPr>
                        <a:t>中的关键事项进行记录生产环境</a:t>
                      </a:r>
                      <a:r>
                        <a:rPr sz="1000" kern="0" spc="30" dirty="0">
                          <a:solidFill>
                            <a:srgbClr val="000000">
                              <a:alpha val="100000"/>
                            </a:srgbClr>
                          </a:solidFill>
                          <a:cs typeface="微软雅黑" panose="020B0503020204020204" charset="-122"/>
                        </a:rPr>
                        <a:t>技      </a:t>
                      </a:r>
                      <a:r>
                        <a:rPr sz="1000" kern="0" spc="50" dirty="0">
                          <a:solidFill>
                            <a:srgbClr val="000000">
                              <a:alpha val="100000"/>
                            </a:srgbClr>
                          </a:solidFill>
                          <a:cs typeface="微软雅黑" panose="020B0503020204020204" charset="-122"/>
                        </a:rPr>
                        <a:t>术（网络、数据库、中间件）测试</a:t>
                      </a:r>
                      <a:endParaRPr lang="en-US" altLang="en-US" sz="1000" dirty="0"/>
                    </a:p>
                    <a:p>
                      <a:pPr marL="250190" indent="-161925" algn="l" rtl="0" eaLnBrk="0">
                        <a:lnSpc>
                          <a:spcPct val="104000"/>
                        </a:lnSpc>
                        <a:spcBef>
                          <a:spcPts val="90"/>
                        </a:spcBef>
                      </a:pPr>
                      <a:r>
                        <a:rPr sz="1000" kern="0" spc="30" dirty="0">
                          <a:solidFill>
                            <a:srgbClr val="000000">
                              <a:alpha val="100000"/>
                            </a:srgbClr>
                          </a:solidFill>
                          <a:cs typeface="Wingdings" panose="05000000000000000000"/>
                        </a:rPr>
                        <a:t></a:t>
                      </a:r>
                      <a:r>
                        <a:rPr sz="1000" kern="0" spc="-470" dirty="0">
                          <a:solidFill>
                            <a:srgbClr val="000000">
                              <a:alpha val="100000"/>
                            </a:srgbClr>
                          </a:solidFill>
                          <a:cs typeface="Wingdings" panose="05000000000000000000"/>
                        </a:rPr>
                        <a:t> </a:t>
                      </a:r>
                      <a:r>
                        <a:rPr sz="1000" kern="0" spc="30" dirty="0">
                          <a:solidFill>
                            <a:srgbClr val="000000">
                              <a:alpha val="100000"/>
                            </a:srgbClr>
                          </a:solidFill>
                          <a:cs typeface="微软雅黑" panose="020B0503020204020204" charset="-122"/>
                        </a:rPr>
                        <a:t>上线前后相关工作的准备及实施，   </a:t>
                      </a:r>
                      <a:r>
                        <a:rPr sz="1000" kern="0" spc="20" dirty="0">
                          <a:solidFill>
                            <a:srgbClr val="000000">
                              <a:alpha val="100000"/>
                            </a:srgbClr>
                          </a:solidFill>
                          <a:cs typeface="微软雅黑" panose="020B0503020204020204" charset="-122"/>
                        </a:rPr>
                        <a:t>   </a:t>
                      </a:r>
                      <a:r>
                        <a:rPr sz="1000" kern="0" spc="40" dirty="0">
                          <a:solidFill>
                            <a:srgbClr val="000000">
                              <a:alpha val="100000"/>
                            </a:srgbClr>
                          </a:solidFill>
                          <a:cs typeface="微软雅黑" panose="020B0503020204020204" charset="-122"/>
                        </a:rPr>
                        <a:t>包括内部汇报和宣贯，终端用户</a:t>
                      </a:r>
                      <a:r>
                        <a:rPr sz="1000" kern="0" spc="30" dirty="0">
                          <a:solidFill>
                            <a:srgbClr val="000000">
                              <a:alpha val="100000"/>
                            </a:srgbClr>
                          </a:solidFill>
                          <a:cs typeface="微软雅黑" panose="020B0503020204020204" charset="-122"/>
                        </a:rPr>
                        <a:t>培      </a:t>
                      </a:r>
                      <a:r>
                        <a:rPr sz="1000" kern="0" spc="10" dirty="0">
                          <a:solidFill>
                            <a:srgbClr val="000000">
                              <a:alpha val="100000"/>
                            </a:srgbClr>
                          </a:solidFill>
                          <a:cs typeface="微软雅黑" panose="020B0503020204020204" charset="-122"/>
                        </a:rPr>
                        <a:t>训，</a:t>
                      </a:r>
                      <a:r>
                        <a:rPr sz="1000" kern="0" spc="18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割接准备，系统帮助热线建立，   </a:t>
                      </a:r>
                      <a:r>
                        <a:rPr sz="1000" kern="0" spc="50" dirty="0">
                          <a:solidFill>
                            <a:srgbClr val="000000">
                              <a:alpha val="100000"/>
                            </a:srgbClr>
                          </a:solidFill>
                          <a:cs typeface="微软雅黑" panose="020B0503020204020204" charset="-122"/>
                        </a:rPr>
                        <a:t>紧急应对流程等</a:t>
                      </a: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a:noFill/>
                    </a:lnT>
                    <a:lnB w="12700" cap="flat" cmpd="sng" algn="ctr">
                      <a:solidFill>
                        <a:srgbClr val="FFC000"/>
                      </a:solidFill>
                      <a:prstDash val="solid"/>
                      <a:round/>
                      <a:headEnd type="none" w="med" len="med"/>
                      <a:tailEnd type="none" w="med" len="med"/>
                    </a:lnB>
                  </a:tcPr>
                </a:tc>
                <a:tc>
                  <a:txBody>
                    <a:bodyPr/>
                    <a:lstStyle/>
                    <a:p>
                      <a:pPr algn="l" rtl="0" eaLnBrk="0">
                        <a:lnSpc>
                          <a:spcPct val="101000"/>
                        </a:lnSpc>
                      </a:pPr>
                      <a:endParaRPr lang="en-US" altLang="en-US" sz="400" dirty="0"/>
                    </a:p>
                    <a:p>
                      <a:pPr marL="210820" indent="-162560" algn="l" rtl="0" eaLnBrk="0">
                        <a:lnSpc>
                          <a:spcPct val="104000"/>
                        </a:lnSpc>
                        <a:spcBef>
                          <a:spcPts val="5"/>
                        </a:spcBef>
                      </a:pPr>
                      <a:r>
                        <a:rPr sz="1000" kern="0" spc="40" dirty="0">
                          <a:solidFill>
                            <a:srgbClr val="000000">
                              <a:alpha val="100000"/>
                            </a:srgbClr>
                          </a:solidFill>
                          <a:cs typeface="Wingdings" panose="05000000000000000000"/>
                        </a:rPr>
                        <a:t></a:t>
                      </a:r>
                      <a:r>
                        <a:rPr sz="1000" kern="0" spc="-49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对业务整合和蓝图设计中</a:t>
                      </a:r>
                      <a:r>
                        <a:rPr sz="1000" kern="0" spc="30" dirty="0">
                          <a:solidFill>
                            <a:srgbClr val="000000">
                              <a:alpha val="100000"/>
                            </a:srgbClr>
                          </a:solidFill>
                          <a:cs typeface="微软雅黑" panose="020B0503020204020204" charset="-122"/>
                        </a:rPr>
                        <a:t>涉及的业务   </a:t>
                      </a:r>
                      <a:r>
                        <a:rPr sz="1000" kern="0" spc="20" dirty="0">
                          <a:solidFill>
                            <a:srgbClr val="000000">
                              <a:alpha val="100000"/>
                            </a:srgbClr>
                          </a:solidFill>
                          <a:cs typeface="微软雅黑" panose="020B0503020204020204" charset="-122"/>
                        </a:rPr>
                        <a:t>转型调整进行确认，</a:t>
                      </a:r>
                      <a:r>
                        <a:rPr sz="1000" kern="0" spc="200" dirty="0">
                          <a:solidFill>
                            <a:srgbClr val="000000">
                              <a:alpha val="100000"/>
                            </a:srgbClr>
                          </a:solidFill>
                          <a:cs typeface="微软雅黑" panose="020B0503020204020204" charset="-122"/>
                        </a:rPr>
                        <a:t> </a:t>
                      </a:r>
                      <a:r>
                        <a:rPr sz="1000" kern="0" spc="20" dirty="0">
                          <a:solidFill>
                            <a:srgbClr val="000000">
                              <a:alpha val="100000"/>
                            </a:srgbClr>
                          </a:solidFill>
                          <a:cs typeface="微软雅黑" panose="020B0503020204020204" charset="-122"/>
                        </a:rPr>
                        <a:t>作为系统正式上</a:t>
                      </a:r>
                      <a:r>
                        <a:rPr sz="1000" kern="0" spc="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线的前置条件</a:t>
                      </a:r>
                      <a:endParaRPr lang="en-US" altLang="en-US" sz="1000" dirty="0"/>
                    </a:p>
                    <a:p>
                      <a:pPr marL="210185" indent="-161925" algn="l" rtl="0" eaLnBrk="0">
                        <a:lnSpc>
                          <a:spcPct val="104000"/>
                        </a:lnSpc>
                        <a:spcBef>
                          <a:spcPts val="25"/>
                        </a:spcBef>
                      </a:pPr>
                      <a:r>
                        <a:rPr sz="1000" kern="0" spc="40" dirty="0">
                          <a:solidFill>
                            <a:srgbClr val="000000">
                              <a:alpha val="100000"/>
                            </a:srgbClr>
                          </a:solidFill>
                          <a:cs typeface="Wingdings" panose="05000000000000000000"/>
                        </a:rPr>
                        <a:t></a:t>
                      </a:r>
                      <a:r>
                        <a:rPr sz="1000" kern="0" spc="-50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从测试环境切换到生产环境</a:t>
                      </a:r>
                      <a:r>
                        <a:rPr sz="1000" kern="0" spc="30" dirty="0">
                          <a:solidFill>
                            <a:srgbClr val="000000">
                              <a:alpha val="100000"/>
                            </a:srgbClr>
                          </a:solidFill>
                          <a:cs typeface="微软雅黑" panose="020B0503020204020204" charset="-122"/>
                        </a:rPr>
                        <a:t>，并进行   </a:t>
                      </a:r>
                      <a:r>
                        <a:rPr sz="1000" kern="0" spc="50" dirty="0">
                          <a:solidFill>
                            <a:srgbClr val="000000">
                              <a:alpha val="100000"/>
                            </a:srgbClr>
                          </a:solidFill>
                          <a:cs typeface="微软雅黑" panose="020B0503020204020204" charset="-122"/>
                        </a:rPr>
                        <a:t>全体动员及系统使用</a:t>
                      </a:r>
                      <a:r>
                        <a:rPr sz="1000" kern="0" spc="40" dirty="0">
                          <a:solidFill>
                            <a:srgbClr val="000000">
                              <a:alpha val="100000"/>
                            </a:srgbClr>
                          </a:solidFill>
                          <a:cs typeface="微软雅黑" panose="020B0503020204020204" charset="-122"/>
                        </a:rPr>
                        <a:t>，处理实时交易   数据</a:t>
                      </a:r>
                      <a:endParaRPr lang="en-US" altLang="en-US" sz="1000" dirty="0"/>
                    </a:p>
                    <a:p>
                      <a:pPr marL="209550" indent="-161290" algn="l" rtl="0" eaLnBrk="0">
                        <a:lnSpc>
                          <a:spcPct val="104000"/>
                        </a:lnSpc>
                        <a:spcBef>
                          <a:spcPts val="45"/>
                        </a:spcBef>
                      </a:pPr>
                      <a:r>
                        <a:rPr sz="1000" kern="0" spc="4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上线总结，并进行内</a:t>
                      </a:r>
                      <a:r>
                        <a:rPr sz="1000" kern="0" spc="30" dirty="0">
                          <a:solidFill>
                            <a:srgbClr val="000000">
                              <a:alpha val="100000"/>
                            </a:srgbClr>
                          </a:solidFill>
                          <a:cs typeface="微软雅黑" panose="020B0503020204020204" charset="-122"/>
                        </a:rPr>
                        <a:t>部讨论分享，回</a:t>
                      </a:r>
                      <a:r>
                        <a:rPr sz="1000" kern="0" spc="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顾全球模板和区域个</a:t>
                      </a:r>
                      <a:r>
                        <a:rPr sz="1000" kern="0" spc="40" dirty="0">
                          <a:solidFill>
                            <a:srgbClr val="000000">
                              <a:alpha val="100000"/>
                            </a:srgbClr>
                          </a:solidFill>
                          <a:cs typeface="微软雅黑" panose="020B0503020204020204" charset="-122"/>
                        </a:rPr>
                        <a:t>性化区域的需求   </a:t>
                      </a:r>
                      <a:r>
                        <a:rPr sz="1000" kern="0" spc="50" dirty="0">
                          <a:solidFill>
                            <a:srgbClr val="000000">
                              <a:alpha val="100000"/>
                            </a:srgbClr>
                          </a:solidFill>
                          <a:cs typeface="微软雅黑" panose="020B0503020204020204" charset="-122"/>
                        </a:rPr>
                        <a:t>差异化</a:t>
                      </a:r>
                      <a:endParaRPr lang="en-US" altLang="en-US" sz="1000" dirty="0"/>
                    </a:p>
                    <a:p>
                      <a:pPr marL="211455" indent="-163195" algn="l" rtl="0" eaLnBrk="0">
                        <a:lnSpc>
                          <a:spcPct val="103000"/>
                        </a:lnSpc>
                        <a:spcBef>
                          <a:spcPts val="40"/>
                        </a:spcBef>
                      </a:pPr>
                      <a:r>
                        <a:rPr sz="1000" kern="0" spc="10" dirty="0">
                          <a:solidFill>
                            <a:srgbClr val="000000">
                              <a:alpha val="100000"/>
                            </a:srgbClr>
                          </a:solidFill>
                          <a:cs typeface="Wingdings" panose="05000000000000000000"/>
                        </a:rPr>
                        <a:t></a:t>
                      </a:r>
                      <a:r>
                        <a:rPr sz="1000" kern="0" spc="-490" dirty="0">
                          <a:solidFill>
                            <a:srgbClr val="000000">
                              <a:alpha val="100000"/>
                            </a:srgbClr>
                          </a:solidFill>
                          <a:cs typeface="Wingdings" panose="05000000000000000000"/>
                        </a:rPr>
                        <a:t> </a:t>
                      </a:r>
                      <a:r>
                        <a:rPr sz="1000" kern="0" spc="10" dirty="0">
                          <a:solidFill>
                            <a:srgbClr val="000000">
                              <a:alpha val="100000"/>
                            </a:srgbClr>
                          </a:solidFill>
                          <a:cs typeface="微软雅黑" panose="020B0503020204020204" charset="-122"/>
                        </a:rPr>
                        <a:t>系统各类文档，  </a:t>
                      </a:r>
                      <a:r>
                        <a:rPr sz="1000" kern="0" spc="0" dirty="0">
                          <a:solidFill>
                            <a:srgbClr val="000000">
                              <a:alpha val="100000"/>
                            </a:srgbClr>
                          </a:solidFill>
                          <a:cs typeface="微软雅黑" panose="020B0503020204020204" charset="-122"/>
                        </a:rPr>
                        <a:t>包括需求文档、设计    </a:t>
                      </a:r>
                      <a:r>
                        <a:rPr sz="1000" kern="0" spc="50" dirty="0">
                          <a:solidFill>
                            <a:srgbClr val="000000">
                              <a:alpha val="100000"/>
                            </a:srgbClr>
                          </a:solidFill>
                          <a:cs typeface="微软雅黑" panose="020B0503020204020204" charset="-122"/>
                        </a:rPr>
                        <a:t>文档、运维文档移交给支持组织</a:t>
                      </a:r>
                      <a:endParaRPr lang="en-US" altLang="en-US" sz="1000" dirty="0"/>
                    </a:p>
                  </a:txBody>
                  <a:tcPr marL="0" marR="0" marT="0" marB="0" vert="horz">
                    <a:lnL>
                      <a:noFill/>
                    </a:lnL>
                    <a:lnR w="12700" cap="flat" cmpd="sng" algn="ctr">
                      <a:solidFill>
                        <a:srgbClr val="FFC000"/>
                      </a:solidFill>
                      <a:prstDash val="solid"/>
                      <a:round/>
                      <a:headEnd type="none" w="med" len="med"/>
                      <a:tailEnd type="none" w="med" len="med"/>
                    </a:lnR>
                    <a:lnT>
                      <a:noFill/>
                    </a:lnT>
                    <a:lnB w="12700" cap="flat" cmpd="sng" algn="ctr">
                      <a:solidFill>
                        <a:srgbClr val="FFC000"/>
                      </a:solidFill>
                      <a:prstDash val="solid"/>
                      <a:round/>
                      <a:headEnd type="none" w="med" len="med"/>
                      <a:tailEnd type="none" w="med" len="med"/>
                    </a:lnB>
                  </a:tcPr>
                </a:tc>
                <a:tc gridSpan="2">
                  <a:txBody>
                    <a:bodyPr/>
                    <a:lstStyle/>
                    <a:p>
                      <a:pPr algn="l" rtl="0" eaLnBrk="0">
                        <a:lnSpc>
                          <a:spcPct val="124000"/>
                        </a:lnSpc>
                      </a:pPr>
                      <a:endParaRPr lang="en-US" altLang="en-US" sz="400" dirty="0"/>
                    </a:p>
                    <a:p>
                      <a:pPr marL="339090" indent="-161925" algn="l" rtl="0" eaLnBrk="0">
                        <a:lnSpc>
                          <a:spcPct val="104000"/>
                        </a:lnSpc>
                        <a:spcBef>
                          <a:spcPts val="0"/>
                        </a:spcBef>
                      </a:pPr>
                      <a:r>
                        <a:rPr sz="1000" kern="0" spc="40" dirty="0">
                          <a:solidFill>
                            <a:srgbClr val="000000">
                              <a:alpha val="100000"/>
                            </a:srgbClr>
                          </a:solidFill>
                          <a:cs typeface="Wingdings" panose="05000000000000000000"/>
                        </a:rPr>
                        <a:t></a:t>
                      </a:r>
                      <a:r>
                        <a:rPr sz="1000" kern="0" spc="-49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组建转型项目组，召开转型项</a:t>
                      </a:r>
                      <a:r>
                        <a:rPr sz="1000" kern="0" spc="30" dirty="0">
                          <a:solidFill>
                            <a:srgbClr val="000000">
                              <a:alpha val="100000"/>
                            </a:srgbClr>
                          </a:solidFill>
                          <a:cs typeface="微软雅黑" panose="020B0503020204020204" charset="-122"/>
                        </a:rPr>
                        <a:t>目</a:t>
                      </a:r>
                      <a:r>
                        <a:rPr sz="1000" kern="0" spc="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启动会，统一转型项目目标</a:t>
                      </a:r>
                      <a:endParaRPr lang="en-US" altLang="en-US" sz="1000" dirty="0"/>
                    </a:p>
                    <a:p>
                      <a:pPr marL="338455" indent="-161290" algn="l" rtl="0" eaLnBrk="0">
                        <a:lnSpc>
                          <a:spcPct val="104000"/>
                        </a:lnSpc>
                        <a:spcBef>
                          <a:spcPts val="40"/>
                        </a:spcBef>
                      </a:pPr>
                      <a:r>
                        <a:rPr sz="1000" kern="0" spc="4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业务管理部门根据转型要求和</a:t>
                      </a:r>
                      <a:r>
                        <a:rPr sz="1000" kern="0" spc="30" dirty="0">
                          <a:solidFill>
                            <a:srgbClr val="000000">
                              <a:alpha val="100000"/>
                            </a:srgbClr>
                          </a:solidFill>
                          <a:cs typeface="微软雅黑" panose="020B0503020204020204" charset="-122"/>
                        </a:rPr>
                        <a:t>业</a:t>
                      </a:r>
                      <a:r>
                        <a:rPr sz="1000" kern="0" spc="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务流程，提出业务需求，</a:t>
                      </a:r>
                      <a:r>
                        <a:rPr sz="1000" kern="0" spc="28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区域配</a:t>
                      </a:r>
                      <a:r>
                        <a:rPr sz="1000" kern="0" spc="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合做好需求的细化工作</a:t>
                      </a:r>
                      <a:endParaRPr lang="en-US" altLang="en-US" sz="1000" dirty="0"/>
                    </a:p>
                    <a:p>
                      <a:pPr marL="338455" indent="-161290" algn="l" rtl="0" eaLnBrk="0">
                        <a:lnSpc>
                          <a:spcPct val="104000"/>
                        </a:lnSpc>
                        <a:spcBef>
                          <a:spcPts val="55"/>
                        </a:spcBef>
                      </a:pPr>
                      <a:r>
                        <a:rPr sz="1000" kern="0" spc="0" dirty="0">
                          <a:solidFill>
                            <a:srgbClr val="000000">
                              <a:alpha val="100000"/>
                            </a:srgbClr>
                          </a:solidFill>
                          <a:cs typeface="Wingdings" panose="05000000000000000000"/>
                        </a:rPr>
                        <a:t></a:t>
                      </a:r>
                      <a:r>
                        <a:rPr sz="1000" kern="0" spc="-430" dirty="0">
                          <a:solidFill>
                            <a:srgbClr val="000000">
                              <a:alpha val="100000"/>
                            </a:srgbClr>
                          </a:solidFill>
                          <a:cs typeface="Wingdings" panose="05000000000000000000"/>
                        </a:rPr>
                        <a:t> </a:t>
                      </a:r>
                      <a:r>
                        <a:rPr sz="1000" kern="0" spc="0" dirty="0">
                          <a:solidFill>
                            <a:srgbClr val="000000">
                              <a:alpha val="100000"/>
                            </a:srgbClr>
                          </a:solidFill>
                          <a:cs typeface="微软雅黑" panose="020B0503020204020204" charset="-122"/>
                        </a:rPr>
                        <a:t>业务部门开展内部调研，</a:t>
                      </a:r>
                      <a:r>
                        <a:rPr sz="1000" kern="0" spc="120" dirty="0">
                          <a:solidFill>
                            <a:srgbClr val="000000">
                              <a:alpha val="100000"/>
                            </a:srgbClr>
                          </a:solidFill>
                          <a:cs typeface="微软雅黑" panose="020B0503020204020204" charset="-122"/>
                        </a:rPr>
                        <a:t> </a:t>
                      </a:r>
                      <a:r>
                        <a:rPr sz="1000" kern="0" spc="0" dirty="0">
                          <a:solidFill>
                            <a:srgbClr val="000000">
                              <a:alpha val="100000"/>
                            </a:srgbClr>
                          </a:solidFill>
                          <a:cs typeface="微软雅黑" panose="020B0503020204020204" charset="-122"/>
                        </a:rPr>
                        <a:t>对比未     </a:t>
                      </a:r>
                      <a:r>
                        <a:rPr sz="1000" kern="0" spc="50" dirty="0">
                          <a:solidFill>
                            <a:srgbClr val="000000">
                              <a:alpha val="100000"/>
                            </a:srgbClr>
                          </a:solidFill>
                          <a:cs typeface="微软雅黑" panose="020B0503020204020204" charset="-122"/>
                        </a:rPr>
                        <a:t>来管控要求，分析现有业务成熟</a:t>
                      </a:r>
                      <a:r>
                        <a:rPr sz="1000" kern="0" spc="0" dirty="0">
                          <a:solidFill>
                            <a:srgbClr val="000000">
                              <a:alpha val="100000"/>
                            </a:srgbClr>
                          </a:solidFill>
                          <a:cs typeface="微软雅黑" panose="020B0503020204020204" charset="-122"/>
                        </a:rPr>
                        <a:t>     </a:t>
                      </a:r>
                      <a:r>
                        <a:rPr sz="1000" kern="0" spc="20" dirty="0">
                          <a:solidFill>
                            <a:srgbClr val="000000">
                              <a:alpha val="100000"/>
                            </a:srgbClr>
                          </a:solidFill>
                          <a:cs typeface="微软雅黑" panose="020B0503020204020204" charset="-122"/>
                        </a:rPr>
                        <a:t>度，提出转型建议，</a:t>
                      </a:r>
                      <a:r>
                        <a:rPr sz="1000" kern="0" spc="140" dirty="0">
                          <a:solidFill>
                            <a:srgbClr val="000000">
                              <a:alpha val="100000"/>
                            </a:srgbClr>
                          </a:solidFill>
                          <a:cs typeface="微软雅黑" panose="020B0503020204020204" charset="-122"/>
                        </a:rPr>
                        <a:t> </a:t>
                      </a:r>
                      <a:r>
                        <a:rPr sz="1000" kern="0" spc="20" dirty="0">
                          <a:solidFill>
                            <a:srgbClr val="000000">
                              <a:alpha val="100000"/>
                            </a:srgbClr>
                          </a:solidFill>
                          <a:cs typeface="微软雅黑" panose="020B0503020204020204" charset="-122"/>
                        </a:rPr>
                        <a:t>包括业务流</a:t>
                      </a:r>
                      <a:r>
                        <a:rPr sz="1000" kern="0" spc="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程、组织和</a:t>
                      </a:r>
                      <a:r>
                        <a:rPr sz="1000" kern="0" spc="0" dirty="0">
                          <a:solidFill>
                            <a:srgbClr val="000000">
                              <a:alpha val="100000"/>
                            </a:srgbClr>
                          </a:solidFill>
                          <a:cs typeface="微软雅黑" panose="020B0503020204020204" charset="-122"/>
                        </a:rPr>
                        <a:t>IT</a:t>
                      </a:r>
                      <a:r>
                        <a:rPr sz="1000" kern="0" spc="50" dirty="0">
                          <a:solidFill>
                            <a:srgbClr val="000000">
                              <a:alpha val="100000"/>
                            </a:srgbClr>
                          </a:solidFill>
                          <a:cs typeface="微软雅黑" panose="020B0503020204020204" charset="-122"/>
                        </a:rPr>
                        <a:t>工具方面的内容</a:t>
                      </a:r>
                      <a:endParaRPr lang="en-US" altLang="en-US" sz="1000" dirty="0"/>
                    </a:p>
                    <a:p>
                      <a:pPr marL="340360" indent="-163195" algn="l" rtl="0" eaLnBrk="0">
                        <a:lnSpc>
                          <a:spcPct val="104000"/>
                        </a:lnSpc>
                        <a:spcBef>
                          <a:spcPts val="30"/>
                        </a:spcBef>
                      </a:pPr>
                      <a:r>
                        <a:rPr sz="1000" kern="0" spc="0" dirty="0">
                          <a:solidFill>
                            <a:srgbClr val="000000">
                              <a:alpha val="100000"/>
                            </a:srgbClr>
                          </a:solidFill>
                          <a:cs typeface="Wingdings" panose="05000000000000000000"/>
                        </a:rPr>
                        <a:t></a:t>
                      </a:r>
                      <a:r>
                        <a:rPr sz="1000" kern="0" spc="-400" dirty="0">
                          <a:solidFill>
                            <a:srgbClr val="000000">
                              <a:alpha val="100000"/>
                            </a:srgbClr>
                          </a:solidFill>
                          <a:cs typeface="Wingdings" panose="05000000000000000000"/>
                        </a:rPr>
                        <a:t> </a:t>
                      </a:r>
                      <a:r>
                        <a:rPr sz="1000" kern="0" spc="0" dirty="0">
                          <a:solidFill>
                            <a:srgbClr val="000000">
                              <a:alpha val="100000"/>
                            </a:srgbClr>
                          </a:solidFill>
                          <a:cs typeface="微软雅黑" panose="020B0503020204020204" charset="-122"/>
                        </a:rPr>
                        <a:t>区域分析未来转型路径，</a:t>
                      </a:r>
                      <a:r>
                        <a:rPr sz="1000" kern="0" spc="120" dirty="0">
                          <a:solidFill>
                            <a:srgbClr val="000000">
                              <a:alpha val="100000"/>
                            </a:srgbClr>
                          </a:solidFill>
                          <a:cs typeface="微软雅黑" panose="020B0503020204020204" charset="-122"/>
                        </a:rPr>
                        <a:t> </a:t>
                      </a:r>
                      <a:r>
                        <a:rPr sz="1000" kern="0" spc="0" dirty="0">
                          <a:solidFill>
                            <a:srgbClr val="000000">
                              <a:alpha val="100000"/>
                            </a:srgbClr>
                          </a:solidFill>
                          <a:cs typeface="微软雅黑" panose="020B0503020204020204" charset="-122"/>
                        </a:rPr>
                        <a:t>形成转  </a:t>
                      </a:r>
                      <a:r>
                        <a:rPr sz="1000" kern="0" spc="-10" dirty="0">
                          <a:solidFill>
                            <a:srgbClr val="000000">
                              <a:alpha val="100000"/>
                            </a:srgbClr>
                          </a:solidFill>
                          <a:cs typeface="微软雅黑" panose="020B0503020204020204" charset="-122"/>
                        </a:rPr>
                        <a:t>   </a:t>
                      </a:r>
                      <a:r>
                        <a:rPr sz="1000" kern="0" spc="40" dirty="0">
                          <a:solidFill>
                            <a:srgbClr val="000000">
                              <a:alpha val="100000"/>
                            </a:srgbClr>
                          </a:solidFill>
                          <a:cs typeface="微软雅黑" panose="020B0503020204020204" charset="-122"/>
                        </a:rPr>
                        <a:t>型路径图</a:t>
                      </a:r>
                      <a:endParaRPr lang="en-US" altLang="en-US" sz="1000" dirty="0"/>
                    </a:p>
                  </a:txBody>
                  <a:tcPr marL="0" marR="0" marT="0" marB="0" vert="horz">
                    <a:lnL w="12700" cap="flat" cmpd="sng" algn="ctr">
                      <a:solidFill>
                        <a:srgbClr val="FFC000"/>
                      </a:solidFill>
                      <a:prstDash val="solid"/>
                      <a:round/>
                      <a:headEnd type="none" w="med" len="med"/>
                      <a:tailEnd type="none" w="med" len="med"/>
                    </a:lnL>
                    <a:lnR>
                      <a:noFill/>
                    </a:lnR>
                    <a:lnT>
                      <a:noFill/>
                    </a:lnT>
                    <a:lnB w="12700" cap="flat" cmpd="sng" algn="ctr">
                      <a:solidFill>
                        <a:srgbClr val="FFC000"/>
                      </a:solidFill>
                      <a:prstDash val="solid"/>
                      <a:round/>
                      <a:headEnd type="none" w="med" len="med"/>
                      <a:tailEnd type="none" w="med" len="med"/>
                    </a:lnB>
                  </a:tcPr>
                </a:tc>
                <a:tc hMerge="1">
                  <a:tcPr marL="0" marR="0" marT="0" marB="0" vert="horz">
                    <a:lnL w="12700" cap="flat" cmpd="sng" algn="ctr">
                      <a:solidFill>
                        <a:srgbClr val="FFC000"/>
                      </a:solidFill>
                      <a:prstDash val="solid"/>
                      <a:round/>
                      <a:headEnd type="none" w="med" len="med"/>
                      <a:tailEnd type="none" w="med" len="med"/>
                    </a:lnL>
                    <a:lnR>
                      <a:noFill/>
                    </a:lnR>
                    <a:lnT>
                      <a:noFill/>
                    </a:lnT>
                    <a:lnB w="12700" cap="flat" cmpd="sng" algn="ctr">
                      <a:solidFill>
                        <a:srgbClr val="FFC000"/>
                      </a:solidFill>
                      <a:prstDash val="solid"/>
                      <a:round/>
                      <a:headEnd type="none" w="med" len="med"/>
                      <a:tailEnd type="none" w="med" len="med"/>
                    </a:lnB>
                  </a:tcPr>
                </a:tc>
                <a:tc>
                  <a:txBody>
                    <a:bodyPr/>
                    <a:lstStyle/>
                    <a:p>
                      <a:pPr algn="l" rtl="0" eaLnBrk="0">
                        <a:lnSpc>
                          <a:spcPct val="100000"/>
                        </a:lnSpc>
                      </a:pPr>
                      <a:endParaRPr lang="en-US" altLang="en-US" sz="500" dirty="0"/>
                    </a:p>
                    <a:p>
                      <a:pPr marL="323215" indent="-161925" algn="l" rtl="0" eaLnBrk="0">
                        <a:lnSpc>
                          <a:spcPct val="104000"/>
                        </a:lnSpc>
                        <a:spcBef>
                          <a:spcPts val="0"/>
                        </a:spcBef>
                      </a:pPr>
                      <a:r>
                        <a:rPr sz="1000" kern="0" spc="1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10" dirty="0">
                          <a:solidFill>
                            <a:srgbClr val="000000">
                              <a:alpha val="100000"/>
                            </a:srgbClr>
                          </a:solidFill>
                          <a:cs typeface="微软雅黑" panose="020B0503020204020204" charset="-122"/>
                        </a:rPr>
                        <a:t>组建系统实施团队，</a:t>
                      </a:r>
                      <a:r>
                        <a:rPr sz="1000" kern="0" spc="12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制定</a:t>
                      </a:r>
                      <a:r>
                        <a:rPr sz="1000" kern="0" spc="0" dirty="0">
                          <a:solidFill>
                            <a:srgbClr val="000000">
                              <a:alpha val="100000"/>
                            </a:srgbClr>
                          </a:solidFill>
                          <a:cs typeface="微软雅黑" panose="020B0503020204020204" charset="-122"/>
                        </a:rPr>
                        <a:t>详细的IT       </a:t>
                      </a:r>
                      <a:r>
                        <a:rPr sz="1000" kern="0" spc="50" dirty="0">
                          <a:solidFill>
                            <a:srgbClr val="000000">
                              <a:alpha val="100000"/>
                            </a:srgbClr>
                          </a:solidFill>
                          <a:cs typeface="微软雅黑" panose="020B0503020204020204" charset="-122"/>
                        </a:rPr>
                        <a:t>系统实施计划</a:t>
                      </a:r>
                      <a:endParaRPr lang="en-US" altLang="en-US" sz="1000" dirty="0"/>
                    </a:p>
                    <a:p>
                      <a:pPr marL="324485" indent="-163195" algn="l" rtl="0" eaLnBrk="0">
                        <a:lnSpc>
                          <a:spcPct val="104000"/>
                        </a:lnSpc>
                        <a:spcBef>
                          <a:spcPts val="35"/>
                        </a:spcBef>
                      </a:pPr>
                      <a:r>
                        <a:rPr sz="1000" kern="0" spc="4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40" dirty="0">
                          <a:solidFill>
                            <a:srgbClr val="000000">
                              <a:alpha val="100000"/>
                            </a:srgbClr>
                          </a:solidFill>
                          <a:cs typeface="微软雅黑" panose="020B0503020204020204" charset="-122"/>
                        </a:rPr>
                        <a:t>根据业务整合阶段提出的业务</a:t>
                      </a:r>
                      <a:r>
                        <a:rPr sz="1000" kern="0" spc="30" dirty="0">
                          <a:solidFill>
                            <a:srgbClr val="000000">
                              <a:alpha val="100000"/>
                            </a:srgbClr>
                          </a:solidFill>
                          <a:cs typeface="微软雅黑" panose="020B0503020204020204" charset="-122"/>
                        </a:rPr>
                        <a:t>需</a:t>
                      </a:r>
                      <a:r>
                        <a:rPr sz="1000" kern="0" spc="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求和流程，制定全球化通用流程、        </a:t>
                      </a:r>
                      <a:r>
                        <a:rPr sz="1000" kern="0" spc="50" dirty="0">
                          <a:solidFill>
                            <a:srgbClr val="000000">
                              <a:alpha val="100000"/>
                            </a:srgbClr>
                          </a:solidFill>
                          <a:cs typeface="微软雅黑" panose="020B0503020204020204" charset="-122"/>
                        </a:rPr>
                        <a:t>区域个性化需求和业务流程</a:t>
                      </a:r>
                      <a:endParaRPr lang="en-US" altLang="en-US" sz="1000" dirty="0"/>
                    </a:p>
                    <a:p>
                      <a:pPr marL="324485" indent="-163195" algn="l" rtl="0" eaLnBrk="0">
                        <a:lnSpc>
                          <a:spcPct val="104000"/>
                        </a:lnSpc>
                        <a:spcBef>
                          <a:spcPts val="40"/>
                        </a:spcBef>
                      </a:pPr>
                      <a:r>
                        <a:rPr sz="1000" kern="0" spc="1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10" dirty="0">
                          <a:solidFill>
                            <a:srgbClr val="000000">
                              <a:alpha val="100000"/>
                            </a:srgbClr>
                          </a:solidFill>
                          <a:cs typeface="微软雅黑" panose="020B0503020204020204" charset="-122"/>
                        </a:rPr>
                        <a:t>根据业务需求文档，</a:t>
                      </a:r>
                      <a:r>
                        <a:rPr sz="1000" kern="0" spc="120" dirty="0">
                          <a:solidFill>
                            <a:srgbClr val="000000">
                              <a:alpha val="100000"/>
                            </a:srgbClr>
                          </a:solidFill>
                          <a:cs typeface="微软雅黑" panose="020B0503020204020204" charset="-122"/>
                        </a:rPr>
                        <a:t> </a:t>
                      </a:r>
                      <a:r>
                        <a:rPr sz="1000" kern="0" spc="0" dirty="0">
                          <a:solidFill>
                            <a:srgbClr val="000000">
                              <a:alpha val="100000"/>
                            </a:srgbClr>
                          </a:solidFill>
                          <a:cs typeface="微软雅黑" panose="020B0503020204020204" charset="-122"/>
                        </a:rPr>
                        <a:t>制定系统功          </a:t>
                      </a:r>
                      <a:r>
                        <a:rPr sz="1000" kern="0" spc="40" dirty="0">
                          <a:solidFill>
                            <a:srgbClr val="000000">
                              <a:alpha val="100000"/>
                            </a:srgbClr>
                          </a:solidFill>
                          <a:cs typeface="微软雅黑" panose="020B0503020204020204" charset="-122"/>
                        </a:rPr>
                        <a:t>能蓝图</a:t>
                      </a:r>
                      <a:endParaRPr lang="en-US" altLang="en-US" sz="1000" dirty="0"/>
                    </a:p>
                    <a:p>
                      <a:pPr marL="323850" indent="-162560" algn="l" rtl="0" eaLnBrk="0">
                        <a:lnSpc>
                          <a:spcPct val="104000"/>
                        </a:lnSpc>
                        <a:spcBef>
                          <a:spcPts val="30"/>
                        </a:spcBef>
                      </a:pPr>
                      <a:r>
                        <a:rPr sz="1000" kern="0" spc="-10" dirty="0">
                          <a:solidFill>
                            <a:srgbClr val="000000">
                              <a:alpha val="100000"/>
                            </a:srgbClr>
                          </a:solidFill>
                          <a:cs typeface="Wingdings" panose="05000000000000000000"/>
                        </a:rPr>
                        <a:t></a:t>
                      </a:r>
                      <a:r>
                        <a:rPr sz="1000" kern="0" spc="-480" dirty="0">
                          <a:solidFill>
                            <a:srgbClr val="000000">
                              <a:alpha val="100000"/>
                            </a:srgbClr>
                          </a:solidFill>
                          <a:cs typeface="Wingdings" panose="05000000000000000000"/>
                        </a:rPr>
                        <a:t> </a:t>
                      </a:r>
                      <a:r>
                        <a:rPr sz="1000" kern="0" spc="-10" dirty="0">
                          <a:solidFill>
                            <a:srgbClr val="000000">
                              <a:alpha val="100000"/>
                            </a:srgbClr>
                          </a:solidFill>
                          <a:cs typeface="微软雅黑" panose="020B0503020204020204" charset="-122"/>
                        </a:rPr>
                        <a:t>准备实施方案，</a:t>
                      </a:r>
                      <a:r>
                        <a:rPr sz="1000" kern="0" spc="10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明确实施过程中       </a:t>
                      </a:r>
                      <a:r>
                        <a:rPr sz="1000" kern="0" spc="-2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可能对组织的各种影响，</a:t>
                      </a:r>
                      <a:r>
                        <a:rPr sz="1000" kern="0" spc="200" dirty="0">
                          <a:solidFill>
                            <a:srgbClr val="000000">
                              <a:alpha val="100000"/>
                            </a:srgbClr>
                          </a:solidFill>
                          <a:cs typeface="微软雅黑" panose="020B0503020204020204" charset="-122"/>
                        </a:rPr>
                        <a:t> </a:t>
                      </a:r>
                      <a:r>
                        <a:rPr sz="1000" kern="0" spc="10" dirty="0">
                          <a:solidFill>
                            <a:srgbClr val="000000">
                              <a:alpha val="100000"/>
                            </a:srgbClr>
                          </a:solidFill>
                          <a:cs typeface="微软雅黑" panose="020B0503020204020204" charset="-122"/>
                        </a:rPr>
                        <a:t>区域更 </a:t>
                      </a:r>
                      <a:r>
                        <a:rPr sz="1000" kern="0" spc="0" dirty="0">
                          <a:solidFill>
                            <a:srgbClr val="000000">
                              <a:alpha val="100000"/>
                            </a:srgbClr>
                          </a:solidFill>
                          <a:cs typeface="微软雅黑" panose="020B0503020204020204" charset="-122"/>
                        </a:rPr>
                        <a:t>         </a:t>
                      </a:r>
                      <a:r>
                        <a:rPr sz="1000" kern="0" spc="50" dirty="0">
                          <a:solidFill>
                            <a:srgbClr val="000000">
                              <a:alpha val="100000"/>
                            </a:srgbClr>
                          </a:solidFill>
                          <a:cs typeface="微软雅黑" panose="020B0503020204020204" charset="-122"/>
                        </a:rPr>
                        <a:t>新转型路径图</a:t>
                      </a:r>
                      <a:endParaRPr lang="en-US" altLang="en-US" sz="1000" dirty="0"/>
                    </a:p>
                  </a:txBody>
                  <a:tcPr marL="0" marR="0" marT="0" marB="0" vert="horz">
                    <a:lnL>
                      <a:noFill/>
                    </a:lnL>
                    <a:lnR w="12700" cap="flat" cmpd="sng" algn="ctr">
                      <a:solidFill>
                        <a:srgbClr val="FFC000"/>
                      </a:solidFill>
                      <a:prstDash val="solid"/>
                      <a:round/>
                      <a:headEnd type="none" w="med" len="med"/>
                      <a:tailEnd type="none" w="med" len="med"/>
                    </a:lnR>
                    <a:lnT>
                      <a:noFill/>
                    </a:lnT>
                    <a:lnB w="12700" cap="flat" cmpd="sng" algn="ctr">
                      <a:solidFill>
                        <a:srgbClr val="FFC000"/>
                      </a:solidFill>
                      <a:prstDash val="solid"/>
                      <a:round/>
                      <a:headEnd type="none" w="med" len="med"/>
                      <a:tailEnd type="none" w="med" len="med"/>
                    </a:lnB>
                  </a:tcPr>
                </a:tc>
              </a:tr>
            </a:tbl>
          </a:graphicData>
        </a:graphic>
      </p:graphicFrame>
      <p:pic>
        <p:nvPicPr>
          <p:cNvPr id="2458" name="picture 2458"/>
          <p:cNvPicPr>
            <a:picLocks noChangeAspect="1"/>
          </p:cNvPicPr>
          <p:nvPr>
            <p:custDataLst>
              <p:tags r:id="rId5"/>
            </p:custDataLst>
          </p:nvPr>
        </p:nvPicPr>
        <p:blipFill>
          <a:blip r:embed="rId6"/>
          <a:stretch>
            <a:fillRect/>
          </a:stretch>
        </p:blipFill>
        <p:spPr>
          <a:xfrm rot="21600000">
            <a:off x="6262115" y="3605276"/>
            <a:ext cx="761238" cy="76199"/>
          </a:xfrm>
          <a:prstGeom prst="rect">
            <a:avLst/>
          </a:prstGeom>
        </p:spPr>
      </p:pic>
      <p:pic>
        <p:nvPicPr>
          <p:cNvPr id="2460" name="picture 2460"/>
          <p:cNvPicPr>
            <a:picLocks noChangeAspect="1"/>
          </p:cNvPicPr>
          <p:nvPr>
            <p:custDataLst>
              <p:tags r:id="rId7"/>
            </p:custDataLst>
          </p:nvPr>
        </p:nvPicPr>
        <p:blipFill>
          <a:blip r:embed="rId8"/>
          <a:stretch>
            <a:fillRect/>
          </a:stretch>
        </p:blipFill>
        <p:spPr>
          <a:xfrm rot="21600000">
            <a:off x="1327403" y="3588511"/>
            <a:ext cx="761237" cy="76200"/>
          </a:xfrm>
          <a:prstGeom prst="rect">
            <a:avLst/>
          </a:prstGeom>
        </p:spPr>
      </p:pic>
      <p:pic>
        <p:nvPicPr>
          <p:cNvPr id="2462" name="picture 2462"/>
          <p:cNvPicPr>
            <a:picLocks noChangeAspect="1"/>
          </p:cNvPicPr>
          <p:nvPr>
            <p:custDataLst>
              <p:tags r:id="rId9"/>
            </p:custDataLst>
          </p:nvPr>
        </p:nvPicPr>
        <p:blipFill>
          <a:blip r:embed="rId10"/>
          <a:stretch>
            <a:fillRect/>
          </a:stretch>
        </p:blipFill>
        <p:spPr>
          <a:xfrm rot="21600000">
            <a:off x="3674173" y="915416"/>
            <a:ext cx="761238" cy="76200"/>
          </a:xfrm>
          <a:prstGeom prst="rect">
            <a:avLst/>
          </a:prstGeom>
        </p:spPr>
      </p:pic>
      <p:pic>
        <p:nvPicPr>
          <p:cNvPr id="2464" name="picture 2464"/>
          <p:cNvPicPr>
            <a:picLocks noChangeAspect="1"/>
          </p:cNvPicPr>
          <p:nvPr>
            <p:custDataLst>
              <p:tags r:id="rId11"/>
            </p:custDataLst>
          </p:nvPr>
        </p:nvPicPr>
        <p:blipFill>
          <a:blip r:embed="rId10"/>
          <a:stretch>
            <a:fillRect/>
          </a:stretch>
        </p:blipFill>
        <p:spPr>
          <a:xfrm rot="21600000">
            <a:off x="1399031" y="915416"/>
            <a:ext cx="761238" cy="76200"/>
          </a:xfrm>
          <a:prstGeom prst="rect">
            <a:avLst/>
          </a:prstGeom>
        </p:spPr>
      </p:pic>
      <p:sp>
        <p:nvSpPr>
          <p:cNvPr id="2466" name="textbox 2466"/>
          <p:cNvSpPr/>
          <p:nvPr>
            <p:custDataLst>
              <p:tags r:id="rId12"/>
            </p:custDataLst>
          </p:nvPr>
        </p:nvSpPr>
        <p:spPr>
          <a:xfrm>
            <a:off x="8940672" y="1208989"/>
            <a:ext cx="328295" cy="203200"/>
          </a:xfrm>
          <a:prstGeom prst="rect">
            <a:avLst/>
          </a:prstGeom>
        </p:spPr>
        <p:txBody>
          <a:bodyPr vert="horz" wrap="square" lIns="0" tIns="0" rIns="0" bIns="0">
            <a:normAutofit/>
          </a:bodyPr>
          <a:lstStyle/>
          <a:p>
            <a:pPr algn="l" rtl="0" eaLnBrk="0">
              <a:lnSpc>
                <a:spcPct val="84000"/>
              </a:lnSpc>
            </a:pPr>
            <a:endParaRPr lang="en-US" altLang="en-US" sz="100" dirty="0">
              <a:solidFill>
                <a:schemeClr val="dk1"/>
              </a:solidFill>
            </a:endParaRPr>
          </a:p>
          <a:p>
            <a:pPr marL="12700" algn="l" rtl="0" eaLnBrk="0">
              <a:lnSpc>
                <a:spcPct val="97000"/>
              </a:lnSpc>
            </a:pPr>
            <a:r>
              <a:rPr sz="1200" b="1" kern="0" spc="-10" dirty="0">
                <a:solidFill>
                  <a:schemeClr val="dk1"/>
                </a:solidFill>
                <a:cs typeface="微软雅黑" panose="020B0503020204020204" charset="-122"/>
              </a:rPr>
              <a:t>方法</a:t>
            </a:r>
            <a:endParaRPr lang="en-US" altLang="en-US" sz="1200" b="1" kern="0" spc="-10" dirty="0">
              <a:solidFill>
                <a:schemeClr val="dk1"/>
              </a:solidFill>
              <a:cs typeface="微软雅黑" panose="020B0503020204020204" charset="-122"/>
            </a:endParaRPr>
          </a:p>
        </p:txBody>
      </p:sp>
      <p:pic>
        <p:nvPicPr>
          <p:cNvPr id="2468" name="picture 2468"/>
          <p:cNvPicPr>
            <a:picLocks noChangeAspect="1"/>
          </p:cNvPicPr>
          <p:nvPr>
            <p:custDataLst>
              <p:tags r:id="rId13"/>
            </p:custDataLst>
          </p:nvPr>
        </p:nvPicPr>
        <p:blipFill>
          <a:blip r:embed="rId14"/>
          <a:stretch>
            <a:fillRect/>
          </a:stretch>
        </p:blipFill>
        <p:spPr>
          <a:xfrm rot="21600000">
            <a:off x="7514256" y="1184031"/>
            <a:ext cx="3481609" cy="2228408"/>
          </a:xfrm>
          <a:prstGeom prst="rect">
            <a:avLst/>
          </a:prstGeom>
        </p:spPr>
      </p:pic>
      <p:graphicFrame>
        <p:nvGraphicFramePr>
          <p:cNvPr id="2470" name="table 2470"/>
          <p:cNvGraphicFramePr>
            <a:graphicFrameLocks noGrp="1"/>
          </p:cNvGraphicFramePr>
          <p:nvPr>
            <p:custDataLst>
              <p:tags r:id="rId15"/>
            </p:custDataLst>
          </p:nvPr>
        </p:nvGraphicFramePr>
        <p:xfrm>
          <a:off x="7514256" y="1171702"/>
          <a:ext cx="3481069" cy="2240279"/>
        </p:xfrm>
        <a:graphic>
          <a:graphicData uri="http://schemas.openxmlformats.org/drawingml/2006/table">
            <a:tbl>
              <a:tblPr/>
              <a:tblGrid>
                <a:gridCol w="3481069"/>
              </a:tblGrid>
              <a:tr h="2227579">
                <a:tc>
                  <a:txBody>
                    <a:bodyPr/>
                    <a:lstStyle/>
                    <a:p>
                      <a:pPr algn="l" rtl="0" eaLnBrk="0">
                        <a:lnSpc>
                          <a:spcPct val="100000"/>
                        </a:lnSpc>
                      </a:pPr>
                      <a:endParaRPr lang="en-US" altLang="en-US" sz="1000" dirty="0"/>
                    </a:p>
                  </a:txBody>
                  <a:tcPr marL="0" marR="0" marT="0" marB="0" vert="horz">
                    <a:lnL w="12700" cap="flat" cmpd="sng" algn="ctr">
                      <a:solidFill>
                        <a:srgbClr val="BDD7EE"/>
                      </a:solidFill>
                      <a:prstDash val="solid"/>
                      <a:round/>
                      <a:headEnd type="none" w="med" len="med"/>
                      <a:tailEnd type="none" w="med" len="med"/>
                    </a:lnL>
                    <a:lnR w="12700" cap="flat" cmpd="sng" algn="ctr">
                      <a:solidFill>
                        <a:srgbClr val="BDD7EE"/>
                      </a:solidFill>
                      <a:prstDash val="solid"/>
                      <a:round/>
                      <a:headEnd type="none" w="med" len="med"/>
                      <a:tailEnd type="none" w="med" len="med"/>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tcPr>
                </a:tc>
              </a:tr>
            </a:tbl>
          </a:graphicData>
        </a:graphic>
      </p:graphicFrame>
      <p:sp>
        <p:nvSpPr>
          <p:cNvPr id="2472" name="textbox 2472"/>
          <p:cNvSpPr/>
          <p:nvPr>
            <p:custDataLst>
              <p:tags r:id="rId16"/>
            </p:custDataLst>
          </p:nvPr>
        </p:nvSpPr>
        <p:spPr>
          <a:xfrm>
            <a:off x="7520940" y="1178052"/>
            <a:ext cx="3423284" cy="2182495"/>
          </a:xfrm>
          <a:prstGeom prst="rect">
            <a:avLst/>
          </a:prstGeom>
          <a:solidFill>
            <a:schemeClr val="accent2">
              <a:alpha val="16862"/>
            </a:schemeClr>
          </a:solidFill>
        </p:spPr>
        <p:txBody>
          <a:bodyPr vert="horz" wrap="square" lIns="0" tIns="0" rIns="0" bIns="0">
            <a:normAutofit/>
          </a:bodyPr>
          <a:lstStyle/>
          <a:p>
            <a:pPr algn="l" rtl="0" eaLnBrk="0">
              <a:lnSpc>
                <a:spcPct val="165000"/>
              </a:lnSpc>
            </a:pPr>
            <a:endParaRPr lang="en-US" altLang="en-US" sz="1000" dirty="0">
              <a:solidFill>
                <a:schemeClr val="tx1"/>
              </a:solidFill>
            </a:endParaRPr>
          </a:p>
          <a:p>
            <a:pPr algn="l" rtl="0" eaLnBrk="0">
              <a:lnSpc>
                <a:spcPct val="8000"/>
              </a:lnSpc>
            </a:pPr>
            <a:endParaRPr lang="en-US" altLang="en-US" sz="100" dirty="0">
              <a:solidFill>
                <a:schemeClr val="tx1"/>
              </a:solidFill>
            </a:endParaRPr>
          </a:p>
          <a:p>
            <a:pPr marL="49530" algn="l" rtl="0" eaLnBrk="0">
              <a:lnSpc>
                <a:spcPct val="97000"/>
              </a:lnSpc>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全球按照统一的需求模板提出高</a:t>
            </a:r>
            <a:r>
              <a:rPr sz="900" kern="0" spc="-10" dirty="0">
                <a:solidFill>
                  <a:schemeClr val="tx1"/>
                </a:solidFill>
                <a:cs typeface="微软雅黑" panose="020B0503020204020204" charset="-122"/>
              </a:rPr>
              <a:t>阶需求</a:t>
            </a:r>
            <a:endParaRPr lang="en-US" altLang="en-US" sz="900" dirty="0">
              <a:solidFill>
                <a:schemeClr val="tx1"/>
              </a:solidFill>
            </a:endParaRPr>
          </a:p>
          <a:p>
            <a:pPr marL="213360" indent="-163830" algn="l" rtl="0" eaLnBrk="0">
              <a:lnSpc>
                <a:spcPct val="98000"/>
              </a:lnSpc>
              <a:spcBef>
                <a:spcPts val="40"/>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在具体需求提出之前都会开展需求范式、标准的培训，</a:t>
            </a:r>
            <a:r>
              <a:rPr sz="900" kern="0" spc="-10" dirty="0">
                <a:solidFill>
                  <a:schemeClr val="tx1"/>
                </a:solidFill>
                <a:cs typeface="微软雅黑" panose="020B0503020204020204" charset="-122"/>
              </a:rPr>
              <a:t>确保各</a:t>
            </a:r>
            <a:r>
              <a:rPr sz="900" kern="0" spc="0" dirty="0">
                <a:solidFill>
                  <a:schemeClr val="tx1"/>
                </a:solidFill>
                <a:cs typeface="微软雅黑" panose="020B0503020204020204" charset="-122"/>
              </a:rPr>
              <a:t>     个需求都是标准的格式，方便后续团队都能</a:t>
            </a:r>
            <a:r>
              <a:rPr sz="900" kern="0" spc="-10" dirty="0">
                <a:solidFill>
                  <a:schemeClr val="tx1"/>
                </a:solidFill>
                <a:cs typeface="微软雅黑" panose="020B0503020204020204" charset="-122"/>
              </a:rPr>
              <a:t>够理解</a:t>
            </a:r>
            <a:endParaRPr lang="en-US" altLang="en-US" sz="900" dirty="0">
              <a:solidFill>
                <a:schemeClr val="tx1"/>
              </a:solidFill>
            </a:endParaRPr>
          </a:p>
          <a:p>
            <a:pPr marL="49530" algn="l" rtl="0" eaLnBrk="0">
              <a:lnSpc>
                <a:spcPct val="97000"/>
              </a:lnSpc>
              <a:spcBef>
                <a:spcPts val="35"/>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在区域和各个业务单元都有归口的需求</a:t>
            </a:r>
            <a:r>
              <a:rPr sz="900" kern="0" spc="-10" dirty="0">
                <a:solidFill>
                  <a:schemeClr val="tx1"/>
                </a:solidFill>
                <a:cs typeface="微软雅黑" panose="020B0503020204020204" charset="-122"/>
              </a:rPr>
              <a:t>负责人</a:t>
            </a:r>
            <a:endParaRPr lang="en-US" altLang="en-US" sz="900" dirty="0">
              <a:solidFill>
                <a:schemeClr val="tx1"/>
              </a:solidFill>
            </a:endParaRPr>
          </a:p>
          <a:p>
            <a:pPr marL="49530" algn="l" rtl="0" eaLnBrk="0">
              <a:lnSpc>
                <a:spcPct val="97000"/>
              </a:lnSpc>
              <a:spcBef>
                <a:spcPts val="35"/>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通过流程负责人汇总各个区域和业务单元提出的</a:t>
            </a:r>
            <a:r>
              <a:rPr sz="900" kern="0" spc="-10" dirty="0">
                <a:solidFill>
                  <a:schemeClr val="tx1"/>
                </a:solidFill>
                <a:cs typeface="微软雅黑" panose="020B0503020204020204" charset="-122"/>
              </a:rPr>
              <a:t>需求</a:t>
            </a:r>
            <a:endParaRPr lang="en-US" altLang="en-US" sz="900" dirty="0">
              <a:solidFill>
                <a:schemeClr val="tx1"/>
              </a:solidFill>
            </a:endParaRPr>
          </a:p>
          <a:p>
            <a:pPr marL="49530" algn="l" rtl="0" eaLnBrk="0">
              <a:lnSpc>
                <a:spcPct val="97000"/>
              </a:lnSpc>
              <a:spcBef>
                <a:spcPts val="35"/>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通过EPF流程框架划分高阶需</a:t>
            </a:r>
            <a:r>
              <a:rPr sz="900" kern="0" spc="-10" dirty="0">
                <a:solidFill>
                  <a:schemeClr val="tx1"/>
                </a:solidFill>
                <a:cs typeface="微软雅黑" panose="020B0503020204020204" charset="-122"/>
              </a:rPr>
              <a:t>求内容</a:t>
            </a:r>
            <a:endParaRPr lang="en-US" altLang="en-US" sz="900" dirty="0">
              <a:solidFill>
                <a:schemeClr val="tx1"/>
              </a:solidFill>
            </a:endParaRPr>
          </a:p>
          <a:p>
            <a:pPr marL="49530" algn="l" rtl="0" eaLnBrk="0">
              <a:lnSpc>
                <a:spcPct val="97000"/>
              </a:lnSpc>
              <a:spcBef>
                <a:spcPts val="35"/>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每个IT举措都需要制定相应的商业案例进</a:t>
            </a:r>
            <a:r>
              <a:rPr sz="900" kern="0" spc="-10" dirty="0">
                <a:solidFill>
                  <a:schemeClr val="tx1"/>
                </a:solidFill>
                <a:cs typeface="微软雅黑" panose="020B0503020204020204" charset="-122"/>
              </a:rPr>
              <a:t>行支撑</a:t>
            </a:r>
            <a:endParaRPr lang="en-US" altLang="en-US" sz="900" dirty="0">
              <a:solidFill>
                <a:schemeClr val="tx1"/>
              </a:solidFill>
            </a:endParaRPr>
          </a:p>
          <a:p>
            <a:pPr marL="215265" indent="-165735" algn="l" rtl="0" eaLnBrk="0">
              <a:lnSpc>
                <a:spcPct val="99000"/>
              </a:lnSpc>
              <a:spcBef>
                <a:spcPts val="25"/>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20" dirty="0">
                <a:solidFill>
                  <a:schemeClr val="tx1"/>
                </a:solidFill>
                <a:cs typeface="微软雅黑" panose="020B0503020204020204" charset="-122"/>
              </a:rPr>
              <a:t>商业案例包括业务价值、</a:t>
            </a:r>
            <a:r>
              <a:rPr sz="900" kern="0" spc="100" dirty="0">
                <a:solidFill>
                  <a:schemeClr val="tx1"/>
                </a:solidFill>
                <a:cs typeface="微软雅黑" panose="020B0503020204020204" charset="-122"/>
              </a:rPr>
              <a:t>  </a:t>
            </a:r>
            <a:r>
              <a:rPr sz="900" kern="0" spc="-20" dirty="0">
                <a:solidFill>
                  <a:schemeClr val="tx1"/>
                </a:solidFill>
                <a:cs typeface="微软雅黑" panose="020B0503020204020204" charset="-122"/>
              </a:rPr>
              <a:t>I</a:t>
            </a:r>
            <a:r>
              <a:rPr sz="900" kern="0" spc="-30" dirty="0">
                <a:solidFill>
                  <a:schemeClr val="tx1"/>
                </a:solidFill>
                <a:cs typeface="微软雅黑" panose="020B0503020204020204" charset="-122"/>
              </a:rPr>
              <a:t>T计划、投入资源以及现金流分析等方</a:t>
            </a:r>
            <a:r>
              <a:rPr sz="900" kern="0" spc="0" dirty="0">
                <a:solidFill>
                  <a:schemeClr val="tx1"/>
                </a:solidFill>
                <a:cs typeface="微软雅黑" panose="020B0503020204020204" charset="-122"/>
              </a:rPr>
              <a:t>  </a:t>
            </a:r>
            <a:r>
              <a:rPr sz="900" kern="0" spc="-10" dirty="0">
                <a:solidFill>
                  <a:schemeClr val="tx1"/>
                </a:solidFill>
                <a:cs typeface="微软雅黑" panose="020B0503020204020204" charset="-122"/>
              </a:rPr>
              <a:t>面内容</a:t>
            </a:r>
            <a:endParaRPr lang="en-US" altLang="en-US" sz="900" dirty="0">
              <a:solidFill>
                <a:schemeClr val="tx1"/>
              </a:solidFill>
            </a:endParaRPr>
          </a:p>
          <a:p>
            <a:pPr marL="49530" algn="l" rtl="0" eaLnBrk="0">
              <a:lnSpc>
                <a:spcPct val="97000"/>
              </a:lnSpc>
              <a:spcBef>
                <a:spcPts val="25"/>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商业案例的输出将作为评判IT投资的重</a:t>
            </a:r>
            <a:r>
              <a:rPr sz="900" kern="0" spc="-10" dirty="0">
                <a:solidFill>
                  <a:schemeClr val="tx1"/>
                </a:solidFill>
                <a:cs typeface="微软雅黑" panose="020B0503020204020204" charset="-122"/>
              </a:rPr>
              <a:t>要参考</a:t>
            </a:r>
            <a:endParaRPr lang="en-US" altLang="en-US" sz="900" dirty="0">
              <a:solidFill>
                <a:schemeClr val="tx1"/>
              </a:solidFill>
            </a:endParaRPr>
          </a:p>
          <a:p>
            <a:pPr marL="49530" algn="l" rtl="0" eaLnBrk="0">
              <a:lnSpc>
                <a:spcPct val="97000"/>
              </a:lnSpc>
              <a:spcBef>
                <a:spcPts val="30"/>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需求标准从业务价值、项目风险、计划风险等指标进</a:t>
            </a:r>
            <a:r>
              <a:rPr sz="900" kern="0" spc="-10" dirty="0">
                <a:solidFill>
                  <a:schemeClr val="tx1"/>
                </a:solidFill>
                <a:cs typeface="微软雅黑" panose="020B0503020204020204" charset="-122"/>
              </a:rPr>
              <a:t>行设置</a:t>
            </a:r>
            <a:endParaRPr lang="en-US" altLang="en-US" sz="900" dirty="0">
              <a:solidFill>
                <a:schemeClr val="tx1"/>
              </a:solidFill>
            </a:endParaRPr>
          </a:p>
          <a:p>
            <a:pPr marL="49530" algn="l" rtl="0" eaLnBrk="0">
              <a:lnSpc>
                <a:spcPct val="97000"/>
              </a:lnSpc>
              <a:spcBef>
                <a:spcPts val="35"/>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提出的业务价值要能够进</a:t>
            </a:r>
            <a:r>
              <a:rPr sz="900" kern="0" spc="-10" dirty="0">
                <a:solidFill>
                  <a:schemeClr val="tx1"/>
                </a:solidFill>
                <a:cs typeface="微软雅黑" panose="020B0503020204020204" charset="-122"/>
              </a:rPr>
              <a:t>行衡量</a:t>
            </a:r>
            <a:endParaRPr lang="en-US" altLang="en-US" sz="900" dirty="0">
              <a:solidFill>
                <a:schemeClr val="tx1"/>
              </a:solidFill>
            </a:endParaRPr>
          </a:p>
          <a:p>
            <a:pPr marL="49530" algn="l" rtl="0" eaLnBrk="0">
              <a:lnSpc>
                <a:spcPct val="97000"/>
              </a:lnSpc>
              <a:spcBef>
                <a:spcPts val="30"/>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筛选标准从业务价值、项目风险、计划风险等指标进</a:t>
            </a:r>
            <a:r>
              <a:rPr sz="900" kern="0" spc="-10" dirty="0">
                <a:solidFill>
                  <a:schemeClr val="tx1"/>
                </a:solidFill>
                <a:cs typeface="微软雅黑" panose="020B0503020204020204" charset="-122"/>
              </a:rPr>
              <a:t>行设置</a:t>
            </a:r>
            <a:endParaRPr lang="en-US" altLang="en-US" sz="900" dirty="0">
              <a:solidFill>
                <a:schemeClr val="tx1"/>
              </a:solidFill>
            </a:endParaRPr>
          </a:p>
          <a:p>
            <a:pPr marL="49530" algn="l" rtl="0" eaLnBrk="0">
              <a:lnSpc>
                <a:spcPct val="97000"/>
              </a:lnSpc>
              <a:spcBef>
                <a:spcPts val="40"/>
              </a:spcBef>
              <a:tabLst>
                <a:tab pos="125095" algn="l"/>
              </a:tabLst>
            </a:pPr>
            <a:r>
              <a:rPr sz="900" kern="0" spc="0" dirty="0">
                <a:solidFill>
                  <a:schemeClr val="tx1"/>
                </a:solidFill>
                <a:cs typeface="微软雅黑" panose="020B0503020204020204" charset="-122"/>
              </a:rPr>
              <a:t>	</a:t>
            </a:r>
            <a:r>
              <a:rPr sz="900" kern="0" spc="80" dirty="0">
                <a:solidFill>
                  <a:schemeClr val="tx1"/>
                </a:solidFill>
                <a:cs typeface="微软雅黑" panose="020B0503020204020204" charset="-122"/>
              </a:rPr>
              <a:t>  </a:t>
            </a:r>
            <a:r>
              <a:rPr sz="900" kern="0" spc="0" dirty="0">
                <a:solidFill>
                  <a:schemeClr val="tx1"/>
                </a:solidFill>
                <a:cs typeface="微软雅黑" panose="020B0503020204020204" charset="-122"/>
              </a:rPr>
              <a:t>各个筛选指标有明确的描述和权重</a:t>
            </a:r>
            <a:r>
              <a:rPr sz="900" kern="0" spc="-10" dirty="0">
                <a:solidFill>
                  <a:schemeClr val="tx1"/>
                </a:solidFill>
                <a:cs typeface="微软雅黑" panose="020B0503020204020204" charset="-122"/>
              </a:rPr>
              <a:t>占比</a:t>
            </a:r>
            <a:endParaRPr lang="en-US" altLang="en-US" sz="900" kern="0" spc="-10" dirty="0">
              <a:solidFill>
                <a:schemeClr val="tx1"/>
              </a:solidFill>
              <a:cs typeface="微软雅黑" panose="020B0503020204020204" charset="-122"/>
            </a:endParaRPr>
          </a:p>
        </p:txBody>
      </p:sp>
      <p:pic>
        <p:nvPicPr>
          <p:cNvPr id="2474" name="picture 2474"/>
          <p:cNvPicPr>
            <a:picLocks noChangeAspect="1"/>
          </p:cNvPicPr>
          <p:nvPr>
            <p:custDataLst>
              <p:tags r:id="rId17"/>
            </p:custDataLst>
          </p:nvPr>
        </p:nvPicPr>
        <p:blipFill>
          <a:blip r:embed="rId18"/>
          <a:stretch>
            <a:fillRect/>
          </a:stretch>
        </p:blipFill>
        <p:spPr>
          <a:xfrm rot="21600000">
            <a:off x="7571054" y="3231388"/>
            <a:ext cx="75781" cy="67208"/>
          </a:xfrm>
          <a:prstGeom prst="rect">
            <a:avLst/>
          </a:prstGeom>
        </p:spPr>
      </p:pic>
      <p:pic>
        <p:nvPicPr>
          <p:cNvPr id="2476" name="picture 2476"/>
          <p:cNvPicPr>
            <a:picLocks noChangeAspect="1"/>
          </p:cNvPicPr>
          <p:nvPr>
            <p:custDataLst>
              <p:tags r:id="rId19"/>
            </p:custDataLst>
          </p:nvPr>
        </p:nvPicPr>
        <p:blipFill>
          <a:blip r:embed="rId20"/>
          <a:stretch>
            <a:fillRect/>
          </a:stretch>
        </p:blipFill>
        <p:spPr>
          <a:xfrm rot="21600000">
            <a:off x="7571054" y="3094228"/>
            <a:ext cx="75781" cy="67208"/>
          </a:xfrm>
          <a:prstGeom prst="rect">
            <a:avLst/>
          </a:prstGeom>
        </p:spPr>
      </p:pic>
      <p:pic>
        <p:nvPicPr>
          <p:cNvPr id="2478" name="picture 2478"/>
          <p:cNvPicPr>
            <a:picLocks noChangeAspect="1"/>
          </p:cNvPicPr>
          <p:nvPr>
            <p:custDataLst>
              <p:tags r:id="rId21"/>
            </p:custDataLst>
          </p:nvPr>
        </p:nvPicPr>
        <p:blipFill>
          <a:blip r:embed="rId18"/>
          <a:stretch>
            <a:fillRect/>
          </a:stretch>
        </p:blipFill>
        <p:spPr>
          <a:xfrm rot="21600000">
            <a:off x="7571054" y="2957067"/>
            <a:ext cx="75781" cy="67208"/>
          </a:xfrm>
          <a:prstGeom prst="rect">
            <a:avLst/>
          </a:prstGeom>
        </p:spPr>
      </p:pic>
      <p:pic>
        <p:nvPicPr>
          <p:cNvPr id="2480" name="picture 2480"/>
          <p:cNvPicPr>
            <a:picLocks noChangeAspect="1"/>
          </p:cNvPicPr>
          <p:nvPr>
            <p:custDataLst>
              <p:tags r:id="rId22"/>
            </p:custDataLst>
          </p:nvPr>
        </p:nvPicPr>
        <p:blipFill>
          <a:blip r:embed="rId18"/>
          <a:stretch>
            <a:fillRect/>
          </a:stretch>
        </p:blipFill>
        <p:spPr>
          <a:xfrm rot="21600000">
            <a:off x="7571054" y="2819908"/>
            <a:ext cx="75781" cy="67208"/>
          </a:xfrm>
          <a:prstGeom prst="rect">
            <a:avLst/>
          </a:prstGeom>
        </p:spPr>
      </p:pic>
      <p:pic>
        <p:nvPicPr>
          <p:cNvPr id="2482" name="picture 2482"/>
          <p:cNvPicPr>
            <a:picLocks noChangeAspect="1"/>
          </p:cNvPicPr>
          <p:nvPr>
            <p:custDataLst>
              <p:tags r:id="rId23"/>
            </p:custDataLst>
          </p:nvPr>
        </p:nvPicPr>
        <p:blipFill>
          <a:blip r:embed="rId20"/>
          <a:stretch>
            <a:fillRect/>
          </a:stretch>
        </p:blipFill>
        <p:spPr>
          <a:xfrm rot="21600000">
            <a:off x="7571054" y="2682748"/>
            <a:ext cx="75781" cy="67208"/>
          </a:xfrm>
          <a:prstGeom prst="rect">
            <a:avLst/>
          </a:prstGeom>
        </p:spPr>
      </p:pic>
      <p:pic>
        <p:nvPicPr>
          <p:cNvPr id="2484" name="picture 2484"/>
          <p:cNvPicPr>
            <a:picLocks noChangeAspect="1"/>
          </p:cNvPicPr>
          <p:nvPr>
            <p:custDataLst>
              <p:tags r:id="rId24"/>
            </p:custDataLst>
          </p:nvPr>
        </p:nvPicPr>
        <p:blipFill>
          <a:blip r:embed="rId20"/>
          <a:stretch>
            <a:fillRect/>
          </a:stretch>
        </p:blipFill>
        <p:spPr>
          <a:xfrm rot="21600000">
            <a:off x="7571054" y="2408428"/>
            <a:ext cx="75781" cy="67208"/>
          </a:xfrm>
          <a:prstGeom prst="rect">
            <a:avLst/>
          </a:prstGeom>
        </p:spPr>
      </p:pic>
      <p:pic>
        <p:nvPicPr>
          <p:cNvPr id="2486" name="picture 2486"/>
          <p:cNvPicPr>
            <a:picLocks noChangeAspect="1"/>
          </p:cNvPicPr>
          <p:nvPr>
            <p:custDataLst>
              <p:tags r:id="rId25"/>
            </p:custDataLst>
          </p:nvPr>
        </p:nvPicPr>
        <p:blipFill>
          <a:blip r:embed="rId18"/>
          <a:stretch>
            <a:fillRect/>
          </a:stretch>
        </p:blipFill>
        <p:spPr>
          <a:xfrm rot="21600000">
            <a:off x="7571054" y="2271267"/>
            <a:ext cx="75781" cy="67208"/>
          </a:xfrm>
          <a:prstGeom prst="rect">
            <a:avLst/>
          </a:prstGeom>
        </p:spPr>
      </p:pic>
      <p:pic>
        <p:nvPicPr>
          <p:cNvPr id="2488" name="picture 2488"/>
          <p:cNvPicPr>
            <a:picLocks noChangeAspect="1"/>
          </p:cNvPicPr>
          <p:nvPr>
            <p:custDataLst>
              <p:tags r:id="rId26"/>
            </p:custDataLst>
          </p:nvPr>
        </p:nvPicPr>
        <p:blipFill>
          <a:blip r:embed="rId18"/>
          <a:stretch>
            <a:fillRect/>
          </a:stretch>
        </p:blipFill>
        <p:spPr>
          <a:xfrm rot="21600000">
            <a:off x="7571054" y="2134108"/>
            <a:ext cx="75781" cy="67208"/>
          </a:xfrm>
          <a:prstGeom prst="rect">
            <a:avLst/>
          </a:prstGeom>
        </p:spPr>
      </p:pic>
      <p:pic>
        <p:nvPicPr>
          <p:cNvPr id="2490" name="picture 2490"/>
          <p:cNvPicPr>
            <a:picLocks noChangeAspect="1"/>
          </p:cNvPicPr>
          <p:nvPr>
            <p:custDataLst>
              <p:tags r:id="rId27"/>
            </p:custDataLst>
          </p:nvPr>
        </p:nvPicPr>
        <p:blipFill>
          <a:blip r:embed="rId28"/>
          <a:stretch>
            <a:fillRect/>
          </a:stretch>
        </p:blipFill>
        <p:spPr>
          <a:xfrm rot="21600000">
            <a:off x="7571079" y="1996366"/>
            <a:ext cx="75982" cy="67387"/>
          </a:xfrm>
          <a:prstGeom prst="rect">
            <a:avLst/>
          </a:prstGeom>
        </p:spPr>
      </p:pic>
      <p:pic>
        <p:nvPicPr>
          <p:cNvPr id="2492" name="picture 2492"/>
          <p:cNvPicPr>
            <a:picLocks noChangeAspect="1"/>
          </p:cNvPicPr>
          <p:nvPr>
            <p:custDataLst>
              <p:tags r:id="rId29"/>
            </p:custDataLst>
          </p:nvPr>
        </p:nvPicPr>
        <p:blipFill>
          <a:blip r:embed="rId18"/>
          <a:stretch>
            <a:fillRect/>
          </a:stretch>
        </p:blipFill>
        <p:spPr>
          <a:xfrm rot="21600000">
            <a:off x="7571054" y="1859407"/>
            <a:ext cx="75781" cy="67208"/>
          </a:xfrm>
          <a:prstGeom prst="rect">
            <a:avLst/>
          </a:prstGeom>
        </p:spPr>
      </p:pic>
      <p:pic>
        <p:nvPicPr>
          <p:cNvPr id="2494" name="picture 2494"/>
          <p:cNvPicPr>
            <a:picLocks noChangeAspect="1"/>
          </p:cNvPicPr>
          <p:nvPr>
            <p:custDataLst>
              <p:tags r:id="rId30"/>
            </p:custDataLst>
          </p:nvPr>
        </p:nvPicPr>
        <p:blipFill>
          <a:blip r:embed="rId18"/>
          <a:stretch>
            <a:fillRect/>
          </a:stretch>
        </p:blipFill>
        <p:spPr>
          <a:xfrm rot="21600000">
            <a:off x="7571054" y="1585086"/>
            <a:ext cx="75781" cy="67208"/>
          </a:xfrm>
          <a:prstGeom prst="rect">
            <a:avLst/>
          </a:prstGeom>
        </p:spPr>
      </p:pic>
      <p:pic>
        <p:nvPicPr>
          <p:cNvPr id="2496" name="picture 2496"/>
          <p:cNvPicPr>
            <a:picLocks noChangeAspect="1"/>
          </p:cNvPicPr>
          <p:nvPr>
            <p:custDataLst>
              <p:tags r:id="rId31"/>
            </p:custDataLst>
          </p:nvPr>
        </p:nvPicPr>
        <p:blipFill>
          <a:blip r:embed="rId18"/>
          <a:stretch>
            <a:fillRect/>
          </a:stretch>
        </p:blipFill>
        <p:spPr>
          <a:xfrm rot="21600000">
            <a:off x="7571054" y="1447927"/>
            <a:ext cx="75781" cy="67208"/>
          </a:xfrm>
          <a:prstGeom prst="rect">
            <a:avLst/>
          </a:prstGeom>
        </p:spPr>
      </p:pic>
      <p:sp>
        <p:nvSpPr>
          <p:cNvPr id="2500" name="rect"/>
          <p:cNvSpPr/>
          <p:nvPr/>
        </p:nvSpPr>
        <p:spPr>
          <a:xfrm>
            <a:off x="6197582" y="1194733"/>
            <a:ext cx="1243753" cy="2217684"/>
          </a:xfrm>
          <a:prstGeom prst="rect">
            <a:avLst/>
          </a:prstGeom>
          <a:solidFill>
            <a:srgbClr val="000000">
              <a:alpha val="17254"/>
            </a:srgbClr>
          </a:solidFill>
          <a:ln cap="flat">
            <a:noFill/>
            <a:prstDash val="solid"/>
            <a:miter lim="0"/>
          </a:ln>
        </p:spPr>
        <p:txBody>
          <a:bodyPr rtlCol="0"/>
          <a:lstStyle/>
          <a:p>
            <a:pPr algn="ctr"/>
            <a:endParaRPr lang="zh-CN" altLang="en-US"/>
          </a:p>
        </p:txBody>
      </p:sp>
      <p:grpSp>
        <p:nvGrpSpPr>
          <p:cNvPr id="218" name="group 218"/>
          <p:cNvGrpSpPr/>
          <p:nvPr/>
        </p:nvGrpSpPr>
        <p:grpSpPr>
          <a:xfrm rot="21600000">
            <a:off x="6204203" y="1187869"/>
            <a:ext cx="1204156" cy="2173401"/>
            <a:chOff x="0" y="0"/>
            <a:chExt cx="1204156" cy="2173401"/>
          </a:xfrm>
        </p:grpSpPr>
        <p:sp>
          <p:nvSpPr>
            <p:cNvPr id="2502" name="path"/>
            <p:cNvSpPr/>
            <p:nvPr/>
          </p:nvSpPr>
          <p:spPr>
            <a:xfrm>
              <a:off x="0" y="850"/>
              <a:ext cx="1197863" cy="2171700"/>
            </a:xfrm>
            <a:custGeom>
              <a:avLst/>
              <a:gdLst/>
              <a:ahLst/>
              <a:cxnLst/>
              <a:rect l="0" t="0" r="0" b="0"/>
              <a:pathLst>
                <a:path w="1886" h="3420">
                  <a:moveTo>
                    <a:pt x="0" y="0"/>
                  </a:moveTo>
                  <a:lnTo>
                    <a:pt x="1655" y="0"/>
                  </a:lnTo>
                  <a:lnTo>
                    <a:pt x="1886" y="1710"/>
                  </a:lnTo>
                  <a:lnTo>
                    <a:pt x="1655" y="3420"/>
                  </a:lnTo>
                  <a:lnTo>
                    <a:pt x="0" y="3420"/>
                  </a:lnTo>
                  <a:lnTo>
                    <a:pt x="0" y="0"/>
                  </a:lnTo>
                  <a:close/>
                </a:path>
              </a:pathLst>
            </a:custGeom>
            <a:solidFill>
              <a:schemeClr val="accent3">
                <a:alpha val="43137"/>
              </a:schemeClr>
            </a:solidFill>
            <a:ln cap="flat">
              <a:noFill/>
              <a:prstDash val="solid"/>
              <a:miter lim="0"/>
            </a:ln>
          </p:spPr>
          <p:txBody>
            <a:bodyPr rtlCol="0"/>
            <a:lstStyle/>
            <a:p>
              <a:pPr algn="ctr"/>
              <a:endParaRPr lang="zh-CN" altLang="en-US"/>
            </a:p>
          </p:txBody>
        </p:sp>
        <p:sp>
          <p:nvSpPr>
            <p:cNvPr id="2504" name="path"/>
            <p:cNvSpPr/>
            <p:nvPr/>
          </p:nvSpPr>
          <p:spPr>
            <a:xfrm>
              <a:off x="1044759" y="0"/>
              <a:ext cx="159396" cy="2173401"/>
            </a:xfrm>
            <a:custGeom>
              <a:avLst/>
              <a:gdLst/>
              <a:ahLst/>
              <a:cxnLst/>
              <a:rect l="0" t="0" r="0" b="0"/>
              <a:pathLst>
                <a:path w="251" h="3422">
                  <a:moveTo>
                    <a:pt x="9" y="1"/>
                  </a:moveTo>
                  <a:lnTo>
                    <a:pt x="241" y="1711"/>
                  </a:lnTo>
                  <a:lnTo>
                    <a:pt x="9" y="3421"/>
                  </a:lnTo>
                </a:path>
              </a:pathLst>
            </a:custGeom>
            <a:noFill/>
            <a:ln w="12700" cap="flat">
              <a:solidFill>
                <a:srgbClr val="BDD7EE">
                  <a:alpha val="100000"/>
                </a:srgbClr>
              </a:solidFill>
              <a:prstDash val="solid"/>
              <a:miter lim="1000000"/>
            </a:ln>
          </p:spPr>
          <p:txBody>
            <a:bodyPr rtlCol="0"/>
            <a:lstStyle/>
            <a:p>
              <a:pPr algn="ctr"/>
              <a:endParaRPr lang="zh-CN" altLang="en-US"/>
            </a:p>
          </p:txBody>
        </p:sp>
      </p:grpSp>
      <p:graphicFrame>
        <p:nvGraphicFramePr>
          <p:cNvPr id="2506" name="table 2506"/>
          <p:cNvGraphicFramePr>
            <a:graphicFrameLocks noGrp="1"/>
          </p:cNvGraphicFramePr>
          <p:nvPr>
            <p:custDataLst>
              <p:tags r:id="rId32"/>
            </p:custDataLst>
          </p:nvPr>
        </p:nvGraphicFramePr>
        <p:xfrm>
          <a:off x="6197853" y="1182370"/>
          <a:ext cx="1057275" cy="2184400"/>
        </p:xfrm>
        <a:graphic>
          <a:graphicData uri="http://schemas.openxmlformats.org/drawingml/2006/table">
            <a:tbl>
              <a:tblPr/>
              <a:tblGrid>
                <a:gridCol w="1057275"/>
              </a:tblGrid>
              <a:tr h="2171700">
                <a:tc>
                  <a:txBody>
                    <a:bodyPr/>
                    <a:lstStyle/>
                    <a:p>
                      <a:pPr algn="l" rtl="0" eaLnBrk="0">
                        <a:lnSpc>
                          <a:spcPct val="198000"/>
                        </a:lnSpc>
                      </a:pPr>
                      <a:endParaRPr lang="en-US" altLang="en-US" sz="100" dirty="0"/>
                    </a:p>
                    <a:p>
                      <a:pPr marL="128270" algn="l" rtl="0" eaLnBrk="0">
                        <a:lnSpc>
                          <a:spcPct val="97000"/>
                        </a:lnSpc>
                        <a:spcBef>
                          <a:spcPts val="0"/>
                        </a:spcBef>
                      </a:pPr>
                      <a:r>
                        <a:rPr sz="1200" b="1" kern="0" spc="-10" dirty="0">
                          <a:solidFill>
                            <a:srgbClr val="000000">
                              <a:alpha val="100000"/>
                            </a:srgbClr>
                          </a:solidFill>
                          <a:cs typeface="微软雅黑" panose="020B0503020204020204" charset="-122"/>
                        </a:rPr>
                        <a:t>关键成功要素</a:t>
                      </a:r>
                      <a:endParaRPr lang="en-US" altLang="en-US" sz="1200" dirty="0"/>
                    </a:p>
                    <a:p>
                      <a:pPr marL="183515" algn="l" rtl="0" eaLnBrk="0">
                        <a:lnSpc>
                          <a:spcPts val="1230"/>
                        </a:lnSpc>
                        <a:spcBef>
                          <a:spcPts val="375"/>
                        </a:spcBef>
                      </a:pPr>
                      <a:r>
                        <a:rPr sz="1000" kern="0" spc="40" dirty="0">
                          <a:solidFill>
                            <a:srgbClr val="000000">
                              <a:alpha val="100000"/>
                            </a:srgbClr>
                          </a:solidFill>
                          <a:cs typeface="微软雅黑" panose="020B0503020204020204" charset="-122"/>
                        </a:rPr>
                        <a:t>需求规范</a:t>
                      </a:r>
                      <a:endParaRPr lang="en-US" altLang="en-US" sz="1000" dirty="0"/>
                    </a:p>
                    <a:p>
                      <a:pPr marL="183515" algn="l" rtl="0" eaLnBrk="0">
                        <a:lnSpc>
                          <a:spcPts val="1225"/>
                        </a:lnSpc>
                        <a:spcBef>
                          <a:spcPts val="1295"/>
                        </a:spcBef>
                      </a:pPr>
                      <a:r>
                        <a:rPr sz="1000" kern="0" spc="40" dirty="0">
                          <a:solidFill>
                            <a:srgbClr val="000000">
                              <a:alpha val="100000"/>
                            </a:srgbClr>
                          </a:solidFill>
                          <a:cs typeface="微软雅黑" panose="020B0503020204020204" charset="-122"/>
                        </a:rPr>
                        <a:t>需求规口</a:t>
                      </a:r>
                      <a:endParaRPr lang="en-US" altLang="en-US" sz="1000" dirty="0"/>
                    </a:p>
                    <a:p>
                      <a:pPr algn="l" rtl="0" eaLnBrk="0">
                        <a:lnSpc>
                          <a:spcPct val="146000"/>
                        </a:lnSpc>
                      </a:pPr>
                      <a:endParaRPr lang="en-US" altLang="en-US" sz="1000" dirty="0"/>
                    </a:p>
                    <a:p>
                      <a:pPr algn="l" rtl="0" eaLnBrk="0">
                        <a:lnSpc>
                          <a:spcPct val="146000"/>
                        </a:lnSpc>
                      </a:pPr>
                      <a:endParaRPr lang="en-US" altLang="en-US" sz="1000" dirty="0"/>
                    </a:p>
                    <a:p>
                      <a:pPr marL="184150" algn="l" rtl="0" eaLnBrk="0">
                        <a:lnSpc>
                          <a:spcPts val="1230"/>
                        </a:lnSpc>
                        <a:spcBef>
                          <a:spcPts val="310"/>
                        </a:spcBef>
                      </a:pPr>
                      <a:r>
                        <a:rPr sz="1000" kern="0" spc="40" dirty="0">
                          <a:solidFill>
                            <a:srgbClr val="000000">
                              <a:alpha val="100000"/>
                            </a:srgbClr>
                          </a:solidFill>
                          <a:cs typeface="微软雅黑" panose="020B0503020204020204" charset="-122"/>
                        </a:rPr>
                        <a:t>商业案例</a:t>
                      </a:r>
                      <a:endParaRPr lang="en-US" altLang="en-US" sz="1000" dirty="0"/>
                    </a:p>
                    <a:p>
                      <a:pPr algn="l" rtl="0" eaLnBrk="0">
                        <a:lnSpc>
                          <a:spcPct val="187000"/>
                        </a:lnSpc>
                      </a:pPr>
                      <a:endParaRPr lang="en-US" altLang="en-US" sz="1000" dirty="0"/>
                    </a:p>
                    <a:p>
                      <a:pPr algn="l" rtl="0" eaLnBrk="0">
                        <a:lnSpc>
                          <a:spcPct val="129000"/>
                        </a:lnSpc>
                      </a:pPr>
                      <a:endParaRPr lang="en-US" altLang="en-US" sz="200" dirty="0"/>
                    </a:p>
                    <a:p>
                      <a:pPr marL="183515" algn="l" rtl="0" eaLnBrk="0">
                        <a:lnSpc>
                          <a:spcPts val="1225"/>
                        </a:lnSpc>
                      </a:pPr>
                      <a:r>
                        <a:rPr sz="1000" kern="0" spc="50" dirty="0">
                          <a:solidFill>
                            <a:srgbClr val="000000">
                              <a:alpha val="100000"/>
                            </a:srgbClr>
                          </a:solidFill>
                          <a:cs typeface="微软雅黑" panose="020B0503020204020204" charset="-122"/>
                        </a:rPr>
                        <a:t>业务价值衡量</a:t>
                      </a:r>
                      <a:endParaRPr lang="en-US" altLang="en-US" sz="1000" dirty="0"/>
                    </a:p>
                  </a:txBody>
                  <a:tcPr marL="0" marR="0" marT="0" marB="0" vert="horz">
                    <a:lnL w="12700" cap="flat" cmpd="sng" algn="ctr">
                      <a:solidFill>
                        <a:srgbClr val="BDD7EE"/>
                      </a:solidFill>
                      <a:prstDash val="solid"/>
                      <a:round/>
                      <a:headEnd type="none" w="med" len="med"/>
                      <a:tailEnd type="none" w="med" len="med"/>
                    </a:lnL>
                    <a:lnR>
                      <a:noFill/>
                    </a:lnR>
                    <a:lnT w="12700" cap="flat" cmpd="sng" algn="ctr">
                      <a:solidFill>
                        <a:srgbClr val="BDD7EE"/>
                      </a:solidFill>
                      <a:prstDash val="solid"/>
                      <a:round/>
                      <a:headEnd type="none" w="med" len="med"/>
                      <a:tailEnd type="none" w="med" len="med"/>
                    </a:lnT>
                    <a:lnB w="12700" cap="flat" cmpd="sng" algn="ctr">
                      <a:solidFill>
                        <a:srgbClr val="BDD7EE"/>
                      </a:solidFill>
                      <a:prstDash val="solid"/>
                      <a:round/>
                      <a:headEnd type="none" w="med" len="med"/>
                      <a:tailEnd type="none" w="med" len="med"/>
                    </a:lnB>
                  </a:tcPr>
                </a:tc>
              </a:tr>
            </a:tbl>
          </a:graphicData>
        </a:graphic>
      </p:graphicFrame>
      <p:sp>
        <p:nvSpPr>
          <p:cNvPr id="2508" name="textbox 2508"/>
          <p:cNvSpPr/>
          <p:nvPr>
            <p:custDataLst>
              <p:tags r:id="rId33"/>
            </p:custDataLst>
          </p:nvPr>
        </p:nvSpPr>
        <p:spPr>
          <a:xfrm>
            <a:off x="839107" y="424021"/>
            <a:ext cx="7209155" cy="321309"/>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50" dirty="0">
                <a:solidFill>
                  <a:schemeClr val="dk1"/>
                </a:solidFill>
                <a:cs typeface="微软雅黑" panose="020B0503020204020204" charset="-122"/>
              </a:rPr>
              <a:t>IBM最佳实践，</a:t>
            </a:r>
            <a:r>
              <a:rPr sz="2000" b="1" kern="0" spc="160" dirty="0">
                <a:solidFill>
                  <a:schemeClr val="dk1"/>
                </a:solidFill>
                <a:cs typeface="微软雅黑" panose="020B0503020204020204" charset="-122"/>
              </a:rPr>
              <a:t>  </a:t>
            </a:r>
            <a:r>
              <a:rPr sz="2000" b="1" kern="0" spc="-50" dirty="0">
                <a:solidFill>
                  <a:schemeClr val="dk1"/>
                </a:solidFill>
                <a:cs typeface="微软雅黑" panose="020B0503020204020204" charset="-122"/>
              </a:rPr>
              <a:t>BTIB</a:t>
            </a:r>
            <a:r>
              <a:rPr sz="2000" b="1" kern="0" spc="-60" dirty="0">
                <a:solidFill>
                  <a:schemeClr val="dk1"/>
                </a:solidFill>
                <a:cs typeface="微软雅黑" panose="020B0503020204020204" charset="-122"/>
              </a:rPr>
              <a:t>机制已在华为、德邦、联想等公司成功实施</a:t>
            </a:r>
            <a:endParaRPr lang="en-US" altLang="en-US" sz="2000" b="1" kern="0" spc="-60" dirty="0">
              <a:solidFill>
                <a:schemeClr val="dk1"/>
              </a:solidFill>
              <a:cs typeface="微软雅黑" panose="020B0503020204020204" charset="-122"/>
            </a:endParaRPr>
          </a:p>
        </p:txBody>
      </p:sp>
      <p:sp>
        <p:nvSpPr>
          <p:cNvPr id="2510" name="path"/>
          <p:cNvSpPr/>
          <p:nvPr/>
        </p:nvSpPr>
        <p:spPr>
          <a:xfrm>
            <a:off x="6176771" y="3831082"/>
            <a:ext cx="2229485" cy="477520"/>
          </a:xfrm>
          <a:custGeom>
            <a:avLst/>
            <a:gdLst/>
            <a:ahLst/>
            <a:cxnLst/>
            <a:rect l="0" t="0" r="0" b="0"/>
            <a:pathLst>
              <a:path w="3511" h="752">
                <a:moveTo>
                  <a:pt x="0" y="10"/>
                </a:moveTo>
                <a:lnTo>
                  <a:pt x="3511" y="10"/>
                </a:lnTo>
                <a:moveTo>
                  <a:pt x="3511" y="742"/>
                </a:moveTo>
                <a:lnTo>
                  <a:pt x="0" y="742"/>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2512" name="path"/>
          <p:cNvSpPr/>
          <p:nvPr/>
        </p:nvSpPr>
        <p:spPr>
          <a:xfrm>
            <a:off x="8531352" y="3831082"/>
            <a:ext cx="2229484" cy="477520"/>
          </a:xfrm>
          <a:custGeom>
            <a:avLst/>
            <a:gdLst/>
            <a:ahLst/>
            <a:cxnLst/>
            <a:rect l="0" t="0" r="0" b="0"/>
            <a:pathLst>
              <a:path w="3510" h="752">
                <a:moveTo>
                  <a:pt x="0" y="10"/>
                </a:moveTo>
                <a:lnTo>
                  <a:pt x="3510" y="10"/>
                </a:lnTo>
                <a:moveTo>
                  <a:pt x="3510" y="742"/>
                </a:moveTo>
                <a:lnTo>
                  <a:pt x="0" y="742"/>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2516" name="path"/>
          <p:cNvSpPr/>
          <p:nvPr/>
        </p:nvSpPr>
        <p:spPr>
          <a:xfrm>
            <a:off x="1242060" y="3814317"/>
            <a:ext cx="4583938" cy="12700"/>
          </a:xfrm>
          <a:custGeom>
            <a:avLst/>
            <a:gdLst/>
            <a:ahLst/>
            <a:cxnLst/>
            <a:rect l="0" t="0" r="0" b="0"/>
            <a:pathLst>
              <a:path w="7218" h="20">
                <a:moveTo>
                  <a:pt x="0" y="10"/>
                </a:moveTo>
                <a:lnTo>
                  <a:pt x="3510" y="10"/>
                </a:lnTo>
                <a:moveTo>
                  <a:pt x="3705" y="10"/>
                </a:moveTo>
                <a:lnTo>
                  <a:pt x="7218" y="10"/>
                </a:lnTo>
              </a:path>
            </a:pathLst>
          </a:custGeom>
          <a:noFill/>
          <a:ln w="12700" cap="flat">
            <a:solidFill>
              <a:srgbClr val="FFFFFF">
                <a:alpha val="100000"/>
              </a:srgbClr>
            </a:solidFill>
            <a:prstDash val="solid"/>
            <a:miter lim="1000000"/>
          </a:ln>
        </p:spPr>
        <p:txBody>
          <a:bodyPr rtlCol="0"/>
          <a:lstStyle/>
          <a:p>
            <a:pPr algn="ctr"/>
            <a:endParaRPr lang="zh-CN" altLang="en-US"/>
          </a:p>
        </p:txBody>
      </p:sp>
      <p:pic>
        <p:nvPicPr>
          <p:cNvPr id="2518" name="picture 2518"/>
          <p:cNvPicPr>
            <a:picLocks noChangeAspect="1"/>
          </p:cNvPicPr>
          <p:nvPr>
            <p:custDataLst>
              <p:tags r:id="rId34"/>
            </p:custDataLst>
          </p:nvPr>
        </p:nvPicPr>
        <p:blipFill>
          <a:blip r:embed="rId35"/>
          <a:stretch>
            <a:fillRect/>
          </a:stretch>
        </p:blipFill>
        <p:spPr>
          <a:xfrm rot="21600000">
            <a:off x="5660697" y="3102105"/>
            <a:ext cx="877575" cy="892948"/>
          </a:xfrm>
          <a:prstGeom prst="rect">
            <a:avLst/>
          </a:prstGeom>
        </p:spPr>
      </p:pic>
      <p:sp>
        <p:nvSpPr>
          <p:cNvPr id="2520" name="textbox 2520"/>
          <p:cNvSpPr/>
          <p:nvPr>
            <p:custDataLst>
              <p:tags r:id="rId36"/>
            </p:custDataLst>
          </p:nvPr>
        </p:nvSpPr>
        <p:spPr>
          <a:xfrm>
            <a:off x="3842727" y="3842670"/>
            <a:ext cx="1838325" cy="442594"/>
          </a:xfrm>
          <a:prstGeom prst="rect">
            <a:avLst/>
          </a:prstGeom>
        </p:spPr>
        <p:txBody>
          <a:bodyPr vert="horz" wrap="square" lIns="0" tIns="0" rIns="0" bIns="0">
            <a:normAutofit/>
          </a:bodyPr>
          <a:lstStyle/>
          <a:p>
            <a:pPr algn="l" rtl="0" eaLnBrk="0">
              <a:lnSpc>
                <a:spcPct val="83000"/>
              </a:lnSpc>
            </a:pPr>
            <a:endParaRPr lang="en-US" altLang="en-US" sz="100" dirty="0">
              <a:solidFill>
                <a:schemeClr val="lt1"/>
              </a:solidFill>
            </a:endParaRPr>
          </a:p>
          <a:p>
            <a:pPr marL="631825" algn="l" rtl="0" eaLnBrk="0">
              <a:lnSpc>
                <a:spcPts val="1145"/>
              </a:lnSpc>
            </a:pPr>
            <a:r>
              <a:rPr sz="900" b="1" kern="0" spc="80" dirty="0">
                <a:solidFill>
                  <a:schemeClr val="lt1"/>
                </a:solidFill>
                <a:cs typeface="微软雅黑" panose="020B0503020204020204" charset="-122"/>
              </a:rPr>
              <a:t>上线及优化</a:t>
            </a:r>
            <a:endParaRPr lang="en-US" altLang="en-US" sz="900" dirty="0">
              <a:solidFill>
                <a:schemeClr val="lt1"/>
              </a:solidFill>
            </a:endParaRPr>
          </a:p>
          <a:p>
            <a:pPr marL="12700" indent="73025" algn="l" rtl="0" eaLnBrk="0">
              <a:lnSpc>
                <a:spcPct val="97000"/>
              </a:lnSpc>
              <a:spcBef>
                <a:spcPts val="40"/>
              </a:spcBef>
            </a:pPr>
            <a:r>
              <a:rPr sz="900" kern="0" spc="-40" dirty="0">
                <a:solidFill>
                  <a:schemeClr val="lt1"/>
                </a:solidFill>
                <a:cs typeface="微软雅黑" panose="020B0503020204020204" charset="-122"/>
              </a:rPr>
              <a:t>（上线及优化是业务和IT共同总结系</a:t>
            </a:r>
            <a:r>
              <a:rPr sz="900" kern="0" spc="80" dirty="0">
                <a:solidFill>
                  <a:schemeClr val="lt1"/>
                </a:solidFill>
                <a:cs typeface="微软雅黑" panose="020B0503020204020204" charset="-122"/>
              </a:rPr>
              <a:t> </a:t>
            </a:r>
            <a:r>
              <a:rPr sz="900" kern="0" spc="-20" dirty="0">
                <a:solidFill>
                  <a:schemeClr val="lt1"/>
                </a:solidFill>
                <a:cs typeface="微软雅黑" panose="020B0503020204020204" charset="-122"/>
              </a:rPr>
              <a:t>统上线经验的阶段）</a:t>
            </a:r>
            <a:endParaRPr lang="en-US" altLang="en-US" sz="900" kern="0" spc="-20" dirty="0">
              <a:solidFill>
                <a:schemeClr val="lt1"/>
              </a:solidFill>
              <a:cs typeface="微软雅黑" panose="020B0503020204020204" charset="-122"/>
            </a:endParaRPr>
          </a:p>
        </p:txBody>
      </p:sp>
      <p:grpSp>
        <p:nvGrpSpPr>
          <p:cNvPr id="220" name="group 220"/>
          <p:cNvGrpSpPr/>
          <p:nvPr/>
        </p:nvGrpSpPr>
        <p:grpSpPr>
          <a:xfrm rot="21600000">
            <a:off x="10186416" y="396240"/>
            <a:ext cx="1730002" cy="354669"/>
            <a:chOff x="0" y="0"/>
            <a:chExt cx="1730002" cy="354669"/>
          </a:xfrm>
        </p:grpSpPr>
        <p:pic>
          <p:nvPicPr>
            <p:cNvPr id="2522" name="picture 2522"/>
            <p:cNvPicPr>
              <a:picLocks noChangeAspect="1"/>
            </p:cNvPicPr>
            <p:nvPr>
              <p:custDataLst>
                <p:tags r:id="rId37"/>
              </p:custDataLst>
            </p:nvPr>
          </p:nvPicPr>
          <p:blipFill>
            <a:blip r:embed="rId38"/>
            <a:stretch>
              <a:fillRect/>
            </a:stretch>
          </p:blipFill>
          <p:spPr>
            <a:xfrm rot="21600000">
              <a:off x="0" y="0"/>
              <a:ext cx="1730002" cy="354669"/>
            </a:xfrm>
            <a:prstGeom prst="rect">
              <a:avLst/>
            </a:prstGeom>
          </p:spPr>
        </p:pic>
        <p:sp>
          <p:nvSpPr>
            <p:cNvPr id="2524" name="textbox 2524"/>
            <p:cNvSpPr/>
            <p:nvPr>
              <p:custDataLst>
                <p:tags r:id="rId39"/>
              </p:custDataLst>
            </p:nvPr>
          </p:nvSpPr>
          <p:spPr>
            <a:xfrm>
              <a:off x="-12700" y="-12700"/>
              <a:ext cx="1755775" cy="397509"/>
            </a:xfrm>
            <a:prstGeom prst="rect">
              <a:avLst/>
            </a:prstGeom>
          </p:spPr>
          <p:txBody>
            <a:bodyPr vert="horz" wrap="square" lIns="0" tIns="0" rIns="0" bIns="0">
              <a:normAutofit/>
            </a:bodyPr>
            <a:lstStyle/>
            <a:p>
              <a:pPr algn="l" rtl="0" eaLnBrk="0">
                <a:lnSpc>
                  <a:spcPct val="111000"/>
                </a:lnSpc>
              </a:pPr>
              <a:endParaRPr lang="en-US" altLang="en-US" sz="500" dirty="0">
                <a:solidFill>
                  <a:schemeClr val="dk1"/>
                </a:solidFill>
              </a:endParaRPr>
            </a:p>
            <a:p>
              <a:pPr marL="243205" algn="l" rtl="0" eaLnBrk="0">
                <a:lnSpc>
                  <a:spcPct val="97000"/>
                </a:lnSpc>
                <a:spcBef>
                  <a:spcPts val="0"/>
                </a:spcBef>
              </a:pPr>
              <a:r>
                <a:rPr sz="1400" b="1" kern="0" spc="-20" dirty="0">
                  <a:solidFill>
                    <a:schemeClr val="dk1"/>
                  </a:solidFill>
                  <a:cs typeface="微软雅黑" panose="020B0503020204020204" charset="-122"/>
                </a:rPr>
                <a:t>IBM的领先实践</a:t>
              </a:r>
              <a:endParaRPr lang="en-US" altLang="en-US" sz="1400" b="1" kern="0" spc="-20" dirty="0">
                <a:solidFill>
                  <a:schemeClr val="dk1"/>
                </a:solidFill>
                <a:cs typeface="微软雅黑" panose="020B0503020204020204" charset="-122"/>
              </a:endParaRPr>
            </a:p>
          </p:txBody>
        </p:sp>
      </p:grpSp>
      <p:sp>
        <p:nvSpPr>
          <p:cNvPr id="2526" name="textbox 2526"/>
          <p:cNvSpPr/>
          <p:nvPr>
            <p:custDataLst>
              <p:tags r:id="rId40"/>
            </p:custDataLst>
          </p:nvPr>
        </p:nvSpPr>
        <p:spPr>
          <a:xfrm>
            <a:off x="3787876" y="1235106"/>
            <a:ext cx="2162810" cy="305434"/>
          </a:xfrm>
          <a:prstGeom prst="rect">
            <a:avLst/>
          </a:prstGeom>
        </p:spPr>
        <p:txBody>
          <a:bodyPr vert="horz" wrap="square" lIns="0" tIns="0" rIns="0" bIns="0">
            <a:normAutofit/>
          </a:bodyPr>
          <a:lstStyle/>
          <a:p>
            <a:pPr algn="l" rtl="0" eaLnBrk="0">
              <a:lnSpc>
                <a:spcPct val="83000"/>
              </a:lnSpc>
            </a:pPr>
            <a:endParaRPr lang="en-US" altLang="en-US" sz="100" dirty="0">
              <a:solidFill>
                <a:schemeClr val="lt1"/>
              </a:solidFill>
            </a:endParaRPr>
          </a:p>
          <a:p>
            <a:pPr marL="829945" algn="l" rtl="0" eaLnBrk="0">
              <a:lnSpc>
                <a:spcPts val="1150"/>
              </a:lnSpc>
            </a:pPr>
            <a:r>
              <a:rPr sz="900" b="1" kern="0" spc="90" dirty="0">
                <a:solidFill>
                  <a:schemeClr val="lt1"/>
                </a:solidFill>
                <a:cs typeface="微软雅黑" panose="020B0503020204020204" charset="-122"/>
              </a:rPr>
              <a:t>落地规划</a:t>
            </a:r>
            <a:endParaRPr lang="en-US" altLang="en-US" sz="900" dirty="0">
              <a:solidFill>
                <a:schemeClr val="lt1"/>
              </a:solidFill>
            </a:endParaRPr>
          </a:p>
          <a:p>
            <a:pPr marL="69850" algn="l" rtl="0" eaLnBrk="0">
              <a:lnSpc>
                <a:spcPct val="94000"/>
              </a:lnSpc>
              <a:spcBef>
                <a:spcPts val="35"/>
              </a:spcBef>
            </a:pPr>
            <a:r>
              <a:rPr sz="900" kern="0" spc="-60" dirty="0">
                <a:solidFill>
                  <a:schemeClr val="lt1"/>
                </a:solidFill>
                <a:cs typeface="微软雅黑" panose="020B0503020204020204" charset="-122"/>
              </a:rPr>
              <a:t>（定业务战略、定业务举措、定业务需求）</a:t>
            </a:r>
            <a:endParaRPr lang="en-US" altLang="en-US" sz="900" kern="0" spc="-60" dirty="0">
              <a:solidFill>
                <a:schemeClr val="lt1"/>
              </a:solidFill>
              <a:cs typeface="微软雅黑" panose="020B0503020204020204" charset="-122"/>
            </a:endParaRPr>
          </a:p>
        </p:txBody>
      </p:sp>
      <p:sp>
        <p:nvSpPr>
          <p:cNvPr id="2528" name="textbox 2528"/>
          <p:cNvSpPr/>
          <p:nvPr>
            <p:custDataLst>
              <p:tags r:id="rId41"/>
            </p:custDataLst>
          </p:nvPr>
        </p:nvSpPr>
        <p:spPr>
          <a:xfrm>
            <a:off x="6530386" y="3896397"/>
            <a:ext cx="1704975" cy="305434"/>
          </a:xfrm>
          <a:prstGeom prst="rect">
            <a:avLst/>
          </a:prstGeom>
        </p:spPr>
        <p:txBody>
          <a:bodyPr vert="horz" wrap="square" lIns="0" tIns="0" rIns="0" bIns="0">
            <a:normAutofit/>
          </a:bodyPr>
          <a:lstStyle/>
          <a:p>
            <a:pPr algn="l" rtl="0" eaLnBrk="0">
              <a:lnSpc>
                <a:spcPct val="83000"/>
              </a:lnSpc>
            </a:pPr>
            <a:endParaRPr lang="en-US" altLang="en-US" sz="100" dirty="0">
              <a:solidFill>
                <a:schemeClr val="lt1"/>
              </a:solidFill>
            </a:endParaRPr>
          </a:p>
          <a:p>
            <a:pPr marL="602615" algn="l" rtl="0" eaLnBrk="0">
              <a:lnSpc>
                <a:spcPts val="1155"/>
              </a:lnSpc>
            </a:pPr>
            <a:r>
              <a:rPr sz="900" b="1" kern="0" spc="80" dirty="0">
                <a:solidFill>
                  <a:schemeClr val="lt1"/>
                </a:solidFill>
                <a:cs typeface="微软雅黑" panose="020B0503020204020204" charset="-122"/>
              </a:rPr>
              <a:t>业务整合</a:t>
            </a:r>
            <a:endParaRPr lang="en-US" altLang="en-US" sz="900" dirty="0">
              <a:solidFill>
                <a:schemeClr val="lt1"/>
              </a:solidFill>
            </a:endParaRPr>
          </a:p>
          <a:p>
            <a:pPr marL="69850" algn="l" rtl="0" eaLnBrk="0">
              <a:lnSpc>
                <a:spcPct val="95000"/>
              </a:lnSpc>
              <a:spcBef>
                <a:spcPts val="20"/>
              </a:spcBef>
            </a:pPr>
            <a:r>
              <a:rPr sz="900" kern="0" spc="-70" dirty="0">
                <a:solidFill>
                  <a:schemeClr val="lt1"/>
                </a:solidFill>
                <a:cs typeface="微软雅黑" panose="020B0503020204020204" charset="-122"/>
              </a:rPr>
              <a:t>（业务整合是业务内部统一流程）</a:t>
            </a:r>
            <a:endParaRPr lang="en-US" altLang="en-US" sz="900" kern="0" spc="-70" dirty="0">
              <a:solidFill>
                <a:schemeClr val="lt1"/>
              </a:solidFill>
              <a:cs typeface="微软雅黑" panose="020B0503020204020204" charset="-122"/>
            </a:endParaRPr>
          </a:p>
        </p:txBody>
      </p:sp>
      <p:sp>
        <p:nvSpPr>
          <p:cNvPr id="2530" name="textbox 2530"/>
          <p:cNvSpPr/>
          <p:nvPr>
            <p:custDataLst>
              <p:tags r:id="rId42"/>
            </p:custDataLst>
          </p:nvPr>
        </p:nvSpPr>
        <p:spPr>
          <a:xfrm>
            <a:off x="1300988" y="1474611"/>
            <a:ext cx="2256789" cy="179070"/>
          </a:xfrm>
          <a:prstGeom prst="rect">
            <a:avLst/>
          </a:prstGeom>
        </p:spPr>
        <p:txBody>
          <a:bodyPr vert="horz" wrap="square" lIns="0" tIns="0" rIns="0" bIns="0"/>
          <a:lstStyle/>
          <a:p>
            <a:pPr algn="l" rtl="0" eaLnBrk="0">
              <a:lnSpc>
                <a:spcPct val="83000"/>
              </a:lnSpc>
            </a:pPr>
            <a:endParaRPr lang="en-US" altLang="en-US" sz="100" dirty="0"/>
          </a:p>
          <a:p>
            <a:pPr marL="12700" algn="l" rtl="0" eaLnBrk="0">
              <a:lnSpc>
                <a:spcPts val="1205"/>
              </a:lnSpc>
              <a:tabLst>
                <a:tab pos="2242820" algn="l"/>
              </a:tabLst>
            </a:pPr>
            <a:r>
              <a:rPr sz="1000" u="sng" kern="0" spc="0" dirty="0">
                <a:solidFill>
                  <a:srgbClr val="000000">
                    <a:alpha val="100000"/>
                  </a:srgbClr>
                </a:solidFill>
                <a:latin typeface="Arial" panose="020B0604020202020204"/>
                <a:ea typeface="Arial" panose="020B0604020202020204"/>
                <a:cs typeface="Arial" panose="020B0604020202020204"/>
              </a:rPr>
              <a:t>	</a:t>
            </a:r>
            <a:endParaRPr lang="en-US" altLang="en-US" sz="1000" dirty="0"/>
          </a:p>
        </p:txBody>
      </p:sp>
      <p:sp>
        <p:nvSpPr>
          <p:cNvPr id="2532" name="textbox 2532"/>
          <p:cNvSpPr/>
          <p:nvPr>
            <p:custDataLst>
              <p:tags r:id="rId43"/>
            </p:custDataLst>
          </p:nvPr>
        </p:nvSpPr>
        <p:spPr>
          <a:xfrm>
            <a:off x="1229360" y="4141882"/>
            <a:ext cx="2254885" cy="167639"/>
          </a:xfrm>
          <a:prstGeom prst="rect">
            <a:avLst/>
          </a:prstGeom>
        </p:spPr>
        <p:txBody>
          <a:bodyPr vert="horz" wrap="square" lIns="0" tIns="0" rIns="0" bIns="0">
            <a:normAutofit/>
          </a:bodyPr>
          <a:lstStyle/>
          <a:p>
            <a:pPr algn="l" rtl="0" eaLnBrk="0">
              <a:lnSpc>
                <a:spcPct val="82000"/>
              </a:lnSpc>
            </a:pPr>
            <a:endParaRPr lang="en-US" altLang="en-US" sz="100" dirty="0">
              <a:solidFill>
                <a:schemeClr val="lt1"/>
              </a:solidFill>
            </a:endParaRPr>
          </a:p>
          <a:p>
            <a:pPr marL="12700" algn="l" rtl="0" eaLnBrk="0">
              <a:lnSpc>
                <a:spcPct val="106000"/>
              </a:lnSpc>
              <a:tabLst>
                <a:tab pos="198120" algn="l"/>
                <a:tab pos="2241550" algn="l"/>
              </a:tabLst>
            </a:pPr>
            <a:r>
              <a:rPr sz="800" u="sng" kern="0" spc="0" dirty="0">
                <a:solidFill>
                  <a:schemeClr val="lt1"/>
                </a:solidFill>
                <a:cs typeface="微软雅黑" panose="020B0503020204020204" charset="-122"/>
              </a:rPr>
              <a:t>	</a:t>
            </a:r>
            <a:r>
              <a:rPr sz="800" u="sng" kern="0" spc="10" dirty="0">
                <a:solidFill>
                  <a:schemeClr val="lt1"/>
                </a:solidFill>
                <a:cs typeface="微软雅黑" panose="020B0503020204020204" charset="-122"/>
              </a:rPr>
              <a:t>和测试的阶段）</a:t>
            </a:r>
            <a:r>
              <a:rPr sz="800" u="sng" kern="0" spc="0" dirty="0">
                <a:solidFill>
                  <a:schemeClr val="lt1"/>
                </a:solidFill>
                <a:cs typeface="微软雅黑" panose="020B0503020204020204" charset="-122"/>
              </a:rPr>
              <a:t>	</a:t>
            </a:r>
            <a:endParaRPr lang="en-US" altLang="en-US" sz="800" u="sng" kern="0" spc="0" dirty="0">
              <a:solidFill>
                <a:schemeClr val="lt1"/>
              </a:solidFill>
              <a:cs typeface="微软雅黑" panose="020B0503020204020204" charset="-122"/>
            </a:endParaRPr>
          </a:p>
        </p:txBody>
      </p:sp>
      <p:sp>
        <p:nvSpPr>
          <p:cNvPr id="2534" name="textbox 2534"/>
          <p:cNvSpPr/>
          <p:nvPr>
            <p:custDataLst>
              <p:tags r:id="rId44"/>
            </p:custDataLst>
          </p:nvPr>
        </p:nvSpPr>
        <p:spPr>
          <a:xfrm>
            <a:off x="6367448" y="3186116"/>
            <a:ext cx="829310" cy="18097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220"/>
              </a:lnSpc>
            </a:pPr>
            <a:r>
              <a:rPr sz="1000" kern="0" spc="50" dirty="0">
                <a:solidFill>
                  <a:schemeClr val="dk1"/>
                </a:solidFill>
                <a:cs typeface="微软雅黑" panose="020B0503020204020204" charset="-122"/>
              </a:rPr>
              <a:t>项目筛选标准</a:t>
            </a:r>
            <a:endParaRPr lang="en-US" altLang="en-US" sz="1000" kern="0" spc="50" dirty="0">
              <a:solidFill>
                <a:schemeClr val="dk1"/>
              </a:solidFill>
              <a:cs typeface="微软雅黑" panose="020B0503020204020204" charset="-122"/>
            </a:endParaRPr>
          </a:p>
        </p:txBody>
      </p:sp>
      <p:sp>
        <p:nvSpPr>
          <p:cNvPr id="2536" name="path"/>
          <p:cNvSpPr/>
          <p:nvPr/>
        </p:nvSpPr>
        <p:spPr>
          <a:xfrm>
            <a:off x="1313688" y="1139697"/>
            <a:ext cx="4584064" cy="12700"/>
          </a:xfrm>
          <a:custGeom>
            <a:avLst/>
            <a:gdLst/>
            <a:ahLst/>
            <a:cxnLst/>
            <a:rect l="0" t="0" r="0" b="0"/>
            <a:pathLst>
              <a:path w="7218" h="20">
                <a:moveTo>
                  <a:pt x="0" y="10"/>
                </a:moveTo>
                <a:lnTo>
                  <a:pt x="3513" y="10"/>
                </a:lnTo>
                <a:moveTo>
                  <a:pt x="3707" y="10"/>
                </a:moveTo>
                <a:lnTo>
                  <a:pt x="7218" y="10"/>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2538" name="rect"/>
          <p:cNvSpPr/>
          <p:nvPr/>
        </p:nvSpPr>
        <p:spPr>
          <a:xfrm>
            <a:off x="3595115" y="4279138"/>
            <a:ext cx="2230882"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2540" name="rect"/>
          <p:cNvSpPr/>
          <p:nvPr/>
        </p:nvSpPr>
        <p:spPr>
          <a:xfrm>
            <a:off x="3668267" y="1606041"/>
            <a:ext cx="2229484"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Tree>
    <p:custDataLst>
      <p:tags r:id="rId45"/>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42" name="table 2542"/>
          <p:cNvGraphicFramePr>
            <a:graphicFrameLocks noGrp="1"/>
          </p:cNvGraphicFramePr>
          <p:nvPr>
            <p:custDataLst>
              <p:tags r:id="rId1"/>
            </p:custDataLst>
          </p:nvPr>
        </p:nvGraphicFramePr>
        <p:xfrm>
          <a:off x="1367027" y="1668589"/>
          <a:ext cx="8663939" cy="3500754"/>
        </p:xfrm>
        <a:graphic>
          <a:graphicData uri="http://schemas.openxmlformats.org/drawingml/2006/table">
            <a:tbl>
              <a:tblPr/>
              <a:tblGrid>
                <a:gridCol w="6449694"/>
                <a:gridCol w="900430"/>
                <a:gridCol w="341629"/>
                <a:gridCol w="107950"/>
                <a:gridCol w="342900"/>
                <a:gridCol w="107950"/>
                <a:gridCol w="341629"/>
                <a:gridCol w="71755"/>
              </a:tblGrid>
              <a:tr h="1155064">
                <a:tc rowSpan="3">
                  <a:txBody>
                    <a:bodyPr/>
                    <a:lstStyle/>
                    <a:p>
                      <a:pPr algn="l" rtl="0" eaLnBrk="0">
                        <a:lnSpc>
                          <a:spcPct val="100000"/>
                        </a:lnSpc>
                      </a:pPr>
                      <a:endParaRPr lang="en-US" altLang="en-US" sz="1000" dirty="0"/>
                    </a:p>
                  </a:txBody>
                  <a:tcPr marL="0" marR="0" marT="0" marB="0" vert="horz">
                    <a:lnL>
                      <a:noFill/>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F6F6"/>
                    </a:solidFill>
                  </a:tcPr>
                </a:tc>
                <a:tc rowSpan="3" gridSpan="2">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F6F6"/>
                    </a:solidFill>
                  </a:tcPr>
                </a:tc>
                <a:tc rowSpan="3" hMerge="1">
                  <a:tcPr marL="0" marR="0" marT="0" marB="0" vert="horz">
                    <a:lnL w="9525" cap="flat" cmpd="sng" algn="ctr">
                      <a:solidFill>
                        <a:srgbClr val="E7E6E6"/>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F6F6"/>
                    </a:solidFill>
                  </a:tcPr>
                </a:tc>
                <a:tc rowSpan="3">
                  <a:txBody>
                    <a:bodyPr/>
                    <a:lstStyle/>
                    <a:p>
                      <a:pPr algn="l" rtl="0" eaLnBrk="0">
                        <a:lnSpc>
                          <a:spcPct val="100000"/>
                        </a:lnSpc>
                      </a:pPr>
                      <a:endParaRPr lang="en-US" altLang="en-US" sz="1000" dirty="0"/>
                    </a:p>
                  </a:txBody>
                  <a:tcPr marL="0" marR="0" marT="0" marB="0" vert="horz">
                    <a:lnL>
                      <a:noFill/>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F6F6"/>
                    </a:solidFill>
                  </a:tcPr>
                </a:tc>
                <a:tc>
                  <a:txBody>
                    <a:bodyPr/>
                    <a:lstStyle/>
                    <a:p>
                      <a:pPr algn="l" rtl="0" eaLnBrk="0">
                        <a:lnSpc>
                          <a:spcPct val="100000"/>
                        </a:lnSpc>
                      </a:pPr>
                      <a:endParaRPr lang="en-US" altLang="en-US" sz="1000" dirty="0"/>
                    </a:p>
                  </a:txBody>
                  <a:tcPr marL="0" marR="0" marT="0" marB="0" vert="horz">
                    <a:lnL>
                      <a:noFill/>
                    </a:lnL>
                    <a:lnR>
                      <a:noFill/>
                    </a:lnR>
                    <a:lnT w="9525" cap="flat" cmpd="sng" algn="ctr">
                      <a:solidFill>
                        <a:srgbClr val="FFFFFF"/>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6F6F6"/>
                    </a:solidFill>
                  </a:tcPr>
                </a:tc>
                <a:tc rowSpan="3">
                  <a:txBody>
                    <a:bodyPr/>
                    <a:lstStyle/>
                    <a:p>
                      <a:pPr algn="l" rtl="0" eaLnBrk="0">
                        <a:lnSpc>
                          <a:spcPct val="100000"/>
                        </a:lnSpc>
                      </a:pPr>
                      <a:endParaRPr lang="en-US" altLang="en-US" sz="1000" dirty="0"/>
                    </a:p>
                  </a:txBody>
                  <a:tcPr marL="0" marR="0" marT="0" marB="0" vert="horz">
                    <a:lnL>
                      <a:noFill/>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6F6F6"/>
                    </a:solidFill>
                  </a:tcPr>
                </a:tc>
                <a:tc gridSpan="2">
                  <a:txBody>
                    <a:bodyPr/>
                    <a:lstStyle/>
                    <a:p>
                      <a:pPr algn="l" rtl="0" eaLnBrk="0">
                        <a:lnSpc>
                          <a:spcPct val="100000"/>
                        </a:lnSpc>
                      </a:pPr>
                      <a:endParaRPr lang="en-US" altLang="en-US" sz="1000" dirty="0"/>
                    </a:p>
                  </a:txBody>
                  <a:tcPr marL="0" marR="0" marT="0" marB="0" vert="horz">
                    <a:lnL>
                      <a:noFill/>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6F6F6"/>
                    </a:solidFill>
                  </a:tcPr>
                </a:tc>
                <a:tc hMerge="1">
                  <a:tcPr marL="0" marR="0" marT="0" marB="0" vert="horz">
                    <a:lnL>
                      <a:noFill/>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6F6F6"/>
                    </a:solidFill>
                  </a:tcPr>
                </a:tc>
              </a:tr>
              <a:tr h="140335">
                <a:tc vMerge="1">
                  <a:tcPr marL="0" marR="0" marT="0" marB="0" vert="horz">
                    <a:lnL>
                      <a:noFill/>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vMerge="1" gridSpan="2">
                  <a:tcPr marL="0" marR="0" marT="0" marB="0" vert="horz">
                    <a:lnL w="9525" cap="flat" cmpd="sng" algn="ctr">
                      <a:solidFill>
                        <a:srgbClr val="E7E6E6"/>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vMerge="1" hMerge="1">
                  <a:tcPr marL="0" marR="0" marT="0" marB="0" vert="horz">
                    <a:lnL w="9525" cap="flat" cmpd="sng" algn="ctr">
                      <a:solidFill>
                        <a:srgbClr val="E7E6E6"/>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vMerge="1">
                  <a:tcPr marL="0" marR="0" marT="0" marB="0" vert="horz">
                    <a:lnL>
                      <a:noFill/>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rowSpan="2">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6F6F6"/>
                    </a:solidFill>
                  </a:tcPr>
                </a:tc>
                <a:tc vMerge="1">
                  <a:tcPr marL="0" marR="0" marT="0" marB="0" vert="horz">
                    <a:lnL>
                      <a:noFill/>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rowSpan="2">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6F6F6"/>
                    </a:solidFill>
                  </a:tcPr>
                </a:tc>
                <a:tc>
                  <a:txBody>
                    <a:bodyPr/>
                    <a:lstStyle/>
                    <a:p>
                      <a:pPr algn="l" rtl="0" eaLnBrk="0">
                        <a:lnSpc>
                          <a:spcPts val="1055"/>
                        </a:lnSpc>
                      </a:pPr>
                      <a:endParaRPr lang="en-US" altLang="en-US" sz="8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a:noFill/>
                    </a:lnB>
                  </a:tcPr>
                </a:tc>
              </a:tr>
              <a:tr h="356869">
                <a:tc vMerge="1">
                  <a:tcPr marL="0" marR="0" marT="0" marB="0" vert="horz">
                    <a:lnL>
                      <a:noFill/>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vMerge="1" gridSpan="2">
                  <a:tcPr marL="0" marR="0" marT="0" marB="0" vert="horz">
                    <a:lnL w="9525" cap="flat" cmpd="sng" algn="ctr">
                      <a:solidFill>
                        <a:srgbClr val="E7E6E6"/>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vMerge="1" hMerge="1">
                  <a:tcPr marL="0" marR="0" marT="0" marB="0" vert="horz">
                    <a:lnL w="9525" cap="flat" cmpd="sng" algn="ctr">
                      <a:solidFill>
                        <a:srgbClr val="E7E6E6"/>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vMerge="1">
                  <a:tcPr marL="0" marR="0" marT="0" marB="0" vert="horz">
                    <a:lnL>
                      <a:noFill/>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vMerge="1">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tcPr>
                </a:tc>
                <a:tc vMerge="1">
                  <a:tcPr marL="0" marR="0" marT="0" marB="0" vert="horz">
                    <a:lnL>
                      <a:noFill/>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vMerge="1">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FFFFFF"/>
                      </a:solidFill>
                      <a:prstDash val="solid"/>
                      <a:round/>
                      <a:headEnd type="none" w="med" len="med"/>
                      <a:tailEnd type="none" w="med" len="med"/>
                    </a:lnR>
                    <a:lnT>
                      <a:noFill/>
                    </a:lnT>
                    <a:lnB w="9525" cap="flat" cmpd="sng" algn="ctr">
                      <a:solidFill>
                        <a:srgbClr val="FFFFFF"/>
                      </a:solidFill>
                      <a:prstDash val="solid"/>
                      <a:round/>
                      <a:headEnd type="none" w="med" len="med"/>
                      <a:tailEnd type="none" w="med" len="med"/>
                    </a:lnB>
                  </a:tcPr>
                </a:tc>
              </a:tr>
              <a:tr h="198120">
                <a:tc gridSpan="2">
                  <a:txBody>
                    <a:bodyPr/>
                    <a:lstStyle/>
                    <a:p>
                      <a:pPr algn="l" rtl="0" eaLnBrk="0">
                        <a:lnSpc>
                          <a:spcPct val="100000"/>
                        </a:lnSpc>
                      </a:pPr>
                      <a:endParaRPr lang="en-US" altLang="en-US" sz="1000" dirty="0"/>
                    </a:p>
                  </a:txBody>
                  <a:tcPr marL="0" marR="0" marT="0" marB="0" vert="horz">
                    <a:lnL>
                      <a:noFill/>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hMerge="1">
                  <a:tcPr marL="0" marR="0" marT="0" marB="0" vert="horz">
                    <a:lnL>
                      <a:noFill/>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r h="1650364">
                <a:tc>
                  <a:txBody>
                    <a:bodyPr/>
                    <a:lstStyle/>
                    <a:p>
                      <a:pPr algn="l" rtl="0" eaLnBrk="0">
                        <a:lnSpc>
                          <a:spcPct val="100000"/>
                        </a:lnSpc>
                      </a:pPr>
                      <a:endParaRPr lang="en-US" altLang="en-US" sz="1000" dirty="0"/>
                    </a:p>
                  </a:txBody>
                  <a:tcPr marL="0" marR="0" marT="0" marB="0" vert="horz">
                    <a:lnL>
                      <a:noFill/>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FDFDF"/>
                    </a:solidFill>
                  </a:tcPr>
                </a:tc>
                <a:tc gridSpan="7">
                  <a:txBody>
                    <a:bodyPr/>
                    <a:lstStyle/>
                    <a:p>
                      <a:pPr algn="l" rtl="0" eaLnBrk="0">
                        <a:lnSpc>
                          <a:spcPct val="100000"/>
                        </a:lnSpc>
                      </a:pPr>
                      <a:endParaRPr lang="en-US" altLang="en-US" sz="1000" dirty="0"/>
                    </a:p>
                  </a:txBody>
                  <a:tcPr marL="0" marR="0" marT="0" marB="0" vert="horz">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FDFDF"/>
                    </a:solidFill>
                  </a:tcPr>
                </a:tc>
                <a:tc hMerge="1">
                  <a:tcPr marL="0" marR="0" marT="0" marB="0" vert="horz">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FDFDF"/>
                    </a:solidFill>
                  </a:tcPr>
                </a:tc>
                <a:tc hMerge="1">
                  <a:tcPr marL="0" marR="0" marT="0" marB="0" vert="horz">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FDFDF"/>
                    </a:solidFill>
                  </a:tcPr>
                </a:tc>
                <a:tc hMerge="1">
                  <a:tcPr marL="0" marR="0" marT="0" marB="0" vert="horz">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FDFDF"/>
                    </a:solidFill>
                  </a:tcPr>
                </a:tc>
                <a:tc hMerge="1">
                  <a:tcPr marL="0" marR="0" marT="0" marB="0" vert="horz">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FDFDF"/>
                    </a:solidFill>
                  </a:tcPr>
                </a:tc>
                <a:tc hMerge="1">
                  <a:tcPr marL="0" marR="0" marT="0" marB="0" vert="horz">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FDFDF"/>
                    </a:solidFill>
                  </a:tcPr>
                </a:tc>
                <a:tc hMerge="1">
                  <a:tcPr marL="0" marR="0" marT="0" marB="0" vert="horz">
                    <a:lnL w="9525" cap="flat" cmpd="sng" algn="ctr">
                      <a:solidFill>
                        <a:srgbClr val="FFFFFF"/>
                      </a:solidFill>
                      <a:prstDash val="solid"/>
                      <a:round/>
                      <a:headEnd type="none" w="med" len="med"/>
                      <a:tailEnd type="none" w="med" len="med"/>
                    </a:lnL>
                    <a:lnR>
                      <a:noFill/>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FDFDF"/>
                    </a:solidFill>
                  </a:tcPr>
                </a:tc>
              </a:tr>
            </a:tbl>
          </a:graphicData>
        </a:graphic>
      </p:graphicFrame>
      <p:sp>
        <p:nvSpPr>
          <p:cNvPr id="2548" name="path"/>
          <p:cNvSpPr/>
          <p:nvPr/>
        </p:nvSpPr>
        <p:spPr>
          <a:xfrm>
            <a:off x="1444751" y="1083564"/>
            <a:ext cx="8514588" cy="431291"/>
          </a:xfrm>
          <a:custGeom>
            <a:avLst/>
            <a:gdLst/>
            <a:ahLst/>
            <a:cxnLst/>
            <a:rect l="0" t="0" r="0" b="0"/>
            <a:pathLst>
              <a:path w="13408" h="679">
                <a:moveTo>
                  <a:pt x="3371" y="0"/>
                </a:moveTo>
                <a:lnTo>
                  <a:pt x="6525" y="0"/>
                </a:lnTo>
                <a:lnTo>
                  <a:pt x="6660" y="339"/>
                </a:lnTo>
                <a:lnTo>
                  <a:pt x="6525" y="679"/>
                </a:lnTo>
                <a:lnTo>
                  <a:pt x="3371" y="679"/>
                </a:lnTo>
                <a:lnTo>
                  <a:pt x="3506" y="339"/>
                </a:lnTo>
                <a:lnTo>
                  <a:pt x="3371" y="0"/>
                </a:lnTo>
                <a:close/>
              </a:path>
              <a:path w="13408" h="679">
                <a:moveTo>
                  <a:pt x="0" y="0"/>
                </a:moveTo>
                <a:lnTo>
                  <a:pt x="3161" y="0"/>
                </a:lnTo>
                <a:lnTo>
                  <a:pt x="3288" y="339"/>
                </a:lnTo>
                <a:lnTo>
                  <a:pt x="3161" y="679"/>
                </a:lnTo>
                <a:lnTo>
                  <a:pt x="0" y="679"/>
                </a:lnTo>
                <a:lnTo>
                  <a:pt x="0" y="0"/>
                </a:lnTo>
                <a:close/>
              </a:path>
              <a:path w="13408" h="679">
                <a:moveTo>
                  <a:pt x="6744" y="0"/>
                </a:moveTo>
                <a:lnTo>
                  <a:pt x="9900" y="0"/>
                </a:lnTo>
                <a:lnTo>
                  <a:pt x="10034" y="339"/>
                </a:lnTo>
                <a:lnTo>
                  <a:pt x="9900" y="679"/>
                </a:lnTo>
                <a:lnTo>
                  <a:pt x="6744" y="679"/>
                </a:lnTo>
                <a:lnTo>
                  <a:pt x="6878" y="339"/>
                </a:lnTo>
                <a:lnTo>
                  <a:pt x="6744" y="0"/>
                </a:lnTo>
                <a:close/>
              </a:path>
              <a:path w="13408" h="679">
                <a:moveTo>
                  <a:pt x="10120" y="0"/>
                </a:moveTo>
                <a:lnTo>
                  <a:pt x="13274" y="0"/>
                </a:lnTo>
                <a:lnTo>
                  <a:pt x="13408" y="339"/>
                </a:lnTo>
                <a:lnTo>
                  <a:pt x="13274" y="679"/>
                </a:lnTo>
                <a:lnTo>
                  <a:pt x="10120" y="679"/>
                </a:lnTo>
                <a:lnTo>
                  <a:pt x="10255" y="339"/>
                </a:lnTo>
                <a:lnTo>
                  <a:pt x="10120" y="0"/>
                </a:lnTo>
                <a:close/>
              </a:path>
            </a:pathLst>
          </a:custGeom>
          <a:solidFill>
            <a:schemeClr val="accent4">
              <a:alpha val="100000"/>
            </a:schemeClr>
          </a:solidFill>
          <a:ln cap="flat">
            <a:noFill/>
            <a:prstDash val="solid"/>
            <a:miter lim="0"/>
          </a:ln>
        </p:spPr>
        <p:txBody>
          <a:bodyPr rtlCol="0"/>
          <a:lstStyle/>
          <a:p>
            <a:pPr algn="ctr"/>
            <a:endParaRPr lang="zh-CN" altLang="en-US"/>
          </a:p>
        </p:txBody>
      </p:sp>
      <p:sp>
        <p:nvSpPr>
          <p:cNvPr id="2550" name="textbox 2550"/>
          <p:cNvSpPr/>
          <p:nvPr>
            <p:custDataLst>
              <p:tags r:id="rId2"/>
            </p:custDataLst>
          </p:nvPr>
        </p:nvSpPr>
        <p:spPr>
          <a:xfrm>
            <a:off x="1399031" y="5711952"/>
            <a:ext cx="9535794" cy="337184"/>
          </a:xfrm>
          <a:prstGeom prst="rect">
            <a:avLst/>
          </a:prstGeom>
          <a:solidFill>
            <a:schemeClr val="accent5"/>
          </a:solidFill>
        </p:spPr>
        <p:txBody>
          <a:bodyPr vert="horz" wrap="square" lIns="0" tIns="0" rIns="0" bIns="0">
            <a:normAutofit/>
          </a:bodyPr>
          <a:lstStyle/>
          <a:p>
            <a:pPr algn="l" rtl="0" eaLnBrk="0">
              <a:lnSpc>
                <a:spcPct val="118000"/>
              </a:lnSpc>
            </a:pPr>
            <a:endParaRPr lang="en-US" altLang="en-US" sz="400" dirty="0">
              <a:solidFill>
                <a:schemeClr val="tx1"/>
              </a:solidFill>
            </a:endParaRPr>
          </a:p>
          <a:p>
            <a:pPr marL="117475" algn="l" rtl="0" eaLnBrk="0">
              <a:lnSpc>
                <a:spcPct val="100000"/>
              </a:lnSpc>
              <a:spcBef>
                <a:spcPts val="5"/>
              </a:spcBef>
            </a:pPr>
            <a:r>
              <a:rPr sz="1200" kern="0" spc="80" dirty="0">
                <a:solidFill>
                  <a:schemeClr val="tx1"/>
                </a:solidFill>
                <a:cs typeface="Wingdings" panose="05000000000000000000"/>
              </a:rPr>
              <a:t>.</a:t>
            </a:r>
            <a:r>
              <a:rPr sz="1200" kern="0" spc="-340" dirty="0">
                <a:solidFill>
                  <a:schemeClr val="tx1"/>
                </a:solidFill>
                <a:cs typeface="Wingdings" panose="05000000000000000000"/>
              </a:rPr>
              <a:t> </a:t>
            </a:r>
            <a:r>
              <a:rPr sz="1500" kern="0" spc="80" dirty="0">
                <a:ln w="5791" cap="flat" cmpd="sng">
                  <a:solidFill>
                    <a:srgbClr val="000000">
                      <a:alpha val="100000"/>
                    </a:srgbClr>
                  </a:solidFill>
                  <a:prstDash val="solid"/>
                  <a:miter lim="10"/>
                </a:ln>
                <a:solidFill>
                  <a:schemeClr val="tx1"/>
                </a:solidFill>
                <a:cs typeface="宋体" panose="02010600030101010101" pitchFamily="2" charset="-122"/>
              </a:rPr>
              <a:t>目前，XX的薄弱环节主要集中在规划（需求分析与管</a:t>
            </a:r>
            <a:r>
              <a:rPr sz="1500" kern="0" spc="70" dirty="0">
                <a:ln w="5791" cap="flat" cmpd="sng">
                  <a:solidFill>
                    <a:srgbClr val="000000">
                      <a:alpha val="100000"/>
                    </a:srgbClr>
                  </a:solidFill>
                  <a:prstDash val="solid"/>
                  <a:miter lim="10"/>
                </a:ln>
                <a:solidFill>
                  <a:schemeClr val="tx1"/>
                </a:solidFill>
                <a:cs typeface="宋体" panose="02010600030101010101" pitchFamily="2" charset="-122"/>
              </a:rPr>
              <a:t>控）和设计开发的规范化执行管控</a:t>
            </a:r>
            <a:endParaRPr lang="en-US" altLang="en-US" sz="1500" kern="0" spc="70" dirty="0">
              <a:ln w="5791" cap="flat" cmpd="sng">
                <a:solidFill>
                  <a:srgbClr val="000000">
                    <a:alpha val="100000"/>
                  </a:srgbClr>
                </a:solidFill>
                <a:prstDash val="solid"/>
                <a:miter lim="10"/>
              </a:ln>
              <a:solidFill>
                <a:schemeClr val="tx1"/>
              </a:solidFill>
              <a:cs typeface="宋体" panose="02010600030101010101" pitchFamily="2" charset="-122"/>
            </a:endParaRPr>
          </a:p>
        </p:txBody>
      </p:sp>
      <p:pic>
        <p:nvPicPr>
          <p:cNvPr id="2552" name="picture 2552"/>
          <p:cNvPicPr>
            <a:picLocks noChangeAspect="1"/>
          </p:cNvPicPr>
          <p:nvPr>
            <p:custDataLst>
              <p:tags r:id="rId3"/>
            </p:custDataLst>
          </p:nvPr>
        </p:nvPicPr>
        <p:blipFill>
          <a:blip r:embed="rId4"/>
          <a:stretch>
            <a:fillRect/>
          </a:stretch>
        </p:blipFill>
        <p:spPr>
          <a:xfrm rot="21600000">
            <a:off x="4410455" y="1850084"/>
            <a:ext cx="348792" cy="1188516"/>
          </a:xfrm>
          <a:prstGeom prst="rect">
            <a:avLst/>
          </a:prstGeom>
        </p:spPr>
      </p:pic>
      <p:pic>
        <p:nvPicPr>
          <p:cNvPr id="2554" name="picture 2554"/>
          <p:cNvPicPr>
            <a:picLocks noChangeAspect="1"/>
          </p:cNvPicPr>
          <p:nvPr>
            <p:custDataLst>
              <p:tags r:id="rId5"/>
            </p:custDataLst>
          </p:nvPr>
        </p:nvPicPr>
        <p:blipFill>
          <a:blip r:embed="rId6"/>
          <a:stretch>
            <a:fillRect/>
          </a:stretch>
        </p:blipFill>
        <p:spPr>
          <a:xfrm rot="21600000">
            <a:off x="4927091" y="1850084"/>
            <a:ext cx="350291" cy="1188516"/>
          </a:xfrm>
          <a:prstGeom prst="rect">
            <a:avLst/>
          </a:prstGeom>
        </p:spPr>
      </p:pic>
      <p:pic>
        <p:nvPicPr>
          <p:cNvPr id="2556" name="picture 2556"/>
          <p:cNvPicPr>
            <a:picLocks noChangeAspect="1"/>
          </p:cNvPicPr>
          <p:nvPr>
            <p:custDataLst>
              <p:tags r:id="rId7"/>
            </p:custDataLst>
          </p:nvPr>
        </p:nvPicPr>
        <p:blipFill>
          <a:blip r:embed="rId4"/>
          <a:stretch>
            <a:fillRect/>
          </a:stretch>
        </p:blipFill>
        <p:spPr>
          <a:xfrm rot="21600000">
            <a:off x="5443728" y="1850084"/>
            <a:ext cx="348792" cy="1188516"/>
          </a:xfrm>
          <a:prstGeom prst="rect">
            <a:avLst/>
          </a:prstGeom>
        </p:spPr>
      </p:pic>
      <p:pic>
        <p:nvPicPr>
          <p:cNvPr id="2558" name="picture 2558"/>
          <p:cNvPicPr>
            <a:picLocks noChangeAspect="1"/>
          </p:cNvPicPr>
          <p:nvPr>
            <p:custDataLst>
              <p:tags r:id="rId8"/>
            </p:custDataLst>
          </p:nvPr>
        </p:nvPicPr>
        <p:blipFill>
          <a:blip r:embed="rId6"/>
          <a:stretch>
            <a:fillRect/>
          </a:stretch>
        </p:blipFill>
        <p:spPr>
          <a:xfrm rot="21600000">
            <a:off x="3893820" y="1850084"/>
            <a:ext cx="350291" cy="1188516"/>
          </a:xfrm>
          <a:prstGeom prst="rect">
            <a:avLst/>
          </a:prstGeom>
        </p:spPr>
      </p:pic>
      <p:pic>
        <p:nvPicPr>
          <p:cNvPr id="2560" name="picture 2560"/>
          <p:cNvPicPr>
            <a:picLocks noChangeAspect="1"/>
          </p:cNvPicPr>
          <p:nvPr>
            <p:custDataLst>
              <p:tags r:id="rId9"/>
            </p:custDataLst>
          </p:nvPr>
        </p:nvPicPr>
        <p:blipFill>
          <a:blip r:embed="rId10"/>
          <a:stretch>
            <a:fillRect/>
          </a:stretch>
        </p:blipFill>
        <p:spPr>
          <a:xfrm rot="21600000">
            <a:off x="4005071" y="3009900"/>
            <a:ext cx="1593850" cy="806450"/>
          </a:xfrm>
          <a:prstGeom prst="rect">
            <a:avLst/>
          </a:prstGeom>
        </p:spPr>
      </p:pic>
      <p:sp>
        <p:nvSpPr>
          <p:cNvPr id="2564" name="rect"/>
          <p:cNvSpPr/>
          <p:nvPr/>
        </p:nvSpPr>
        <p:spPr>
          <a:xfrm>
            <a:off x="1362265" y="1673352"/>
            <a:ext cx="9525" cy="1647444"/>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2566" name="textbox 2566"/>
          <p:cNvSpPr/>
          <p:nvPr>
            <p:custDataLst>
              <p:tags r:id="rId11"/>
            </p:custDataLst>
          </p:nvPr>
        </p:nvSpPr>
        <p:spPr>
          <a:xfrm>
            <a:off x="1235001" y="2274193"/>
            <a:ext cx="227965" cy="2952114"/>
          </a:xfrm>
          <a:prstGeom prst="rect">
            <a:avLst/>
          </a:prstGeom>
        </p:spPr>
        <p:txBody>
          <a:bodyPr vert="horz" wrap="square" lIns="0" tIns="0" rIns="0" bIns="0">
            <a:normAutofit/>
          </a:bodyPr>
          <a:lstStyle/>
          <a:p>
            <a:pPr algn="l" rtl="0" eaLnBrk="0">
              <a:lnSpc>
                <a:spcPct val="97000"/>
              </a:lnSpc>
            </a:pPr>
            <a:endParaRPr lang="en-US" altLang="en-US" sz="100" dirty="0">
              <a:solidFill>
                <a:schemeClr val="dk1"/>
              </a:solidFill>
            </a:endParaRPr>
          </a:p>
          <a:p>
            <a:pPr marL="20955" indent="-1905" algn="l" rtl="0" eaLnBrk="0">
              <a:lnSpc>
                <a:spcPct val="103000"/>
              </a:lnSpc>
            </a:pPr>
            <a:r>
              <a:rPr sz="1500" kern="0" spc="30" dirty="0">
                <a:ln w="5791" cap="flat" cmpd="sng">
                  <a:solidFill>
                    <a:srgbClr val="000000">
                      <a:alpha val="100000"/>
                    </a:srgbClr>
                  </a:solidFill>
                  <a:prstDash val="solid"/>
                  <a:miter lim="10"/>
                </a:ln>
                <a:solidFill>
                  <a:schemeClr val="dk1"/>
                </a:solidFill>
                <a:cs typeface="宋体" panose="02010600030101010101" pitchFamily="2" charset="-122"/>
              </a:rPr>
              <a:t>业</a:t>
            </a:r>
            <a:r>
              <a:rPr sz="1500" kern="0" spc="-10" dirty="0">
                <a:solidFill>
                  <a:schemeClr val="dk1"/>
                </a:solidFill>
                <a:cs typeface="宋体" panose="02010600030101010101" pitchFamily="2" charset="-122"/>
              </a:rPr>
              <a:t> </a:t>
            </a:r>
            <a:r>
              <a:rPr sz="1500" kern="0" spc="10" dirty="0">
                <a:ln w="5791" cap="flat" cmpd="sng">
                  <a:solidFill>
                    <a:srgbClr val="000000">
                      <a:alpha val="100000"/>
                    </a:srgbClr>
                  </a:solidFill>
                  <a:prstDash val="solid"/>
                  <a:miter lim="10"/>
                </a:ln>
                <a:solidFill>
                  <a:schemeClr val="dk1"/>
                </a:solidFill>
                <a:cs typeface="宋体" panose="02010600030101010101" pitchFamily="2" charset="-122"/>
              </a:rPr>
              <a:t>务</a:t>
            </a:r>
            <a:endParaRPr lang="en-US" altLang="en-US" sz="1500" dirty="0">
              <a:solidFill>
                <a:schemeClr val="dk1"/>
              </a:solidFill>
            </a:endParaRPr>
          </a:p>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104000"/>
              </a:lnSpc>
            </a:pPr>
            <a:endParaRPr lang="en-US" altLang="en-US" sz="1000" dirty="0">
              <a:solidFill>
                <a:schemeClr val="dk1"/>
              </a:solidFill>
            </a:endParaRPr>
          </a:p>
          <a:p>
            <a:pPr algn="l" rtl="0" eaLnBrk="0">
              <a:lnSpc>
                <a:spcPct val="125000"/>
              </a:lnSpc>
            </a:pPr>
            <a:endParaRPr lang="en-US" altLang="en-US" sz="300" dirty="0">
              <a:solidFill>
                <a:schemeClr val="dk1"/>
              </a:solidFill>
            </a:endParaRPr>
          </a:p>
          <a:p>
            <a:pPr marL="12700" algn="l" rtl="0" eaLnBrk="0">
              <a:lnSpc>
                <a:spcPct val="81000"/>
              </a:lnSpc>
              <a:spcBef>
                <a:spcPts val="0"/>
              </a:spcBef>
            </a:pPr>
            <a:r>
              <a:rPr sz="1500" kern="0" spc="-30" dirty="0">
                <a:ln w="5791" cap="flat" cmpd="sng">
                  <a:solidFill>
                    <a:srgbClr val="000000">
                      <a:alpha val="100000"/>
                    </a:srgbClr>
                  </a:solidFill>
                  <a:prstDash val="solid"/>
                  <a:miter lim="10"/>
                </a:ln>
                <a:solidFill>
                  <a:schemeClr val="dk1"/>
                </a:solidFill>
                <a:cs typeface="宋体" panose="02010600030101010101" pitchFamily="2" charset="-122"/>
              </a:rPr>
              <a:t>IT</a:t>
            </a:r>
            <a:endParaRPr lang="en-US" altLang="en-US" sz="1500" kern="0" spc="-30" dirty="0">
              <a:ln w="5791" cap="flat" cmpd="sng">
                <a:solidFill>
                  <a:srgbClr val="000000">
                    <a:alpha val="100000"/>
                  </a:srgbClr>
                </a:solidFill>
                <a:prstDash val="solid"/>
                <a:miter lim="10"/>
              </a:ln>
              <a:solidFill>
                <a:schemeClr val="dk1"/>
              </a:solidFill>
              <a:cs typeface="宋体" panose="02010600030101010101" pitchFamily="2" charset="-122"/>
            </a:endParaRPr>
          </a:p>
        </p:txBody>
      </p:sp>
      <p:sp>
        <p:nvSpPr>
          <p:cNvPr id="2568" name="path"/>
          <p:cNvSpPr/>
          <p:nvPr/>
        </p:nvSpPr>
        <p:spPr>
          <a:xfrm>
            <a:off x="1382080" y="3518915"/>
            <a:ext cx="9525" cy="1645920"/>
          </a:xfrm>
          <a:custGeom>
            <a:avLst/>
            <a:gdLst/>
            <a:ahLst/>
            <a:cxnLst/>
            <a:rect l="0" t="0" r="0" b="0"/>
            <a:pathLst>
              <a:path w="15" h="2592">
                <a:moveTo>
                  <a:pt x="7" y="0"/>
                </a:moveTo>
                <a:lnTo>
                  <a:pt x="7" y="2592"/>
                </a:lnTo>
              </a:path>
            </a:pathLst>
          </a:custGeom>
          <a:noFill/>
          <a:ln w="9525" cap="flat">
            <a:solidFill>
              <a:srgbClr val="FFFFFF">
                <a:alpha val="100000"/>
              </a:srgbClr>
            </a:solidFill>
            <a:prstDash val="solid"/>
            <a:miter lim="1000000"/>
          </a:ln>
        </p:spPr>
        <p:txBody>
          <a:bodyPr rtlCol="0"/>
          <a:lstStyle/>
          <a:p>
            <a:pPr algn="ctr"/>
            <a:endParaRPr lang="zh-CN" altLang="en-US"/>
          </a:p>
        </p:txBody>
      </p:sp>
      <p:pic>
        <p:nvPicPr>
          <p:cNvPr id="2570" name="picture 2570"/>
          <p:cNvPicPr>
            <a:picLocks noChangeAspect="1"/>
          </p:cNvPicPr>
          <p:nvPr>
            <p:custDataLst>
              <p:tags r:id="rId12"/>
            </p:custDataLst>
          </p:nvPr>
        </p:nvPicPr>
        <p:blipFill>
          <a:blip r:embed="rId6"/>
          <a:stretch>
            <a:fillRect/>
          </a:stretch>
        </p:blipFill>
        <p:spPr>
          <a:xfrm rot="21600000">
            <a:off x="1501139" y="1850084"/>
            <a:ext cx="350291" cy="1188516"/>
          </a:xfrm>
          <a:prstGeom prst="rect">
            <a:avLst/>
          </a:prstGeom>
        </p:spPr>
      </p:pic>
      <p:graphicFrame>
        <p:nvGraphicFramePr>
          <p:cNvPr id="2572" name="table 2572"/>
          <p:cNvGraphicFramePr>
            <a:graphicFrameLocks noGrp="1"/>
          </p:cNvGraphicFramePr>
          <p:nvPr>
            <p:custDataLst>
              <p:tags r:id="rId13"/>
            </p:custDataLst>
          </p:nvPr>
        </p:nvGraphicFramePr>
        <p:xfrm>
          <a:off x="1475041" y="1824037"/>
          <a:ext cx="375919" cy="1214120"/>
        </p:xfrm>
        <a:graphic>
          <a:graphicData uri="http://schemas.openxmlformats.org/drawingml/2006/table">
            <a:tbl>
              <a:tblPr/>
              <a:tblGrid>
                <a:gridCol w="375919"/>
              </a:tblGrid>
              <a:tr h="1204595">
                <a:tc>
                  <a:txBody>
                    <a:bodyPr/>
                    <a:lstStyle/>
                    <a:p>
                      <a:pPr algn="l" rtl="0" eaLnBrk="0">
                        <a:lnSpc>
                          <a:spcPct val="100000"/>
                        </a:lnSpc>
                      </a:pPr>
                      <a:endParaRPr lang="en-US" altLang="en-US" sz="10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pic>
        <p:nvPicPr>
          <p:cNvPr id="2574" name="picture 2574"/>
          <p:cNvPicPr>
            <a:picLocks noChangeAspect="1"/>
          </p:cNvPicPr>
          <p:nvPr>
            <p:custDataLst>
              <p:tags r:id="rId14"/>
            </p:custDataLst>
          </p:nvPr>
        </p:nvPicPr>
        <p:blipFill>
          <a:blip r:embed="rId15"/>
          <a:stretch>
            <a:fillRect/>
          </a:stretch>
        </p:blipFill>
        <p:spPr>
          <a:xfrm rot="21600000">
            <a:off x="1501139" y="3837368"/>
            <a:ext cx="350291" cy="1187005"/>
          </a:xfrm>
          <a:prstGeom prst="rect">
            <a:avLst/>
          </a:prstGeom>
        </p:spPr>
      </p:pic>
      <p:graphicFrame>
        <p:nvGraphicFramePr>
          <p:cNvPr id="2576" name="table 2576"/>
          <p:cNvGraphicFramePr>
            <a:graphicFrameLocks noGrp="1"/>
          </p:cNvGraphicFramePr>
          <p:nvPr>
            <p:custDataLst>
              <p:tags r:id="rId16"/>
            </p:custDataLst>
          </p:nvPr>
        </p:nvGraphicFramePr>
        <p:xfrm>
          <a:off x="1475041" y="3811333"/>
          <a:ext cx="375919" cy="1212850"/>
        </p:xfrm>
        <a:graphic>
          <a:graphicData uri="http://schemas.openxmlformats.org/drawingml/2006/table">
            <a:tbl>
              <a:tblPr/>
              <a:tblGrid>
                <a:gridCol w="375919"/>
              </a:tblGrid>
              <a:tr h="1203325">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tcPr>
                </a:tc>
              </a:tr>
            </a:tbl>
          </a:graphicData>
        </a:graphic>
      </p:graphicFrame>
      <p:pic>
        <p:nvPicPr>
          <p:cNvPr id="2578" name="picture 2578"/>
          <p:cNvPicPr>
            <a:picLocks noChangeAspect="1"/>
          </p:cNvPicPr>
          <p:nvPr>
            <p:custDataLst>
              <p:tags r:id="rId17"/>
            </p:custDataLst>
          </p:nvPr>
        </p:nvPicPr>
        <p:blipFill>
          <a:blip r:embed="rId4"/>
          <a:stretch>
            <a:fillRect/>
          </a:stretch>
        </p:blipFill>
        <p:spPr>
          <a:xfrm rot="21600000">
            <a:off x="2913887" y="1850084"/>
            <a:ext cx="348792" cy="1188516"/>
          </a:xfrm>
          <a:prstGeom prst="rect">
            <a:avLst/>
          </a:prstGeom>
        </p:spPr>
      </p:pic>
      <p:pic>
        <p:nvPicPr>
          <p:cNvPr id="2580" name="picture 2580"/>
          <p:cNvPicPr>
            <a:picLocks noChangeAspect="1"/>
          </p:cNvPicPr>
          <p:nvPr>
            <p:custDataLst>
              <p:tags r:id="rId18"/>
            </p:custDataLst>
          </p:nvPr>
        </p:nvPicPr>
        <p:blipFill>
          <a:blip r:embed="rId4"/>
          <a:stretch>
            <a:fillRect/>
          </a:stretch>
        </p:blipFill>
        <p:spPr>
          <a:xfrm rot="21600000">
            <a:off x="3383279" y="1850084"/>
            <a:ext cx="348792" cy="1188516"/>
          </a:xfrm>
          <a:prstGeom prst="rect">
            <a:avLst/>
          </a:prstGeom>
        </p:spPr>
      </p:pic>
      <p:pic>
        <p:nvPicPr>
          <p:cNvPr id="2582" name="picture 2582"/>
          <p:cNvPicPr>
            <a:picLocks noChangeAspect="1"/>
          </p:cNvPicPr>
          <p:nvPr>
            <p:custDataLst>
              <p:tags r:id="rId19"/>
            </p:custDataLst>
          </p:nvPr>
        </p:nvPicPr>
        <p:blipFill>
          <a:blip r:embed="rId20"/>
          <a:stretch>
            <a:fillRect/>
          </a:stretch>
        </p:blipFill>
        <p:spPr>
          <a:xfrm rot="21600000">
            <a:off x="3026664" y="3009900"/>
            <a:ext cx="514349" cy="806450"/>
          </a:xfrm>
          <a:prstGeom prst="rect">
            <a:avLst/>
          </a:prstGeom>
        </p:spPr>
      </p:pic>
      <p:graphicFrame>
        <p:nvGraphicFramePr>
          <p:cNvPr id="2584" name="table 2584"/>
          <p:cNvGraphicFramePr>
            <a:graphicFrameLocks noGrp="1"/>
          </p:cNvGraphicFramePr>
          <p:nvPr>
            <p:custDataLst>
              <p:tags r:id="rId21"/>
            </p:custDataLst>
          </p:nvPr>
        </p:nvGraphicFramePr>
        <p:xfrm>
          <a:off x="2887789" y="1824037"/>
          <a:ext cx="374650" cy="1214120"/>
        </p:xfrm>
        <a:graphic>
          <a:graphicData uri="http://schemas.openxmlformats.org/drawingml/2006/table">
            <a:tbl>
              <a:tblPr/>
              <a:tblGrid>
                <a:gridCol w="374650"/>
              </a:tblGrid>
              <a:tr h="1204595">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tcPr>
                </a:tc>
              </a:tr>
            </a:tbl>
          </a:graphicData>
        </a:graphic>
      </p:graphicFrame>
      <p:pic>
        <p:nvPicPr>
          <p:cNvPr id="2586" name="picture 2586"/>
          <p:cNvPicPr>
            <a:picLocks noChangeAspect="1"/>
          </p:cNvPicPr>
          <p:nvPr>
            <p:custDataLst>
              <p:tags r:id="rId22"/>
            </p:custDataLst>
          </p:nvPr>
        </p:nvPicPr>
        <p:blipFill>
          <a:blip r:embed="rId23"/>
          <a:stretch>
            <a:fillRect/>
          </a:stretch>
        </p:blipFill>
        <p:spPr>
          <a:xfrm rot="21600000">
            <a:off x="2913887" y="3837368"/>
            <a:ext cx="348792" cy="1187005"/>
          </a:xfrm>
          <a:prstGeom prst="rect">
            <a:avLst/>
          </a:prstGeom>
        </p:spPr>
      </p:pic>
      <p:graphicFrame>
        <p:nvGraphicFramePr>
          <p:cNvPr id="2588" name="table 2588"/>
          <p:cNvGraphicFramePr>
            <a:graphicFrameLocks noGrp="1"/>
          </p:cNvGraphicFramePr>
          <p:nvPr>
            <p:custDataLst>
              <p:tags r:id="rId24"/>
            </p:custDataLst>
          </p:nvPr>
        </p:nvGraphicFramePr>
        <p:xfrm>
          <a:off x="2887789" y="3811333"/>
          <a:ext cx="374650" cy="1212850"/>
        </p:xfrm>
        <a:graphic>
          <a:graphicData uri="http://schemas.openxmlformats.org/drawingml/2006/table">
            <a:tbl>
              <a:tblPr/>
              <a:tblGrid>
                <a:gridCol w="374650"/>
              </a:tblGrid>
              <a:tr h="1203325">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tcPr>
                </a:tc>
              </a:tr>
            </a:tbl>
          </a:graphicData>
        </a:graphic>
      </p:graphicFrame>
      <p:pic>
        <p:nvPicPr>
          <p:cNvPr id="2590" name="picture 2590"/>
          <p:cNvPicPr>
            <a:picLocks noChangeAspect="1"/>
          </p:cNvPicPr>
          <p:nvPr>
            <p:custDataLst>
              <p:tags r:id="rId25"/>
            </p:custDataLst>
          </p:nvPr>
        </p:nvPicPr>
        <p:blipFill>
          <a:blip r:embed="rId23"/>
          <a:stretch>
            <a:fillRect/>
          </a:stretch>
        </p:blipFill>
        <p:spPr>
          <a:xfrm rot="21600000">
            <a:off x="2442972" y="3837368"/>
            <a:ext cx="348792" cy="1187005"/>
          </a:xfrm>
          <a:prstGeom prst="rect">
            <a:avLst/>
          </a:prstGeom>
        </p:spPr>
      </p:pic>
      <p:graphicFrame>
        <p:nvGraphicFramePr>
          <p:cNvPr id="2592" name="table 2592"/>
          <p:cNvGraphicFramePr>
            <a:graphicFrameLocks noGrp="1"/>
          </p:cNvGraphicFramePr>
          <p:nvPr>
            <p:custDataLst>
              <p:tags r:id="rId26"/>
            </p:custDataLst>
          </p:nvPr>
        </p:nvGraphicFramePr>
        <p:xfrm>
          <a:off x="2416873" y="3811333"/>
          <a:ext cx="374650" cy="1212850"/>
        </p:xfrm>
        <a:graphic>
          <a:graphicData uri="http://schemas.openxmlformats.org/drawingml/2006/table">
            <a:tbl>
              <a:tblPr/>
              <a:tblGrid>
                <a:gridCol w="374650"/>
              </a:tblGrid>
              <a:tr h="1203325">
                <a:tc>
                  <a:txBody>
                    <a:bodyPr/>
                    <a:lstStyle/>
                    <a:p>
                      <a:pPr algn="l" rtl="0" eaLnBrk="0">
                        <a:lnSpc>
                          <a:spcPct val="100000"/>
                        </a:lnSpc>
                      </a:pPr>
                      <a:endParaRPr lang="en-US" altLang="en-US" sz="1000" dirty="0"/>
                    </a:p>
                  </a:txBody>
                  <a:tcPr marL="0" marR="0" marT="0" marB="0" vert="horz">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tcPr>
                </a:tc>
              </a:tr>
            </a:tbl>
          </a:graphicData>
        </a:graphic>
      </p:graphicFrame>
      <p:graphicFrame>
        <p:nvGraphicFramePr>
          <p:cNvPr id="2594" name="table 2594"/>
          <p:cNvGraphicFramePr>
            <a:graphicFrameLocks noGrp="1"/>
          </p:cNvGraphicFramePr>
          <p:nvPr>
            <p:custDataLst>
              <p:tags r:id="rId27"/>
            </p:custDataLst>
          </p:nvPr>
        </p:nvGraphicFramePr>
        <p:xfrm>
          <a:off x="3867721" y="1824037"/>
          <a:ext cx="352425" cy="1190625"/>
        </p:xfrm>
        <a:graphic>
          <a:graphicData uri="http://schemas.openxmlformats.org/drawingml/2006/table">
            <a:tbl>
              <a:tblPr>
                <a:solidFill>
                  <a:srgbClr val="FFD966"/>
                </a:solidFill>
              </a:tblPr>
              <a:tblGrid>
                <a:gridCol w="352425"/>
              </a:tblGrid>
              <a:tr h="1181100">
                <a:tc>
                  <a:txBody>
                    <a:bodyPr/>
                    <a:lstStyle/>
                    <a:p>
                      <a:pPr algn="l" rtl="0" eaLnBrk="0">
                        <a:lnSpc>
                          <a:spcPct val="106000"/>
                        </a:lnSpc>
                      </a:pPr>
                      <a:endParaRPr lang="en-US" altLang="en-US" sz="600" dirty="0"/>
                    </a:p>
                    <a:p>
                      <a:pPr marL="72390" algn="l" rtl="0" eaLnBrk="0">
                        <a:lnSpc>
                          <a:spcPct val="91000"/>
                        </a:lnSpc>
                        <a:spcBef>
                          <a:spcPts val="5"/>
                        </a:spcBef>
                      </a:pPr>
                      <a:r>
                        <a:rPr sz="1200" kern="0" spc="180" dirty="0">
                          <a:solidFill>
                            <a:srgbClr val="000000">
                              <a:alpha val="100000"/>
                            </a:srgbClr>
                          </a:solidFill>
                          <a:cs typeface="宋体" panose="02010600030101010101" pitchFamily="2" charset="-122"/>
                        </a:rPr>
                        <a:t>人力资源设计</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596" name="picture 2596"/>
          <p:cNvPicPr>
            <a:picLocks noChangeAspect="1"/>
          </p:cNvPicPr>
          <p:nvPr>
            <p:custDataLst>
              <p:tags r:id="rId28"/>
            </p:custDataLst>
          </p:nvPr>
        </p:nvPicPr>
        <p:blipFill>
          <a:blip r:embed="rId6"/>
          <a:stretch>
            <a:fillRect/>
          </a:stretch>
        </p:blipFill>
        <p:spPr>
          <a:xfrm rot="21600000">
            <a:off x="8298180" y="1850084"/>
            <a:ext cx="350291" cy="1188516"/>
          </a:xfrm>
          <a:prstGeom prst="rect">
            <a:avLst/>
          </a:prstGeom>
        </p:spPr>
      </p:pic>
      <p:graphicFrame>
        <p:nvGraphicFramePr>
          <p:cNvPr id="2598" name="table 2598"/>
          <p:cNvGraphicFramePr>
            <a:graphicFrameLocks noGrp="1"/>
          </p:cNvGraphicFramePr>
          <p:nvPr>
            <p:custDataLst>
              <p:tags r:id="rId29"/>
            </p:custDataLst>
          </p:nvPr>
        </p:nvGraphicFramePr>
        <p:xfrm>
          <a:off x="8272081" y="1824037"/>
          <a:ext cx="352425" cy="1190625"/>
        </p:xfrm>
        <a:graphic>
          <a:graphicData uri="http://schemas.openxmlformats.org/drawingml/2006/table">
            <a:tbl>
              <a:tblPr>
                <a:solidFill>
                  <a:srgbClr val="FFD966"/>
                </a:solidFill>
              </a:tblPr>
              <a:tblGrid>
                <a:gridCol w="352425"/>
              </a:tblGrid>
              <a:tr h="1181100">
                <a:tc>
                  <a:txBody>
                    <a:bodyPr/>
                    <a:lstStyle/>
                    <a:p>
                      <a:pPr algn="l" rtl="0" eaLnBrk="0">
                        <a:lnSpc>
                          <a:spcPct val="105000"/>
                        </a:lnSpc>
                      </a:pPr>
                      <a:endParaRPr lang="en-US" altLang="en-US" sz="600" dirty="0"/>
                    </a:p>
                    <a:p>
                      <a:pPr marL="255270" algn="l" rtl="0" eaLnBrk="0">
                        <a:lnSpc>
                          <a:spcPct val="91000"/>
                        </a:lnSpc>
                        <a:spcBef>
                          <a:spcPts val="0"/>
                        </a:spcBef>
                      </a:pPr>
                      <a:r>
                        <a:rPr sz="1200" kern="0" spc="160" dirty="0">
                          <a:solidFill>
                            <a:srgbClr val="000000">
                              <a:alpha val="100000"/>
                            </a:srgbClr>
                          </a:solidFill>
                          <a:cs typeface="宋体" panose="02010600030101010101" pitchFamily="2" charset="-122"/>
                        </a:rPr>
                        <a:t>业务部署</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graphicFrame>
        <p:nvGraphicFramePr>
          <p:cNvPr id="2600" name="table 2600"/>
          <p:cNvGraphicFramePr>
            <a:graphicFrameLocks noGrp="1"/>
          </p:cNvGraphicFramePr>
          <p:nvPr>
            <p:custDataLst>
              <p:tags r:id="rId30"/>
            </p:custDataLst>
          </p:nvPr>
        </p:nvGraphicFramePr>
        <p:xfrm>
          <a:off x="4900993" y="1824037"/>
          <a:ext cx="352425" cy="1190625"/>
        </p:xfrm>
        <a:graphic>
          <a:graphicData uri="http://schemas.openxmlformats.org/drawingml/2006/table">
            <a:tbl>
              <a:tblPr>
                <a:solidFill>
                  <a:srgbClr val="FFD966"/>
                </a:solidFill>
              </a:tblPr>
              <a:tblGrid>
                <a:gridCol w="352425"/>
              </a:tblGrid>
              <a:tr h="1181100">
                <a:tc>
                  <a:txBody>
                    <a:bodyPr/>
                    <a:lstStyle/>
                    <a:p>
                      <a:pPr algn="l" rtl="0" eaLnBrk="0">
                        <a:lnSpc>
                          <a:spcPct val="107000"/>
                        </a:lnSpc>
                      </a:pPr>
                      <a:endParaRPr lang="en-US" altLang="en-US" sz="600" dirty="0"/>
                    </a:p>
                    <a:p>
                      <a:pPr marL="72390" algn="l" rtl="0" eaLnBrk="0">
                        <a:lnSpc>
                          <a:spcPct val="91000"/>
                        </a:lnSpc>
                      </a:pPr>
                      <a:r>
                        <a:rPr sz="1200" kern="0" spc="180" dirty="0">
                          <a:solidFill>
                            <a:srgbClr val="000000">
                              <a:alpha val="100000"/>
                            </a:srgbClr>
                          </a:solidFill>
                          <a:cs typeface="宋体" panose="02010600030101010101" pitchFamily="2" charset="-122"/>
                        </a:rPr>
                        <a:t>流程制度设计</a:t>
                      </a:r>
                      <a:endParaRPr lang="en-US" altLang="en-US" sz="1200" dirty="0"/>
                    </a:p>
                  </a:txBody>
                  <a:tcPr marL="0" marR="0" marT="0" marB="0" vert="eaVert">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D966"/>
                    </a:solidFill>
                  </a:tcPr>
                </a:tc>
              </a:tr>
            </a:tbl>
          </a:graphicData>
        </a:graphic>
      </p:graphicFrame>
      <p:pic>
        <p:nvPicPr>
          <p:cNvPr id="2602" name="picture 2602"/>
          <p:cNvPicPr>
            <a:picLocks noChangeAspect="1"/>
          </p:cNvPicPr>
          <p:nvPr>
            <p:custDataLst>
              <p:tags r:id="rId31"/>
            </p:custDataLst>
          </p:nvPr>
        </p:nvPicPr>
        <p:blipFill>
          <a:blip r:embed="rId6"/>
          <a:stretch>
            <a:fillRect/>
          </a:stretch>
        </p:blipFill>
        <p:spPr>
          <a:xfrm rot="21600000">
            <a:off x="6252971" y="1850084"/>
            <a:ext cx="350291" cy="1188516"/>
          </a:xfrm>
          <a:prstGeom prst="rect">
            <a:avLst/>
          </a:prstGeom>
        </p:spPr>
      </p:pic>
      <p:graphicFrame>
        <p:nvGraphicFramePr>
          <p:cNvPr id="2604" name="table 2604"/>
          <p:cNvGraphicFramePr>
            <a:graphicFrameLocks noGrp="1"/>
          </p:cNvGraphicFramePr>
          <p:nvPr>
            <p:custDataLst>
              <p:tags r:id="rId32"/>
            </p:custDataLst>
          </p:nvPr>
        </p:nvGraphicFramePr>
        <p:xfrm>
          <a:off x="6226873" y="1824037"/>
          <a:ext cx="352425" cy="1190625"/>
        </p:xfrm>
        <a:graphic>
          <a:graphicData uri="http://schemas.openxmlformats.org/drawingml/2006/table">
            <a:tbl>
              <a:tblPr>
                <a:solidFill>
                  <a:srgbClr val="FFD966"/>
                </a:solidFill>
              </a:tblPr>
              <a:tblGrid>
                <a:gridCol w="352425"/>
              </a:tblGrid>
              <a:tr h="1181100">
                <a:tc>
                  <a:txBody>
                    <a:bodyPr/>
                    <a:lstStyle/>
                    <a:p>
                      <a:pPr algn="l" rtl="0" eaLnBrk="0">
                        <a:lnSpc>
                          <a:spcPct val="106000"/>
                        </a:lnSpc>
                      </a:pPr>
                      <a:endParaRPr lang="en-US" altLang="en-US" sz="600" dirty="0"/>
                    </a:p>
                    <a:p>
                      <a:pPr marL="72390" algn="l" rtl="0" eaLnBrk="0">
                        <a:lnSpc>
                          <a:spcPct val="91000"/>
                        </a:lnSpc>
                        <a:spcBef>
                          <a:spcPts val="5"/>
                        </a:spcBef>
                      </a:pPr>
                      <a:r>
                        <a:rPr sz="1200" kern="0" spc="180" dirty="0">
                          <a:solidFill>
                            <a:srgbClr val="000000">
                              <a:alpha val="100000"/>
                            </a:srgbClr>
                          </a:solidFill>
                          <a:cs typeface="宋体" panose="02010600030101010101" pitchFamily="2" charset="-122"/>
                        </a:rPr>
                        <a:t>人力资源获取</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06" name="picture 2606"/>
          <p:cNvPicPr>
            <a:picLocks noChangeAspect="1"/>
          </p:cNvPicPr>
          <p:nvPr>
            <p:custDataLst>
              <p:tags r:id="rId33"/>
            </p:custDataLst>
          </p:nvPr>
        </p:nvPicPr>
        <p:blipFill>
          <a:blip r:embed="rId15"/>
          <a:stretch>
            <a:fillRect/>
          </a:stretch>
        </p:blipFill>
        <p:spPr>
          <a:xfrm rot="21600000">
            <a:off x="3893820" y="3837368"/>
            <a:ext cx="350291" cy="1187005"/>
          </a:xfrm>
          <a:prstGeom prst="rect">
            <a:avLst/>
          </a:prstGeom>
        </p:spPr>
      </p:pic>
      <p:graphicFrame>
        <p:nvGraphicFramePr>
          <p:cNvPr id="2608" name="table 2608"/>
          <p:cNvGraphicFramePr>
            <a:graphicFrameLocks noGrp="1"/>
          </p:cNvGraphicFramePr>
          <p:nvPr>
            <p:custDataLst>
              <p:tags r:id="rId34"/>
            </p:custDataLst>
          </p:nvPr>
        </p:nvGraphicFramePr>
        <p:xfrm>
          <a:off x="3867721" y="3811333"/>
          <a:ext cx="352425" cy="1188720"/>
        </p:xfrm>
        <a:graphic>
          <a:graphicData uri="http://schemas.openxmlformats.org/drawingml/2006/table">
            <a:tbl>
              <a:tblPr>
                <a:solidFill>
                  <a:srgbClr val="FFD966"/>
                </a:solidFill>
              </a:tblPr>
              <a:tblGrid>
                <a:gridCol w="352425"/>
              </a:tblGrid>
              <a:tr h="1179195">
                <a:tc>
                  <a:txBody>
                    <a:bodyPr/>
                    <a:lstStyle/>
                    <a:p>
                      <a:pPr algn="l" rtl="0" eaLnBrk="0">
                        <a:lnSpc>
                          <a:spcPct val="108000"/>
                        </a:lnSpc>
                      </a:pPr>
                      <a:endParaRPr lang="en-US" altLang="en-US" sz="600" dirty="0"/>
                    </a:p>
                    <a:p>
                      <a:pPr marL="72390" algn="l" rtl="0" eaLnBrk="0">
                        <a:lnSpc>
                          <a:spcPct val="90000"/>
                        </a:lnSpc>
                        <a:spcBef>
                          <a:spcPts val="0"/>
                        </a:spcBef>
                      </a:pPr>
                      <a:r>
                        <a:rPr sz="1200" kern="0" spc="180" dirty="0">
                          <a:solidFill>
                            <a:srgbClr val="000000">
                              <a:alpha val="100000"/>
                            </a:srgbClr>
                          </a:solidFill>
                          <a:cs typeface="宋体" panose="02010600030101010101" pitchFamily="2" charset="-122"/>
                        </a:rPr>
                        <a:t>用户需求分析</a:t>
                      </a:r>
                      <a:endParaRPr lang="en-US" altLang="en-US" sz="1200" dirty="0"/>
                    </a:p>
                  </a:txBody>
                  <a:tcPr marL="0" marR="0" marT="0" marB="0" vert="eaVert">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D966"/>
                    </a:solidFill>
                  </a:tcPr>
                </a:tc>
              </a:tr>
            </a:tbl>
          </a:graphicData>
        </a:graphic>
      </p:graphicFrame>
      <p:pic>
        <p:nvPicPr>
          <p:cNvPr id="2610" name="picture 2610"/>
          <p:cNvPicPr>
            <a:picLocks noChangeAspect="1"/>
          </p:cNvPicPr>
          <p:nvPr>
            <p:custDataLst>
              <p:tags r:id="rId35"/>
            </p:custDataLst>
          </p:nvPr>
        </p:nvPicPr>
        <p:blipFill>
          <a:blip r:embed="rId15"/>
          <a:stretch>
            <a:fillRect/>
          </a:stretch>
        </p:blipFill>
        <p:spPr>
          <a:xfrm rot="21600000">
            <a:off x="4927091" y="3837368"/>
            <a:ext cx="350291" cy="1187005"/>
          </a:xfrm>
          <a:prstGeom prst="rect">
            <a:avLst/>
          </a:prstGeom>
        </p:spPr>
      </p:pic>
      <p:graphicFrame>
        <p:nvGraphicFramePr>
          <p:cNvPr id="2612" name="table 2612"/>
          <p:cNvGraphicFramePr>
            <a:graphicFrameLocks noGrp="1"/>
          </p:cNvGraphicFramePr>
          <p:nvPr>
            <p:custDataLst>
              <p:tags r:id="rId36"/>
            </p:custDataLst>
          </p:nvPr>
        </p:nvGraphicFramePr>
        <p:xfrm>
          <a:off x="4900993" y="3811333"/>
          <a:ext cx="352425" cy="1188720"/>
        </p:xfrm>
        <a:graphic>
          <a:graphicData uri="http://schemas.openxmlformats.org/drawingml/2006/table">
            <a:tbl>
              <a:tblPr>
                <a:solidFill>
                  <a:srgbClr val="FFD966"/>
                </a:solidFill>
              </a:tblPr>
              <a:tblGrid>
                <a:gridCol w="352425"/>
              </a:tblGrid>
              <a:tr h="1179195">
                <a:tc>
                  <a:txBody>
                    <a:bodyPr/>
                    <a:lstStyle/>
                    <a:p>
                      <a:pPr algn="l" rtl="0" eaLnBrk="0">
                        <a:lnSpc>
                          <a:spcPct val="106000"/>
                        </a:lnSpc>
                      </a:pPr>
                      <a:endParaRPr lang="en-US" altLang="en-US" sz="600" dirty="0"/>
                    </a:p>
                    <a:p>
                      <a:pPr marL="255270" algn="l" rtl="0" eaLnBrk="0">
                        <a:lnSpc>
                          <a:spcPct val="91000"/>
                        </a:lnSpc>
                        <a:spcBef>
                          <a:spcPts val="5"/>
                        </a:spcBef>
                      </a:pPr>
                      <a:r>
                        <a:rPr sz="1200" kern="0" spc="160" dirty="0">
                          <a:solidFill>
                            <a:srgbClr val="000000">
                              <a:alpha val="100000"/>
                            </a:srgbClr>
                          </a:solidFill>
                          <a:cs typeface="宋体" panose="02010600030101010101" pitchFamily="2" charset="-122"/>
                        </a:rPr>
                        <a:t>系统设计</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14" name="picture 2614"/>
          <p:cNvPicPr>
            <a:picLocks noChangeAspect="1"/>
          </p:cNvPicPr>
          <p:nvPr>
            <p:custDataLst>
              <p:tags r:id="rId37"/>
            </p:custDataLst>
          </p:nvPr>
        </p:nvPicPr>
        <p:blipFill>
          <a:blip r:embed="rId15"/>
          <a:stretch>
            <a:fillRect/>
          </a:stretch>
        </p:blipFill>
        <p:spPr>
          <a:xfrm rot="21600000">
            <a:off x="6019800" y="3837368"/>
            <a:ext cx="350291" cy="1187005"/>
          </a:xfrm>
          <a:prstGeom prst="rect">
            <a:avLst/>
          </a:prstGeom>
        </p:spPr>
      </p:pic>
      <p:graphicFrame>
        <p:nvGraphicFramePr>
          <p:cNvPr id="2616" name="table 2616"/>
          <p:cNvGraphicFramePr>
            <a:graphicFrameLocks noGrp="1"/>
          </p:cNvGraphicFramePr>
          <p:nvPr>
            <p:custDataLst>
              <p:tags r:id="rId38"/>
            </p:custDataLst>
          </p:nvPr>
        </p:nvGraphicFramePr>
        <p:xfrm>
          <a:off x="5993701" y="3811333"/>
          <a:ext cx="352425" cy="1188720"/>
        </p:xfrm>
        <a:graphic>
          <a:graphicData uri="http://schemas.openxmlformats.org/drawingml/2006/table">
            <a:tbl>
              <a:tblPr>
                <a:solidFill>
                  <a:srgbClr val="FFD966"/>
                </a:solidFill>
              </a:tblPr>
              <a:tblGrid>
                <a:gridCol w="352425"/>
              </a:tblGrid>
              <a:tr h="1179195">
                <a:tc>
                  <a:txBody>
                    <a:bodyPr/>
                    <a:lstStyle/>
                    <a:p>
                      <a:pPr algn="l" rtl="0" eaLnBrk="0">
                        <a:lnSpc>
                          <a:spcPct val="108000"/>
                        </a:lnSpc>
                      </a:pPr>
                      <a:endParaRPr lang="en-US" altLang="en-US" sz="600" dirty="0"/>
                    </a:p>
                    <a:p>
                      <a:pPr marL="255270" algn="l" rtl="0" eaLnBrk="0">
                        <a:lnSpc>
                          <a:spcPct val="90000"/>
                        </a:lnSpc>
                        <a:spcBef>
                          <a:spcPts val="0"/>
                        </a:spcBef>
                      </a:pPr>
                      <a:r>
                        <a:rPr sz="1200" kern="0" spc="160" dirty="0">
                          <a:solidFill>
                            <a:srgbClr val="000000">
                              <a:alpha val="100000"/>
                            </a:srgbClr>
                          </a:solidFill>
                          <a:cs typeface="宋体" panose="02010600030101010101" pitchFamily="2" charset="-122"/>
                        </a:rPr>
                        <a:t>系统开发</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18" name="picture 2618"/>
          <p:cNvPicPr>
            <a:picLocks noChangeAspect="1"/>
          </p:cNvPicPr>
          <p:nvPr>
            <p:custDataLst>
              <p:tags r:id="rId39"/>
            </p:custDataLst>
          </p:nvPr>
        </p:nvPicPr>
        <p:blipFill>
          <a:blip r:embed="rId15"/>
          <a:stretch>
            <a:fillRect/>
          </a:stretch>
        </p:blipFill>
        <p:spPr>
          <a:xfrm rot="21600000">
            <a:off x="8298180" y="3837368"/>
            <a:ext cx="350291" cy="1187005"/>
          </a:xfrm>
          <a:prstGeom prst="rect">
            <a:avLst/>
          </a:prstGeom>
        </p:spPr>
      </p:pic>
      <p:graphicFrame>
        <p:nvGraphicFramePr>
          <p:cNvPr id="2620" name="table 2620"/>
          <p:cNvGraphicFramePr>
            <a:graphicFrameLocks noGrp="1"/>
          </p:cNvGraphicFramePr>
          <p:nvPr>
            <p:custDataLst>
              <p:tags r:id="rId40"/>
            </p:custDataLst>
          </p:nvPr>
        </p:nvGraphicFramePr>
        <p:xfrm>
          <a:off x="8272081" y="3811333"/>
          <a:ext cx="352425" cy="1188720"/>
        </p:xfrm>
        <a:graphic>
          <a:graphicData uri="http://schemas.openxmlformats.org/drawingml/2006/table">
            <a:tbl>
              <a:tblPr>
                <a:solidFill>
                  <a:srgbClr val="FFD966"/>
                </a:solidFill>
              </a:tblPr>
              <a:tblGrid>
                <a:gridCol w="352425"/>
              </a:tblGrid>
              <a:tr h="1179195">
                <a:tc>
                  <a:txBody>
                    <a:bodyPr/>
                    <a:lstStyle/>
                    <a:p>
                      <a:pPr algn="l" rtl="0" eaLnBrk="0">
                        <a:lnSpc>
                          <a:spcPct val="106000"/>
                        </a:lnSpc>
                      </a:pPr>
                      <a:endParaRPr lang="en-US" altLang="en-US" sz="600" dirty="0"/>
                    </a:p>
                    <a:p>
                      <a:pPr marL="255270" algn="l" rtl="0" eaLnBrk="0">
                        <a:lnSpc>
                          <a:spcPct val="90000"/>
                        </a:lnSpc>
                        <a:spcBef>
                          <a:spcPts val="5"/>
                        </a:spcBef>
                      </a:pPr>
                      <a:r>
                        <a:rPr sz="1200" kern="0" spc="160" dirty="0">
                          <a:solidFill>
                            <a:srgbClr val="000000">
                              <a:alpha val="100000"/>
                            </a:srgbClr>
                          </a:solidFill>
                          <a:cs typeface="宋体" panose="02010600030101010101" pitchFamily="2" charset="-122"/>
                        </a:rPr>
                        <a:t>系统部署</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22" name="picture 2622"/>
          <p:cNvPicPr>
            <a:picLocks noChangeAspect="1"/>
          </p:cNvPicPr>
          <p:nvPr>
            <p:custDataLst>
              <p:tags r:id="rId41"/>
            </p:custDataLst>
          </p:nvPr>
        </p:nvPicPr>
        <p:blipFill>
          <a:blip r:embed="rId4"/>
          <a:stretch>
            <a:fillRect/>
          </a:stretch>
        </p:blipFill>
        <p:spPr>
          <a:xfrm rot="21600000">
            <a:off x="6975347" y="1850084"/>
            <a:ext cx="348792" cy="1188516"/>
          </a:xfrm>
          <a:prstGeom prst="rect">
            <a:avLst/>
          </a:prstGeom>
        </p:spPr>
      </p:pic>
      <p:graphicFrame>
        <p:nvGraphicFramePr>
          <p:cNvPr id="2624" name="table 2624"/>
          <p:cNvGraphicFramePr>
            <a:graphicFrameLocks noGrp="1"/>
          </p:cNvGraphicFramePr>
          <p:nvPr>
            <p:custDataLst>
              <p:tags r:id="rId42"/>
            </p:custDataLst>
          </p:nvPr>
        </p:nvGraphicFramePr>
        <p:xfrm>
          <a:off x="6949249" y="1824037"/>
          <a:ext cx="350519" cy="1190625"/>
        </p:xfrm>
        <a:graphic>
          <a:graphicData uri="http://schemas.openxmlformats.org/drawingml/2006/table">
            <a:tbl>
              <a:tblPr>
                <a:solidFill>
                  <a:srgbClr val="FFD966"/>
                </a:solidFill>
              </a:tblPr>
              <a:tblGrid>
                <a:gridCol w="350519"/>
              </a:tblGrid>
              <a:tr h="1181100">
                <a:tc>
                  <a:txBody>
                    <a:bodyPr/>
                    <a:lstStyle/>
                    <a:p>
                      <a:pPr algn="l" rtl="0" eaLnBrk="0">
                        <a:lnSpc>
                          <a:spcPct val="106000"/>
                        </a:lnSpc>
                      </a:pPr>
                      <a:endParaRPr lang="en-US" altLang="en-US" sz="600" dirty="0"/>
                    </a:p>
                    <a:p>
                      <a:pPr marL="72390" algn="l" rtl="0" eaLnBrk="0">
                        <a:lnSpc>
                          <a:spcPct val="91000"/>
                        </a:lnSpc>
                        <a:spcBef>
                          <a:spcPts val="5"/>
                        </a:spcBef>
                      </a:pPr>
                      <a:r>
                        <a:rPr sz="1200" kern="0" spc="180" dirty="0">
                          <a:solidFill>
                            <a:srgbClr val="000000">
                              <a:alpha val="100000"/>
                            </a:srgbClr>
                          </a:solidFill>
                          <a:cs typeface="宋体" panose="02010600030101010101" pitchFamily="2" charset="-122"/>
                        </a:rPr>
                        <a:t>业务资源获取</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26" name="picture 2626"/>
          <p:cNvPicPr>
            <a:picLocks noChangeAspect="1"/>
          </p:cNvPicPr>
          <p:nvPr>
            <p:custDataLst>
              <p:tags r:id="rId43"/>
            </p:custDataLst>
          </p:nvPr>
        </p:nvPicPr>
        <p:blipFill>
          <a:blip r:embed="rId44"/>
          <a:stretch>
            <a:fillRect/>
          </a:stretch>
        </p:blipFill>
        <p:spPr>
          <a:xfrm rot="21600000">
            <a:off x="1915667" y="2845371"/>
            <a:ext cx="348792" cy="1185481"/>
          </a:xfrm>
          <a:prstGeom prst="rect">
            <a:avLst/>
          </a:prstGeom>
        </p:spPr>
      </p:pic>
      <p:pic>
        <p:nvPicPr>
          <p:cNvPr id="2628" name="picture 2628"/>
          <p:cNvPicPr>
            <a:picLocks noChangeAspect="1"/>
          </p:cNvPicPr>
          <p:nvPr>
            <p:custDataLst>
              <p:tags r:id="rId45"/>
            </p:custDataLst>
          </p:nvPr>
        </p:nvPicPr>
        <p:blipFill>
          <a:blip r:embed="rId46"/>
          <a:stretch>
            <a:fillRect/>
          </a:stretch>
        </p:blipFill>
        <p:spPr>
          <a:xfrm rot="21600000">
            <a:off x="2235707" y="2380488"/>
            <a:ext cx="185674" cy="1038225"/>
          </a:xfrm>
          <a:prstGeom prst="rect">
            <a:avLst/>
          </a:prstGeom>
        </p:spPr>
      </p:pic>
      <p:pic>
        <p:nvPicPr>
          <p:cNvPr id="2630" name="picture 2630"/>
          <p:cNvPicPr>
            <a:picLocks noChangeAspect="1"/>
          </p:cNvPicPr>
          <p:nvPr>
            <p:custDataLst>
              <p:tags r:id="rId47"/>
            </p:custDataLst>
          </p:nvPr>
        </p:nvPicPr>
        <p:blipFill>
          <a:blip r:embed="rId4"/>
          <a:stretch>
            <a:fillRect/>
          </a:stretch>
        </p:blipFill>
        <p:spPr>
          <a:xfrm rot="21600000">
            <a:off x="2442972" y="1850084"/>
            <a:ext cx="348792" cy="1188516"/>
          </a:xfrm>
          <a:prstGeom prst="rect">
            <a:avLst/>
          </a:prstGeom>
        </p:spPr>
      </p:pic>
      <p:graphicFrame>
        <p:nvGraphicFramePr>
          <p:cNvPr id="2632" name="table 2632"/>
          <p:cNvGraphicFramePr>
            <a:graphicFrameLocks noGrp="1"/>
          </p:cNvGraphicFramePr>
          <p:nvPr>
            <p:custDataLst>
              <p:tags r:id="rId48"/>
            </p:custDataLst>
          </p:nvPr>
        </p:nvGraphicFramePr>
        <p:xfrm>
          <a:off x="2416873" y="1824037"/>
          <a:ext cx="350520" cy="1190625"/>
        </p:xfrm>
        <a:graphic>
          <a:graphicData uri="http://schemas.openxmlformats.org/drawingml/2006/table">
            <a:tbl>
              <a:tblPr>
                <a:solidFill>
                  <a:srgbClr val="FFD966"/>
                </a:solidFill>
              </a:tblPr>
              <a:tblGrid>
                <a:gridCol w="350520"/>
              </a:tblGrid>
              <a:tr h="1181100">
                <a:tc>
                  <a:txBody>
                    <a:bodyPr/>
                    <a:lstStyle/>
                    <a:p>
                      <a:pPr algn="l" rtl="0" eaLnBrk="0">
                        <a:lnSpc>
                          <a:spcPct val="106000"/>
                        </a:lnSpc>
                      </a:pPr>
                      <a:endParaRPr lang="en-US" altLang="en-US" sz="600" dirty="0"/>
                    </a:p>
                    <a:p>
                      <a:pPr marL="255270" algn="l" rtl="0" eaLnBrk="0">
                        <a:lnSpc>
                          <a:spcPct val="91000"/>
                        </a:lnSpc>
                        <a:spcBef>
                          <a:spcPts val="5"/>
                        </a:spcBef>
                      </a:pPr>
                      <a:r>
                        <a:rPr sz="1200" kern="0" spc="160" dirty="0">
                          <a:solidFill>
                            <a:srgbClr val="000000">
                              <a:alpha val="100000"/>
                            </a:srgbClr>
                          </a:solidFill>
                          <a:cs typeface="宋体" panose="02010600030101010101" pitchFamily="2" charset="-122"/>
                        </a:rPr>
                        <a:t>概念设计</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graphicFrame>
        <p:nvGraphicFramePr>
          <p:cNvPr id="2634" name="table 2634"/>
          <p:cNvGraphicFramePr>
            <a:graphicFrameLocks noGrp="1"/>
          </p:cNvGraphicFramePr>
          <p:nvPr>
            <p:custDataLst>
              <p:tags r:id="rId49"/>
            </p:custDataLst>
          </p:nvPr>
        </p:nvGraphicFramePr>
        <p:xfrm>
          <a:off x="4384357" y="1824037"/>
          <a:ext cx="350520" cy="1190625"/>
        </p:xfrm>
        <a:graphic>
          <a:graphicData uri="http://schemas.openxmlformats.org/drawingml/2006/table">
            <a:tbl>
              <a:tblPr>
                <a:solidFill>
                  <a:srgbClr val="FFD966"/>
                </a:solidFill>
              </a:tblPr>
              <a:tblGrid>
                <a:gridCol w="350520"/>
              </a:tblGrid>
              <a:tr h="1181100">
                <a:tc>
                  <a:txBody>
                    <a:bodyPr/>
                    <a:lstStyle/>
                    <a:p>
                      <a:pPr algn="l" rtl="0" eaLnBrk="0">
                        <a:lnSpc>
                          <a:spcPct val="105000"/>
                        </a:lnSpc>
                      </a:pPr>
                      <a:endParaRPr lang="en-US" altLang="en-US" sz="600" dirty="0"/>
                    </a:p>
                    <a:p>
                      <a:pPr marL="72390" algn="l" rtl="0" eaLnBrk="0">
                        <a:lnSpc>
                          <a:spcPct val="91000"/>
                        </a:lnSpc>
                        <a:spcBef>
                          <a:spcPts val="5"/>
                        </a:spcBef>
                      </a:pPr>
                      <a:r>
                        <a:rPr sz="1200" kern="0" spc="180" dirty="0">
                          <a:solidFill>
                            <a:srgbClr val="000000">
                              <a:alpha val="100000"/>
                            </a:srgbClr>
                          </a:solidFill>
                          <a:cs typeface="宋体" panose="02010600030101010101" pitchFamily="2" charset="-122"/>
                        </a:rPr>
                        <a:t>业务资源设计</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graphicFrame>
        <p:nvGraphicFramePr>
          <p:cNvPr id="2636" name="table 2636"/>
          <p:cNvGraphicFramePr>
            <a:graphicFrameLocks noGrp="1"/>
          </p:cNvGraphicFramePr>
          <p:nvPr>
            <p:custDataLst>
              <p:tags r:id="rId50"/>
            </p:custDataLst>
          </p:nvPr>
        </p:nvGraphicFramePr>
        <p:xfrm>
          <a:off x="5417629" y="1824037"/>
          <a:ext cx="350520" cy="1190625"/>
        </p:xfrm>
        <a:graphic>
          <a:graphicData uri="http://schemas.openxmlformats.org/drawingml/2006/table">
            <a:tbl>
              <a:tblPr>
                <a:solidFill>
                  <a:srgbClr val="FFD966"/>
                </a:solidFill>
              </a:tblPr>
              <a:tblGrid>
                <a:gridCol w="350520"/>
              </a:tblGrid>
              <a:tr h="1181100">
                <a:tc>
                  <a:txBody>
                    <a:bodyPr/>
                    <a:lstStyle/>
                    <a:p>
                      <a:pPr algn="l" rtl="0" eaLnBrk="0">
                        <a:lnSpc>
                          <a:spcPct val="105000"/>
                        </a:lnSpc>
                      </a:pPr>
                      <a:endParaRPr lang="en-US" altLang="en-US" sz="600" dirty="0"/>
                    </a:p>
                    <a:p>
                      <a:pPr marL="255270" algn="l" rtl="0" eaLnBrk="0">
                        <a:lnSpc>
                          <a:spcPct val="91000"/>
                        </a:lnSpc>
                        <a:spcBef>
                          <a:spcPts val="5"/>
                        </a:spcBef>
                      </a:pPr>
                      <a:r>
                        <a:rPr sz="1200" kern="0" spc="160" dirty="0">
                          <a:solidFill>
                            <a:srgbClr val="000000">
                              <a:alpha val="100000"/>
                            </a:srgbClr>
                          </a:solidFill>
                          <a:cs typeface="宋体" panose="02010600030101010101" pitchFamily="2" charset="-122"/>
                        </a:rPr>
                        <a:t>设计评审</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graphicFrame>
        <p:nvGraphicFramePr>
          <p:cNvPr id="2638" name="table 2638"/>
          <p:cNvGraphicFramePr>
            <a:graphicFrameLocks noGrp="1"/>
          </p:cNvGraphicFramePr>
          <p:nvPr>
            <p:custDataLst>
              <p:tags r:id="rId51"/>
            </p:custDataLst>
          </p:nvPr>
        </p:nvGraphicFramePr>
        <p:xfrm>
          <a:off x="3357181" y="1824037"/>
          <a:ext cx="350520" cy="1190625"/>
        </p:xfrm>
        <a:graphic>
          <a:graphicData uri="http://schemas.openxmlformats.org/drawingml/2006/table">
            <a:tbl>
              <a:tblPr>
                <a:solidFill>
                  <a:srgbClr val="FFD966"/>
                </a:solidFill>
              </a:tblPr>
              <a:tblGrid>
                <a:gridCol w="350520"/>
              </a:tblGrid>
              <a:tr h="1181100">
                <a:tc>
                  <a:txBody>
                    <a:bodyPr/>
                    <a:lstStyle/>
                    <a:p>
                      <a:pPr algn="l" rtl="0" eaLnBrk="0">
                        <a:lnSpc>
                          <a:spcPct val="106000"/>
                        </a:lnSpc>
                      </a:pPr>
                      <a:endParaRPr lang="en-US" altLang="en-US" sz="600" dirty="0"/>
                    </a:p>
                    <a:p>
                      <a:pPr marL="255270" algn="l" rtl="0" eaLnBrk="0">
                        <a:lnSpc>
                          <a:spcPct val="91000"/>
                        </a:lnSpc>
                      </a:pPr>
                      <a:r>
                        <a:rPr sz="1200" kern="0" spc="160" dirty="0">
                          <a:solidFill>
                            <a:srgbClr val="000000">
                              <a:alpha val="100000"/>
                            </a:srgbClr>
                          </a:solidFill>
                          <a:cs typeface="宋体" panose="02010600030101010101" pitchFamily="2" charset="-122"/>
                        </a:rPr>
                        <a:t>投资评审</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40" name="picture 2640"/>
          <p:cNvPicPr>
            <a:picLocks noChangeAspect="1"/>
          </p:cNvPicPr>
          <p:nvPr>
            <p:custDataLst>
              <p:tags r:id="rId52"/>
            </p:custDataLst>
          </p:nvPr>
        </p:nvPicPr>
        <p:blipFill>
          <a:blip r:embed="rId23"/>
          <a:stretch>
            <a:fillRect/>
          </a:stretch>
        </p:blipFill>
        <p:spPr>
          <a:xfrm rot="21600000">
            <a:off x="3383279" y="3837368"/>
            <a:ext cx="348792" cy="1187005"/>
          </a:xfrm>
          <a:prstGeom prst="rect">
            <a:avLst/>
          </a:prstGeom>
        </p:spPr>
      </p:pic>
      <p:graphicFrame>
        <p:nvGraphicFramePr>
          <p:cNvPr id="2642" name="table 2642"/>
          <p:cNvGraphicFramePr>
            <a:graphicFrameLocks noGrp="1"/>
          </p:cNvGraphicFramePr>
          <p:nvPr>
            <p:custDataLst>
              <p:tags r:id="rId53"/>
            </p:custDataLst>
          </p:nvPr>
        </p:nvGraphicFramePr>
        <p:xfrm>
          <a:off x="3357181" y="3811333"/>
          <a:ext cx="350520" cy="1188720"/>
        </p:xfrm>
        <a:graphic>
          <a:graphicData uri="http://schemas.openxmlformats.org/drawingml/2006/table">
            <a:tbl>
              <a:tblPr>
                <a:solidFill>
                  <a:srgbClr val="FFD966"/>
                </a:solidFill>
              </a:tblPr>
              <a:tblGrid>
                <a:gridCol w="350520"/>
              </a:tblGrid>
              <a:tr h="1179195">
                <a:tc>
                  <a:txBody>
                    <a:bodyPr/>
                    <a:lstStyle/>
                    <a:p>
                      <a:pPr algn="l" rtl="0" eaLnBrk="0">
                        <a:lnSpc>
                          <a:spcPct val="106000"/>
                        </a:lnSpc>
                      </a:pPr>
                      <a:endParaRPr lang="en-US" altLang="en-US" sz="600" dirty="0"/>
                    </a:p>
                    <a:p>
                      <a:pPr marL="255270" algn="l" rtl="0" eaLnBrk="0">
                        <a:lnSpc>
                          <a:spcPct val="91000"/>
                        </a:lnSpc>
                      </a:pPr>
                      <a:r>
                        <a:rPr sz="1200" kern="0" spc="160" dirty="0">
                          <a:solidFill>
                            <a:srgbClr val="000000">
                              <a:alpha val="100000"/>
                            </a:srgbClr>
                          </a:solidFill>
                          <a:cs typeface="宋体" panose="02010600030101010101" pitchFamily="2" charset="-122"/>
                        </a:rPr>
                        <a:t>方案评审</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44" name="picture 2644"/>
          <p:cNvPicPr>
            <a:picLocks noChangeAspect="1"/>
          </p:cNvPicPr>
          <p:nvPr>
            <p:custDataLst>
              <p:tags r:id="rId54"/>
            </p:custDataLst>
          </p:nvPr>
        </p:nvPicPr>
        <p:blipFill>
          <a:blip r:embed="rId23"/>
          <a:stretch>
            <a:fillRect/>
          </a:stretch>
        </p:blipFill>
        <p:spPr>
          <a:xfrm rot="21600000">
            <a:off x="4410455" y="3837368"/>
            <a:ext cx="348792" cy="1187005"/>
          </a:xfrm>
          <a:prstGeom prst="rect">
            <a:avLst/>
          </a:prstGeom>
        </p:spPr>
      </p:pic>
      <p:graphicFrame>
        <p:nvGraphicFramePr>
          <p:cNvPr id="2646" name="table 2646"/>
          <p:cNvGraphicFramePr>
            <a:graphicFrameLocks noGrp="1"/>
          </p:cNvGraphicFramePr>
          <p:nvPr>
            <p:custDataLst>
              <p:tags r:id="rId55"/>
            </p:custDataLst>
          </p:nvPr>
        </p:nvGraphicFramePr>
        <p:xfrm>
          <a:off x="4384357" y="3811333"/>
          <a:ext cx="350520" cy="1188720"/>
        </p:xfrm>
        <a:graphic>
          <a:graphicData uri="http://schemas.openxmlformats.org/drawingml/2006/table">
            <a:tbl>
              <a:tblPr>
                <a:solidFill>
                  <a:srgbClr val="FFD966"/>
                </a:solidFill>
              </a:tblPr>
              <a:tblGrid>
                <a:gridCol w="350520"/>
              </a:tblGrid>
              <a:tr h="1179195">
                <a:tc>
                  <a:txBody>
                    <a:bodyPr/>
                    <a:lstStyle/>
                    <a:p>
                      <a:pPr algn="l" rtl="0" eaLnBrk="0">
                        <a:lnSpc>
                          <a:spcPct val="106000"/>
                        </a:lnSpc>
                      </a:pPr>
                      <a:endParaRPr lang="en-US" altLang="en-US" sz="600" dirty="0"/>
                    </a:p>
                    <a:p>
                      <a:pPr marL="72390" algn="l" rtl="0" eaLnBrk="0">
                        <a:lnSpc>
                          <a:spcPct val="90000"/>
                        </a:lnSpc>
                        <a:spcBef>
                          <a:spcPts val="0"/>
                        </a:spcBef>
                      </a:pPr>
                      <a:r>
                        <a:rPr sz="1200" kern="0" spc="180" dirty="0">
                          <a:solidFill>
                            <a:srgbClr val="000000">
                              <a:alpha val="100000"/>
                            </a:srgbClr>
                          </a:solidFill>
                          <a:cs typeface="宋体" panose="02010600030101010101" pitchFamily="2" charset="-122"/>
                        </a:rPr>
                        <a:t>系统需求分析</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48" name="picture 2648"/>
          <p:cNvPicPr>
            <a:picLocks noChangeAspect="1"/>
          </p:cNvPicPr>
          <p:nvPr>
            <p:custDataLst>
              <p:tags r:id="rId56"/>
            </p:custDataLst>
          </p:nvPr>
        </p:nvPicPr>
        <p:blipFill>
          <a:blip r:embed="rId23"/>
          <a:stretch>
            <a:fillRect/>
          </a:stretch>
        </p:blipFill>
        <p:spPr>
          <a:xfrm rot="21600000">
            <a:off x="5443728" y="3837368"/>
            <a:ext cx="348792" cy="1187005"/>
          </a:xfrm>
          <a:prstGeom prst="rect">
            <a:avLst/>
          </a:prstGeom>
        </p:spPr>
      </p:pic>
      <p:graphicFrame>
        <p:nvGraphicFramePr>
          <p:cNvPr id="2650" name="table 2650"/>
          <p:cNvGraphicFramePr>
            <a:graphicFrameLocks noGrp="1"/>
          </p:cNvGraphicFramePr>
          <p:nvPr>
            <p:custDataLst>
              <p:tags r:id="rId57"/>
            </p:custDataLst>
          </p:nvPr>
        </p:nvGraphicFramePr>
        <p:xfrm>
          <a:off x="5417629" y="3811333"/>
          <a:ext cx="350520" cy="1188720"/>
        </p:xfrm>
        <a:graphic>
          <a:graphicData uri="http://schemas.openxmlformats.org/drawingml/2006/table">
            <a:tbl>
              <a:tblPr>
                <a:solidFill>
                  <a:srgbClr val="FFD966"/>
                </a:solidFill>
              </a:tblPr>
              <a:tblGrid>
                <a:gridCol w="350520"/>
              </a:tblGrid>
              <a:tr h="1179195">
                <a:tc>
                  <a:txBody>
                    <a:bodyPr/>
                    <a:lstStyle/>
                    <a:p>
                      <a:pPr algn="l" rtl="0" eaLnBrk="0">
                        <a:lnSpc>
                          <a:spcPct val="105000"/>
                        </a:lnSpc>
                      </a:pPr>
                      <a:endParaRPr lang="en-US" altLang="en-US" sz="600" dirty="0"/>
                    </a:p>
                    <a:p>
                      <a:pPr marL="255270" algn="l" rtl="0" eaLnBrk="0">
                        <a:lnSpc>
                          <a:spcPct val="91000"/>
                        </a:lnSpc>
                        <a:spcBef>
                          <a:spcPts val="5"/>
                        </a:spcBef>
                      </a:pPr>
                      <a:r>
                        <a:rPr sz="1200" kern="0" spc="160" dirty="0">
                          <a:solidFill>
                            <a:srgbClr val="000000">
                              <a:alpha val="100000"/>
                            </a:srgbClr>
                          </a:solidFill>
                          <a:cs typeface="宋体" panose="02010600030101010101" pitchFamily="2" charset="-122"/>
                        </a:rPr>
                        <a:t>架构评审</a:t>
                      </a:r>
                      <a:endParaRPr lang="en-US" altLang="en-US" sz="1200" dirty="0"/>
                    </a:p>
                  </a:txBody>
                  <a:tcPr marL="0" marR="0" marT="0" marB="0" vert="eaVert">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D966"/>
                    </a:solidFill>
                  </a:tcPr>
                </a:tc>
              </a:tr>
            </a:tbl>
          </a:graphicData>
        </a:graphic>
      </p:graphicFrame>
      <p:pic>
        <p:nvPicPr>
          <p:cNvPr id="2652" name="picture 2652"/>
          <p:cNvPicPr>
            <a:picLocks noChangeAspect="1"/>
          </p:cNvPicPr>
          <p:nvPr>
            <p:custDataLst>
              <p:tags r:id="rId58"/>
            </p:custDataLst>
          </p:nvPr>
        </p:nvPicPr>
        <p:blipFill>
          <a:blip r:embed="rId23"/>
          <a:stretch>
            <a:fillRect/>
          </a:stretch>
        </p:blipFill>
        <p:spPr>
          <a:xfrm rot="21600000">
            <a:off x="7261859" y="3837368"/>
            <a:ext cx="348792" cy="1187005"/>
          </a:xfrm>
          <a:prstGeom prst="rect">
            <a:avLst/>
          </a:prstGeom>
        </p:spPr>
      </p:pic>
      <p:graphicFrame>
        <p:nvGraphicFramePr>
          <p:cNvPr id="2654" name="table 2654"/>
          <p:cNvGraphicFramePr>
            <a:graphicFrameLocks noGrp="1"/>
          </p:cNvGraphicFramePr>
          <p:nvPr>
            <p:custDataLst>
              <p:tags r:id="rId59"/>
            </p:custDataLst>
          </p:nvPr>
        </p:nvGraphicFramePr>
        <p:xfrm>
          <a:off x="7235761" y="3811333"/>
          <a:ext cx="350519" cy="1188720"/>
        </p:xfrm>
        <a:graphic>
          <a:graphicData uri="http://schemas.openxmlformats.org/drawingml/2006/table">
            <a:tbl>
              <a:tblPr>
                <a:solidFill>
                  <a:srgbClr val="FFD966"/>
                </a:solidFill>
              </a:tblPr>
              <a:tblGrid>
                <a:gridCol w="350519"/>
              </a:tblGrid>
              <a:tr h="1179195">
                <a:tc>
                  <a:txBody>
                    <a:bodyPr/>
                    <a:lstStyle/>
                    <a:p>
                      <a:pPr algn="l" rtl="0" eaLnBrk="0">
                        <a:lnSpc>
                          <a:spcPct val="105000"/>
                        </a:lnSpc>
                      </a:pPr>
                      <a:endParaRPr lang="en-US" altLang="en-US" sz="600" dirty="0"/>
                    </a:p>
                    <a:p>
                      <a:pPr marL="255270" algn="l" rtl="0" eaLnBrk="0">
                        <a:lnSpc>
                          <a:spcPct val="91000"/>
                        </a:lnSpc>
                        <a:spcBef>
                          <a:spcPts val="5"/>
                        </a:spcBef>
                      </a:pPr>
                      <a:r>
                        <a:rPr sz="1200" kern="0" spc="160" dirty="0">
                          <a:solidFill>
                            <a:srgbClr val="000000">
                              <a:alpha val="100000"/>
                            </a:srgbClr>
                          </a:solidFill>
                          <a:cs typeface="宋体" panose="02010600030101010101" pitchFamily="2" charset="-122"/>
                        </a:rPr>
                        <a:t>用户测试</a:t>
                      </a:r>
                      <a:endParaRPr lang="en-US" altLang="en-US" sz="1200" dirty="0"/>
                    </a:p>
                  </a:txBody>
                  <a:tcPr marL="0" marR="0" marT="0" marB="0" vert="eaVert">
                    <a:lnL w="9525" cap="flat" cmpd="sng" algn="ctr">
                      <a:solidFill>
                        <a:srgbClr val="E7E6E6"/>
                      </a:solidFill>
                      <a:prstDash val="solid"/>
                      <a:round/>
                      <a:headEnd type="none" w="med" len="med"/>
                      <a:tailEnd type="none" w="med" len="med"/>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D966"/>
                    </a:solidFill>
                  </a:tcPr>
                </a:tc>
              </a:tr>
            </a:tbl>
          </a:graphicData>
        </a:graphic>
      </p:graphicFrame>
      <p:pic>
        <p:nvPicPr>
          <p:cNvPr id="2656" name="picture 2656"/>
          <p:cNvPicPr>
            <a:picLocks noChangeAspect="1"/>
          </p:cNvPicPr>
          <p:nvPr>
            <p:custDataLst>
              <p:tags r:id="rId60"/>
            </p:custDataLst>
          </p:nvPr>
        </p:nvPicPr>
        <p:blipFill>
          <a:blip r:embed="rId23"/>
          <a:stretch>
            <a:fillRect/>
          </a:stretch>
        </p:blipFill>
        <p:spPr>
          <a:xfrm rot="21600000">
            <a:off x="6641592" y="3837368"/>
            <a:ext cx="348792" cy="1187005"/>
          </a:xfrm>
          <a:prstGeom prst="rect">
            <a:avLst/>
          </a:prstGeom>
        </p:spPr>
      </p:pic>
      <p:graphicFrame>
        <p:nvGraphicFramePr>
          <p:cNvPr id="2658" name="table 2658"/>
          <p:cNvGraphicFramePr>
            <a:graphicFrameLocks noGrp="1"/>
          </p:cNvGraphicFramePr>
          <p:nvPr>
            <p:custDataLst>
              <p:tags r:id="rId61"/>
            </p:custDataLst>
          </p:nvPr>
        </p:nvGraphicFramePr>
        <p:xfrm>
          <a:off x="6615493" y="3811333"/>
          <a:ext cx="350519" cy="1188720"/>
        </p:xfrm>
        <a:graphic>
          <a:graphicData uri="http://schemas.openxmlformats.org/drawingml/2006/table">
            <a:tbl>
              <a:tblPr>
                <a:solidFill>
                  <a:srgbClr val="FFD966"/>
                </a:solidFill>
              </a:tblPr>
              <a:tblGrid>
                <a:gridCol w="350519"/>
              </a:tblGrid>
              <a:tr h="1179195">
                <a:tc>
                  <a:txBody>
                    <a:bodyPr/>
                    <a:lstStyle/>
                    <a:p>
                      <a:pPr algn="l" rtl="0" eaLnBrk="0">
                        <a:lnSpc>
                          <a:spcPct val="106000"/>
                        </a:lnSpc>
                      </a:pPr>
                      <a:endParaRPr lang="en-US" altLang="en-US" sz="600" dirty="0"/>
                    </a:p>
                    <a:p>
                      <a:pPr marL="255270" algn="l" rtl="0" eaLnBrk="0">
                        <a:lnSpc>
                          <a:spcPct val="91000"/>
                        </a:lnSpc>
                        <a:spcBef>
                          <a:spcPts val="0"/>
                        </a:spcBef>
                      </a:pPr>
                      <a:r>
                        <a:rPr sz="1200" kern="0" spc="160" dirty="0">
                          <a:solidFill>
                            <a:srgbClr val="000000">
                              <a:alpha val="100000"/>
                            </a:srgbClr>
                          </a:solidFill>
                          <a:cs typeface="宋体" panose="02010600030101010101" pitchFamily="2" charset="-122"/>
                        </a:rPr>
                        <a:t>系统测试</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graphicFrame>
        <p:nvGraphicFramePr>
          <p:cNvPr id="2660" name="table 2660"/>
          <p:cNvGraphicFramePr>
            <a:graphicFrameLocks noGrp="1"/>
          </p:cNvGraphicFramePr>
          <p:nvPr>
            <p:custDataLst>
              <p:tags r:id="rId62"/>
            </p:custDataLst>
          </p:nvPr>
        </p:nvGraphicFramePr>
        <p:xfrm>
          <a:off x="1889569" y="2819209"/>
          <a:ext cx="350520" cy="1187450"/>
        </p:xfrm>
        <a:graphic>
          <a:graphicData uri="http://schemas.openxmlformats.org/drawingml/2006/table">
            <a:tbl>
              <a:tblPr>
                <a:solidFill>
                  <a:srgbClr val="FFD966"/>
                </a:solidFill>
              </a:tblPr>
              <a:tblGrid>
                <a:gridCol w="350520"/>
              </a:tblGrid>
              <a:tr h="1177925">
                <a:tc>
                  <a:txBody>
                    <a:bodyPr/>
                    <a:lstStyle/>
                    <a:p>
                      <a:pPr algn="l" rtl="0" eaLnBrk="0">
                        <a:lnSpc>
                          <a:spcPct val="105000"/>
                        </a:lnSpc>
                      </a:pPr>
                      <a:endParaRPr lang="en-US" altLang="en-US" sz="600" dirty="0"/>
                    </a:p>
                    <a:p>
                      <a:pPr marL="71120" algn="l" rtl="0" eaLnBrk="0">
                        <a:lnSpc>
                          <a:spcPct val="91000"/>
                        </a:lnSpc>
                        <a:spcBef>
                          <a:spcPts val="5"/>
                        </a:spcBef>
                      </a:pPr>
                      <a:r>
                        <a:rPr sz="1200" kern="0" spc="180" dirty="0">
                          <a:solidFill>
                            <a:srgbClr val="000000">
                              <a:alpha val="100000"/>
                            </a:srgbClr>
                          </a:solidFill>
                          <a:cs typeface="宋体" panose="02010600030101010101" pitchFamily="2" charset="-122"/>
                        </a:rPr>
                        <a:t>业务举措提出</a:t>
                      </a:r>
                      <a:endParaRPr lang="en-US" altLang="en-US" sz="1200" dirty="0"/>
                    </a:p>
                  </a:txBody>
                  <a:tcPr marL="0" marR="0" marT="0" marB="0" vert="eaVert">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pic>
        <p:nvPicPr>
          <p:cNvPr id="2662" name="picture 2662"/>
          <p:cNvPicPr>
            <a:picLocks noChangeAspect="1"/>
          </p:cNvPicPr>
          <p:nvPr>
            <p:custDataLst>
              <p:tags r:id="rId63"/>
            </p:custDataLst>
          </p:nvPr>
        </p:nvPicPr>
        <p:blipFill>
          <a:blip r:embed="rId64"/>
          <a:stretch>
            <a:fillRect/>
          </a:stretch>
        </p:blipFill>
        <p:spPr>
          <a:xfrm rot="21600000">
            <a:off x="9188196" y="2845371"/>
            <a:ext cx="350291" cy="1185481"/>
          </a:xfrm>
          <a:prstGeom prst="rect">
            <a:avLst/>
          </a:prstGeom>
        </p:spPr>
      </p:pic>
      <p:pic>
        <p:nvPicPr>
          <p:cNvPr id="2664" name="picture 2664"/>
          <p:cNvPicPr>
            <a:picLocks noChangeAspect="1"/>
          </p:cNvPicPr>
          <p:nvPr>
            <p:custDataLst>
              <p:tags r:id="rId65"/>
            </p:custDataLst>
          </p:nvPr>
        </p:nvPicPr>
        <p:blipFill>
          <a:blip r:embed="rId4"/>
          <a:stretch>
            <a:fillRect/>
          </a:stretch>
        </p:blipFill>
        <p:spPr>
          <a:xfrm rot="21600000">
            <a:off x="7837931" y="1850084"/>
            <a:ext cx="348792" cy="1188516"/>
          </a:xfrm>
          <a:prstGeom prst="rect">
            <a:avLst/>
          </a:prstGeom>
        </p:spPr>
      </p:pic>
      <p:pic>
        <p:nvPicPr>
          <p:cNvPr id="2666" name="picture 2666"/>
          <p:cNvPicPr>
            <a:picLocks noChangeAspect="1"/>
          </p:cNvPicPr>
          <p:nvPr>
            <p:custDataLst>
              <p:tags r:id="rId66"/>
            </p:custDataLst>
          </p:nvPr>
        </p:nvPicPr>
        <p:blipFill>
          <a:blip r:embed="rId23"/>
          <a:stretch>
            <a:fillRect/>
          </a:stretch>
        </p:blipFill>
        <p:spPr>
          <a:xfrm rot="21600000">
            <a:off x="7837931" y="3837368"/>
            <a:ext cx="348792" cy="1187005"/>
          </a:xfrm>
          <a:prstGeom prst="rect">
            <a:avLst/>
          </a:prstGeom>
        </p:spPr>
      </p:pic>
      <p:pic>
        <p:nvPicPr>
          <p:cNvPr id="2668" name="picture 2668"/>
          <p:cNvPicPr>
            <a:picLocks noChangeAspect="1"/>
          </p:cNvPicPr>
          <p:nvPr>
            <p:custDataLst>
              <p:tags r:id="rId67"/>
            </p:custDataLst>
          </p:nvPr>
        </p:nvPicPr>
        <p:blipFill>
          <a:blip r:embed="rId44"/>
          <a:stretch>
            <a:fillRect/>
          </a:stretch>
        </p:blipFill>
        <p:spPr>
          <a:xfrm rot="21600000">
            <a:off x="8738616" y="2845371"/>
            <a:ext cx="348792" cy="1185481"/>
          </a:xfrm>
          <a:prstGeom prst="rect">
            <a:avLst/>
          </a:prstGeom>
        </p:spPr>
      </p:pic>
      <p:pic>
        <p:nvPicPr>
          <p:cNvPr id="2670" name="picture 2670"/>
          <p:cNvPicPr>
            <a:picLocks noChangeAspect="1"/>
          </p:cNvPicPr>
          <p:nvPr>
            <p:custDataLst>
              <p:tags r:id="rId68"/>
            </p:custDataLst>
          </p:nvPr>
        </p:nvPicPr>
        <p:blipFill>
          <a:blip r:embed="rId44"/>
          <a:stretch>
            <a:fillRect/>
          </a:stretch>
        </p:blipFill>
        <p:spPr>
          <a:xfrm rot="21600000">
            <a:off x="9639300" y="2845371"/>
            <a:ext cx="348792" cy="1185481"/>
          </a:xfrm>
          <a:prstGeom prst="rect">
            <a:avLst/>
          </a:prstGeom>
        </p:spPr>
      </p:pic>
      <p:graphicFrame>
        <p:nvGraphicFramePr>
          <p:cNvPr id="2672" name="table 2672"/>
          <p:cNvGraphicFramePr>
            <a:graphicFrameLocks noGrp="1"/>
          </p:cNvGraphicFramePr>
          <p:nvPr>
            <p:custDataLst>
              <p:tags r:id="rId69"/>
            </p:custDataLst>
          </p:nvPr>
        </p:nvGraphicFramePr>
        <p:xfrm>
          <a:off x="7816596" y="1824037"/>
          <a:ext cx="346075" cy="1190625"/>
        </p:xfrm>
        <a:graphic>
          <a:graphicData uri="http://schemas.openxmlformats.org/drawingml/2006/table">
            <a:tbl>
              <a:tblPr>
                <a:solidFill>
                  <a:srgbClr val="FFD966"/>
                </a:solidFill>
              </a:tblPr>
              <a:tblGrid>
                <a:gridCol w="346075"/>
              </a:tblGrid>
              <a:tr h="1181100">
                <a:tc>
                  <a:txBody>
                    <a:bodyPr/>
                    <a:lstStyle/>
                    <a:p>
                      <a:pPr algn="l" rtl="0" eaLnBrk="0">
                        <a:lnSpc>
                          <a:spcPct val="105000"/>
                        </a:lnSpc>
                      </a:pPr>
                      <a:endParaRPr lang="en-US" altLang="en-US" sz="600" dirty="0"/>
                    </a:p>
                    <a:p>
                      <a:pPr marL="72390" algn="l" rtl="0" eaLnBrk="0">
                        <a:lnSpc>
                          <a:spcPct val="91000"/>
                        </a:lnSpc>
                        <a:spcBef>
                          <a:spcPts val="0"/>
                        </a:spcBef>
                      </a:pPr>
                      <a:r>
                        <a:rPr sz="1200" kern="0" spc="180" dirty="0">
                          <a:solidFill>
                            <a:srgbClr val="000000">
                              <a:alpha val="100000"/>
                            </a:srgbClr>
                          </a:solidFill>
                          <a:cs typeface="宋体" panose="02010600030101010101" pitchFamily="2" charset="-122"/>
                        </a:rPr>
                        <a:t>业务变革设计</a:t>
                      </a:r>
                      <a:endParaRPr lang="en-US" altLang="en-US" sz="1200" dirty="0"/>
                    </a:p>
                  </a:txBody>
                  <a:tcPr marL="0" marR="0" marT="0" marB="0" vert="eaVert">
                    <a:lnL>
                      <a:noFill/>
                    </a:lnL>
                    <a:lnR w="9525" cap="flat" cmpd="sng" algn="ctr">
                      <a:solidFill>
                        <a:srgbClr val="E7E6E6"/>
                      </a:solidFill>
                      <a:prstDash val="solid"/>
                      <a:round/>
                      <a:headEnd type="none" w="med" len="med"/>
                      <a:tailEnd type="none" w="med" len="med"/>
                    </a:lnR>
                    <a:lnT w="9525" cap="flat" cmpd="sng" algn="ctr">
                      <a:solidFill>
                        <a:srgbClr val="E7E6E6"/>
                      </a:solidFill>
                      <a:prstDash val="solid"/>
                      <a:round/>
                      <a:headEnd type="none" w="med" len="med"/>
                      <a:tailEnd type="none" w="med" len="med"/>
                    </a:lnT>
                    <a:lnB w="9525" cap="flat" cmpd="sng" algn="ctr">
                      <a:solidFill>
                        <a:srgbClr val="E7E6E6"/>
                      </a:solidFill>
                      <a:prstDash val="solid"/>
                      <a:round/>
                      <a:headEnd type="none" w="med" len="med"/>
                      <a:tailEnd type="none" w="med" len="med"/>
                    </a:lnB>
                    <a:solidFill>
                      <a:srgbClr val="FFD966"/>
                    </a:solidFill>
                  </a:tcPr>
                </a:tc>
              </a:tr>
            </a:tbl>
          </a:graphicData>
        </a:graphic>
      </p:graphicFrame>
      <p:graphicFrame>
        <p:nvGraphicFramePr>
          <p:cNvPr id="2674" name="table 2674"/>
          <p:cNvGraphicFramePr>
            <a:graphicFrameLocks noGrp="1"/>
          </p:cNvGraphicFramePr>
          <p:nvPr>
            <p:custDataLst>
              <p:tags r:id="rId70"/>
            </p:custDataLst>
          </p:nvPr>
        </p:nvGraphicFramePr>
        <p:xfrm>
          <a:off x="7816596" y="3811333"/>
          <a:ext cx="346075" cy="1188720"/>
        </p:xfrm>
        <a:graphic>
          <a:graphicData uri="http://schemas.openxmlformats.org/drawingml/2006/table">
            <a:tbl>
              <a:tblPr>
                <a:solidFill>
                  <a:srgbClr val="FFD966"/>
                </a:solidFill>
              </a:tblPr>
              <a:tblGrid>
                <a:gridCol w="346075"/>
              </a:tblGrid>
              <a:tr h="1179195">
                <a:tc>
                  <a:txBody>
                    <a:bodyPr/>
                    <a:lstStyle/>
                    <a:p>
                      <a:pPr algn="l" rtl="0" eaLnBrk="0">
                        <a:lnSpc>
                          <a:spcPct val="106000"/>
                        </a:lnSpc>
                      </a:pPr>
                      <a:endParaRPr lang="en-US" altLang="en-US" sz="600" dirty="0"/>
                    </a:p>
                    <a:p>
                      <a:pPr marL="72390" algn="l" rtl="0" eaLnBrk="0">
                        <a:lnSpc>
                          <a:spcPct val="90000"/>
                        </a:lnSpc>
                        <a:spcBef>
                          <a:spcPts val="5"/>
                        </a:spcBef>
                      </a:pPr>
                      <a:r>
                        <a:rPr sz="1200" kern="0" spc="180" dirty="0">
                          <a:solidFill>
                            <a:srgbClr val="000000">
                              <a:alpha val="100000"/>
                            </a:srgbClr>
                          </a:solidFill>
                          <a:cs typeface="宋体" panose="02010600030101010101" pitchFamily="2" charset="-122"/>
                        </a:rPr>
                        <a:t>系统部署设计</a:t>
                      </a:r>
                      <a:endParaRPr lang="en-US" altLang="en-US" sz="1200" dirty="0"/>
                    </a:p>
                  </a:txBody>
                  <a:tcPr marL="0" marR="0" marT="0" marB="0" vert="eaVert">
                    <a:lnL>
                      <a:noFill/>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D966"/>
                    </a:solidFill>
                  </a:tcPr>
                </a:tc>
              </a:tr>
            </a:tbl>
          </a:graphicData>
        </a:graphic>
      </p:graphicFrame>
      <p:sp>
        <p:nvSpPr>
          <p:cNvPr id="2676" name="textbox 2676"/>
          <p:cNvSpPr/>
          <p:nvPr>
            <p:custDataLst>
              <p:tags r:id="rId71"/>
            </p:custDataLst>
          </p:nvPr>
        </p:nvSpPr>
        <p:spPr>
          <a:xfrm>
            <a:off x="1479803" y="1828800"/>
            <a:ext cx="342900" cy="1181100"/>
          </a:xfrm>
          <a:prstGeom prst="rect">
            <a:avLst/>
          </a:prstGeom>
          <a:solidFill>
            <a:schemeClr val="accent1"/>
          </a:solidFill>
        </p:spPr>
        <p:txBody>
          <a:bodyPr vert="eaVert" wrap="square" lIns="0" tIns="0" rIns="0" bIns="0">
            <a:normAutofit/>
          </a:bodyPr>
          <a:lstStyle/>
          <a:p>
            <a:pPr algn="l" rtl="0" eaLnBrk="0">
              <a:lnSpc>
                <a:spcPct val="101000"/>
              </a:lnSpc>
            </a:pPr>
            <a:endParaRPr lang="en-US" altLang="en-US" sz="600" dirty="0">
              <a:solidFill>
                <a:schemeClr val="tx1"/>
              </a:solidFill>
            </a:endParaRPr>
          </a:p>
          <a:p>
            <a:pPr marL="67310" algn="l" rtl="0" eaLnBrk="0">
              <a:lnSpc>
                <a:spcPct val="91000"/>
              </a:lnSpc>
              <a:spcBef>
                <a:spcPts val="5"/>
              </a:spcBef>
            </a:pPr>
            <a:r>
              <a:rPr sz="1200" kern="0" spc="180" dirty="0">
                <a:solidFill>
                  <a:schemeClr val="tx1"/>
                </a:solidFill>
                <a:cs typeface="宋体" panose="02010600030101010101" pitchFamily="2" charset="-122"/>
              </a:rPr>
              <a:t>行业趋势分析</a:t>
            </a:r>
            <a:endParaRPr lang="en-US" altLang="en-US" sz="1200" kern="0" spc="180" dirty="0">
              <a:solidFill>
                <a:schemeClr val="tx1"/>
              </a:solidFill>
              <a:cs typeface="宋体" panose="02010600030101010101" pitchFamily="2" charset="-122"/>
            </a:endParaRPr>
          </a:p>
        </p:txBody>
      </p:sp>
      <p:sp>
        <p:nvSpPr>
          <p:cNvPr id="2678" name="textbox 2678"/>
          <p:cNvSpPr/>
          <p:nvPr>
            <p:custDataLst>
              <p:tags r:id="rId72"/>
            </p:custDataLst>
          </p:nvPr>
        </p:nvSpPr>
        <p:spPr>
          <a:xfrm>
            <a:off x="1479803" y="3816095"/>
            <a:ext cx="342900" cy="1179830"/>
          </a:xfrm>
          <a:prstGeom prst="rect">
            <a:avLst/>
          </a:prstGeom>
          <a:solidFill>
            <a:schemeClr val="accent1"/>
          </a:solidFill>
        </p:spPr>
        <p:txBody>
          <a:bodyPr vert="eaVert" wrap="square" lIns="0" tIns="0" rIns="0" bIns="0">
            <a:normAutofit/>
          </a:bodyPr>
          <a:lstStyle/>
          <a:p>
            <a:pPr algn="l" rtl="0" eaLnBrk="0">
              <a:lnSpc>
                <a:spcPct val="101000"/>
              </a:lnSpc>
            </a:pPr>
            <a:endParaRPr lang="en-US" altLang="en-US" sz="600" dirty="0">
              <a:solidFill>
                <a:schemeClr val="tx1"/>
              </a:solidFill>
            </a:endParaRPr>
          </a:p>
          <a:p>
            <a:pPr marL="67310" algn="l" rtl="0" eaLnBrk="0">
              <a:lnSpc>
                <a:spcPct val="91000"/>
              </a:lnSpc>
              <a:spcBef>
                <a:spcPts val="5"/>
              </a:spcBef>
            </a:pPr>
            <a:r>
              <a:rPr sz="1200" kern="0" spc="180" dirty="0">
                <a:solidFill>
                  <a:schemeClr val="tx1"/>
                </a:solidFill>
                <a:cs typeface="宋体" panose="02010600030101010101" pitchFamily="2" charset="-122"/>
              </a:rPr>
              <a:t>技术趋势分析</a:t>
            </a:r>
            <a:endParaRPr lang="en-US" altLang="en-US" sz="1200" kern="0" spc="180" dirty="0">
              <a:solidFill>
                <a:schemeClr val="tx1"/>
              </a:solidFill>
              <a:cs typeface="宋体" panose="02010600030101010101" pitchFamily="2" charset="-122"/>
            </a:endParaRPr>
          </a:p>
        </p:txBody>
      </p:sp>
      <p:sp>
        <p:nvSpPr>
          <p:cNvPr id="2680" name="rect"/>
          <p:cNvSpPr/>
          <p:nvPr/>
        </p:nvSpPr>
        <p:spPr>
          <a:xfrm>
            <a:off x="9166859" y="2823971"/>
            <a:ext cx="342900" cy="1178052"/>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2682" name="textbox 2682"/>
          <p:cNvSpPr/>
          <p:nvPr>
            <p:custDataLst>
              <p:tags r:id="rId73"/>
            </p:custDataLst>
          </p:nvPr>
        </p:nvSpPr>
        <p:spPr>
          <a:xfrm>
            <a:off x="2892551" y="1828800"/>
            <a:ext cx="341629" cy="1181100"/>
          </a:xfrm>
          <a:prstGeom prst="rect">
            <a:avLst/>
          </a:prstGeom>
          <a:solidFill>
            <a:schemeClr val="accent1"/>
          </a:solidFill>
        </p:spPr>
        <p:txBody>
          <a:bodyPr vert="eaVert" wrap="square" lIns="0" tIns="0" rIns="0" bIns="0">
            <a:normAutofit/>
          </a:bodyPr>
          <a:lstStyle/>
          <a:p>
            <a:pPr algn="l" rtl="0" eaLnBrk="0">
              <a:lnSpc>
                <a:spcPct val="101000"/>
              </a:lnSpc>
            </a:pPr>
            <a:endParaRPr lang="en-US" altLang="en-US" sz="600" dirty="0">
              <a:solidFill>
                <a:schemeClr val="tx1"/>
              </a:solidFill>
            </a:endParaRPr>
          </a:p>
          <a:p>
            <a:pPr marL="250190" algn="l" rtl="0" eaLnBrk="0">
              <a:lnSpc>
                <a:spcPct val="90000"/>
              </a:lnSpc>
              <a:spcBef>
                <a:spcPts val="5"/>
              </a:spcBef>
            </a:pPr>
            <a:r>
              <a:rPr sz="1200" kern="0" spc="160" dirty="0">
                <a:solidFill>
                  <a:schemeClr val="tx1"/>
                </a:solidFill>
                <a:cs typeface="宋体" panose="02010600030101010101" pitchFamily="2" charset="-122"/>
              </a:rPr>
              <a:t>投资分析</a:t>
            </a:r>
            <a:endParaRPr lang="en-US" altLang="en-US" sz="1200" kern="0" spc="160" dirty="0">
              <a:solidFill>
                <a:schemeClr val="tx1"/>
              </a:solidFill>
              <a:cs typeface="宋体" panose="02010600030101010101" pitchFamily="2" charset="-122"/>
            </a:endParaRPr>
          </a:p>
        </p:txBody>
      </p:sp>
      <p:sp>
        <p:nvSpPr>
          <p:cNvPr id="2684" name="textbox 2684"/>
          <p:cNvSpPr/>
          <p:nvPr>
            <p:custDataLst>
              <p:tags r:id="rId74"/>
            </p:custDataLst>
          </p:nvPr>
        </p:nvSpPr>
        <p:spPr>
          <a:xfrm>
            <a:off x="2421636" y="3816095"/>
            <a:ext cx="341629" cy="1179830"/>
          </a:xfrm>
          <a:prstGeom prst="rect">
            <a:avLst/>
          </a:prstGeom>
          <a:solidFill>
            <a:schemeClr val="accent1"/>
          </a:solidFill>
        </p:spPr>
        <p:txBody>
          <a:bodyPr vert="eaVert" wrap="square" lIns="0" tIns="0" rIns="0" bIns="0">
            <a:normAutofit/>
          </a:bodyPr>
          <a:lstStyle/>
          <a:p>
            <a:pPr algn="l" rtl="0" eaLnBrk="0">
              <a:lnSpc>
                <a:spcPct val="101000"/>
              </a:lnSpc>
            </a:pPr>
            <a:endParaRPr lang="en-US" altLang="en-US" sz="600" dirty="0">
              <a:solidFill>
                <a:schemeClr val="tx1"/>
              </a:solidFill>
            </a:endParaRPr>
          </a:p>
          <a:p>
            <a:pPr marL="67310" algn="l" rtl="0" eaLnBrk="0">
              <a:lnSpc>
                <a:spcPct val="91000"/>
              </a:lnSpc>
              <a:spcBef>
                <a:spcPts val="5"/>
              </a:spcBef>
            </a:pPr>
            <a:r>
              <a:rPr sz="1200" kern="0" spc="180" dirty="0">
                <a:solidFill>
                  <a:schemeClr val="tx1"/>
                </a:solidFill>
                <a:cs typeface="宋体" panose="02010600030101010101" pitchFamily="2" charset="-122"/>
              </a:rPr>
              <a:t>业务需求分析</a:t>
            </a:r>
            <a:endParaRPr lang="en-US" altLang="en-US" sz="1200" kern="0" spc="180" dirty="0">
              <a:solidFill>
                <a:schemeClr val="tx1"/>
              </a:solidFill>
              <a:cs typeface="宋体" panose="02010600030101010101" pitchFamily="2" charset="-122"/>
            </a:endParaRPr>
          </a:p>
        </p:txBody>
      </p:sp>
      <p:sp>
        <p:nvSpPr>
          <p:cNvPr id="2686" name="textbox 2686"/>
          <p:cNvSpPr/>
          <p:nvPr>
            <p:custDataLst>
              <p:tags r:id="rId75"/>
            </p:custDataLst>
          </p:nvPr>
        </p:nvSpPr>
        <p:spPr>
          <a:xfrm>
            <a:off x="2892551" y="3816095"/>
            <a:ext cx="341629" cy="1179830"/>
          </a:xfrm>
          <a:prstGeom prst="rect">
            <a:avLst/>
          </a:prstGeom>
          <a:solidFill>
            <a:schemeClr val="accent1"/>
          </a:solidFill>
        </p:spPr>
        <p:txBody>
          <a:bodyPr vert="eaVert" wrap="square" lIns="0" tIns="0" rIns="0" bIns="0">
            <a:normAutofit/>
          </a:bodyPr>
          <a:lstStyle/>
          <a:p>
            <a:pPr algn="l" rtl="0" eaLnBrk="0">
              <a:lnSpc>
                <a:spcPct val="101000"/>
              </a:lnSpc>
            </a:pPr>
            <a:endParaRPr lang="en-US" altLang="en-US" sz="600" dirty="0">
              <a:solidFill>
                <a:schemeClr val="tx1"/>
              </a:solidFill>
            </a:endParaRPr>
          </a:p>
          <a:p>
            <a:pPr marL="67310" algn="l" rtl="0" eaLnBrk="0">
              <a:lnSpc>
                <a:spcPct val="91000"/>
              </a:lnSpc>
              <a:spcBef>
                <a:spcPts val="0"/>
              </a:spcBef>
            </a:pPr>
            <a:r>
              <a:rPr sz="1200" kern="0" spc="180" dirty="0">
                <a:solidFill>
                  <a:schemeClr val="tx1"/>
                </a:solidFill>
                <a:cs typeface="宋体" panose="02010600030101010101" pitchFamily="2" charset="-122"/>
              </a:rPr>
              <a:t>解决方案设计</a:t>
            </a:r>
            <a:endParaRPr lang="en-US" altLang="en-US" sz="1200" kern="0" spc="180" dirty="0">
              <a:solidFill>
                <a:schemeClr val="tx1"/>
              </a:solidFill>
              <a:cs typeface="宋体" panose="02010600030101010101" pitchFamily="2" charset="-122"/>
            </a:endParaRPr>
          </a:p>
        </p:txBody>
      </p:sp>
      <p:sp>
        <p:nvSpPr>
          <p:cNvPr id="2688" name="rect"/>
          <p:cNvSpPr/>
          <p:nvPr/>
        </p:nvSpPr>
        <p:spPr>
          <a:xfrm>
            <a:off x="8717280" y="2823971"/>
            <a:ext cx="341376" cy="1178052"/>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2690" name="rect"/>
          <p:cNvSpPr/>
          <p:nvPr/>
        </p:nvSpPr>
        <p:spPr>
          <a:xfrm>
            <a:off x="9617964" y="2823971"/>
            <a:ext cx="341376" cy="1178052"/>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2692" name="textbox 2692"/>
          <p:cNvSpPr/>
          <p:nvPr>
            <p:custDataLst>
              <p:tags r:id="rId76"/>
            </p:custDataLst>
          </p:nvPr>
        </p:nvSpPr>
        <p:spPr>
          <a:xfrm>
            <a:off x="8657494" y="1165669"/>
            <a:ext cx="526415" cy="316865"/>
          </a:xfrm>
          <a:prstGeom prst="rect">
            <a:avLst/>
          </a:prstGeom>
        </p:spPr>
        <p:txBody>
          <a:bodyPr vert="horz" wrap="square" lIns="0" tIns="0" rIns="0" bIns="0"/>
          <a:lstStyle/>
          <a:p>
            <a:pPr algn="l" rtl="0" eaLnBrk="0">
              <a:lnSpc>
                <a:spcPct val="93000"/>
              </a:lnSpc>
            </a:pPr>
            <a:endParaRPr lang="en-US" altLang="en-US" sz="100" dirty="0">
              <a:solidFill>
                <a:schemeClr val="dk1"/>
              </a:solidFill>
            </a:endParaRPr>
          </a:p>
          <a:p>
            <a:pPr marL="12700" algn="l" rtl="0" eaLnBrk="0">
              <a:lnSpc>
                <a:spcPct val="95000"/>
              </a:lnSpc>
            </a:pPr>
            <a:r>
              <a:rPr sz="2000" kern="0" spc="-20" dirty="0">
                <a:ln w="7280" cap="flat" cmpd="sng">
                  <a:solidFill>
                    <a:srgbClr val="000000">
                      <a:alpha val="100000"/>
                    </a:srgbClr>
                  </a:solidFill>
                  <a:prstDash val="solid"/>
                  <a:miter lim="10"/>
                </a:ln>
                <a:solidFill>
                  <a:schemeClr val="dk1"/>
                </a:solidFill>
                <a:cs typeface="宋体" panose="02010600030101010101" pitchFamily="2" charset="-122"/>
              </a:rPr>
              <a:t>推行</a:t>
            </a:r>
            <a:endParaRPr lang="en-US" altLang="en-US" sz="2000" kern="0" spc="-20" dirty="0">
              <a:ln w="7280" cap="flat" cmpd="sng">
                <a:solidFill>
                  <a:srgbClr val="000000">
                    <a:alpha val="100000"/>
                  </a:srgbClr>
                </a:solidFill>
                <a:prstDash val="solid"/>
                <a:miter lim="10"/>
              </a:ln>
              <a:solidFill>
                <a:schemeClr val="dk1"/>
              </a:solidFill>
              <a:cs typeface="宋体" panose="02010600030101010101" pitchFamily="2" charset="-122"/>
            </a:endParaRPr>
          </a:p>
        </p:txBody>
      </p:sp>
      <p:sp>
        <p:nvSpPr>
          <p:cNvPr id="2694" name="textbox 2694"/>
          <p:cNvSpPr/>
          <p:nvPr>
            <p:custDataLst>
              <p:tags r:id="rId77"/>
            </p:custDataLst>
          </p:nvPr>
        </p:nvSpPr>
        <p:spPr>
          <a:xfrm>
            <a:off x="6515134" y="1165669"/>
            <a:ext cx="525780" cy="316865"/>
          </a:xfrm>
          <a:prstGeom prst="rect">
            <a:avLst/>
          </a:prstGeom>
        </p:spPr>
        <p:txBody>
          <a:bodyPr vert="horz" wrap="square" lIns="0" tIns="0" rIns="0" bIns="0"/>
          <a:lstStyle/>
          <a:p>
            <a:pPr algn="l" rtl="0" eaLnBrk="0">
              <a:lnSpc>
                <a:spcPct val="93000"/>
              </a:lnSpc>
            </a:pPr>
            <a:endParaRPr lang="en-US" altLang="en-US" sz="100" dirty="0">
              <a:solidFill>
                <a:schemeClr val="dk1"/>
              </a:solidFill>
            </a:endParaRPr>
          </a:p>
          <a:p>
            <a:pPr marL="12700" algn="l" rtl="0" eaLnBrk="0">
              <a:lnSpc>
                <a:spcPct val="95000"/>
              </a:lnSpc>
            </a:pPr>
            <a:r>
              <a:rPr sz="2000" kern="0" spc="-30" dirty="0">
                <a:ln w="7280" cap="flat" cmpd="sng">
                  <a:solidFill>
                    <a:srgbClr val="000000">
                      <a:alpha val="100000"/>
                    </a:srgbClr>
                  </a:solidFill>
                  <a:prstDash val="solid"/>
                  <a:miter lim="10"/>
                </a:ln>
                <a:solidFill>
                  <a:schemeClr val="dk1"/>
                </a:solidFill>
                <a:cs typeface="宋体" panose="02010600030101010101" pitchFamily="2" charset="-122"/>
              </a:rPr>
              <a:t>开发</a:t>
            </a:r>
            <a:endParaRPr lang="en-US" altLang="en-US" sz="2000" kern="0" spc="-30" dirty="0">
              <a:ln w="7280" cap="flat" cmpd="sng">
                <a:solidFill>
                  <a:srgbClr val="000000">
                    <a:alpha val="100000"/>
                  </a:srgbClr>
                </a:solidFill>
                <a:prstDash val="solid"/>
                <a:miter lim="10"/>
              </a:ln>
              <a:solidFill>
                <a:schemeClr val="dk1"/>
              </a:solidFill>
              <a:cs typeface="宋体" panose="02010600030101010101" pitchFamily="2" charset="-122"/>
            </a:endParaRPr>
          </a:p>
        </p:txBody>
      </p:sp>
      <p:sp>
        <p:nvSpPr>
          <p:cNvPr id="2696" name="textbox 2696"/>
          <p:cNvSpPr/>
          <p:nvPr>
            <p:custDataLst>
              <p:tags r:id="rId78"/>
            </p:custDataLst>
          </p:nvPr>
        </p:nvSpPr>
        <p:spPr>
          <a:xfrm>
            <a:off x="2210469" y="1165669"/>
            <a:ext cx="525780" cy="318770"/>
          </a:xfrm>
          <a:prstGeom prst="rect">
            <a:avLst/>
          </a:prstGeom>
        </p:spPr>
        <p:txBody>
          <a:bodyPr vert="horz" wrap="square" lIns="0" tIns="0" rIns="0" bIns="0"/>
          <a:lstStyle/>
          <a:p>
            <a:pPr algn="l" rtl="0" eaLnBrk="0">
              <a:lnSpc>
                <a:spcPct val="86000"/>
              </a:lnSpc>
            </a:pPr>
            <a:endParaRPr lang="en-US" altLang="en-US" sz="100" dirty="0">
              <a:solidFill>
                <a:schemeClr val="dk1"/>
              </a:solidFill>
            </a:endParaRPr>
          </a:p>
          <a:p>
            <a:pPr marL="12700" algn="l" rtl="0" eaLnBrk="0">
              <a:lnSpc>
                <a:spcPct val="96000"/>
              </a:lnSpc>
            </a:pPr>
            <a:r>
              <a:rPr sz="2000" kern="0" spc="-30" dirty="0">
                <a:ln w="7280" cap="flat" cmpd="sng">
                  <a:solidFill>
                    <a:srgbClr val="000000">
                      <a:alpha val="100000"/>
                    </a:srgbClr>
                  </a:solidFill>
                  <a:prstDash val="solid"/>
                  <a:miter lim="10"/>
                </a:ln>
                <a:solidFill>
                  <a:schemeClr val="dk1"/>
                </a:solidFill>
                <a:cs typeface="宋体" panose="02010600030101010101" pitchFamily="2" charset="-122"/>
              </a:rPr>
              <a:t>规划</a:t>
            </a:r>
            <a:endParaRPr lang="en-US" altLang="en-US" sz="2000" kern="0" spc="-30" dirty="0">
              <a:ln w="7280" cap="flat" cmpd="sng">
                <a:solidFill>
                  <a:srgbClr val="000000">
                    <a:alpha val="100000"/>
                  </a:srgbClr>
                </a:solidFill>
                <a:prstDash val="solid"/>
                <a:miter lim="10"/>
              </a:ln>
              <a:solidFill>
                <a:schemeClr val="dk1"/>
              </a:solidFill>
              <a:cs typeface="宋体" panose="02010600030101010101" pitchFamily="2" charset="-122"/>
            </a:endParaRPr>
          </a:p>
        </p:txBody>
      </p:sp>
      <p:sp>
        <p:nvSpPr>
          <p:cNvPr id="2698" name="textbox 2698"/>
          <p:cNvSpPr/>
          <p:nvPr>
            <p:custDataLst>
              <p:tags r:id="rId79"/>
            </p:custDataLst>
          </p:nvPr>
        </p:nvSpPr>
        <p:spPr>
          <a:xfrm>
            <a:off x="4376464" y="1165669"/>
            <a:ext cx="522605" cy="317500"/>
          </a:xfrm>
          <a:prstGeom prst="rect">
            <a:avLst/>
          </a:prstGeom>
        </p:spPr>
        <p:txBody>
          <a:bodyPr vert="horz" wrap="square" lIns="0" tIns="0" rIns="0" bIns="0"/>
          <a:lstStyle/>
          <a:p>
            <a:pPr algn="l" rtl="0" eaLnBrk="0">
              <a:lnSpc>
                <a:spcPct val="79000"/>
              </a:lnSpc>
            </a:pPr>
            <a:endParaRPr lang="en-US" altLang="en-US" sz="100" dirty="0">
              <a:solidFill>
                <a:schemeClr val="dk1"/>
              </a:solidFill>
            </a:endParaRPr>
          </a:p>
          <a:p>
            <a:pPr marL="12700" algn="l" rtl="0" eaLnBrk="0">
              <a:lnSpc>
                <a:spcPct val="96000"/>
              </a:lnSpc>
            </a:pPr>
            <a:r>
              <a:rPr sz="2000" kern="0" spc="-30" dirty="0">
                <a:ln w="7280" cap="flat" cmpd="sng">
                  <a:solidFill>
                    <a:srgbClr val="000000">
                      <a:alpha val="100000"/>
                    </a:srgbClr>
                  </a:solidFill>
                  <a:prstDash val="solid"/>
                  <a:miter lim="10"/>
                </a:ln>
                <a:solidFill>
                  <a:schemeClr val="dk1"/>
                </a:solidFill>
                <a:cs typeface="宋体" panose="02010600030101010101" pitchFamily="2" charset="-122"/>
              </a:rPr>
              <a:t>设计</a:t>
            </a:r>
            <a:endParaRPr lang="en-US" altLang="en-US" sz="2000" kern="0" spc="-30" dirty="0">
              <a:ln w="7280" cap="flat" cmpd="sng">
                <a:solidFill>
                  <a:srgbClr val="000000">
                    <a:alpha val="100000"/>
                  </a:srgbClr>
                </a:solidFill>
                <a:prstDash val="solid"/>
                <a:miter lim="10"/>
              </a:ln>
              <a:solidFill>
                <a:schemeClr val="dk1"/>
              </a:solidFill>
              <a:cs typeface="宋体" panose="02010600030101010101" pitchFamily="2" charset="-122"/>
            </a:endParaRPr>
          </a:p>
        </p:txBody>
      </p:sp>
      <p:sp>
        <p:nvSpPr>
          <p:cNvPr id="2700" name="rect"/>
          <p:cNvSpPr/>
          <p:nvPr/>
        </p:nvSpPr>
        <p:spPr>
          <a:xfrm>
            <a:off x="8717280" y="2819209"/>
            <a:ext cx="341376" cy="9525"/>
          </a:xfrm>
          <a:prstGeom prst="rect">
            <a:avLst/>
          </a:prstGeom>
          <a:solidFill>
            <a:schemeClr val="accent6">
              <a:alpha val="100000"/>
            </a:schemeClr>
          </a:solidFill>
          <a:ln cap="flat">
            <a:noFill/>
            <a:prstDash val="solid"/>
            <a:miter lim="0"/>
          </a:ln>
        </p:spPr>
        <p:txBody>
          <a:bodyPr rtlCol="0"/>
          <a:lstStyle/>
          <a:p>
            <a:pPr algn="ctr"/>
            <a:endParaRPr lang="zh-CN" altLang="en-US"/>
          </a:p>
        </p:txBody>
      </p:sp>
      <p:pic>
        <p:nvPicPr>
          <p:cNvPr id="2702" name="picture 2702"/>
          <p:cNvPicPr>
            <a:picLocks noChangeAspect="1"/>
          </p:cNvPicPr>
          <p:nvPr>
            <p:custDataLst>
              <p:tags r:id="rId80"/>
            </p:custDataLst>
          </p:nvPr>
        </p:nvPicPr>
        <p:blipFill>
          <a:blip r:embed="rId81"/>
          <a:stretch>
            <a:fillRect/>
          </a:stretch>
        </p:blipFill>
        <p:spPr>
          <a:xfrm rot="21600000">
            <a:off x="8619744" y="2412238"/>
            <a:ext cx="306323" cy="411098"/>
          </a:xfrm>
          <a:prstGeom prst="rect">
            <a:avLst/>
          </a:prstGeom>
        </p:spPr>
      </p:pic>
      <p:sp>
        <p:nvSpPr>
          <p:cNvPr id="2704" name="path"/>
          <p:cNvSpPr/>
          <p:nvPr/>
        </p:nvSpPr>
        <p:spPr>
          <a:xfrm>
            <a:off x="8717280" y="3997261"/>
            <a:ext cx="1242059" cy="9525"/>
          </a:xfrm>
          <a:custGeom>
            <a:avLst/>
            <a:gdLst/>
            <a:ahLst/>
            <a:cxnLst/>
            <a:rect l="0" t="0" r="0" b="0"/>
            <a:pathLst>
              <a:path w="1955" h="15">
                <a:moveTo>
                  <a:pt x="0" y="7"/>
                </a:moveTo>
                <a:lnTo>
                  <a:pt x="537" y="7"/>
                </a:lnTo>
                <a:moveTo>
                  <a:pt x="707" y="7"/>
                </a:moveTo>
                <a:lnTo>
                  <a:pt x="1247" y="7"/>
                </a:lnTo>
                <a:moveTo>
                  <a:pt x="1418" y="7"/>
                </a:moveTo>
                <a:lnTo>
                  <a:pt x="1955" y="7"/>
                </a:lnTo>
              </a:path>
            </a:pathLst>
          </a:custGeom>
          <a:noFill/>
          <a:ln w="9525" cap="flat">
            <a:solidFill>
              <a:srgbClr val="E7E6E6">
                <a:alpha val="100000"/>
              </a:srgbClr>
            </a:solidFill>
            <a:prstDash val="solid"/>
            <a:miter lim="1000000"/>
          </a:ln>
        </p:spPr>
        <p:txBody>
          <a:bodyPr rtlCol="0"/>
          <a:lstStyle/>
          <a:p>
            <a:pPr algn="ctr"/>
            <a:endParaRPr lang="zh-CN" altLang="en-US"/>
          </a:p>
        </p:txBody>
      </p:sp>
      <p:pic>
        <p:nvPicPr>
          <p:cNvPr id="2706" name="picture 2706"/>
          <p:cNvPicPr>
            <a:picLocks noChangeAspect="1"/>
          </p:cNvPicPr>
          <p:nvPr>
            <p:custDataLst>
              <p:tags r:id="rId82"/>
            </p:custDataLst>
          </p:nvPr>
        </p:nvPicPr>
        <p:blipFill>
          <a:blip r:embed="rId83"/>
          <a:stretch>
            <a:fillRect/>
          </a:stretch>
        </p:blipFill>
        <p:spPr>
          <a:xfrm rot="21600000">
            <a:off x="8619744" y="4002023"/>
            <a:ext cx="306323" cy="409575"/>
          </a:xfrm>
          <a:prstGeom prst="rect">
            <a:avLst/>
          </a:prstGeom>
        </p:spPr>
      </p:pic>
      <p:pic>
        <p:nvPicPr>
          <p:cNvPr id="2708" name="picture 2708"/>
          <p:cNvPicPr>
            <a:picLocks noChangeAspect="1"/>
          </p:cNvPicPr>
          <p:nvPr>
            <p:custDataLst>
              <p:tags r:id="rId84"/>
            </p:custDataLst>
          </p:nvPr>
        </p:nvPicPr>
        <p:blipFill>
          <a:blip r:embed="rId85"/>
          <a:stretch>
            <a:fillRect/>
          </a:stretch>
        </p:blipFill>
        <p:spPr>
          <a:xfrm rot="21600000">
            <a:off x="1822704" y="4002023"/>
            <a:ext cx="279400" cy="411226"/>
          </a:xfrm>
          <a:prstGeom prst="rect">
            <a:avLst/>
          </a:prstGeom>
        </p:spPr>
      </p:pic>
      <p:pic>
        <p:nvPicPr>
          <p:cNvPr id="2710" name="picture 2710"/>
          <p:cNvPicPr>
            <a:picLocks noChangeAspect="1"/>
          </p:cNvPicPr>
          <p:nvPr>
            <p:custDataLst>
              <p:tags r:id="rId86"/>
            </p:custDataLst>
          </p:nvPr>
        </p:nvPicPr>
        <p:blipFill>
          <a:blip r:embed="rId87"/>
          <a:stretch>
            <a:fillRect/>
          </a:stretch>
        </p:blipFill>
        <p:spPr>
          <a:xfrm rot="21600000">
            <a:off x="1822704" y="2412238"/>
            <a:ext cx="279400" cy="411098"/>
          </a:xfrm>
          <a:prstGeom prst="rect">
            <a:avLst/>
          </a:prstGeom>
        </p:spPr>
      </p:pic>
      <p:pic>
        <p:nvPicPr>
          <p:cNvPr id="2712" name="picture 2712"/>
          <p:cNvPicPr>
            <a:picLocks noChangeAspect="1"/>
          </p:cNvPicPr>
          <p:nvPr>
            <p:custDataLst>
              <p:tags r:id="rId88"/>
            </p:custDataLst>
          </p:nvPr>
        </p:nvPicPr>
        <p:blipFill>
          <a:blip r:embed="rId89"/>
          <a:stretch>
            <a:fillRect/>
          </a:stretch>
        </p:blipFill>
        <p:spPr>
          <a:xfrm rot="21600000">
            <a:off x="7950707" y="3009900"/>
            <a:ext cx="76200" cy="806450"/>
          </a:xfrm>
          <a:prstGeom prst="rect">
            <a:avLst/>
          </a:prstGeom>
        </p:spPr>
      </p:pic>
      <p:pic>
        <p:nvPicPr>
          <p:cNvPr id="2714" name="picture 2714"/>
          <p:cNvPicPr>
            <a:picLocks noChangeAspect="1"/>
          </p:cNvPicPr>
          <p:nvPr>
            <p:custDataLst>
              <p:tags r:id="rId90"/>
            </p:custDataLst>
          </p:nvPr>
        </p:nvPicPr>
        <p:blipFill>
          <a:blip r:embed="rId91"/>
          <a:stretch>
            <a:fillRect/>
          </a:stretch>
        </p:blipFill>
        <p:spPr>
          <a:xfrm rot="21600000">
            <a:off x="2554224" y="3009900"/>
            <a:ext cx="76200" cy="806450"/>
          </a:xfrm>
          <a:prstGeom prst="rect">
            <a:avLst/>
          </a:prstGeom>
        </p:spPr>
      </p:pic>
      <p:grpSp>
        <p:nvGrpSpPr>
          <p:cNvPr id="222" name="group 222"/>
          <p:cNvGrpSpPr/>
          <p:nvPr/>
        </p:nvGrpSpPr>
        <p:grpSpPr>
          <a:xfrm rot="21600000">
            <a:off x="5587365" y="3056001"/>
            <a:ext cx="247650" cy="246125"/>
            <a:chOff x="0" y="0"/>
            <a:chExt cx="247650" cy="246125"/>
          </a:xfrm>
        </p:grpSpPr>
        <p:sp>
          <p:nvSpPr>
            <p:cNvPr id="2716" name="path"/>
            <p:cNvSpPr/>
            <p:nvPr/>
          </p:nvSpPr>
          <p:spPr>
            <a:xfrm>
              <a:off x="9525" y="9525"/>
              <a:ext cx="228600" cy="227075"/>
            </a:xfrm>
            <a:custGeom>
              <a:avLst/>
              <a:gdLst/>
              <a:ahLst/>
              <a:cxnLst/>
              <a:rect l="0" t="0" r="0" b="0"/>
              <a:pathLst>
                <a:path w="360" h="357">
                  <a:moveTo>
                    <a:pt x="180" y="178"/>
                  </a:moveTo>
                  <a:cubicBezTo>
                    <a:pt x="180" y="0"/>
                    <a:pt x="180" y="0"/>
                    <a:pt x="180" y="0"/>
                  </a:cubicBezTo>
                  <a:cubicBezTo>
                    <a:pt x="80" y="0"/>
                    <a:pt x="0" y="81"/>
                    <a:pt x="0" y="178"/>
                  </a:cubicBezTo>
                  <a:cubicBezTo>
                    <a:pt x="0" y="277"/>
                    <a:pt x="80" y="357"/>
                    <a:pt x="180" y="357"/>
                  </a:cubicBezTo>
                  <a:cubicBezTo>
                    <a:pt x="279" y="357"/>
                    <a:pt x="360" y="277"/>
                    <a:pt x="360" y="178"/>
                  </a:cubicBezTo>
                  <a:lnTo>
                    <a:pt x="18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18" name="path"/>
            <p:cNvSpPr/>
            <p:nvPr/>
          </p:nvSpPr>
          <p:spPr>
            <a:xfrm>
              <a:off x="0" y="0"/>
              <a:ext cx="247650" cy="246125"/>
            </a:xfrm>
            <a:custGeom>
              <a:avLst/>
              <a:gdLst/>
              <a:ahLst/>
              <a:cxnLst/>
              <a:rect l="0" t="0" r="0" b="0"/>
              <a:pathLst>
                <a:path w="390" h="387">
                  <a:moveTo>
                    <a:pt x="195" y="193"/>
                  </a:moveTo>
                  <a:cubicBezTo>
                    <a:pt x="195" y="15"/>
                    <a:pt x="195" y="15"/>
                    <a:pt x="195" y="15"/>
                  </a:cubicBezTo>
                  <a:cubicBezTo>
                    <a:pt x="95" y="15"/>
                    <a:pt x="15" y="96"/>
                    <a:pt x="15" y="193"/>
                  </a:cubicBezTo>
                  <a:cubicBezTo>
                    <a:pt x="15" y="292"/>
                    <a:pt x="95" y="372"/>
                    <a:pt x="195" y="372"/>
                  </a:cubicBezTo>
                  <a:cubicBezTo>
                    <a:pt x="294" y="372"/>
                    <a:pt x="375" y="292"/>
                    <a:pt x="375" y="193"/>
                  </a:cubicBezTo>
                  <a:lnTo>
                    <a:pt x="19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20" name="path"/>
            <p:cNvSpPr/>
            <p:nvPr/>
          </p:nvSpPr>
          <p:spPr>
            <a:xfrm>
              <a:off x="123825" y="9525"/>
              <a:ext cx="114300" cy="114300"/>
            </a:xfrm>
            <a:custGeom>
              <a:avLst/>
              <a:gdLst/>
              <a:ahLst/>
              <a:cxnLst/>
              <a:rect l="0" t="0" r="0" b="0"/>
              <a:pathLst>
                <a:path w="180" h="180">
                  <a:moveTo>
                    <a:pt x="0" y="0"/>
                  </a:moveTo>
                  <a:cubicBezTo>
                    <a:pt x="0" y="180"/>
                    <a:pt x="0" y="180"/>
                    <a:pt x="0" y="180"/>
                  </a:cubicBezTo>
                  <a:cubicBezTo>
                    <a:pt x="180" y="180"/>
                    <a:pt x="180" y="180"/>
                    <a:pt x="180" y="180"/>
                  </a:cubicBezTo>
                  <a:cubicBezTo>
                    <a:pt x="180" y="81"/>
                    <a:pt x="99"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722" name="path"/>
            <p:cNvSpPr/>
            <p:nvPr/>
          </p:nvSpPr>
          <p:spPr>
            <a:xfrm>
              <a:off x="114300" y="0"/>
              <a:ext cx="133350" cy="133350"/>
            </a:xfrm>
            <a:custGeom>
              <a:avLst/>
              <a:gdLst/>
              <a:ahLst/>
              <a:cxnLst/>
              <a:rect l="0" t="0" r="0" b="0"/>
              <a:pathLst>
                <a:path w="210" h="210">
                  <a:moveTo>
                    <a:pt x="15" y="15"/>
                  </a:moveTo>
                  <a:cubicBezTo>
                    <a:pt x="15" y="195"/>
                    <a:pt x="15" y="195"/>
                    <a:pt x="15" y="195"/>
                  </a:cubicBezTo>
                  <a:cubicBezTo>
                    <a:pt x="195" y="195"/>
                    <a:pt x="195" y="195"/>
                    <a:pt x="195" y="195"/>
                  </a:cubicBezTo>
                  <a:cubicBezTo>
                    <a:pt x="195" y="96"/>
                    <a:pt x="114"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24" name="group 224"/>
          <p:cNvGrpSpPr/>
          <p:nvPr/>
        </p:nvGrpSpPr>
        <p:grpSpPr>
          <a:xfrm rot="21600000">
            <a:off x="7983092" y="3056001"/>
            <a:ext cx="247650" cy="246125"/>
            <a:chOff x="0" y="0"/>
            <a:chExt cx="247650" cy="246125"/>
          </a:xfrm>
        </p:grpSpPr>
        <p:sp>
          <p:nvSpPr>
            <p:cNvPr id="2724" name="path"/>
            <p:cNvSpPr/>
            <p:nvPr/>
          </p:nvSpPr>
          <p:spPr>
            <a:xfrm>
              <a:off x="9525" y="9525"/>
              <a:ext cx="228600" cy="227075"/>
            </a:xfrm>
            <a:custGeom>
              <a:avLst/>
              <a:gdLst/>
              <a:ahLst/>
              <a:cxnLst/>
              <a:rect l="0" t="0" r="0" b="0"/>
              <a:pathLst>
                <a:path w="360" h="357">
                  <a:moveTo>
                    <a:pt x="180" y="178"/>
                  </a:moveTo>
                  <a:cubicBezTo>
                    <a:pt x="180" y="0"/>
                    <a:pt x="180" y="0"/>
                    <a:pt x="180" y="0"/>
                  </a:cubicBezTo>
                  <a:cubicBezTo>
                    <a:pt x="80" y="0"/>
                    <a:pt x="0" y="81"/>
                    <a:pt x="0" y="178"/>
                  </a:cubicBezTo>
                  <a:cubicBezTo>
                    <a:pt x="0" y="277"/>
                    <a:pt x="80" y="357"/>
                    <a:pt x="180" y="357"/>
                  </a:cubicBezTo>
                  <a:cubicBezTo>
                    <a:pt x="279" y="357"/>
                    <a:pt x="360" y="277"/>
                    <a:pt x="360" y="178"/>
                  </a:cubicBezTo>
                  <a:lnTo>
                    <a:pt x="18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26" name="path"/>
            <p:cNvSpPr/>
            <p:nvPr/>
          </p:nvSpPr>
          <p:spPr>
            <a:xfrm>
              <a:off x="0" y="0"/>
              <a:ext cx="247650" cy="246125"/>
            </a:xfrm>
            <a:custGeom>
              <a:avLst/>
              <a:gdLst/>
              <a:ahLst/>
              <a:cxnLst/>
              <a:rect l="0" t="0" r="0" b="0"/>
              <a:pathLst>
                <a:path w="390" h="387">
                  <a:moveTo>
                    <a:pt x="195" y="193"/>
                  </a:moveTo>
                  <a:cubicBezTo>
                    <a:pt x="195" y="15"/>
                    <a:pt x="195" y="15"/>
                    <a:pt x="195" y="15"/>
                  </a:cubicBezTo>
                  <a:cubicBezTo>
                    <a:pt x="95" y="15"/>
                    <a:pt x="15" y="96"/>
                    <a:pt x="15" y="193"/>
                  </a:cubicBezTo>
                  <a:cubicBezTo>
                    <a:pt x="15" y="292"/>
                    <a:pt x="95" y="372"/>
                    <a:pt x="195" y="372"/>
                  </a:cubicBezTo>
                  <a:cubicBezTo>
                    <a:pt x="294" y="372"/>
                    <a:pt x="375" y="292"/>
                    <a:pt x="375" y="193"/>
                  </a:cubicBezTo>
                  <a:lnTo>
                    <a:pt x="19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28" name="path"/>
            <p:cNvSpPr/>
            <p:nvPr/>
          </p:nvSpPr>
          <p:spPr>
            <a:xfrm>
              <a:off x="123825" y="9525"/>
              <a:ext cx="114300" cy="114300"/>
            </a:xfrm>
            <a:custGeom>
              <a:avLst/>
              <a:gdLst/>
              <a:ahLst/>
              <a:cxnLst/>
              <a:rect l="0" t="0" r="0" b="0"/>
              <a:pathLst>
                <a:path w="180" h="180">
                  <a:moveTo>
                    <a:pt x="0" y="0"/>
                  </a:moveTo>
                  <a:cubicBezTo>
                    <a:pt x="0" y="180"/>
                    <a:pt x="0" y="180"/>
                    <a:pt x="0" y="180"/>
                  </a:cubicBezTo>
                  <a:cubicBezTo>
                    <a:pt x="180" y="180"/>
                    <a:pt x="180" y="180"/>
                    <a:pt x="180" y="180"/>
                  </a:cubicBezTo>
                  <a:cubicBezTo>
                    <a:pt x="180" y="81"/>
                    <a:pt x="99"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730" name="path"/>
            <p:cNvSpPr/>
            <p:nvPr/>
          </p:nvSpPr>
          <p:spPr>
            <a:xfrm>
              <a:off x="114300" y="0"/>
              <a:ext cx="133350" cy="133350"/>
            </a:xfrm>
            <a:custGeom>
              <a:avLst/>
              <a:gdLst/>
              <a:ahLst/>
              <a:cxnLst/>
              <a:rect l="0" t="0" r="0" b="0"/>
              <a:pathLst>
                <a:path w="210" h="210">
                  <a:moveTo>
                    <a:pt x="15" y="15"/>
                  </a:moveTo>
                  <a:cubicBezTo>
                    <a:pt x="15" y="195"/>
                    <a:pt x="15" y="195"/>
                    <a:pt x="15" y="195"/>
                  </a:cubicBezTo>
                  <a:cubicBezTo>
                    <a:pt x="195" y="195"/>
                    <a:pt x="195" y="195"/>
                    <a:pt x="195" y="195"/>
                  </a:cubicBezTo>
                  <a:cubicBezTo>
                    <a:pt x="195" y="96"/>
                    <a:pt x="114"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sp>
        <p:nvSpPr>
          <p:cNvPr id="2732" name="rect"/>
          <p:cNvSpPr/>
          <p:nvPr/>
        </p:nvSpPr>
        <p:spPr>
          <a:xfrm>
            <a:off x="10026205" y="3518915"/>
            <a:ext cx="9525" cy="1645920"/>
          </a:xfrm>
          <a:prstGeom prst="rect">
            <a:avLst/>
          </a:prstGeom>
          <a:solidFill>
            <a:srgbClr val="FFFFFF">
              <a:alpha val="100000"/>
            </a:srgbClr>
          </a:solidFill>
          <a:ln cap="flat">
            <a:noFill/>
            <a:prstDash val="solid"/>
            <a:miter lim="0"/>
          </a:ln>
        </p:spPr>
        <p:txBody>
          <a:bodyPr rtlCol="0"/>
          <a:lstStyle/>
          <a:p>
            <a:pPr algn="ctr"/>
            <a:endParaRPr lang="zh-CN" altLang="en-US"/>
          </a:p>
        </p:txBody>
      </p:sp>
      <p:grpSp>
        <p:nvGrpSpPr>
          <p:cNvPr id="226" name="group 226"/>
          <p:cNvGrpSpPr/>
          <p:nvPr/>
        </p:nvGrpSpPr>
        <p:grpSpPr>
          <a:xfrm rot="21600000">
            <a:off x="9808844" y="4055745"/>
            <a:ext cx="246126" cy="246125"/>
            <a:chOff x="0" y="0"/>
            <a:chExt cx="246126" cy="246125"/>
          </a:xfrm>
        </p:grpSpPr>
        <p:sp>
          <p:nvSpPr>
            <p:cNvPr id="2734" name="path"/>
            <p:cNvSpPr/>
            <p:nvPr/>
          </p:nvSpPr>
          <p:spPr>
            <a:xfrm>
              <a:off x="9525" y="9525"/>
              <a:ext cx="227076" cy="227075"/>
            </a:xfrm>
            <a:custGeom>
              <a:avLst/>
              <a:gdLst/>
              <a:ahLst/>
              <a:cxnLst/>
              <a:rect l="0" t="0" r="0" b="0"/>
              <a:pathLst>
                <a:path w="357" h="357">
                  <a:moveTo>
                    <a:pt x="178" y="178"/>
                  </a:moveTo>
                  <a:cubicBezTo>
                    <a:pt x="178" y="0"/>
                    <a:pt x="178" y="0"/>
                    <a:pt x="178" y="0"/>
                  </a:cubicBezTo>
                  <a:cubicBezTo>
                    <a:pt x="79" y="0"/>
                    <a:pt x="0" y="81"/>
                    <a:pt x="0" y="178"/>
                  </a:cubicBezTo>
                  <a:cubicBezTo>
                    <a:pt x="0" y="277"/>
                    <a:pt x="79" y="357"/>
                    <a:pt x="178" y="357"/>
                  </a:cubicBezTo>
                  <a:cubicBezTo>
                    <a:pt x="278" y="357"/>
                    <a:pt x="357" y="277"/>
                    <a:pt x="357" y="178"/>
                  </a:cubicBezTo>
                  <a:lnTo>
                    <a:pt x="178"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36" name="path"/>
            <p:cNvSpPr/>
            <p:nvPr/>
          </p:nvSpPr>
          <p:spPr>
            <a:xfrm>
              <a:off x="0" y="0"/>
              <a:ext cx="246126" cy="246125"/>
            </a:xfrm>
            <a:custGeom>
              <a:avLst/>
              <a:gdLst/>
              <a:ahLst/>
              <a:cxnLst/>
              <a:rect l="0" t="0" r="0" b="0"/>
              <a:pathLst>
                <a:path w="387" h="387">
                  <a:moveTo>
                    <a:pt x="193" y="193"/>
                  </a:moveTo>
                  <a:cubicBezTo>
                    <a:pt x="193" y="15"/>
                    <a:pt x="193" y="15"/>
                    <a:pt x="193" y="15"/>
                  </a:cubicBezTo>
                  <a:cubicBezTo>
                    <a:pt x="94" y="15"/>
                    <a:pt x="15" y="96"/>
                    <a:pt x="15" y="193"/>
                  </a:cubicBezTo>
                  <a:cubicBezTo>
                    <a:pt x="15" y="292"/>
                    <a:pt x="94" y="372"/>
                    <a:pt x="193" y="372"/>
                  </a:cubicBezTo>
                  <a:cubicBezTo>
                    <a:pt x="293" y="372"/>
                    <a:pt x="372" y="292"/>
                    <a:pt x="372" y="193"/>
                  </a:cubicBezTo>
                  <a:lnTo>
                    <a:pt x="193"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38" name="path"/>
            <p:cNvSpPr/>
            <p:nvPr/>
          </p:nvSpPr>
          <p:spPr>
            <a:xfrm>
              <a:off x="122301" y="9525"/>
              <a:ext cx="114300" cy="114300"/>
            </a:xfrm>
            <a:custGeom>
              <a:avLst/>
              <a:gdLst/>
              <a:ahLst/>
              <a:cxnLst/>
              <a:rect l="0" t="0" r="0" b="0"/>
              <a:pathLst>
                <a:path w="180" h="180">
                  <a:moveTo>
                    <a:pt x="0" y="0"/>
                  </a:moveTo>
                  <a:cubicBezTo>
                    <a:pt x="0" y="180"/>
                    <a:pt x="0" y="180"/>
                    <a:pt x="0" y="180"/>
                  </a:cubicBezTo>
                  <a:cubicBezTo>
                    <a:pt x="180" y="180"/>
                    <a:pt x="180" y="180"/>
                    <a:pt x="180" y="180"/>
                  </a:cubicBezTo>
                  <a:cubicBezTo>
                    <a:pt x="180" y="81"/>
                    <a:pt x="99"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740" name="path"/>
            <p:cNvSpPr/>
            <p:nvPr/>
          </p:nvSpPr>
          <p:spPr>
            <a:xfrm>
              <a:off x="112776" y="0"/>
              <a:ext cx="133350" cy="133350"/>
            </a:xfrm>
            <a:custGeom>
              <a:avLst/>
              <a:gdLst/>
              <a:ahLst/>
              <a:cxnLst/>
              <a:rect l="0" t="0" r="0" b="0"/>
              <a:pathLst>
                <a:path w="210" h="210">
                  <a:moveTo>
                    <a:pt x="15" y="15"/>
                  </a:moveTo>
                  <a:cubicBezTo>
                    <a:pt x="15" y="195"/>
                    <a:pt x="15" y="195"/>
                    <a:pt x="15" y="195"/>
                  </a:cubicBezTo>
                  <a:cubicBezTo>
                    <a:pt x="195" y="195"/>
                    <a:pt x="195" y="195"/>
                    <a:pt x="195" y="195"/>
                  </a:cubicBezTo>
                  <a:cubicBezTo>
                    <a:pt x="195" y="96"/>
                    <a:pt x="114"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28" name="group 228"/>
          <p:cNvGrpSpPr/>
          <p:nvPr/>
        </p:nvGrpSpPr>
        <p:grpSpPr>
          <a:xfrm rot="21600000">
            <a:off x="9377552" y="4055745"/>
            <a:ext cx="246126" cy="246125"/>
            <a:chOff x="0" y="0"/>
            <a:chExt cx="246126" cy="246125"/>
          </a:xfrm>
        </p:grpSpPr>
        <p:sp>
          <p:nvSpPr>
            <p:cNvPr id="2742" name="path"/>
            <p:cNvSpPr/>
            <p:nvPr/>
          </p:nvSpPr>
          <p:spPr>
            <a:xfrm>
              <a:off x="9525" y="9525"/>
              <a:ext cx="227076" cy="227075"/>
            </a:xfrm>
            <a:custGeom>
              <a:avLst/>
              <a:gdLst/>
              <a:ahLst/>
              <a:cxnLst/>
              <a:rect l="0" t="0" r="0" b="0"/>
              <a:pathLst>
                <a:path w="357" h="357">
                  <a:moveTo>
                    <a:pt x="178" y="178"/>
                  </a:moveTo>
                  <a:cubicBezTo>
                    <a:pt x="178" y="0"/>
                    <a:pt x="178" y="0"/>
                    <a:pt x="178" y="0"/>
                  </a:cubicBezTo>
                  <a:cubicBezTo>
                    <a:pt x="79" y="0"/>
                    <a:pt x="0" y="81"/>
                    <a:pt x="0" y="178"/>
                  </a:cubicBezTo>
                  <a:cubicBezTo>
                    <a:pt x="0" y="277"/>
                    <a:pt x="79" y="357"/>
                    <a:pt x="178" y="357"/>
                  </a:cubicBezTo>
                  <a:cubicBezTo>
                    <a:pt x="278" y="357"/>
                    <a:pt x="357" y="277"/>
                    <a:pt x="357" y="178"/>
                  </a:cubicBezTo>
                  <a:lnTo>
                    <a:pt x="178"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44" name="path"/>
            <p:cNvSpPr/>
            <p:nvPr/>
          </p:nvSpPr>
          <p:spPr>
            <a:xfrm>
              <a:off x="0" y="0"/>
              <a:ext cx="246126" cy="246125"/>
            </a:xfrm>
            <a:custGeom>
              <a:avLst/>
              <a:gdLst/>
              <a:ahLst/>
              <a:cxnLst/>
              <a:rect l="0" t="0" r="0" b="0"/>
              <a:pathLst>
                <a:path w="387" h="387">
                  <a:moveTo>
                    <a:pt x="193" y="193"/>
                  </a:moveTo>
                  <a:cubicBezTo>
                    <a:pt x="193" y="15"/>
                    <a:pt x="193" y="15"/>
                    <a:pt x="193" y="15"/>
                  </a:cubicBezTo>
                  <a:cubicBezTo>
                    <a:pt x="94" y="15"/>
                    <a:pt x="15" y="96"/>
                    <a:pt x="15" y="193"/>
                  </a:cubicBezTo>
                  <a:cubicBezTo>
                    <a:pt x="15" y="292"/>
                    <a:pt x="94" y="372"/>
                    <a:pt x="193" y="372"/>
                  </a:cubicBezTo>
                  <a:cubicBezTo>
                    <a:pt x="293" y="372"/>
                    <a:pt x="372" y="292"/>
                    <a:pt x="372" y="193"/>
                  </a:cubicBezTo>
                  <a:lnTo>
                    <a:pt x="193"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46" name="path"/>
            <p:cNvSpPr/>
            <p:nvPr/>
          </p:nvSpPr>
          <p:spPr>
            <a:xfrm>
              <a:off x="123825" y="9525"/>
              <a:ext cx="112776" cy="114300"/>
            </a:xfrm>
            <a:custGeom>
              <a:avLst/>
              <a:gdLst/>
              <a:ahLst/>
              <a:cxnLst/>
              <a:rect l="0" t="0" r="0" b="0"/>
              <a:pathLst>
                <a:path w="177" h="180">
                  <a:moveTo>
                    <a:pt x="0" y="0"/>
                  </a:moveTo>
                  <a:cubicBezTo>
                    <a:pt x="0" y="180"/>
                    <a:pt x="0" y="180"/>
                    <a:pt x="0" y="180"/>
                  </a:cubicBezTo>
                  <a:cubicBezTo>
                    <a:pt x="177" y="180"/>
                    <a:pt x="177" y="180"/>
                    <a:pt x="177" y="180"/>
                  </a:cubicBezTo>
                  <a:cubicBezTo>
                    <a:pt x="177" y="81"/>
                    <a:pt x="98"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748" name="path"/>
            <p:cNvSpPr/>
            <p:nvPr/>
          </p:nvSpPr>
          <p:spPr>
            <a:xfrm>
              <a:off x="114300" y="0"/>
              <a:ext cx="131826" cy="133350"/>
            </a:xfrm>
            <a:custGeom>
              <a:avLst/>
              <a:gdLst/>
              <a:ahLst/>
              <a:cxnLst/>
              <a:rect l="0" t="0" r="0" b="0"/>
              <a:pathLst>
                <a:path w="207" h="210">
                  <a:moveTo>
                    <a:pt x="15" y="15"/>
                  </a:moveTo>
                  <a:cubicBezTo>
                    <a:pt x="15" y="195"/>
                    <a:pt x="15" y="195"/>
                    <a:pt x="15" y="195"/>
                  </a:cubicBezTo>
                  <a:cubicBezTo>
                    <a:pt x="192" y="195"/>
                    <a:pt x="192" y="195"/>
                    <a:pt x="192" y="195"/>
                  </a:cubicBezTo>
                  <a:cubicBezTo>
                    <a:pt x="192" y="96"/>
                    <a:pt x="113"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30" name="group 230"/>
          <p:cNvGrpSpPr/>
          <p:nvPr/>
        </p:nvGrpSpPr>
        <p:grpSpPr>
          <a:xfrm rot="21600000">
            <a:off x="3938396" y="5044820"/>
            <a:ext cx="246126" cy="246126"/>
            <a:chOff x="0" y="0"/>
            <a:chExt cx="246126" cy="246126"/>
          </a:xfrm>
        </p:grpSpPr>
        <p:sp>
          <p:nvSpPr>
            <p:cNvPr id="2750" name="path"/>
            <p:cNvSpPr/>
            <p:nvPr/>
          </p:nvSpPr>
          <p:spPr>
            <a:xfrm>
              <a:off x="123825" y="9525"/>
              <a:ext cx="112776" cy="227076"/>
            </a:xfrm>
            <a:custGeom>
              <a:avLst/>
              <a:gdLst/>
              <a:ahLst/>
              <a:cxnLst/>
              <a:rect l="0" t="0" r="0" b="0"/>
              <a:pathLst>
                <a:path w="177" h="357">
                  <a:moveTo>
                    <a:pt x="0" y="178"/>
                  </a:moveTo>
                  <a:cubicBezTo>
                    <a:pt x="0" y="357"/>
                    <a:pt x="0" y="357"/>
                    <a:pt x="0" y="357"/>
                  </a:cubicBezTo>
                  <a:cubicBezTo>
                    <a:pt x="98" y="357"/>
                    <a:pt x="177" y="276"/>
                    <a:pt x="177" y="178"/>
                  </a:cubicBezTo>
                  <a:cubicBezTo>
                    <a:pt x="177" y="79"/>
                    <a:pt x="98"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52" name="path"/>
            <p:cNvSpPr/>
            <p:nvPr/>
          </p:nvSpPr>
          <p:spPr>
            <a:xfrm>
              <a:off x="114300" y="0"/>
              <a:ext cx="131826" cy="246126"/>
            </a:xfrm>
            <a:custGeom>
              <a:avLst/>
              <a:gdLst/>
              <a:ahLst/>
              <a:cxnLst/>
              <a:rect l="0" t="0" r="0" b="0"/>
              <a:pathLst>
                <a:path w="207" h="387">
                  <a:moveTo>
                    <a:pt x="15" y="193"/>
                  </a:moveTo>
                  <a:cubicBezTo>
                    <a:pt x="15" y="372"/>
                    <a:pt x="15" y="372"/>
                    <a:pt x="15" y="372"/>
                  </a:cubicBezTo>
                  <a:cubicBezTo>
                    <a:pt x="113" y="372"/>
                    <a:pt x="192" y="291"/>
                    <a:pt x="192" y="193"/>
                  </a:cubicBezTo>
                  <a:cubicBezTo>
                    <a:pt x="192" y="94"/>
                    <a:pt x="113"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54" name="path"/>
            <p:cNvSpPr/>
            <p:nvPr/>
          </p:nvSpPr>
          <p:spPr>
            <a:xfrm>
              <a:off x="9525" y="9525"/>
              <a:ext cx="114300" cy="227076"/>
            </a:xfrm>
            <a:custGeom>
              <a:avLst/>
              <a:gdLst/>
              <a:ahLst/>
              <a:cxnLst/>
              <a:rect l="0" t="0" r="0" b="0"/>
              <a:pathLst>
                <a:path w="180" h="357">
                  <a:moveTo>
                    <a:pt x="0" y="178"/>
                  </a:moveTo>
                  <a:cubicBezTo>
                    <a:pt x="0" y="276"/>
                    <a:pt x="80" y="357"/>
                    <a:pt x="180" y="357"/>
                  </a:cubicBezTo>
                  <a:cubicBezTo>
                    <a:pt x="180" y="178"/>
                    <a:pt x="180" y="178"/>
                    <a:pt x="180" y="178"/>
                  </a:cubicBezTo>
                  <a:cubicBezTo>
                    <a:pt x="180" y="0"/>
                    <a:pt x="180" y="0"/>
                    <a:pt x="180" y="0"/>
                  </a:cubicBezTo>
                  <a:cubicBezTo>
                    <a:pt x="80"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756" name="path"/>
            <p:cNvSpPr/>
            <p:nvPr/>
          </p:nvSpPr>
          <p:spPr>
            <a:xfrm>
              <a:off x="0" y="0"/>
              <a:ext cx="133350" cy="246126"/>
            </a:xfrm>
            <a:custGeom>
              <a:avLst/>
              <a:gdLst/>
              <a:ahLst/>
              <a:cxnLst/>
              <a:rect l="0" t="0" r="0" b="0"/>
              <a:pathLst>
                <a:path w="210" h="387">
                  <a:moveTo>
                    <a:pt x="15" y="193"/>
                  </a:moveTo>
                  <a:cubicBezTo>
                    <a:pt x="15" y="291"/>
                    <a:pt x="95" y="372"/>
                    <a:pt x="195" y="372"/>
                  </a:cubicBezTo>
                  <a:cubicBezTo>
                    <a:pt x="195" y="193"/>
                    <a:pt x="195" y="193"/>
                    <a:pt x="195" y="193"/>
                  </a:cubicBezTo>
                  <a:cubicBezTo>
                    <a:pt x="195" y="15"/>
                    <a:pt x="195" y="15"/>
                    <a:pt x="195" y="15"/>
                  </a:cubicBezTo>
                  <a:cubicBezTo>
                    <a:pt x="95"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32" name="group 232"/>
          <p:cNvGrpSpPr/>
          <p:nvPr/>
        </p:nvGrpSpPr>
        <p:grpSpPr>
          <a:xfrm rot="21600000">
            <a:off x="2914269" y="5037201"/>
            <a:ext cx="246126" cy="246126"/>
            <a:chOff x="0" y="0"/>
            <a:chExt cx="246126" cy="246126"/>
          </a:xfrm>
        </p:grpSpPr>
        <p:sp>
          <p:nvSpPr>
            <p:cNvPr id="2758" name="path"/>
            <p:cNvSpPr/>
            <p:nvPr/>
          </p:nvSpPr>
          <p:spPr>
            <a:xfrm>
              <a:off x="9525" y="9525"/>
              <a:ext cx="227076" cy="227076"/>
            </a:xfrm>
            <a:custGeom>
              <a:avLst/>
              <a:gdLst/>
              <a:ahLst/>
              <a:cxnLst/>
              <a:rect l="0" t="0" r="0" b="0"/>
              <a:pathLst>
                <a:path w="357" h="357">
                  <a:moveTo>
                    <a:pt x="178" y="178"/>
                  </a:moveTo>
                  <a:cubicBezTo>
                    <a:pt x="178" y="0"/>
                    <a:pt x="178" y="0"/>
                    <a:pt x="178" y="0"/>
                  </a:cubicBezTo>
                  <a:cubicBezTo>
                    <a:pt x="79" y="0"/>
                    <a:pt x="0" y="81"/>
                    <a:pt x="0" y="178"/>
                  </a:cubicBezTo>
                  <a:cubicBezTo>
                    <a:pt x="0" y="278"/>
                    <a:pt x="79" y="357"/>
                    <a:pt x="178" y="357"/>
                  </a:cubicBezTo>
                  <a:cubicBezTo>
                    <a:pt x="278" y="357"/>
                    <a:pt x="357" y="278"/>
                    <a:pt x="357" y="178"/>
                  </a:cubicBezTo>
                  <a:lnTo>
                    <a:pt x="178"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60" name="path"/>
            <p:cNvSpPr/>
            <p:nvPr/>
          </p:nvSpPr>
          <p:spPr>
            <a:xfrm>
              <a:off x="0" y="0"/>
              <a:ext cx="246126" cy="246126"/>
            </a:xfrm>
            <a:custGeom>
              <a:avLst/>
              <a:gdLst/>
              <a:ahLst/>
              <a:cxnLst/>
              <a:rect l="0" t="0" r="0" b="0"/>
              <a:pathLst>
                <a:path w="387" h="387">
                  <a:moveTo>
                    <a:pt x="193" y="193"/>
                  </a:moveTo>
                  <a:cubicBezTo>
                    <a:pt x="193" y="15"/>
                    <a:pt x="193" y="15"/>
                    <a:pt x="193" y="15"/>
                  </a:cubicBezTo>
                  <a:cubicBezTo>
                    <a:pt x="94" y="15"/>
                    <a:pt x="15" y="96"/>
                    <a:pt x="15" y="193"/>
                  </a:cubicBezTo>
                  <a:cubicBezTo>
                    <a:pt x="15" y="293"/>
                    <a:pt x="94" y="372"/>
                    <a:pt x="193" y="372"/>
                  </a:cubicBezTo>
                  <a:cubicBezTo>
                    <a:pt x="293" y="372"/>
                    <a:pt x="372" y="293"/>
                    <a:pt x="372" y="193"/>
                  </a:cubicBezTo>
                  <a:lnTo>
                    <a:pt x="193"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62" name="path"/>
            <p:cNvSpPr/>
            <p:nvPr/>
          </p:nvSpPr>
          <p:spPr>
            <a:xfrm>
              <a:off x="123825" y="9525"/>
              <a:ext cx="112776" cy="112776"/>
            </a:xfrm>
            <a:custGeom>
              <a:avLst/>
              <a:gdLst/>
              <a:ahLst/>
              <a:cxnLst/>
              <a:rect l="0" t="0" r="0" b="0"/>
              <a:pathLst>
                <a:path w="177" h="177">
                  <a:moveTo>
                    <a:pt x="0" y="0"/>
                  </a:moveTo>
                  <a:cubicBezTo>
                    <a:pt x="0" y="177"/>
                    <a:pt x="0" y="177"/>
                    <a:pt x="0" y="177"/>
                  </a:cubicBezTo>
                  <a:cubicBezTo>
                    <a:pt x="177" y="177"/>
                    <a:pt x="177" y="177"/>
                    <a:pt x="177" y="177"/>
                  </a:cubicBezTo>
                  <a:cubicBezTo>
                    <a:pt x="177" y="80"/>
                    <a:pt x="98"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764" name="path"/>
            <p:cNvSpPr/>
            <p:nvPr/>
          </p:nvSpPr>
          <p:spPr>
            <a:xfrm>
              <a:off x="114300" y="0"/>
              <a:ext cx="131826" cy="131826"/>
            </a:xfrm>
            <a:custGeom>
              <a:avLst/>
              <a:gdLst/>
              <a:ahLst/>
              <a:cxnLst/>
              <a:rect l="0" t="0" r="0" b="0"/>
              <a:pathLst>
                <a:path w="207" h="207">
                  <a:moveTo>
                    <a:pt x="15" y="15"/>
                  </a:moveTo>
                  <a:cubicBezTo>
                    <a:pt x="15" y="192"/>
                    <a:pt x="15" y="192"/>
                    <a:pt x="15" y="192"/>
                  </a:cubicBezTo>
                  <a:cubicBezTo>
                    <a:pt x="192" y="192"/>
                    <a:pt x="192" y="192"/>
                    <a:pt x="192" y="192"/>
                  </a:cubicBezTo>
                  <a:cubicBezTo>
                    <a:pt x="192" y="95"/>
                    <a:pt x="113"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34" name="group 234"/>
          <p:cNvGrpSpPr/>
          <p:nvPr/>
        </p:nvGrpSpPr>
        <p:grpSpPr>
          <a:xfrm rot="21600000">
            <a:off x="4438269" y="5044820"/>
            <a:ext cx="246126" cy="246126"/>
            <a:chOff x="0" y="0"/>
            <a:chExt cx="246126" cy="246126"/>
          </a:xfrm>
        </p:grpSpPr>
        <p:sp>
          <p:nvSpPr>
            <p:cNvPr id="2766" name="path"/>
            <p:cNvSpPr/>
            <p:nvPr/>
          </p:nvSpPr>
          <p:spPr>
            <a:xfrm>
              <a:off x="122301" y="9525"/>
              <a:ext cx="114300" cy="227076"/>
            </a:xfrm>
            <a:custGeom>
              <a:avLst/>
              <a:gdLst/>
              <a:ahLst/>
              <a:cxnLst/>
              <a:rect l="0" t="0" r="0" b="0"/>
              <a:pathLst>
                <a:path w="180" h="357">
                  <a:moveTo>
                    <a:pt x="0" y="178"/>
                  </a:moveTo>
                  <a:cubicBezTo>
                    <a:pt x="0" y="357"/>
                    <a:pt x="0" y="357"/>
                    <a:pt x="0" y="357"/>
                  </a:cubicBezTo>
                  <a:cubicBezTo>
                    <a:pt x="99" y="357"/>
                    <a:pt x="180" y="276"/>
                    <a:pt x="180" y="178"/>
                  </a:cubicBezTo>
                  <a:cubicBezTo>
                    <a:pt x="180" y="79"/>
                    <a:pt x="99"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68" name="path"/>
            <p:cNvSpPr/>
            <p:nvPr/>
          </p:nvSpPr>
          <p:spPr>
            <a:xfrm>
              <a:off x="112776" y="0"/>
              <a:ext cx="133350" cy="246126"/>
            </a:xfrm>
            <a:custGeom>
              <a:avLst/>
              <a:gdLst/>
              <a:ahLst/>
              <a:cxnLst/>
              <a:rect l="0" t="0" r="0" b="0"/>
              <a:pathLst>
                <a:path w="210" h="387">
                  <a:moveTo>
                    <a:pt x="15" y="193"/>
                  </a:moveTo>
                  <a:cubicBezTo>
                    <a:pt x="15" y="372"/>
                    <a:pt x="15" y="372"/>
                    <a:pt x="15" y="372"/>
                  </a:cubicBezTo>
                  <a:cubicBezTo>
                    <a:pt x="114" y="372"/>
                    <a:pt x="195" y="291"/>
                    <a:pt x="195" y="193"/>
                  </a:cubicBezTo>
                  <a:cubicBezTo>
                    <a:pt x="195" y="94"/>
                    <a:pt x="114"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70" name="path"/>
            <p:cNvSpPr/>
            <p:nvPr/>
          </p:nvSpPr>
          <p:spPr>
            <a:xfrm>
              <a:off x="9525" y="9525"/>
              <a:ext cx="112776" cy="227076"/>
            </a:xfrm>
            <a:custGeom>
              <a:avLst/>
              <a:gdLst/>
              <a:ahLst/>
              <a:cxnLst/>
              <a:rect l="0" t="0" r="0" b="0"/>
              <a:pathLst>
                <a:path w="177" h="357">
                  <a:moveTo>
                    <a:pt x="0" y="178"/>
                  </a:moveTo>
                  <a:cubicBezTo>
                    <a:pt x="0" y="276"/>
                    <a:pt x="79" y="357"/>
                    <a:pt x="177" y="357"/>
                  </a:cubicBezTo>
                  <a:cubicBezTo>
                    <a:pt x="177" y="178"/>
                    <a:pt x="177" y="178"/>
                    <a:pt x="177" y="178"/>
                  </a:cubicBezTo>
                  <a:cubicBezTo>
                    <a:pt x="177" y="0"/>
                    <a:pt x="177" y="0"/>
                    <a:pt x="177" y="0"/>
                  </a:cubicBezTo>
                  <a:cubicBezTo>
                    <a:pt x="79"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772" name="path"/>
            <p:cNvSpPr/>
            <p:nvPr/>
          </p:nvSpPr>
          <p:spPr>
            <a:xfrm>
              <a:off x="0" y="0"/>
              <a:ext cx="131826" cy="246126"/>
            </a:xfrm>
            <a:custGeom>
              <a:avLst/>
              <a:gdLst/>
              <a:ahLst/>
              <a:cxnLst/>
              <a:rect l="0" t="0" r="0" b="0"/>
              <a:pathLst>
                <a:path w="207" h="387">
                  <a:moveTo>
                    <a:pt x="15" y="193"/>
                  </a:moveTo>
                  <a:cubicBezTo>
                    <a:pt x="15" y="291"/>
                    <a:pt x="94" y="372"/>
                    <a:pt x="192" y="372"/>
                  </a:cubicBezTo>
                  <a:cubicBezTo>
                    <a:pt x="192" y="193"/>
                    <a:pt x="192" y="193"/>
                    <a:pt x="192" y="193"/>
                  </a:cubicBezTo>
                  <a:cubicBezTo>
                    <a:pt x="192" y="15"/>
                    <a:pt x="192" y="15"/>
                    <a:pt x="192" y="15"/>
                  </a:cubicBezTo>
                  <a:cubicBezTo>
                    <a:pt x="94"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36" name="group 236"/>
          <p:cNvGrpSpPr/>
          <p:nvPr/>
        </p:nvGrpSpPr>
        <p:grpSpPr>
          <a:xfrm rot="21600000">
            <a:off x="8469248" y="5043296"/>
            <a:ext cx="246126" cy="246126"/>
            <a:chOff x="0" y="0"/>
            <a:chExt cx="246126" cy="246126"/>
          </a:xfrm>
        </p:grpSpPr>
        <p:sp>
          <p:nvSpPr>
            <p:cNvPr id="2774" name="path"/>
            <p:cNvSpPr/>
            <p:nvPr/>
          </p:nvSpPr>
          <p:spPr>
            <a:xfrm>
              <a:off x="123825" y="9525"/>
              <a:ext cx="112776" cy="227076"/>
            </a:xfrm>
            <a:custGeom>
              <a:avLst/>
              <a:gdLst/>
              <a:ahLst/>
              <a:cxnLst/>
              <a:rect l="0" t="0" r="0" b="0"/>
              <a:pathLst>
                <a:path w="177" h="357">
                  <a:moveTo>
                    <a:pt x="0" y="178"/>
                  </a:moveTo>
                  <a:cubicBezTo>
                    <a:pt x="0" y="357"/>
                    <a:pt x="0" y="357"/>
                    <a:pt x="0" y="357"/>
                  </a:cubicBezTo>
                  <a:cubicBezTo>
                    <a:pt x="98" y="357"/>
                    <a:pt x="177" y="276"/>
                    <a:pt x="177" y="178"/>
                  </a:cubicBezTo>
                  <a:cubicBezTo>
                    <a:pt x="177" y="79"/>
                    <a:pt x="98"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76" name="path"/>
            <p:cNvSpPr/>
            <p:nvPr/>
          </p:nvSpPr>
          <p:spPr>
            <a:xfrm>
              <a:off x="114300" y="0"/>
              <a:ext cx="131826" cy="246126"/>
            </a:xfrm>
            <a:custGeom>
              <a:avLst/>
              <a:gdLst/>
              <a:ahLst/>
              <a:cxnLst/>
              <a:rect l="0" t="0" r="0" b="0"/>
              <a:pathLst>
                <a:path w="207" h="387">
                  <a:moveTo>
                    <a:pt x="15" y="193"/>
                  </a:moveTo>
                  <a:cubicBezTo>
                    <a:pt x="15" y="372"/>
                    <a:pt x="15" y="372"/>
                    <a:pt x="15" y="372"/>
                  </a:cubicBezTo>
                  <a:cubicBezTo>
                    <a:pt x="113" y="372"/>
                    <a:pt x="192" y="291"/>
                    <a:pt x="192" y="193"/>
                  </a:cubicBezTo>
                  <a:cubicBezTo>
                    <a:pt x="192" y="94"/>
                    <a:pt x="113"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78" name="path"/>
            <p:cNvSpPr/>
            <p:nvPr/>
          </p:nvSpPr>
          <p:spPr>
            <a:xfrm>
              <a:off x="9525" y="9525"/>
              <a:ext cx="114300" cy="227076"/>
            </a:xfrm>
            <a:custGeom>
              <a:avLst/>
              <a:gdLst/>
              <a:ahLst/>
              <a:cxnLst/>
              <a:rect l="0" t="0" r="0" b="0"/>
              <a:pathLst>
                <a:path w="180" h="357">
                  <a:moveTo>
                    <a:pt x="0" y="178"/>
                  </a:moveTo>
                  <a:cubicBezTo>
                    <a:pt x="0" y="276"/>
                    <a:pt x="80" y="357"/>
                    <a:pt x="180" y="357"/>
                  </a:cubicBezTo>
                  <a:cubicBezTo>
                    <a:pt x="180" y="178"/>
                    <a:pt x="180" y="178"/>
                    <a:pt x="180" y="178"/>
                  </a:cubicBezTo>
                  <a:cubicBezTo>
                    <a:pt x="180" y="0"/>
                    <a:pt x="180" y="0"/>
                    <a:pt x="180" y="0"/>
                  </a:cubicBezTo>
                  <a:cubicBezTo>
                    <a:pt x="80"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780" name="path"/>
            <p:cNvSpPr/>
            <p:nvPr/>
          </p:nvSpPr>
          <p:spPr>
            <a:xfrm>
              <a:off x="0" y="0"/>
              <a:ext cx="133350" cy="246126"/>
            </a:xfrm>
            <a:custGeom>
              <a:avLst/>
              <a:gdLst/>
              <a:ahLst/>
              <a:cxnLst/>
              <a:rect l="0" t="0" r="0" b="0"/>
              <a:pathLst>
                <a:path w="210" h="387">
                  <a:moveTo>
                    <a:pt x="15" y="193"/>
                  </a:moveTo>
                  <a:cubicBezTo>
                    <a:pt x="15" y="291"/>
                    <a:pt x="95" y="372"/>
                    <a:pt x="195" y="372"/>
                  </a:cubicBezTo>
                  <a:cubicBezTo>
                    <a:pt x="195" y="193"/>
                    <a:pt x="195" y="193"/>
                    <a:pt x="195" y="193"/>
                  </a:cubicBezTo>
                  <a:cubicBezTo>
                    <a:pt x="195" y="15"/>
                    <a:pt x="195" y="15"/>
                    <a:pt x="195" y="15"/>
                  </a:cubicBezTo>
                  <a:cubicBezTo>
                    <a:pt x="95"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38" name="group 238"/>
          <p:cNvGrpSpPr/>
          <p:nvPr/>
        </p:nvGrpSpPr>
        <p:grpSpPr>
          <a:xfrm rot="21600000">
            <a:off x="7879460" y="5043296"/>
            <a:ext cx="246126" cy="246126"/>
            <a:chOff x="0" y="0"/>
            <a:chExt cx="246126" cy="246126"/>
          </a:xfrm>
        </p:grpSpPr>
        <p:sp>
          <p:nvSpPr>
            <p:cNvPr id="2782" name="path"/>
            <p:cNvSpPr/>
            <p:nvPr/>
          </p:nvSpPr>
          <p:spPr>
            <a:xfrm>
              <a:off x="123825" y="9525"/>
              <a:ext cx="112776" cy="227076"/>
            </a:xfrm>
            <a:custGeom>
              <a:avLst/>
              <a:gdLst/>
              <a:ahLst/>
              <a:cxnLst/>
              <a:rect l="0" t="0" r="0" b="0"/>
              <a:pathLst>
                <a:path w="177" h="357">
                  <a:moveTo>
                    <a:pt x="0" y="178"/>
                  </a:moveTo>
                  <a:cubicBezTo>
                    <a:pt x="0" y="357"/>
                    <a:pt x="0" y="357"/>
                    <a:pt x="0" y="357"/>
                  </a:cubicBezTo>
                  <a:cubicBezTo>
                    <a:pt x="98" y="357"/>
                    <a:pt x="177" y="276"/>
                    <a:pt x="177" y="178"/>
                  </a:cubicBezTo>
                  <a:cubicBezTo>
                    <a:pt x="177" y="79"/>
                    <a:pt x="98"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84" name="path"/>
            <p:cNvSpPr/>
            <p:nvPr/>
          </p:nvSpPr>
          <p:spPr>
            <a:xfrm>
              <a:off x="114300" y="0"/>
              <a:ext cx="131826" cy="246126"/>
            </a:xfrm>
            <a:custGeom>
              <a:avLst/>
              <a:gdLst/>
              <a:ahLst/>
              <a:cxnLst/>
              <a:rect l="0" t="0" r="0" b="0"/>
              <a:pathLst>
                <a:path w="207" h="387">
                  <a:moveTo>
                    <a:pt x="15" y="193"/>
                  </a:moveTo>
                  <a:cubicBezTo>
                    <a:pt x="15" y="372"/>
                    <a:pt x="15" y="372"/>
                    <a:pt x="15" y="372"/>
                  </a:cubicBezTo>
                  <a:cubicBezTo>
                    <a:pt x="113" y="372"/>
                    <a:pt x="192" y="291"/>
                    <a:pt x="192" y="193"/>
                  </a:cubicBezTo>
                  <a:cubicBezTo>
                    <a:pt x="192" y="94"/>
                    <a:pt x="113"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86" name="path"/>
            <p:cNvSpPr/>
            <p:nvPr/>
          </p:nvSpPr>
          <p:spPr>
            <a:xfrm>
              <a:off x="9525" y="9525"/>
              <a:ext cx="114300" cy="227076"/>
            </a:xfrm>
            <a:custGeom>
              <a:avLst/>
              <a:gdLst/>
              <a:ahLst/>
              <a:cxnLst/>
              <a:rect l="0" t="0" r="0" b="0"/>
              <a:pathLst>
                <a:path w="180" h="357">
                  <a:moveTo>
                    <a:pt x="0" y="178"/>
                  </a:moveTo>
                  <a:cubicBezTo>
                    <a:pt x="0" y="276"/>
                    <a:pt x="80" y="357"/>
                    <a:pt x="180" y="357"/>
                  </a:cubicBezTo>
                  <a:cubicBezTo>
                    <a:pt x="180" y="178"/>
                    <a:pt x="180" y="178"/>
                    <a:pt x="180" y="178"/>
                  </a:cubicBezTo>
                  <a:cubicBezTo>
                    <a:pt x="180" y="0"/>
                    <a:pt x="180" y="0"/>
                    <a:pt x="180" y="0"/>
                  </a:cubicBezTo>
                  <a:cubicBezTo>
                    <a:pt x="80"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788" name="path"/>
            <p:cNvSpPr/>
            <p:nvPr/>
          </p:nvSpPr>
          <p:spPr>
            <a:xfrm>
              <a:off x="0" y="0"/>
              <a:ext cx="133350" cy="246126"/>
            </a:xfrm>
            <a:custGeom>
              <a:avLst/>
              <a:gdLst/>
              <a:ahLst/>
              <a:cxnLst/>
              <a:rect l="0" t="0" r="0" b="0"/>
              <a:pathLst>
                <a:path w="210" h="387">
                  <a:moveTo>
                    <a:pt x="15" y="193"/>
                  </a:moveTo>
                  <a:cubicBezTo>
                    <a:pt x="15" y="291"/>
                    <a:pt x="95" y="372"/>
                    <a:pt x="195" y="372"/>
                  </a:cubicBezTo>
                  <a:cubicBezTo>
                    <a:pt x="195" y="193"/>
                    <a:pt x="195" y="193"/>
                    <a:pt x="195" y="193"/>
                  </a:cubicBezTo>
                  <a:cubicBezTo>
                    <a:pt x="195" y="15"/>
                    <a:pt x="195" y="15"/>
                    <a:pt x="195" y="15"/>
                  </a:cubicBezTo>
                  <a:cubicBezTo>
                    <a:pt x="95"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40" name="group 240"/>
          <p:cNvGrpSpPr/>
          <p:nvPr/>
        </p:nvGrpSpPr>
        <p:grpSpPr>
          <a:xfrm rot="21600000">
            <a:off x="4954904" y="5044820"/>
            <a:ext cx="246126" cy="246126"/>
            <a:chOff x="0" y="0"/>
            <a:chExt cx="246126" cy="246126"/>
          </a:xfrm>
        </p:grpSpPr>
        <p:sp>
          <p:nvSpPr>
            <p:cNvPr id="2790" name="path"/>
            <p:cNvSpPr/>
            <p:nvPr/>
          </p:nvSpPr>
          <p:spPr>
            <a:xfrm>
              <a:off x="123825" y="9525"/>
              <a:ext cx="112776" cy="227076"/>
            </a:xfrm>
            <a:custGeom>
              <a:avLst/>
              <a:gdLst/>
              <a:ahLst/>
              <a:cxnLst/>
              <a:rect l="0" t="0" r="0" b="0"/>
              <a:pathLst>
                <a:path w="177" h="357">
                  <a:moveTo>
                    <a:pt x="0" y="178"/>
                  </a:moveTo>
                  <a:cubicBezTo>
                    <a:pt x="0" y="357"/>
                    <a:pt x="0" y="357"/>
                    <a:pt x="0" y="357"/>
                  </a:cubicBezTo>
                  <a:cubicBezTo>
                    <a:pt x="98" y="357"/>
                    <a:pt x="177" y="276"/>
                    <a:pt x="177" y="178"/>
                  </a:cubicBezTo>
                  <a:cubicBezTo>
                    <a:pt x="177" y="79"/>
                    <a:pt x="98"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792" name="path"/>
            <p:cNvSpPr/>
            <p:nvPr/>
          </p:nvSpPr>
          <p:spPr>
            <a:xfrm>
              <a:off x="114300" y="0"/>
              <a:ext cx="131826" cy="246126"/>
            </a:xfrm>
            <a:custGeom>
              <a:avLst/>
              <a:gdLst/>
              <a:ahLst/>
              <a:cxnLst/>
              <a:rect l="0" t="0" r="0" b="0"/>
              <a:pathLst>
                <a:path w="207" h="387">
                  <a:moveTo>
                    <a:pt x="15" y="193"/>
                  </a:moveTo>
                  <a:cubicBezTo>
                    <a:pt x="15" y="372"/>
                    <a:pt x="15" y="372"/>
                    <a:pt x="15" y="372"/>
                  </a:cubicBezTo>
                  <a:cubicBezTo>
                    <a:pt x="113" y="372"/>
                    <a:pt x="192" y="291"/>
                    <a:pt x="192" y="193"/>
                  </a:cubicBezTo>
                  <a:cubicBezTo>
                    <a:pt x="192" y="94"/>
                    <a:pt x="113"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794" name="path"/>
            <p:cNvSpPr/>
            <p:nvPr/>
          </p:nvSpPr>
          <p:spPr>
            <a:xfrm>
              <a:off x="9525" y="9525"/>
              <a:ext cx="114300" cy="227076"/>
            </a:xfrm>
            <a:custGeom>
              <a:avLst/>
              <a:gdLst/>
              <a:ahLst/>
              <a:cxnLst/>
              <a:rect l="0" t="0" r="0" b="0"/>
              <a:pathLst>
                <a:path w="180" h="357">
                  <a:moveTo>
                    <a:pt x="0" y="178"/>
                  </a:moveTo>
                  <a:cubicBezTo>
                    <a:pt x="0" y="276"/>
                    <a:pt x="80" y="357"/>
                    <a:pt x="180" y="357"/>
                  </a:cubicBezTo>
                  <a:cubicBezTo>
                    <a:pt x="180" y="178"/>
                    <a:pt x="180" y="178"/>
                    <a:pt x="180" y="178"/>
                  </a:cubicBezTo>
                  <a:cubicBezTo>
                    <a:pt x="180" y="0"/>
                    <a:pt x="180" y="0"/>
                    <a:pt x="180" y="0"/>
                  </a:cubicBezTo>
                  <a:cubicBezTo>
                    <a:pt x="80"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796" name="path"/>
            <p:cNvSpPr/>
            <p:nvPr/>
          </p:nvSpPr>
          <p:spPr>
            <a:xfrm>
              <a:off x="0" y="0"/>
              <a:ext cx="133350" cy="246126"/>
            </a:xfrm>
            <a:custGeom>
              <a:avLst/>
              <a:gdLst/>
              <a:ahLst/>
              <a:cxnLst/>
              <a:rect l="0" t="0" r="0" b="0"/>
              <a:pathLst>
                <a:path w="210" h="387">
                  <a:moveTo>
                    <a:pt x="15" y="193"/>
                  </a:moveTo>
                  <a:cubicBezTo>
                    <a:pt x="15" y="291"/>
                    <a:pt x="95" y="372"/>
                    <a:pt x="195" y="372"/>
                  </a:cubicBezTo>
                  <a:cubicBezTo>
                    <a:pt x="195" y="193"/>
                    <a:pt x="195" y="193"/>
                    <a:pt x="195" y="193"/>
                  </a:cubicBezTo>
                  <a:cubicBezTo>
                    <a:pt x="195" y="15"/>
                    <a:pt x="195" y="15"/>
                    <a:pt x="195" y="15"/>
                  </a:cubicBezTo>
                  <a:cubicBezTo>
                    <a:pt x="95"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42" name="group 242"/>
          <p:cNvGrpSpPr/>
          <p:nvPr/>
        </p:nvGrpSpPr>
        <p:grpSpPr>
          <a:xfrm rot="21600000">
            <a:off x="6704456" y="5050917"/>
            <a:ext cx="246126" cy="246125"/>
            <a:chOff x="0" y="0"/>
            <a:chExt cx="246126" cy="246125"/>
          </a:xfrm>
        </p:grpSpPr>
        <p:sp>
          <p:nvSpPr>
            <p:cNvPr id="2798" name="path"/>
            <p:cNvSpPr/>
            <p:nvPr/>
          </p:nvSpPr>
          <p:spPr>
            <a:xfrm>
              <a:off x="123825" y="9525"/>
              <a:ext cx="112776" cy="227075"/>
            </a:xfrm>
            <a:custGeom>
              <a:avLst/>
              <a:gdLst/>
              <a:ahLst/>
              <a:cxnLst/>
              <a:rect l="0" t="0" r="0" b="0"/>
              <a:pathLst>
                <a:path w="177" h="357">
                  <a:moveTo>
                    <a:pt x="0" y="178"/>
                  </a:moveTo>
                  <a:cubicBezTo>
                    <a:pt x="0" y="357"/>
                    <a:pt x="0" y="357"/>
                    <a:pt x="0" y="357"/>
                  </a:cubicBezTo>
                  <a:cubicBezTo>
                    <a:pt x="98" y="357"/>
                    <a:pt x="177" y="276"/>
                    <a:pt x="177" y="178"/>
                  </a:cubicBezTo>
                  <a:cubicBezTo>
                    <a:pt x="177" y="79"/>
                    <a:pt x="98"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00" name="path"/>
            <p:cNvSpPr/>
            <p:nvPr/>
          </p:nvSpPr>
          <p:spPr>
            <a:xfrm>
              <a:off x="114300" y="0"/>
              <a:ext cx="131826" cy="246125"/>
            </a:xfrm>
            <a:custGeom>
              <a:avLst/>
              <a:gdLst/>
              <a:ahLst/>
              <a:cxnLst/>
              <a:rect l="0" t="0" r="0" b="0"/>
              <a:pathLst>
                <a:path w="207" h="387">
                  <a:moveTo>
                    <a:pt x="15" y="193"/>
                  </a:moveTo>
                  <a:cubicBezTo>
                    <a:pt x="15" y="372"/>
                    <a:pt x="15" y="372"/>
                    <a:pt x="15" y="372"/>
                  </a:cubicBezTo>
                  <a:cubicBezTo>
                    <a:pt x="113" y="372"/>
                    <a:pt x="192" y="291"/>
                    <a:pt x="192" y="193"/>
                  </a:cubicBezTo>
                  <a:cubicBezTo>
                    <a:pt x="192" y="94"/>
                    <a:pt x="113"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802" name="path"/>
            <p:cNvSpPr/>
            <p:nvPr/>
          </p:nvSpPr>
          <p:spPr>
            <a:xfrm>
              <a:off x="9525" y="9525"/>
              <a:ext cx="114300" cy="227075"/>
            </a:xfrm>
            <a:custGeom>
              <a:avLst/>
              <a:gdLst/>
              <a:ahLst/>
              <a:cxnLst/>
              <a:rect l="0" t="0" r="0" b="0"/>
              <a:pathLst>
                <a:path w="180" h="357">
                  <a:moveTo>
                    <a:pt x="0" y="178"/>
                  </a:moveTo>
                  <a:cubicBezTo>
                    <a:pt x="0" y="276"/>
                    <a:pt x="80" y="357"/>
                    <a:pt x="180" y="357"/>
                  </a:cubicBezTo>
                  <a:cubicBezTo>
                    <a:pt x="180" y="178"/>
                    <a:pt x="180" y="178"/>
                    <a:pt x="180" y="178"/>
                  </a:cubicBezTo>
                  <a:cubicBezTo>
                    <a:pt x="180" y="0"/>
                    <a:pt x="180" y="0"/>
                    <a:pt x="180" y="0"/>
                  </a:cubicBezTo>
                  <a:cubicBezTo>
                    <a:pt x="80"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804" name="path"/>
            <p:cNvSpPr/>
            <p:nvPr/>
          </p:nvSpPr>
          <p:spPr>
            <a:xfrm>
              <a:off x="0" y="0"/>
              <a:ext cx="133350" cy="246125"/>
            </a:xfrm>
            <a:custGeom>
              <a:avLst/>
              <a:gdLst/>
              <a:ahLst/>
              <a:cxnLst/>
              <a:rect l="0" t="0" r="0" b="0"/>
              <a:pathLst>
                <a:path w="210" h="387">
                  <a:moveTo>
                    <a:pt x="15" y="193"/>
                  </a:moveTo>
                  <a:cubicBezTo>
                    <a:pt x="15" y="291"/>
                    <a:pt x="95" y="372"/>
                    <a:pt x="195" y="372"/>
                  </a:cubicBezTo>
                  <a:cubicBezTo>
                    <a:pt x="195" y="193"/>
                    <a:pt x="195" y="193"/>
                    <a:pt x="195" y="193"/>
                  </a:cubicBezTo>
                  <a:cubicBezTo>
                    <a:pt x="195" y="15"/>
                    <a:pt x="195" y="15"/>
                    <a:pt x="195" y="15"/>
                  </a:cubicBezTo>
                  <a:cubicBezTo>
                    <a:pt x="95"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44" name="group 244"/>
          <p:cNvGrpSpPr/>
          <p:nvPr/>
        </p:nvGrpSpPr>
        <p:grpSpPr>
          <a:xfrm rot="21600000">
            <a:off x="2479929" y="5037201"/>
            <a:ext cx="246125" cy="246126"/>
            <a:chOff x="0" y="0"/>
            <a:chExt cx="246125" cy="246126"/>
          </a:xfrm>
        </p:grpSpPr>
        <p:sp>
          <p:nvSpPr>
            <p:cNvPr id="2806" name="path"/>
            <p:cNvSpPr/>
            <p:nvPr/>
          </p:nvSpPr>
          <p:spPr>
            <a:xfrm>
              <a:off x="9525" y="9525"/>
              <a:ext cx="227075" cy="227076"/>
            </a:xfrm>
            <a:custGeom>
              <a:avLst/>
              <a:gdLst/>
              <a:ahLst/>
              <a:cxnLst/>
              <a:rect l="0" t="0" r="0" b="0"/>
              <a:pathLst>
                <a:path w="357" h="357">
                  <a:moveTo>
                    <a:pt x="178" y="178"/>
                  </a:moveTo>
                  <a:cubicBezTo>
                    <a:pt x="178" y="0"/>
                    <a:pt x="178" y="0"/>
                    <a:pt x="178" y="0"/>
                  </a:cubicBezTo>
                  <a:cubicBezTo>
                    <a:pt x="79" y="0"/>
                    <a:pt x="0" y="81"/>
                    <a:pt x="0" y="178"/>
                  </a:cubicBezTo>
                  <a:cubicBezTo>
                    <a:pt x="0" y="278"/>
                    <a:pt x="79" y="357"/>
                    <a:pt x="178" y="357"/>
                  </a:cubicBezTo>
                  <a:cubicBezTo>
                    <a:pt x="277" y="357"/>
                    <a:pt x="357" y="278"/>
                    <a:pt x="357" y="178"/>
                  </a:cubicBezTo>
                  <a:lnTo>
                    <a:pt x="178"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08" name="path"/>
            <p:cNvSpPr/>
            <p:nvPr/>
          </p:nvSpPr>
          <p:spPr>
            <a:xfrm>
              <a:off x="0" y="0"/>
              <a:ext cx="246125" cy="246126"/>
            </a:xfrm>
            <a:custGeom>
              <a:avLst/>
              <a:gdLst/>
              <a:ahLst/>
              <a:cxnLst/>
              <a:rect l="0" t="0" r="0" b="0"/>
              <a:pathLst>
                <a:path w="387" h="387">
                  <a:moveTo>
                    <a:pt x="193" y="193"/>
                  </a:moveTo>
                  <a:cubicBezTo>
                    <a:pt x="193" y="15"/>
                    <a:pt x="193" y="15"/>
                    <a:pt x="193" y="15"/>
                  </a:cubicBezTo>
                  <a:cubicBezTo>
                    <a:pt x="94" y="15"/>
                    <a:pt x="15" y="96"/>
                    <a:pt x="15" y="193"/>
                  </a:cubicBezTo>
                  <a:cubicBezTo>
                    <a:pt x="15" y="293"/>
                    <a:pt x="94" y="372"/>
                    <a:pt x="193" y="372"/>
                  </a:cubicBezTo>
                  <a:cubicBezTo>
                    <a:pt x="292" y="372"/>
                    <a:pt x="372" y="293"/>
                    <a:pt x="372" y="193"/>
                  </a:cubicBezTo>
                  <a:lnTo>
                    <a:pt x="193"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810" name="path"/>
            <p:cNvSpPr/>
            <p:nvPr/>
          </p:nvSpPr>
          <p:spPr>
            <a:xfrm>
              <a:off x="123825" y="9525"/>
              <a:ext cx="112775" cy="112776"/>
            </a:xfrm>
            <a:custGeom>
              <a:avLst/>
              <a:gdLst/>
              <a:ahLst/>
              <a:cxnLst/>
              <a:rect l="0" t="0" r="0" b="0"/>
              <a:pathLst>
                <a:path w="177" h="177">
                  <a:moveTo>
                    <a:pt x="0" y="0"/>
                  </a:moveTo>
                  <a:cubicBezTo>
                    <a:pt x="0" y="177"/>
                    <a:pt x="0" y="177"/>
                    <a:pt x="0" y="177"/>
                  </a:cubicBezTo>
                  <a:cubicBezTo>
                    <a:pt x="177" y="177"/>
                    <a:pt x="177" y="177"/>
                    <a:pt x="177" y="177"/>
                  </a:cubicBezTo>
                  <a:cubicBezTo>
                    <a:pt x="177" y="80"/>
                    <a:pt x="98"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812" name="path"/>
            <p:cNvSpPr/>
            <p:nvPr/>
          </p:nvSpPr>
          <p:spPr>
            <a:xfrm>
              <a:off x="114300" y="0"/>
              <a:ext cx="131825" cy="131826"/>
            </a:xfrm>
            <a:custGeom>
              <a:avLst/>
              <a:gdLst/>
              <a:ahLst/>
              <a:cxnLst/>
              <a:rect l="0" t="0" r="0" b="0"/>
              <a:pathLst>
                <a:path w="207" h="207">
                  <a:moveTo>
                    <a:pt x="15" y="15"/>
                  </a:moveTo>
                  <a:cubicBezTo>
                    <a:pt x="15" y="192"/>
                    <a:pt x="15" y="192"/>
                    <a:pt x="15" y="192"/>
                  </a:cubicBezTo>
                  <a:cubicBezTo>
                    <a:pt x="192" y="192"/>
                    <a:pt x="192" y="192"/>
                    <a:pt x="192" y="192"/>
                  </a:cubicBezTo>
                  <a:cubicBezTo>
                    <a:pt x="192" y="95"/>
                    <a:pt x="113"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46" name="group 246"/>
          <p:cNvGrpSpPr/>
          <p:nvPr/>
        </p:nvGrpSpPr>
        <p:grpSpPr>
          <a:xfrm rot="21600000">
            <a:off x="8905113" y="4055745"/>
            <a:ext cx="246126" cy="246125"/>
            <a:chOff x="0" y="0"/>
            <a:chExt cx="246126" cy="246125"/>
          </a:xfrm>
        </p:grpSpPr>
        <p:sp>
          <p:nvSpPr>
            <p:cNvPr id="2814" name="path"/>
            <p:cNvSpPr/>
            <p:nvPr/>
          </p:nvSpPr>
          <p:spPr>
            <a:xfrm>
              <a:off x="123825" y="9525"/>
              <a:ext cx="112776" cy="227075"/>
            </a:xfrm>
            <a:custGeom>
              <a:avLst/>
              <a:gdLst/>
              <a:ahLst/>
              <a:cxnLst/>
              <a:rect l="0" t="0" r="0" b="0"/>
              <a:pathLst>
                <a:path w="177" h="357">
                  <a:moveTo>
                    <a:pt x="0" y="178"/>
                  </a:moveTo>
                  <a:cubicBezTo>
                    <a:pt x="0" y="357"/>
                    <a:pt x="0" y="357"/>
                    <a:pt x="0" y="357"/>
                  </a:cubicBezTo>
                  <a:cubicBezTo>
                    <a:pt x="98" y="357"/>
                    <a:pt x="177" y="276"/>
                    <a:pt x="177" y="178"/>
                  </a:cubicBezTo>
                  <a:cubicBezTo>
                    <a:pt x="177" y="79"/>
                    <a:pt x="98"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16" name="path"/>
            <p:cNvSpPr/>
            <p:nvPr/>
          </p:nvSpPr>
          <p:spPr>
            <a:xfrm>
              <a:off x="114300" y="0"/>
              <a:ext cx="131826" cy="246125"/>
            </a:xfrm>
            <a:custGeom>
              <a:avLst/>
              <a:gdLst/>
              <a:ahLst/>
              <a:cxnLst/>
              <a:rect l="0" t="0" r="0" b="0"/>
              <a:pathLst>
                <a:path w="207" h="387">
                  <a:moveTo>
                    <a:pt x="15" y="193"/>
                  </a:moveTo>
                  <a:cubicBezTo>
                    <a:pt x="15" y="372"/>
                    <a:pt x="15" y="372"/>
                    <a:pt x="15" y="372"/>
                  </a:cubicBezTo>
                  <a:cubicBezTo>
                    <a:pt x="113" y="372"/>
                    <a:pt x="192" y="291"/>
                    <a:pt x="192" y="193"/>
                  </a:cubicBezTo>
                  <a:cubicBezTo>
                    <a:pt x="192" y="94"/>
                    <a:pt x="113"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818" name="path"/>
            <p:cNvSpPr/>
            <p:nvPr/>
          </p:nvSpPr>
          <p:spPr>
            <a:xfrm>
              <a:off x="9525" y="9525"/>
              <a:ext cx="114300" cy="227075"/>
            </a:xfrm>
            <a:custGeom>
              <a:avLst/>
              <a:gdLst/>
              <a:ahLst/>
              <a:cxnLst/>
              <a:rect l="0" t="0" r="0" b="0"/>
              <a:pathLst>
                <a:path w="180" h="357">
                  <a:moveTo>
                    <a:pt x="0" y="178"/>
                  </a:moveTo>
                  <a:cubicBezTo>
                    <a:pt x="0" y="276"/>
                    <a:pt x="80" y="357"/>
                    <a:pt x="180" y="357"/>
                  </a:cubicBezTo>
                  <a:cubicBezTo>
                    <a:pt x="180" y="178"/>
                    <a:pt x="180" y="178"/>
                    <a:pt x="180" y="178"/>
                  </a:cubicBezTo>
                  <a:cubicBezTo>
                    <a:pt x="180" y="0"/>
                    <a:pt x="180" y="0"/>
                    <a:pt x="180" y="0"/>
                  </a:cubicBezTo>
                  <a:cubicBezTo>
                    <a:pt x="80"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820" name="path"/>
            <p:cNvSpPr/>
            <p:nvPr/>
          </p:nvSpPr>
          <p:spPr>
            <a:xfrm>
              <a:off x="0" y="0"/>
              <a:ext cx="133350" cy="246125"/>
            </a:xfrm>
            <a:custGeom>
              <a:avLst/>
              <a:gdLst/>
              <a:ahLst/>
              <a:cxnLst/>
              <a:rect l="0" t="0" r="0" b="0"/>
              <a:pathLst>
                <a:path w="210" h="387">
                  <a:moveTo>
                    <a:pt x="15" y="193"/>
                  </a:moveTo>
                  <a:cubicBezTo>
                    <a:pt x="15" y="291"/>
                    <a:pt x="95" y="372"/>
                    <a:pt x="195" y="372"/>
                  </a:cubicBezTo>
                  <a:cubicBezTo>
                    <a:pt x="195" y="193"/>
                    <a:pt x="195" y="193"/>
                    <a:pt x="195" y="193"/>
                  </a:cubicBezTo>
                  <a:cubicBezTo>
                    <a:pt x="195" y="15"/>
                    <a:pt x="195" y="15"/>
                    <a:pt x="195" y="15"/>
                  </a:cubicBezTo>
                  <a:cubicBezTo>
                    <a:pt x="95"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48" name="group 248"/>
          <p:cNvGrpSpPr/>
          <p:nvPr/>
        </p:nvGrpSpPr>
        <p:grpSpPr>
          <a:xfrm rot="21600000">
            <a:off x="3421760" y="5035677"/>
            <a:ext cx="246126" cy="246125"/>
            <a:chOff x="0" y="0"/>
            <a:chExt cx="246126" cy="246125"/>
          </a:xfrm>
        </p:grpSpPr>
        <p:sp>
          <p:nvSpPr>
            <p:cNvPr id="2822" name="path"/>
            <p:cNvSpPr/>
            <p:nvPr/>
          </p:nvSpPr>
          <p:spPr>
            <a:xfrm>
              <a:off x="9525" y="9525"/>
              <a:ext cx="227076" cy="227075"/>
            </a:xfrm>
            <a:custGeom>
              <a:avLst/>
              <a:gdLst/>
              <a:ahLst/>
              <a:cxnLst/>
              <a:rect l="0" t="0" r="0" b="0"/>
              <a:pathLst>
                <a:path w="357" h="357">
                  <a:moveTo>
                    <a:pt x="178" y="178"/>
                  </a:moveTo>
                  <a:cubicBezTo>
                    <a:pt x="178" y="0"/>
                    <a:pt x="178" y="0"/>
                    <a:pt x="178" y="0"/>
                  </a:cubicBezTo>
                  <a:cubicBezTo>
                    <a:pt x="79" y="0"/>
                    <a:pt x="0" y="81"/>
                    <a:pt x="0" y="178"/>
                  </a:cubicBezTo>
                  <a:cubicBezTo>
                    <a:pt x="0" y="277"/>
                    <a:pt x="79" y="357"/>
                    <a:pt x="178" y="357"/>
                  </a:cubicBezTo>
                  <a:cubicBezTo>
                    <a:pt x="277" y="357"/>
                    <a:pt x="357" y="277"/>
                    <a:pt x="357" y="178"/>
                  </a:cubicBezTo>
                  <a:lnTo>
                    <a:pt x="178"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24" name="path"/>
            <p:cNvSpPr/>
            <p:nvPr/>
          </p:nvSpPr>
          <p:spPr>
            <a:xfrm>
              <a:off x="0" y="0"/>
              <a:ext cx="246126" cy="246125"/>
            </a:xfrm>
            <a:custGeom>
              <a:avLst/>
              <a:gdLst/>
              <a:ahLst/>
              <a:cxnLst/>
              <a:rect l="0" t="0" r="0" b="0"/>
              <a:pathLst>
                <a:path w="387" h="387">
                  <a:moveTo>
                    <a:pt x="193" y="193"/>
                  </a:moveTo>
                  <a:cubicBezTo>
                    <a:pt x="193" y="15"/>
                    <a:pt x="193" y="15"/>
                    <a:pt x="193" y="15"/>
                  </a:cubicBezTo>
                  <a:cubicBezTo>
                    <a:pt x="94" y="15"/>
                    <a:pt x="15" y="96"/>
                    <a:pt x="15" y="193"/>
                  </a:cubicBezTo>
                  <a:cubicBezTo>
                    <a:pt x="15" y="292"/>
                    <a:pt x="94" y="372"/>
                    <a:pt x="193" y="372"/>
                  </a:cubicBezTo>
                  <a:cubicBezTo>
                    <a:pt x="292" y="372"/>
                    <a:pt x="372" y="292"/>
                    <a:pt x="372" y="193"/>
                  </a:cubicBezTo>
                  <a:lnTo>
                    <a:pt x="193"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826" name="path"/>
            <p:cNvSpPr/>
            <p:nvPr/>
          </p:nvSpPr>
          <p:spPr>
            <a:xfrm>
              <a:off x="122301" y="9525"/>
              <a:ext cx="114300" cy="112775"/>
            </a:xfrm>
            <a:custGeom>
              <a:avLst/>
              <a:gdLst/>
              <a:ahLst/>
              <a:cxnLst/>
              <a:rect l="0" t="0" r="0" b="0"/>
              <a:pathLst>
                <a:path w="180" h="177">
                  <a:moveTo>
                    <a:pt x="0" y="0"/>
                  </a:moveTo>
                  <a:cubicBezTo>
                    <a:pt x="0" y="177"/>
                    <a:pt x="0" y="177"/>
                    <a:pt x="0" y="177"/>
                  </a:cubicBezTo>
                  <a:cubicBezTo>
                    <a:pt x="180" y="177"/>
                    <a:pt x="180" y="177"/>
                    <a:pt x="180" y="177"/>
                  </a:cubicBezTo>
                  <a:cubicBezTo>
                    <a:pt x="180" y="80"/>
                    <a:pt x="99"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828" name="path"/>
            <p:cNvSpPr/>
            <p:nvPr/>
          </p:nvSpPr>
          <p:spPr>
            <a:xfrm>
              <a:off x="112776" y="0"/>
              <a:ext cx="133350" cy="131825"/>
            </a:xfrm>
            <a:custGeom>
              <a:avLst/>
              <a:gdLst/>
              <a:ahLst/>
              <a:cxnLst/>
              <a:rect l="0" t="0" r="0" b="0"/>
              <a:pathLst>
                <a:path w="210" h="207">
                  <a:moveTo>
                    <a:pt x="15" y="15"/>
                  </a:moveTo>
                  <a:cubicBezTo>
                    <a:pt x="15" y="192"/>
                    <a:pt x="15" y="192"/>
                    <a:pt x="15" y="192"/>
                  </a:cubicBezTo>
                  <a:cubicBezTo>
                    <a:pt x="195" y="192"/>
                    <a:pt x="195" y="192"/>
                    <a:pt x="195" y="192"/>
                  </a:cubicBezTo>
                  <a:cubicBezTo>
                    <a:pt x="195" y="95"/>
                    <a:pt x="114"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50" name="group 250"/>
          <p:cNvGrpSpPr/>
          <p:nvPr/>
        </p:nvGrpSpPr>
        <p:grpSpPr>
          <a:xfrm rot="21600000">
            <a:off x="8356472" y="3056001"/>
            <a:ext cx="246126" cy="246125"/>
            <a:chOff x="0" y="0"/>
            <a:chExt cx="246126" cy="246125"/>
          </a:xfrm>
        </p:grpSpPr>
        <p:sp>
          <p:nvSpPr>
            <p:cNvPr id="2830" name="path"/>
            <p:cNvSpPr/>
            <p:nvPr/>
          </p:nvSpPr>
          <p:spPr>
            <a:xfrm>
              <a:off x="9525" y="9525"/>
              <a:ext cx="227076" cy="227075"/>
            </a:xfrm>
            <a:custGeom>
              <a:avLst/>
              <a:gdLst/>
              <a:ahLst/>
              <a:cxnLst/>
              <a:rect l="0" t="0" r="0" b="0"/>
              <a:pathLst>
                <a:path w="357" h="357">
                  <a:moveTo>
                    <a:pt x="178" y="178"/>
                  </a:moveTo>
                  <a:cubicBezTo>
                    <a:pt x="178" y="0"/>
                    <a:pt x="178" y="0"/>
                    <a:pt x="178" y="0"/>
                  </a:cubicBezTo>
                  <a:cubicBezTo>
                    <a:pt x="79" y="0"/>
                    <a:pt x="0" y="81"/>
                    <a:pt x="0" y="178"/>
                  </a:cubicBezTo>
                  <a:cubicBezTo>
                    <a:pt x="0" y="277"/>
                    <a:pt x="79" y="357"/>
                    <a:pt x="178" y="357"/>
                  </a:cubicBezTo>
                  <a:cubicBezTo>
                    <a:pt x="277" y="357"/>
                    <a:pt x="357" y="277"/>
                    <a:pt x="357" y="178"/>
                  </a:cubicBezTo>
                  <a:lnTo>
                    <a:pt x="178"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32" name="path"/>
            <p:cNvSpPr/>
            <p:nvPr/>
          </p:nvSpPr>
          <p:spPr>
            <a:xfrm>
              <a:off x="0" y="0"/>
              <a:ext cx="246126" cy="246125"/>
            </a:xfrm>
            <a:custGeom>
              <a:avLst/>
              <a:gdLst/>
              <a:ahLst/>
              <a:cxnLst/>
              <a:rect l="0" t="0" r="0" b="0"/>
              <a:pathLst>
                <a:path w="387" h="387">
                  <a:moveTo>
                    <a:pt x="193" y="193"/>
                  </a:moveTo>
                  <a:cubicBezTo>
                    <a:pt x="193" y="15"/>
                    <a:pt x="193" y="15"/>
                    <a:pt x="193" y="15"/>
                  </a:cubicBezTo>
                  <a:cubicBezTo>
                    <a:pt x="94" y="15"/>
                    <a:pt x="15" y="96"/>
                    <a:pt x="15" y="193"/>
                  </a:cubicBezTo>
                  <a:cubicBezTo>
                    <a:pt x="15" y="292"/>
                    <a:pt x="94" y="372"/>
                    <a:pt x="193" y="372"/>
                  </a:cubicBezTo>
                  <a:cubicBezTo>
                    <a:pt x="292" y="372"/>
                    <a:pt x="372" y="292"/>
                    <a:pt x="372" y="193"/>
                  </a:cubicBezTo>
                  <a:lnTo>
                    <a:pt x="193"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834" name="path"/>
            <p:cNvSpPr/>
            <p:nvPr/>
          </p:nvSpPr>
          <p:spPr>
            <a:xfrm>
              <a:off x="122301" y="9525"/>
              <a:ext cx="114300" cy="114300"/>
            </a:xfrm>
            <a:custGeom>
              <a:avLst/>
              <a:gdLst/>
              <a:ahLst/>
              <a:cxnLst/>
              <a:rect l="0" t="0" r="0" b="0"/>
              <a:pathLst>
                <a:path w="180" h="180">
                  <a:moveTo>
                    <a:pt x="0" y="0"/>
                  </a:moveTo>
                  <a:cubicBezTo>
                    <a:pt x="0" y="180"/>
                    <a:pt x="0" y="180"/>
                    <a:pt x="0" y="180"/>
                  </a:cubicBezTo>
                  <a:cubicBezTo>
                    <a:pt x="180" y="180"/>
                    <a:pt x="180" y="180"/>
                    <a:pt x="180" y="180"/>
                  </a:cubicBezTo>
                  <a:cubicBezTo>
                    <a:pt x="180" y="81"/>
                    <a:pt x="99"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836" name="path"/>
            <p:cNvSpPr/>
            <p:nvPr/>
          </p:nvSpPr>
          <p:spPr>
            <a:xfrm>
              <a:off x="112776" y="0"/>
              <a:ext cx="133350" cy="133350"/>
            </a:xfrm>
            <a:custGeom>
              <a:avLst/>
              <a:gdLst/>
              <a:ahLst/>
              <a:cxnLst/>
              <a:rect l="0" t="0" r="0" b="0"/>
              <a:pathLst>
                <a:path w="210" h="210">
                  <a:moveTo>
                    <a:pt x="15" y="15"/>
                  </a:moveTo>
                  <a:cubicBezTo>
                    <a:pt x="15" y="195"/>
                    <a:pt x="15" y="195"/>
                    <a:pt x="15" y="195"/>
                  </a:cubicBezTo>
                  <a:cubicBezTo>
                    <a:pt x="195" y="195"/>
                    <a:pt x="195" y="195"/>
                    <a:pt x="195" y="195"/>
                  </a:cubicBezTo>
                  <a:cubicBezTo>
                    <a:pt x="195" y="96"/>
                    <a:pt x="114"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52" name="group 252"/>
          <p:cNvGrpSpPr/>
          <p:nvPr/>
        </p:nvGrpSpPr>
        <p:grpSpPr>
          <a:xfrm rot="21600000">
            <a:off x="6047613" y="5050917"/>
            <a:ext cx="246125" cy="246125"/>
            <a:chOff x="0" y="0"/>
            <a:chExt cx="246125" cy="246125"/>
          </a:xfrm>
        </p:grpSpPr>
        <p:sp>
          <p:nvSpPr>
            <p:cNvPr id="2838" name="path"/>
            <p:cNvSpPr/>
            <p:nvPr/>
          </p:nvSpPr>
          <p:spPr>
            <a:xfrm>
              <a:off x="122300" y="9525"/>
              <a:ext cx="114300" cy="227075"/>
            </a:xfrm>
            <a:custGeom>
              <a:avLst/>
              <a:gdLst/>
              <a:ahLst/>
              <a:cxnLst/>
              <a:rect l="0" t="0" r="0" b="0"/>
              <a:pathLst>
                <a:path w="180" h="357">
                  <a:moveTo>
                    <a:pt x="0" y="178"/>
                  </a:moveTo>
                  <a:cubicBezTo>
                    <a:pt x="0" y="357"/>
                    <a:pt x="0" y="357"/>
                    <a:pt x="0" y="357"/>
                  </a:cubicBezTo>
                  <a:cubicBezTo>
                    <a:pt x="99" y="357"/>
                    <a:pt x="180" y="276"/>
                    <a:pt x="180" y="178"/>
                  </a:cubicBezTo>
                  <a:cubicBezTo>
                    <a:pt x="180" y="79"/>
                    <a:pt x="99"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40" name="path"/>
            <p:cNvSpPr/>
            <p:nvPr/>
          </p:nvSpPr>
          <p:spPr>
            <a:xfrm>
              <a:off x="112775" y="0"/>
              <a:ext cx="133350" cy="246125"/>
            </a:xfrm>
            <a:custGeom>
              <a:avLst/>
              <a:gdLst/>
              <a:ahLst/>
              <a:cxnLst/>
              <a:rect l="0" t="0" r="0" b="0"/>
              <a:pathLst>
                <a:path w="210" h="387">
                  <a:moveTo>
                    <a:pt x="15" y="193"/>
                  </a:moveTo>
                  <a:cubicBezTo>
                    <a:pt x="15" y="372"/>
                    <a:pt x="15" y="372"/>
                    <a:pt x="15" y="372"/>
                  </a:cubicBezTo>
                  <a:cubicBezTo>
                    <a:pt x="114" y="372"/>
                    <a:pt x="195" y="291"/>
                    <a:pt x="195" y="193"/>
                  </a:cubicBezTo>
                  <a:cubicBezTo>
                    <a:pt x="195" y="94"/>
                    <a:pt x="114"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842" name="path"/>
            <p:cNvSpPr/>
            <p:nvPr/>
          </p:nvSpPr>
          <p:spPr>
            <a:xfrm>
              <a:off x="9525" y="9525"/>
              <a:ext cx="112775" cy="227075"/>
            </a:xfrm>
            <a:custGeom>
              <a:avLst/>
              <a:gdLst/>
              <a:ahLst/>
              <a:cxnLst/>
              <a:rect l="0" t="0" r="0" b="0"/>
              <a:pathLst>
                <a:path w="177" h="357">
                  <a:moveTo>
                    <a:pt x="0" y="178"/>
                  </a:moveTo>
                  <a:cubicBezTo>
                    <a:pt x="0" y="276"/>
                    <a:pt x="79" y="357"/>
                    <a:pt x="177" y="357"/>
                  </a:cubicBezTo>
                  <a:cubicBezTo>
                    <a:pt x="177" y="178"/>
                    <a:pt x="177" y="178"/>
                    <a:pt x="177" y="178"/>
                  </a:cubicBezTo>
                  <a:cubicBezTo>
                    <a:pt x="177" y="0"/>
                    <a:pt x="177" y="0"/>
                    <a:pt x="177" y="0"/>
                  </a:cubicBezTo>
                  <a:cubicBezTo>
                    <a:pt x="79"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844" name="path"/>
            <p:cNvSpPr/>
            <p:nvPr/>
          </p:nvSpPr>
          <p:spPr>
            <a:xfrm>
              <a:off x="0" y="0"/>
              <a:ext cx="131825" cy="246125"/>
            </a:xfrm>
            <a:custGeom>
              <a:avLst/>
              <a:gdLst/>
              <a:ahLst/>
              <a:cxnLst/>
              <a:rect l="0" t="0" r="0" b="0"/>
              <a:pathLst>
                <a:path w="207" h="387">
                  <a:moveTo>
                    <a:pt x="15" y="193"/>
                  </a:moveTo>
                  <a:cubicBezTo>
                    <a:pt x="15" y="291"/>
                    <a:pt x="94" y="372"/>
                    <a:pt x="192" y="372"/>
                  </a:cubicBezTo>
                  <a:cubicBezTo>
                    <a:pt x="192" y="193"/>
                    <a:pt x="192" y="193"/>
                    <a:pt x="192" y="193"/>
                  </a:cubicBezTo>
                  <a:cubicBezTo>
                    <a:pt x="192" y="15"/>
                    <a:pt x="192" y="15"/>
                    <a:pt x="192" y="15"/>
                  </a:cubicBezTo>
                  <a:cubicBezTo>
                    <a:pt x="94"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54" name="group 254"/>
          <p:cNvGrpSpPr/>
          <p:nvPr/>
        </p:nvGrpSpPr>
        <p:grpSpPr>
          <a:xfrm rot="21600000">
            <a:off x="5491353" y="5050917"/>
            <a:ext cx="246125" cy="246125"/>
            <a:chOff x="0" y="0"/>
            <a:chExt cx="246125" cy="246125"/>
          </a:xfrm>
        </p:grpSpPr>
        <p:sp>
          <p:nvSpPr>
            <p:cNvPr id="2846" name="path"/>
            <p:cNvSpPr/>
            <p:nvPr/>
          </p:nvSpPr>
          <p:spPr>
            <a:xfrm>
              <a:off x="123825" y="9525"/>
              <a:ext cx="112775" cy="227075"/>
            </a:xfrm>
            <a:custGeom>
              <a:avLst/>
              <a:gdLst/>
              <a:ahLst/>
              <a:cxnLst/>
              <a:rect l="0" t="0" r="0" b="0"/>
              <a:pathLst>
                <a:path w="177" h="357">
                  <a:moveTo>
                    <a:pt x="0" y="178"/>
                  </a:moveTo>
                  <a:cubicBezTo>
                    <a:pt x="0" y="357"/>
                    <a:pt x="0" y="357"/>
                    <a:pt x="0" y="357"/>
                  </a:cubicBezTo>
                  <a:cubicBezTo>
                    <a:pt x="98" y="357"/>
                    <a:pt x="177" y="276"/>
                    <a:pt x="177" y="178"/>
                  </a:cubicBezTo>
                  <a:cubicBezTo>
                    <a:pt x="177" y="79"/>
                    <a:pt x="98"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48" name="path"/>
            <p:cNvSpPr/>
            <p:nvPr/>
          </p:nvSpPr>
          <p:spPr>
            <a:xfrm>
              <a:off x="114300" y="0"/>
              <a:ext cx="131825" cy="246125"/>
            </a:xfrm>
            <a:custGeom>
              <a:avLst/>
              <a:gdLst/>
              <a:ahLst/>
              <a:cxnLst/>
              <a:rect l="0" t="0" r="0" b="0"/>
              <a:pathLst>
                <a:path w="207" h="387">
                  <a:moveTo>
                    <a:pt x="15" y="193"/>
                  </a:moveTo>
                  <a:cubicBezTo>
                    <a:pt x="15" y="372"/>
                    <a:pt x="15" y="372"/>
                    <a:pt x="15" y="372"/>
                  </a:cubicBezTo>
                  <a:cubicBezTo>
                    <a:pt x="113" y="372"/>
                    <a:pt x="192" y="291"/>
                    <a:pt x="192" y="193"/>
                  </a:cubicBezTo>
                  <a:cubicBezTo>
                    <a:pt x="192" y="94"/>
                    <a:pt x="113"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850" name="path"/>
            <p:cNvSpPr/>
            <p:nvPr/>
          </p:nvSpPr>
          <p:spPr>
            <a:xfrm>
              <a:off x="9525" y="9525"/>
              <a:ext cx="114300" cy="227075"/>
            </a:xfrm>
            <a:custGeom>
              <a:avLst/>
              <a:gdLst/>
              <a:ahLst/>
              <a:cxnLst/>
              <a:rect l="0" t="0" r="0" b="0"/>
              <a:pathLst>
                <a:path w="180" h="357">
                  <a:moveTo>
                    <a:pt x="0" y="178"/>
                  </a:moveTo>
                  <a:cubicBezTo>
                    <a:pt x="0" y="276"/>
                    <a:pt x="80" y="357"/>
                    <a:pt x="180" y="357"/>
                  </a:cubicBezTo>
                  <a:cubicBezTo>
                    <a:pt x="180" y="178"/>
                    <a:pt x="180" y="178"/>
                    <a:pt x="180" y="178"/>
                  </a:cubicBezTo>
                  <a:cubicBezTo>
                    <a:pt x="180" y="0"/>
                    <a:pt x="180" y="0"/>
                    <a:pt x="180" y="0"/>
                  </a:cubicBezTo>
                  <a:cubicBezTo>
                    <a:pt x="80"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852" name="path"/>
            <p:cNvSpPr/>
            <p:nvPr/>
          </p:nvSpPr>
          <p:spPr>
            <a:xfrm>
              <a:off x="0" y="0"/>
              <a:ext cx="133350" cy="246125"/>
            </a:xfrm>
            <a:custGeom>
              <a:avLst/>
              <a:gdLst/>
              <a:ahLst/>
              <a:cxnLst/>
              <a:rect l="0" t="0" r="0" b="0"/>
              <a:pathLst>
                <a:path w="210" h="387">
                  <a:moveTo>
                    <a:pt x="15" y="193"/>
                  </a:moveTo>
                  <a:cubicBezTo>
                    <a:pt x="15" y="291"/>
                    <a:pt x="95" y="372"/>
                    <a:pt x="195" y="372"/>
                  </a:cubicBezTo>
                  <a:cubicBezTo>
                    <a:pt x="195" y="193"/>
                    <a:pt x="195" y="193"/>
                    <a:pt x="195" y="193"/>
                  </a:cubicBezTo>
                  <a:cubicBezTo>
                    <a:pt x="195" y="15"/>
                    <a:pt x="195" y="15"/>
                    <a:pt x="195" y="15"/>
                  </a:cubicBezTo>
                  <a:cubicBezTo>
                    <a:pt x="95"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56" name="group 256"/>
          <p:cNvGrpSpPr/>
          <p:nvPr/>
        </p:nvGrpSpPr>
        <p:grpSpPr>
          <a:xfrm rot="21600000">
            <a:off x="7311009" y="5044820"/>
            <a:ext cx="246125" cy="246126"/>
            <a:chOff x="0" y="0"/>
            <a:chExt cx="246125" cy="246126"/>
          </a:xfrm>
        </p:grpSpPr>
        <p:sp>
          <p:nvSpPr>
            <p:cNvPr id="2854" name="path"/>
            <p:cNvSpPr/>
            <p:nvPr/>
          </p:nvSpPr>
          <p:spPr>
            <a:xfrm>
              <a:off x="9525" y="9525"/>
              <a:ext cx="227075" cy="227076"/>
            </a:xfrm>
            <a:custGeom>
              <a:avLst/>
              <a:gdLst/>
              <a:ahLst/>
              <a:cxnLst/>
              <a:rect l="0" t="0" r="0" b="0"/>
              <a:pathLst>
                <a:path w="357" h="357">
                  <a:moveTo>
                    <a:pt x="178" y="178"/>
                  </a:moveTo>
                  <a:cubicBezTo>
                    <a:pt x="178" y="0"/>
                    <a:pt x="178" y="0"/>
                    <a:pt x="178" y="0"/>
                  </a:cubicBezTo>
                  <a:cubicBezTo>
                    <a:pt x="79" y="0"/>
                    <a:pt x="0" y="81"/>
                    <a:pt x="0" y="178"/>
                  </a:cubicBezTo>
                  <a:cubicBezTo>
                    <a:pt x="0" y="277"/>
                    <a:pt x="79" y="357"/>
                    <a:pt x="178" y="357"/>
                  </a:cubicBezTo>
                  <a:cubicBezTo>
                    <a:pt x="277" y="357"/>
                    <a:pt x="357" y="277"/>
                    <a:pt x="357" y="178"/>
                  </a:cubicBezTo>
                  <a:lnTo>
                    <a:pt x="178"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56" name="path"/>
            <p:cNvSpPr/>
            <p:nvPr/>
          </p:nvSpPr>
          <p:spPr>
            <a:xfrm>
              <a:off x="0" y="0"/>
              <a:ext cx="246125" cy="246126"/>
            </a:xfrm>
            <a:custGeom>
              <a:avLst/>
              <a:gdLst/>
              <a:ahLst/>
              <a:cxnLst/>
              <a:rect l="0" t="0" r="0" b="0"/>
              <a:pathLst>
                <a:path w="387" h="387">
                  <a:moveTo>
                    <a:pt x="193" y="193"/>
                  </a:moveTo>
                  <a:cubicBezTo>
                    <a:pt x="193" y="15"/>
                    <a:pt x="193" y="15"/>
                    <a:pt x="193" y="15"/>
                  </a:cubicBezTo>
                  <a:cubicBezTo>
                    <a:pt x="94" y="15"/>
                    <a:pt x="15" y="96"/>
                    <a:pt x="15" y="193"/>
                  </a:cubicBezTo>
                  <a:cubicBezTo>
                    <a:pt x="15" y="292"/>
                    <a:pt x="94" y="372"/>
                    <a:pt x="193" y="372"/>
                  </a:cubicBezTo>
                  <a:cubicBezTo>
                    <a:pt x="292" y="372"/>
                    <a:pt x="372" y="292"/>
                    <a:pt x="372" y="193"/>
                  </a:cubicBezTo>
                  <a:lnTo>
                    <a:pt x="193"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sp>
          <p:nvSpPr>
            <p:cNvPr id="2858" name="path"/>
            <p:cNvSpPr/>
            <p:nvPr/>
          </p:nvSpPr>
          <p:spPr>
            <a:xfrm>
              <a:off x="123825" y="9525"/>
              <a:ext cx="112775" cy="112776"/>
            </a:xfrm>
            <a:custGeom>
              <a:avLst/>
              <a:gdLst/>
              <a:ahLst/>
              <a:cxnLst/>
              <a:rect l="0" t="0" r="0" b="0"/>
              <a:pathLst>
                <a:path w="177" h="177">
                  <a:moveTo>
                    <a:pt x="0" y="0"/>
                  </a:moveTo>
                  <a:cubicBezTo>
                    <a:pt x="0" y="177"/>
                    <a:pt x="0" y="177"/>
                    <a:pt x="0" y="177"/>
                  </a:cubicBezTo>
                  <a:cubicBezTo>
                    <a:pt x="177" y="177"/>
                    <a:pt x="177" y="177"/>
                    <a:pt x="177" y="177"/>
                  </a:cubicBezTo>
                  <a:cubicBezTo>
                    <a:pt x="177" y="80"/>
                    <a:pt x="98" y="0"/>
                    <a:pt x="0" y="0"/>
                  </a:cubicBezTo>
                </a:path>
              </a:pathLst>
            </a:custGeom>
            <a:solidFill>
              <a:schemeClr val="accent3">
                <a:alpha val="100000"/>
              </a:schemeClr>
            </a:solidFill>
            <a:ln cap="flat">
              <a:noFill/>
              <a:prstDash val="solid"/>
              <a:miter lim="0"/>
            </a:ln>
          </p:spPr>
          <p:txBody>
            <a:bodyPr rtlCol="0"/>
            <a:lstStyle/>
            <a:p>
              <a:pPr algn="ctr"/>
              <a:endParaRPr lang="zh-CN" altLang="en-US"/>
            </a:p>
          </p:txBody>
        </p:sp>
        <p:sp>
          <p:nvSpPr>
            <p:cNvPr id="2860" name="path"/>
            <p:cNvSpPr/>
            <p:nvPr/>
          </p:nvSpPr>
          <p:spPr>
            <a:xfrm>
              <a:off x="114300" y="0"/>
              <a:ext cx="131825" cy="131826"/>
            </a:xfrm>
            <a:custGeom>
              <a:avLst/>
              <a:gdLst/>
              <a:ahLst/>
              <a:cxnLst/>
              <a:rect l="0" t="0" r="0" b="0"/>
              <a:pathLst>
                <a:path w="207" h="207">
                  <a:moveTo>
                    <a:pt x="15" y="15"/>
                  </a:moveTo>
                  <a:cubicBezTo>
                    <a:pt x="15" y="192"/>
                    <a:pt x="15" y="192"/>
                    <a:pt x="15" y="192"/>
                  </a:cubicBezTo>
                  <a:cubicBezTo>
                    <a:pt x="192" y="192"/>
                    <a:pt x="192" y="192"/>
                    <a:pt x="192" y="192"/>
                  </a:cubicBezTo>
                  <a:cubicBezTo>
                    <a:pt x="192" y="95"/>
                    <a:pt x="113" y="15"/>
                    <a:pt x="15" y="15"/>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58" name="group 258"/>
          <p:cNvGrpSpPr/>
          <p:nvPr/>
        </p:nvGrpSpPr>
        <p:grpSpPr>
          <a:xfrm rot="21600000">
            <a:off x="1531366" y="5038090"/>
            <a:ext cx="239775" cy="239776"/>
            <a:chOff x="0" y="0"/>
            <a:chExt cx="239775" cy="239776"/>
          </a:xfrm>
        </p:grpSpPr>
        <p:sp>
          <p:nvSpPr>
            <p:cNvPr id="2862" name="path"/>
            <p:cNvSpPr/>
            <p:nvPr/>
          </p:nvSpPr>
          <p:spPr>
            <a:xfrm>
              <a:off x="6350" y="6350"/>
              <a:ext cx="227075" cy="227076"/>
            </a:xfrm>
            <a:custGeom>
              <a:avLst/>
              <a:gdLst/>
              <a:ahLst/>
              <a:cxnLst/>
              <a:rect l="0" t="0" r="0" b="0"/>
              <a:pathLst>
                <a:path w="357" h="357">
                  <a:moveTo>
                    <a:pt x="0" y="178"/>
                  </a:moveTo>
                  <a:cubicBezTo>
                    <a:pt x="0" y="80"/>
                    <a:pt x="80" y="0"/>
                    <a:pt x="178" y="0"/>
                  </a:cubicBezTo>
                  <a:cubicBezTo>
                    <a:pt x="277" y="0"/>
                    <a:pt x="357" y="80"/>
                    <a:pt x="357" y="178"/>
                  </a:cubicBezTo>
                  <a:cubicBezTo>
                    <a:pt x="357" y="277"/>
                    <a:pt x="277" y="357"/>
                    <a:pt x="178" y="357"/>
                  </a:cubicBezTo>
                  <a:cubicBezTo>
                    <a:pt x="80" y="357"/>
                    <a:pt x="0" y="277"/>
                    <a:pt x="0" y="178"/>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2864" name="path"/>
            <p:cNvSpPr/>
            <p:nvPr/>
          </p:nvSpPr>
          <p:spPr>
            <a:xfrm>
              <a:off x="0" y="0"/>
              <a:ext cx="239775" cy="239776"/>
            </a:xfrm>
            <a:custGeom>
              <a:avLst/>
              <a:gdLst/>
              <a:ahLst/>
              <a:cxnLst/>
              <a:rect l="0" t="0" r="0" b="0"/>
              <a:pathLst>
                <a:path w="377" h="377">
                  <a:moveTo>
                    <a:pt x="10" y="188"/>
                  </a:moveTo>
                  <a:cubicBezTo>
                    <a:pt x="10" y="90"/>
                    <a:pt x="90" y="10"/>
                    <a:pt x="188" y="10"/>
                  </a:cubicBezTo>
                  <a:cubicBezTo>
                    <a:pt x="287" y="10"/>
                    <a:pt x="367" y="90"/>
                    <a:pt x="367" y="188"/>
                  </a:cubicBezTo>
                  <a:cubicBezTo>
                    <a:pt x="367" y="287"/>
                    <a:pt x="287" y="367"/>
                    <a:pt x="188" y="367"/>
                  </a:cubicBezTo>
                  <a:cubicBezTo>
                    <a:pt x="90" y="367"/>
                    <a:pt x="10" y="287"/>
                    <a:pt x="10" y="188"/>
                  </a:cubicBezTo>
                </a:path>
              </a:pathLst>
            </a:custGeom>
            <a:noFill/>
            <a:ln w="12700" cap="flat">
              <a:solidFill>
                <a:srgbClr val="FF0000">
                  <a:alpha val="100000"/>
                </a:srgbClr>
              </a:solidFill>
              <a:prstDash val="solid"/>
              <a:round/>
            </a:ln>
          </p:spPr>
          <p:txBody>
            <a:bodyPr rtlCol="0"/>
            <a:lstStyle/>
            <a:p>
              <a:pPr algn="ctr"/>
              <a:endParaRPr lang="zh-CN" altLang="en-US"/>
            </a:p>
          </p:txBody>
        </p:sp>
        <p:sp>
          <p:nvSpPr>
            <p:cNvPr id="2866" name="path"/>
            <p:cNvSpPr/>
            <p:nvPr/>
          </p:nvSpPr>
          <p:spPr>
            <a:xfrm>
              <a:off x="120650" y="6350"/>
              <a:ext cx="112775" cy="112776"/>
            </a:xfrm>
            <a:custGeom>
              <a:avLst/>
              <a:gdLst/>
              <a:ahLst/>
              <a:cxnLst/>
              <a:rect l="0" t="0" r="0" b="0"/>
              <a:pathLst>
                <a:path w="177" h="177">
                  <a:moveTo>
                    <a:pt x="0" y="0"/>
                  </a:moveTo>
                  <a:cubicBezTo>
                    <a:pt x="97" y="0"/>
                    <a:pt x="177" y="79"/>
                    <a:pt x="177" y="177"/>
                  </a:cubicBezTo>
                  <a:lnTo>
                    <a:pt x="0" y="177"/>
                  </a:lnTo>
                  <a:lnTo>
                    <a:pt x="0" y="0"/>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68" name="path"/>
            <p:cNvSpPr/>
            <p:nvPr/>
          </p:nvSpPr>
          <p:spPr>
            <a:xfrm>
              <a:off x="114300" y="0"/>
              <a:ext cx="125475" cy="125476"/>
            </a:xfrm>
            <a:custGeom>
              <a:avLst/>
              <a:gdLst/>
              <a:ahLst/>
              <a:cxnLst/>
              <a:rect l="0" t="0" r="0" b="0"/>
              <a:pathLst>
                <a:path w="197" h="197">
                  <a:moveTo>
                    <a:pt x="10" y="10"/>
                  </a:moveTo>
                  <a:cubicBezTo>
                    <a:pt x="107" y="10"/>
                    <a:pt x="187" y="89"/>
                    <a:pt x="187" y="187"/>
                  </a:cubicBezTo>
                </a:path>
              </a:pathLst>
            </a:custGeom>
            <a:noFill/>
            <a:ln w="12700" cap="flat">
              <a:solidFill>
                <a:srgbClr val="FF0000">
                  <a:alpha val="100000"/>
                </a:srgbClr>
              </a:solidFill>
              <a:prstDash val="solid"/>
              <a:round/>
            </a:ln>
          </p:spPr>
          <p:txBody>
            <a:bodyPr rtlCol="0"/>
            <a:lstStyle/>
            <a:p>
              <a:pPr algn="ctr"/>
              <a:endParaRPr lang="zh-CN" altLang="en-US"/>
            </a:p>
          </p:txBody>
        </p:sp>
      </p:grpSp>
      <p:sp>
        <p:nvSpPr>
          <p:cNvPr id="2870" name="textbox 2870"/>
          <p:cNvSpPr/>
          <p:nvPr>
            <p:custDataLst>
              <p:tags r:id="rId92"/>
            </p:custDataLst>
          </p:nvPr>
        </p:nvSpPr>
        <p:spPr>
          <a:xfrm>
            <a:off x="9704842" y="3243605"/>
            <a:ext cx="173354" cy="378459"/>
          </a:xfrm>
          <a:prstGeom prst="rect">
            <a:avLst/>
          </a:prstGeom>
        </p:spPr>
        <p:txBody>
          <a:bodyPr vert="horz" wrap="square" lIns="0" tIns="0" rIns="0" bIns="0">
            <a:normAutofit/>
          </a:bodyPr>
          <a:lstStyle/>
          <a:p>
            <a:pPr algn="l" rtl="0" eaLnBrk="0">
              <a:lnSpc>
                <a:spcPct val="72000"/>
              </a:lnSpc>
            </a:pPr>
            <a:endParaRPr lang="en-US" altLang="en-US" sz="100" dirty="0">
              <a:solidFill>
                <a:schemeClr val="dk1"/>
              </a:solidFill>
            </a:endParaRPr>
          </a:p>
          <a:p>
            <a:pPr marL="12700" indent="2540" algn="l" rtl="0" eaLnBrk="0">
              <a:lnSpc>
                <a:spcPct val="97000"/>
              </a:lnSpc>
            </a:pPr>
            <a:r>
              <a:rPr sz="1200" kern="0" spc="-80" dirty="0">
                <a:solidFill>
                  <a:schemeClr val="dk1"/>
                </a:solidFill>
                <a:cs typeface="宋体" panose="02010600030101010101" pitchFamily="2" charset="-122"/>
              </a:rPr>
              <a:t>终</a:t>
            </a:r>
            <a:r>
              <a:rPr sz="1200" kern="0" spc="-10" dirty="0">
                <a:solidFill>
                  <a:schemeClr val="dk1"/>
                </a:solidFill>
                <a:cs typeface="宋体" panose="02010600030101010101" pitchFamily="2" charset="-122"/>
              </a:rPr>
              <a:t> </a:t>
            </a:r>
            <a:r>
              <a:rPr sz="1200" kern="0" spc="-50" dirty="0">
                <a:solidFill>
                  <a:schemeClr val="dk1"/>
                </a:solidFill>
                <a:cs typeface="宋体" panose="02010600030101010101" pitchFamily="2" charset="-122"/>
              </a:rPr>
              <a:t>验</a:t>
            </a:r>
            <a:endParaRPr lang="en-US" altLang="en-US" sz="1200" kern="0" spc="-50" dirty="0">
              <a:solidFill>
                <a:schemeClr val="dk1"/>
              </a:solidFill>
              <a:cs typeface="宋体" panose="02010600030101010101" pitchFamily="2" charset="-122"/>
            </a:endParaRPr>
          </a:p>
        </p:txBody>
      </p:sp>
      <p:sp>
        <p:nvSpPr>
          <p:cNvPr id="2872" name="textbox 2872"/>
          <p:cNvSpPr/>
          <p:nvPr>
            <p:custDataLst>
              <p:tags r:id="rId93"/>
            </p:custDataLst>
          </p:nvPr>
        </p:nvSpPr>
        <p:spPr>
          <a:xfrm>
            <a:off x="8806484" y="3243605"/>
            <a:ext cx="171450" cy="375284"/>
          </a:xfrm>
          <a:prstGeom prst="rect">
            <a:avLst/>
          </a:prstGeom>
        </p:spPr>
        <p:txBody>
          <a:bodyPr vert="horz" wrap="square" lIns="0" tIns="0" rIns="0" bIns="0">
            <a:normAutofit/>
          </a:bodyPr>
          <a:lstStyle/>
          <a:p>
            <a:pPr algn="l" rtl="0" eaLnBrk="0">
              <a:lnSpc>
                <a:spcPct val="72000"/>
              </a:lnSpc>
            </a:pPr>
            <a:endParaRPr lang="en-US" altLang="en-US" sz="100" dirty="0">
              <a:solidFill>
                <a:schemeClr val="dk1"/>
              </a:solidFill>
            </a:endParaRPr>
          </a:p>
          <a:p>
            <a:pPr marL="12700" algn="l" rtl="0" eaLnBrk="0">
              <a:lnSpc>
                <a:spcPct val="96000"/>
              </a:lnSpc>
            </a:pPr>
            <a:r>
              <a:rPr sz="1200" kern="0" spc="-70" dirty="0">
                <a:solidFill>
                  <a:schemeClr val="dk1"/>
                </a:solidFill>
                <a:cs typeface="宋体" panose="02010600030101010101" pitchFamily="2" charset="-122"/>
              </a:rPr>
              <a:t>上</a:t>
            </a:r>
            <a:r>
              <a:rPr sz="1200" kern="0" spc="-10" dirty="0">
                <a:solidFill>
                  <a:schemeClr val="dk1"/>
                </a:solidFill>
                <a:cs typeface="宋体" panose="02010600030101010101" pitchFamily="2" charset="-122"/>
              </a:rPr>
              <a:t> </a:t>
            </a:r>
            <a:r>
              <a:rPr sz="1200" kern="0" spc="-70" dirty="0">
                <a:solidFill>
                  <a:schemeClr val="dk1"/>
                </a:solidFill>
                <a:cs typeface="宋体" panose="02010600030101010101" pitchFamily="2" charset="-122"/>
              </a:rPr>
              <a:t>线</a:t>
            </a:r>
            <a:endParaRPr lang="en-US" altLang="en-US" sz="1200" kern="0" spc="-70" dirty="0">
              <a:solidFill>
                <a:schemeClr val="dk1"/>
              </a:solidFill>
              <a:cs typeface="宋体" panose="02010600030101010101" pitchFamily="2" charset="-122"/>
            </a:endParaRPr>
          </a:p>
        </p:txBody>
      </p:sp>
      <p:pic>
        <p:nvPicPr>
          <p:cNvPr id="2874" name="picture 2874"/>
          <p:cNvPicPr>
            <a:picLocks noChangeAspect="1"/>
          </p:cNvPicPr>
          <p:nvPr>
            <p:custDataLst>
              <p:tags r:id="rId94"/>
            </p:custDataLst>
          </p:nvPr>
        </p:nvPicPr>
        <p:blipFill>
          <a:blip r:embed="rId95"/>
          <a:stretch>
            <a:fillRect/>
          </a:stretch>
        </p:blipFill>
        <p:spPr>
          <a:xfrm rot="21600000">
            <a:off x="7295388" y="2380488"/>
            <a:ext cx="522223" cy="76200"/>
          </a:xfrm>
          <a:prstGeom prst="rect">
            <a:avLst/>
          </a:prstGeom>
        </p:spPr>
      </p:pic>
      <p:pic>
        <p:nvPicPr>
          <p:cNvPr id="2876" name="picture 2876"/>
          <p:cNvPicPr>
            <a:picLocks noChangeAspect="1"/>
          </p:cNvPicPr>
          <p:nvPr>
            <p:custDataLst>
              <p:tags r:id="rId96"/>
            </p:custDataLst>
          </p:nvPr>
        </p:nvPicPr>
        <p:blipFill>
          <a:blip r:embed="rId97"/>
          <a:stretch>
            <a:fillRect/>
          </a:stretch>
        </p:blipFill>
        <p:spPr>
          <a:xfrm rot="21600000">
            <a:off x="5763767" y="2380488"/>
            <a:ext cx="466725" cy="76200"/>
          </a:xfrm>
          <a:prstGeom prst="rect">
            <a:avLst/>
          </a:prstGeom>
        </p:spPr>
      </p:pic>
      <p:grpSp>
        <p:nvGrpSpPr>
          <p:cNvPr id="260" name="group 260"/>
          <p:cNvGrpSpPr/>
          <p:nvPr/>
        </p:nvGrpSpPr>
        <p:grpSpPr>
          <a:xfrm rot="21600000">
            <a:off x="2223897" y="4055745"/>
            <a:ext cx="131825" cy="246125"/>
            <a:chOff x="0" y="0"/>
            <a:chExt cx="131825" cy="246125"/>
          </a:xfrm>
        </p:grpSpPr>
        <p:sp>
          <p:nvSpPr>
            <p:cNvPr id="2878" name="path"/>
            <p:cNvSpPr/>
            <p:nvPr/>
          </p:nvSpPr>
          <p:spPr>
            <a:xfrm>
              <a:off x="9525" y="9525"/>
              <a:ext cx="112775" cy="227075"/>
            </a:xfrm>
            <a:custGeom>
              <a:avLst/>
              <a:gdLst/>
              <a:ahLst/>
              <a:cxnLst/>
              <a:rect l="0" t="0" r="0" b="0"/>
              <a:pathLst>
                <a:path w="177" h="357">
                  <a:moveTo>
                    <a:pt x="0" y="178"/>
                  </a:moveTo>
                  <a:cubicBezTo>
                    <a:pt x="0" y="357"/>
                    <a:pt x="0" y="357"/>
                    <a:pt x="0" y="357"/>
                  </a:cubicBezTo>
                  <a:cubicBezTo>
                    <a:pt x="98" y="357"/>
                    <a:pt x="177" y="276"/>
                    <a:pt x="177" y="178"/>
                  </a:cubicBezTo>
                  <a:cubicBezTo>
                    <a:pt x="177" y="79"/>
                    <a:pt x="98" y="0"/>
                    <a:pt x="0" y="0"/>
                  </a:cubicBezTo>
                  <a:lnTo>
                    <a:pt x="0" y="178"/>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2880" name="path"/>
            <p:cNvSpPr/>
            <p:nvPr/>
          </p:nvSpPr>
          <p:spPr>
            <a:xfrm>
              <a:off x="0" y="0"/>
              <a:ext cx="131825" cy="246125"/>
            </a:xfrm>
            <a:custGeom>
              <a:avLst/>
              <a:gdLst/>
              <a:ahLst/>
              <a:cxnLst/>
              <a:rect l="0" t="0" r="0" b="0"/>
              <a:pathLst>
                <a:path w="207" h="387">
                  <a:moveTo>
                    <a:pt x="15" y="193"/>
                  </a:moveTo>
                  <a:cubicBezTo>
                    <a:pt x="15" y="372"/>
                    <a:pt x="15" y="372"/>
                    <a:pt x="15" y="372"/>
                  </a:cubicBezTo>
                  <a:cubicBezTo>
                    <a:pt x="113" y="372"/>
                    <a:pt x="192" y="291"/>
                    <a:pt x="192" y="193"/>
                  </a:cubicBezTo>
                  <a:cubicBezTo>
                    <a:pt x="192" y="94"/>
                    <a:pt x="113" y="15"/>
                    <a:pt x="15" y="15"/>
                  </a:cubicBezTo>
                  <a:lnTo>
                    <a:pt x="15" y="193"/>
                  </a:lnTo>
                  <a:close/>
                </a:path>
              </a:pathLst>
            </a:custGeom>
            <a:noFill/>
            <a:ln w="19050" cap="flat">
              <a:solidFill>
                <a:srgbClr val="E0301E">
                  <a:alpha val="100000"/>
                </a:srgbClr>
              </a:solidFill>
              <a:prstDash val="solid"/>
              <a:miter lim="800000"/>
            </a:ln>
          </p:spPr>
          <p:txBody>
            <a:bodyPr rtlCol="0"/>
            <a:lstStyle/>
            <a:p>
              <a:pPr algn="ctr"/>
              <a:endParaRPr lang="zh-CN" altLang="en-US"/>
            </a:p>
          </p:txBody>
        </p:sp>
      </p:grpSp>
      <p:grpSp>
        <p:nvGrpSpPr>
          <p:cNvPr id="262" name="group 262"/>
          <p:cNvGrpSpPr/>
          <p:nvPr/>
        </p:nvGrpSpPr>
        <p:grpSpPr>
          <a:xfrm rot="21600000">
            <a:off x="2109597" y="4055745"/>
            <a:ext cx="133350" cy="246125"/>
            <a:chOff x="0" y="0"/>
            <a:chExt cx="133350" cy="246125"/>
          </a:xfrm>
        </p:grpSpPr>
        <p:sp>
          <p:nvSpPr>
            <p:cNvPr id="2882" name="path"/>
            <p:cNvSpPr/>
            <p:nvPr/>
          </p:nvSpPr>
          <p:spPr>
            <a:xfrm>
              <a:off x="9525" y="9525"/>
              <a:ext cx="114300" cy="227075"/>
            </a:xfrm>
            <a:custGeom>
              <a:avLst/>
              <a:gdLst/>
              <a:ahLst/>
              <a:cxnLst/>
              <a:rect l="0" t="0" r="0" b="0"/>
              <a:pathLst>
                <a:path w="180" h="357">
                  <a:moveTo>
                    <a:pt x="0" y="178"/>
                  </a:moveTo>
                  <a:cubicBezTo>
                    <a:pt x="0" y="276"/>
                    <a:pt x="80" y="357"/>
                    <a:pt x="180" y="357"/>
                  </a:cubicBezTo>
                  <a:cubicBezTo>
                    <a:pt x="180" y="178"/>
                    <a:pt x="180" y="178"/>
                    <a:pt x="180" y="178"/>
                  </a:cubicBezTo>
                  <a:cubicBezTo>
                    <a:pt x="180" y="0"/>
                    <a:pt x="180" y="0"/>
                    <a:pt x="180" y="0"/>
                  </a:cubicBezTo>
                  <a:cubicBezTo>
                    <a:pt x="80" y="0"/>
                    <a:pt x="0" y="79"/>
                    <a:pt x="0" y="178"/>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2884" name="path"/>
            <p:cNvSpPr/>
            <p:nvPr/>
          </p:nvSpPr>
          <p:spPr>
            <a:xfrm>
              <a:off x="0" y="0"/>
              <a:ext cx="133350" cy="246125"/>
            </a:xfrm>
            <a:custGeom>
              <a:avLst/>
              <a:gdLst/>
              <a:ahLst/>
              <a:cxnLst/>
              <a:rect l="0" t="0" r="0" b="0"/>
              <a:pathLst>
                <a:path w="210" h="387">
                  <a:moveTo>
                    <a:pt x="15" y="193"/>
                  </a:moveTo>
                  <a:cubicBezTo>
                    <a:pt x="15" y="291"/>
                    <a:pt x="95" y="372"/>
                    <a:pt x="195" y="372"/>
                  </a:cubicBezTo>
                  <a:cubicBezTo>
                    <a:pt x="195" y="193"/>
                    <a:pt x="195" y="193"/>
                    <a:pt x="195" y="193"/>
                  </a:cubicBezTo>
                  <a:cubicBezTo>
                    <a:pt x="195" y="15"/>
                    <a:pt x="195" y="15"/>
                    <a:pt x="195" y="15"/>
                  </a:cubicBezTo>
                  <a:cubicBezTo>
                    <a:pt x="95" y="15"/>
                    <a:pt x="15" y="94"/>
                    <a:pt x="15" y="193"/>
                  </a:cubicBezTo>
                </a:path>
              </a:pathLst>
            </a:custGeom>
            <a:noFill/>
            <a:ln w="19050" cap="flat">
              <a:solidFill>
                <a:srgbClr val="E0301E">
                  <a:alpha val="100000"/>
                </a:srgbClr>
              </a:solidFill>
              <a:prstDash val="solid"/>
              <a:miter lim="800000"/>
            </a:ln>
          </p:spPr>
          <p:txBody>
            <a:bodyPr rtlCol="0"/>
            <a:lstStyle/>
            <a:p>
              <a:pPr algn="ctr"/>
              <a:endParaRPr lang="zh-CN" altLang="en-US"/>
            </a:p>
          </p:txBody>
        </p:sp>
      </p:grpSp>
      <p:pic>
        <p:nvPicPr>
          <p:cNvPr id="2886" name="picture 2886"/>
          <p:cNvPicPr>
            <a:picLocks noChangeAspect="1"/>
          </p:cNvPicPr>
          <p:nvPr>
            <p:custDataLst>
              <p:tags r:id="rId98"/>
            </p:custDataLst>
          </p:nvPr>
        </p:nvPicPr>
        <p:blipFill>
          <a:blip r:embed="rId99"/>
          <a:stretch>
            <a:fillRect/>
          </a:stretch>
        </p:blipFill>
        <p:spPr>
          <a:xfrm rot="21600000">
            <a:off x="6574535" y="2380488"/>
            <a:ext cx="379348" cy="76200"/>
          </a:xfrm>
          <a:prstGeom prst="rect">
            <a:avLst/>
          </a:prstGeom>
        </p:spPr>
      </p:pic>
      <p:sp>
        <p:nvSpPr>
          <p:cNvPr id="2888" name="textbox 2888"/>
          <p:cNvSpPr/>
          <p:nvPr>
            <p:custDataLst>
              <p:tags r:id="rId100"/>
            </p:custDataLst>
          </p:nvPr>
        </p:nvSpPr>
        <p:spPr>
          <a:xfrm>
            <a:off x="9256115" y="3152165"/>
            <a:ext cx="172085" cy="200660"/>
          </a:xfrm>
          <a:prstGeom prst="rect">
            <a:avLst/>
          </a:prstGeom>
        </p:spPr>
        <p:txBody>
          <a:bodyPr vert="horz" wrap="square" lIns="0" tIns="0" rIns="0" bIns="0">
            <a:normAutofit/>
          </a:bodyPr>
          <a:lstStyle/>
          <a:p>
            <a:pPr algn="l" rtl="0" eaLnBrk="0">
              <a:lnSpc>
                <a:spcPct val="78000"/>
              </a:lnSpc>
            </a:pPr>
            <a:endParaRPr lang="en-US" altLang="en-US" sz="100" dirty="0">
              <a:solidFill>
                <a:schemeClr val="dk1"/>
              </a:solidFill>
            </a:endParaRPr>
          </a:p>
          <a:p>
            <a:pPr marL="12700" algn="l" rtl="0" eaLnBrk="0">
              <a:lnSpc>
                <a:spcPct val="96000"/>
              </a:lnSpc>
            </a:pPr>
            <a:r>
              <a:rPr sz="1200" kern="0" spc="-10" dirty="0">
                <a:solidFill>
                  <a:schemeClr val="dk1"/>
                </a:solidFill>
                <a:cs typeface="宋体" panose="02010600030101010101" pitchFamily="2" charset="-122"/>
              </a:rPr>
              <a:t>试</a:t>
            </a:r>
            <a:endParaRPr lang="en-US" altLang="en-US" sz="1200" kern="0" spc="-10" dirty="0">
              <a:solidFill>
                <a:schemeClr val="dk1"/>
              </a:solidFill>
              <a:cs typeface="宋体" panose="02010600030101010101" pitchFamily="2" charset="-122"/>
            </a:endParaRPr>
          </a:p>
        </p:txBody>
      </p:sp>
      <p:sp>
        <p:nvSpPr>
          <p:cNvPr id="2890" name="textbox 2890"/>
          <p:cNvSpPr/>
          <p:nvPr>
            <p:custDataLst>
              <p:tags r:id="rId101"/>
            </p:custDataLst>
          </p:nvPr>
        </p:nvSpPr>
        <p:spPr>
          <a:xfrm>
            <a:off x="9256115" y="3335045"/>
            <a:ext cx="172085" cy="207009"/>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9000"/>
              </a:lnSpc>
            </a:pPr>
            <a:r>
              <a:rPr sz="1200" kern="0" spc="-10" dirty="0">
                <a:solidFill>
                  <a:schemeClr val="dk1"/>
                </a:solidFill>
                <a:cs typeface="宋体" panose="02010600030101010101" pitchFamily="2" charset="-122"/>
              </a:rPr>
              <a:t>运</a:t>
            </a:r>
            <a:endParaRPr lang="en-US" altLang="en-US" sz="1200" kern="0" spc="-10" dirty="0">
              <a:solidFill>
                <a:schemeClr val="dk1"/>
              </a:solidFill>
              <a:cs typeface="宋体" panose="02010600030101010101" pitchFamily="2" charset="-122"/>
            </a:endParaRPr>
          </a:p>
        </p:txBody>
      </p:sp>
      <p:sp>
        <p:nvSpPr>
          <p:cNvPr id="2892" name="textbox 2892"/>
          <p:cNvSpPr/>
          <p:nvPr>
            <p:custDataLst>
              <p:tags r:id="rId102"/>
            </p:custDataLst>
          </p:nvPr>
        </p:nvSpPr>
        <p:spPr>
          <a:xfrm>
            <a:off x="9258570" y="3510043"/>
            <a:ext cx="170179" cy="200025"/>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5000"/>
              </a:lnSpc>
            </a:pPr>
            <a:r>
              <a:rPr sz="1200" kern="0" spc="-10" dirty="0">
                <a:solidFill>
                  <a:schemeClr val="dk1"/>
                </a:solidFill>
                <a:cs typeface="宋体" panose="02010600030101010101" pitchFamily="2" charset="-122"/>
              </a:rPr>
              <a:t>行</a:t>
            </a:r>
            <a:endParaRPr lang="en-US" altLang="en-US" sz="1200" kern="0" spc="-10" dirty="0">
              <a:solidFill>
                <a:schemeClr val="dk1"/>
              </a:solidFill>
              <a:cs typeface="宋体" panose="02010600030101010101" pitchFamily="2" charset="-122"/>
            </a:endParaRPr>
          </a:p>
        </p:txBody>
      </p:sp>
      <p:pic>
        <p:nvPicPr>
          <p:cNvPr id="2894" name="picture 2894"/>
          <p:cNvPicPr>
            <a:picLocks noChangeAspect="1"/>
          </p:cNvPicPr>
          <p:nvPr>
            <p:custDataLst>
              <p:tags r:id="rId103"/>
            </p:custDataLst>
          </p:nvPr>
        </p:nvPicPr>
        <p:blipFill>
          <a:blip r:embed="rId104"/>
          <a:stretch>
            <a:fillRect/>
          </a:stretch>
        </p:blipFill>
        <p:spPr>
          <a:xfrm rot="21600000">
            <a:off x="6341363" y="4366259"/>
            <a:ext cx="279400" cy="76200"/>
          </a:xfrm>
          <a:prstGeom prst="rect">
            <a:avLst/>
          </a:prstGeom>
        </p:spPr>
      </p:pic>
      <p:pic>
        <p:nvPicPr>
          <p:cNvPr id="2896" name="picture 2896"/>
          <p:cNvPicPr>
            <a:picLocks noChangeAspect="1"/>
          </p:cNvPicPr>
          <p:nvPr>
            <p:custDataLst>
              <p:tags r:id="rId105"/>
            </p:custDataLst>
          </p:nvPr>
        </p:nvPicPr>
        <p:blipFill>
          <a:blip r:embed="rId106"/>
          <a:stretch>
            <a:fillRect/>
          </a:stretch>
        </p:blipFill>
        <p:spPr>
          <a:xfrm rot="21600000">
            <a:off x="6961631" y="4367783"/>
            <a:ext cx="279400" cy="76200"/>
          </a:xfrm>
          <a:prstGeom prst="rect">
            <a:avLst/>
          </a:prstGeom>
        </p:spPr>
      </p:pic>
      <p:pic>
        <p:nvPicPr>
          <p:cNvPr id="2898" name="picture 2898"/>
          <p:cNvPicPr>
            <a:picLocks noChangeAspect="1"/>
          </p:cNvPicPr>
          <p:nvPr>
            <p:custDataLst>
              <p:tags r:id="rId107"/>
            </p:custDataLst>
          </p:nvPr>
        </p:nvPicPr>
        <p:blipFill>
          <a:blip r:embed="rId108"/>
          <a:stretch>
            <a:fillRect/>
          </a:stretch>
        </p:blipFill>
        <p:spPr>
          <a:xfrm rot="21600000">
            <a:off x="7581900" y="4367783"/>
            <a:ext cx="234950" cy="76200"/>
          </a:xfrm>
          <a:prstGeom prst="rect">
            <a:avLst/>
          </a:prstGeom>
        </p:spPr>
      </p:pic>
      <p:pic>
        <p:nvPicPr>
          <p:cNvPr id="2900" name="picture 2900"/>
          <p:cNvPicPr>
            <a:picLocks noChangeAspect="1"/>
          </p:cNvPicPr>
          <p:nvPr>
            <p:custDataLst>
              <p:tags r:id="rId109"/>
            </p:custDataLst>
          </p:nvPr>
        </p:nvPicPr>
        <p:blipFill>
          <a:blip r:embed="rId110"/>
          <a:stretch>
            <a:fillRect/>
          </a:stretch>
        </p:blipFill>
        <p:spPr>
          <a:xfrm rot="21600000">
            <a:off x="5763767" y="4367783"/>
            <a:ext cx="233299" cy="76200"/>
          </a:xfrm>
          <a:prstGeom prst="rect">
            <a:avLst/>
          </a:prstGeom>
        </p:spPr>
      </p:pic>
      <p:pic>
        <p:nvPicPr>
          <p:cNvPr id="2902" name="picture 2902"/>
          <p:cNvPicPr>
            <a:picLocks noChangeAspect="1"/>
          </p:cNvPicPr>
          <p:nvPr>
            <p:custDataLst>
              <p:tags r:id="rId111"/>
            </p:custDataLst>
          </p:nvPr>
        </p:nvPicPr>
        <p:blipFill>
          <a:blip r:embed="rId112"/>
          <a:stretch>
            <a:fillRect/>
          </a:stretch>
        </p:blipFill>
        <p:spPr>
          <a:xfrm rot="21600000">
            <a:off x="4730495" y="4366259"/>
            <a:ext cx="174625" cy="76200"/>
          </a:xfrm>
          <a:prstGeom prst="rect">
            <a:avLst/>
          </a:prstGeom>
        </p:spPr>
      </p:pic>
      <p:pic>
        <p:nvPicPr>
          <p:cNvPr id="2904" name="picture 2904"/>
          <p:cNvPicPr>
            <a:picLocks noChangeAspect="1"/>
          </p:cNvPicPr>
          <p:nvPr>
            <p:custDataLst>
              <p:tags r:id="rId113"/>
            </p:custDataLst>
          </p:nvPr>
        </p:nvPicPr>
        <p:blipFill>
          <a:blip r:embed="rId114"/>
          <a:stretch>
            <a:fillRect/>
          </a:stretch>
        </p:blipFill>
        <p:spPr>
          <a:xfrm rot="21600000">
            <a:off x="4215383" y="4366259"/>
            <a:ext cx="174625" cy="76200"/>
          </a:xfrm>
          <a:prstGeom prst="rect">
            <a:avLst/>
          </a:prstGeom>
        </p:spPr>
      </p:pic>
      <p:pic>
        <p:nvPicPr>
          <p:cNvPr id="2906" name="picture 2906"/>
          <p:cNvPicPr>
            <a:picLocks noChangeAspect="1"/>
          </p:cNvPicPr>
          <p:nvPr>
            <p:custDataLst>
              <p:tags r:id="rId115"/>
            </p:custDataLst>
          </p:nvPr>
        </p:nvPicPr>
        <p:blipFill>
          <a:blip r:embed="rId116"/>
          <a:stretch>
            <a:fillRect/>
          </a:stretch>
        </p:blipFill>
        <p:spPr>
          <a:xfrm rot="21600000">
            <a:off x="4215383" y="2380488"/>
            <a:ext cx="174625" cy="76200"/>
          </a:xfrm>
          <a:prstGeom prst="rect">
            <a:avLst/>
          </a:prstGeom>
        </p:spPr>
      </p:pic>
      <p:pic>
        <p:nvPicPr>
          <p:cNvPr id="2908" name="picture 2908"/>
          <p:cNvPicPr>
            <a:picLocks noChangeAspect="1"/>
          </p:cNvPicPr>
          <p:nvPr>
            <p:custDataLst>
              <p:tags r:id="rId117"/>
            </p:custDataLst>
          </p:nvPr>
        </p:nvPicPr>
        <p:blipFill>
          <a:blip r:embed="rId118"/>
          <a:stretch>
            <a:fillRect/>
          </a:stretch>
        </p:blipFill>
        <p:spPr>
          <a:xfrm rot="21600000">
            <a:off x="4730495" y="2380488"/>
            <a:ext cx="174625" cy="76200"/>
          </a:xfrm>
          <a:prstGeom prst="rect">
            <a:avLst/>
          </a:prstGeom>
        </p:spPr>
      </p:pic>
      <p:pic>
        <p:nvPicPr>
          <p:cNvPr id="2910" name="picture 2910"/>
          <p:cNvPicPr>
            <a:picLocks noChangeAspect="1"/>
          </p:cNvPicPr>
          <p:nvPr>
            <p:custDataLst>
              <p:tags r:id="rId119"/>
            </p:custDataLst>
          </p:nvPr>
        </p:nvPicPr>
        <p:blipFill>
          <a:blip r:embed="rId120"/>
          <a:stretch>
            <a:fillRect/>
          </a:stretch>
        </p:blipFill>
        <p:spPr>
          <a:xfrm rot="21600000">
            <a:off x="5248655" y="2380488"/>
            <a:ext cx="174625" cy="76200"/>
          </a:xfrm>
          <a:prstGeom prst="rect">
            <a:avLst/>
          </a:prstGeom>
        </p:spPr>
      </p:pic>
      <p:pic>
        <p:nvPicPr>
          <p:cNvPr id="2912" name="picture 2912"/>
          <p:cNvPicPr>
            <a:picLocks noChangeAspect="1"/>
          </p:cNvPicPr>
          <p:nvPr>
            <p:custDataLst>
              <p:tags r:id="rId121"/>
            </p:custDataLst>
          </p:nvPr>
        </p:nvPicPr>
        <p:blipFill>
          <a:blip r:embed="rId122"/>
          <a:stretch>
            <a:fillRect/>
          </a:stretch>
        </p:blipFill>
        <p:spPr>
          <a:xfrm rot="21600000">
            <a:off x="5248655" y="4367783"/>
            <a:ext cx="174625" cy="76200"/>
          </a:xfrm>
          <a:prstGeom prst="rect">
            <a:avLst/>
          </a:prstGeom>
        </p:spPr>
      </p:pic>
      <p:pic>
        <p:nvPicPr>
          <p:cNvPr id="2914" name="picture 2914"/>
          <p:cNvPicPr>
            <a:picLocks noChangeAspect="1"/>
          </p:cNvPicPr>
          <p:nvPr>
            <p:custDataLst>
              <p:tags r:id="rId123"/>
            </p:custDataLst>
          </p:nvPr>
        </p:nvPicPr>
        <p:blipFill>
          <a:blip r:embed="rId124"/>
          <a:stretch>
            <a:fillRect/>
          </a:stretch>
        </p:blipFill>
        <p:spPr>
          <a:xfrm rot="21600000">
            <a:off x="3703320" y="2380488"/>
            <a:ext cx="168274" cy="76200"/>
          </a:xfrm>
          <a:prstGeom prst="rect">
            <a:avLst/>
          </a:prstGeom>
        </p:spPr>
      </p:pic>
      <p:pic>
        <p:nvPicPr>
          <p:cNvPr id="2916" name="picture 2916"/>
          <p:cNvPicPr>
            <a:picLocks noChangeAspect="1"/>
          </p:cNvPicPr>
          <p:nvPr>
            <p:custDataLst>
              <p:tags r:id="rId125"/>
            </p:custDataLst>
          </p:nvPr>
        </p:nvPicPr>
        <p:blipFill>
          <a:blip r:embed="rId126"/>
          <a:stretch>
            <a:fillRect/>
          </a:stretch>
        </p:blipFill>
        <p:spPr>
          <a:xfrm rot="21600000">
            <a:off x="2763011" y="4367783"/>
            <a:ext cx="130175" cy="76200"/>
          </a:xfrm>
          <a:prstGeom prst="rect">
            <a:avLst/>
          </a:prstGeom>
        </p:spPr>
      </p:pic>
      <p:pic>
        <p:nvPicPr>
          <p:cNvPr id="2918" name="picture 2918"/>
          <p:cNvPicPr>
            <a:picLocks noChangeAspect="1"/>
          </p:cNvPicPr>
          <p:nvPr>
            <p:custDataLst>
              <p:tags r:id="rId127"/>
            </p:custDataLst>
          </p:nvPr>
        </p:nvPicPr>
        <p:blipFill>
          <a:blip r:embed="rId128"/>
          <a:stretch>
            <a:fillRect/>
          </a:stretch>
        </p:blipFill>
        <p:spPr>
          <a:xfrm rot="21600000">
            <a:off x="3233927" y="2380488"/>
            <a:ext cx="128524" cy="76200"/>
          </a:xfrm>
          <a:prstGeom prst="rect">
            <a:avLst/>
          </a:prstGeom>
        </p:spPr>
      </p:pic>
      <p:pic>
        <p:nvPicPr>
          <p:cNvPr id="2920" name="picture 2920"/>
          <p:cNvPicPr>
            <a:picLocks noChangeAspect="1"/>
          </p:cNvPicPr>
          <p:nvPr>
            <p:custDataLst>
              <p:tags r:id="rId129"/>
            </p:custDataLst>
          </p:nvPr>
        </p:nvPicPr>
        <p:blipFill>
          <a:blip r:embed="rId130"/>
          <a:stretch>
            <a:fillRect/>
          </a:stretch>
        </p:blipFill>
        <p:spPr>
          <a:xfrm rot="21600000">
            <a:off x="3233927" y="4367783"/>
            <a:ext cx="128524" cy="76200"/>
          </a:xfrm>
          <a:prstGeom prst="rect">
            <a:avLst/>
          </a:prstGeom>
        </p:spPr>
      </p:pic>
      <p:pic>
        <p:nvPicPr>
          <p:cNvPr id="2922" name="picture 2922"/>
          <p:cNvPicPr>
            <a:picLocks noChangeAspect="1"/>
          </p:cNvPicPr>
          <p:nvPr>
            <p:custDataLst>
              <p:tags r:id="rId131"/>
            </p:custDataLst>
          </p:nvPr>
        </p:nvPicPr>
        <p:blipFill>
          <a:blip r:embed="rId132"/>
          <a:stretch>
            <a:fillRect/>
          </a:stretch>
        </p:blipFill>
        <p:spPr>
          <a:xfrm rot="21600000">
            <a:off x="8157971" y="2380488"/>
            <a:ext cx="118999" cy="76200"/>
          </a:xfrm>
          <a:prstGeom prst="rect">
            <a:avLst/>
          </a:prstGeom>
        </p:spPr>
      </p:pic>
      <p:pic>
        <p:nvPicPr>
          <p:cNvPr id="2924" name="picture 2924"/>
          <p:cNvPicPr>
            <a:picLocks noChangeAspect="1"/>
          </p:cNvPicPr>
          <p:nvPr>
            <p:custDataLst>
              <p:tags r:id="rId133"/>
            </p:custDataLst>
          </p:nvPr>
        </p:nvPicPr>
        <p:blipFill>
          <a:blip r:embed="rId134"/>
          <a:stretch>
            <a:fillRect/>
          </a:stretch>
        </p:blipFill>
        <p:spPr>
          <a:xfrm rot="21600000">
            <a:off x="8157971" y="4366259"/>
            <a:ext cx="118999" cy="76200"/>
          </a:xfrm>
          <a:prstGeom prst="rect">
            <a:avLst/>
          </a:prstGeom>
        </p:spPr>
      </p:pic>
      <p:pic>
        <p:nvPicPr>
          <p:cNvPr id="2926" name="picture 2926"/>
          <p:cNvPicPr>
            <a:picLocks noChangeAspect="1"/>
          </p:cNvPicPr>
          <p:nvPr>
            <p:custDataLst>
              <p:tags r:id="rId135"/>
            </p:custDataLst>
          </p:nvPr>
        </p:nvPicPr>
        <p:blipFill>
          <a:blip r:embed="rId136"/>
          <a:stretch>
            <a:fillRect/>
          </a:stretch>
        </p:blipFill>
        <p:spPr>
          <a:xfrm rot="21600000">
            <a:off x="9058656" y="3374136"/>
            <a:ext cx="107950" cy="76200"/>
          </a:xfrm>
          <a:prstGeom prst="rect">
            <a:avLst/>
          </a:prstGeom>
        </p:spPr>
      </p:pic>
      <p:pic>
        <p:nvPicPr>
          <p:cNvPr id="2928" name="picture 2928"/>
          <p:cNvPicPr>
            <a:picLocks noChangeAspect="1"/>
          </p:cNvPicPr>
          <p:nvPr>
            <p:custDataLst>
              <p:tags r:id="rId137"/>
            </p:custDataLst>
          </p:nvPr>
        </p:nvPicPr>
        <p:blipFill>
          <a:blip r:embed="rId138"/>
          <a:stretch>
            <a:fillRect/>
          </a:stretch>
        </p:blipFill>
        <p:spPr>
          <a:xfrm rot="21600000">
            <a:off x="9509759" y="3374136"/>
            <a:ext cx="107950" cy="76200"/>
          </a:xfrm>
          <a:prstGeom prst="rect">
            <a:avLst/>
          </a:prstGeom>
        </p:spPr>
      </p:pic>
      <p:sp>
        <p:nvSpPr>
          <p:cNvPr id="2" name="标题 1"/>
          <p:cNvSpPr>
            <a:spLocks noGrp="1"/>
          </p:cNvSpPr>
          <p:nvPr>
            <p:ph type="title"/>
            <p:custDataLst>
              <p:tags r:id="rId139"/>
            </p:custDataLst>
          </p:nvPr>
        </p:nvSpPr>
        <p:spPr>
          <a:xfrm>
            <a:off x="695960" y="25355"/>
            <a:ext cx="10800000" cy="720000"/>
          </a:xfrm>
        </p:spPr>
        <p:txBody>
          <a:bodyPr vert="horz" lIns="0" tIns="0" rIns="0" bIns="0" rtlCol="0" anchor="ctr">
            <a:normAutofit fontScale="90000"/>
          </a:bodyPr>
          <a:lstStyle>
            <a:lvl1pPr>
              <a:defRPr sz="4400"/>
            </a:lvl1pPr>
          </a:lstStyle>
          <a:p>
            <a:pPr lvl="0" algn="l">
              <a:buClrTx/>
              <a:buSzTx/>
              <a:buFontTx/>
            </a:pPr>
            <a:endParaRPr lang="zh-CN" altLang="en-US" dirty="0">
              <a:sym typeface="+mn-ea"/>
            </a:endParaRPr>
          </a:p>
          <a:p>
            <a:pPr lvl="0" algn="l">
              <a:buClrTx/>
              <a:buSzTx/>
              <a:buFontTx/>
            </a:pPr>
            <a:r>
              <a:rPr sz="2000" kern="0" spc="-30" dirty="0">
                <a:solidFill>
                  <a:schemeClr val="dk1"/>
                </a:solidFill>
                <a:latin typeface="+mn-lt"/>
                <a:ea typeface="+mn-ea"/>
                <a:cs typeface="微软雅黑" panose="020B0503020204020204" charset="-122"/>
                <a:sym typeface="+mn-ea"/>
              </a:rPr>
              <a:t>基于XX需求全生命周期的管理现状，对主要的环节（4阶段， 29个环节） 进行识别，发现 了一些重要的问题环节，  需要优先加以优化改善</a:t>
            </a:r>
            <a:endParaRPr sz="2000" kern="0" spc="-30" dirty="0">
              <a:solidFill>
                <a:schemeClr val="dk1"/>
              </a:solidFill>
              <a:latin typeface="+mn-lt"/>
              <a:ea typeface="+mn-ea"/>
              <a:cs typeface="微软雅黑" panose="020B0503020204020204" charset="-122"/>
              <a:sym typeface="+mn-ea"/>
            </a:endParaRPr>
          </a:p>
        </p:txBody>
      </p:sp>
    </p:spTree>
    <p:custDataLst>
      <p:tags r:id="rId140"/>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30" name="picture 2930"/>
          <p:cNvPicPr>
            <a:picLocks noChangeAspect="1"/>
          </p:cNvPicPr>
          <p:nvPr>
            <p:custDataLst>
              <p:tags r:id="rId1"/>
            </p:custDataLst>
          </p:nvPr>
        </p:nvPicPr>
        <p:blipFill>
          <a:blip r:embed="rId2"/>
          <a:stretch>
            <a:fillRect/>
          </a:stretch>
        </p:blipFill>
        <p:spPr>
          <a:xfrm rot="21600000">
            <a:off x="1216151" y="5069626"/>
            <a:ext cx="10315152" cy="920414"/>
          </a:xfrm>
          <a:prstGeom prst="rect">
            <a:avLst/>
          </a:prstGeom>
        </p:spPr>
      </p:pic>
      <p:graphicFrame>
        <p:nvGraphicFramePr>
          <p:cNvPr id="2932" name="table 2932"/>
          <p:cNvGraphicFramePr>
            <a:graphicFrameLocks noGrp="1"/>
          </p:cNvGraphicFramePr>
          <p:nvPr>
            <p:custDataLst>
              <p:tags r:id="rId3"/>
            </p:custDataLst>
          </p:nvPr>
        </p:nvGraphicFramePr>
        <p:xfrm>
          <a:off x="1212976" y="5068696"/>
          <a:ext cx="9857739" cy="922019"/>
        </p:xfrm>
        <a:graphic>
          <a:graphicData uri="http://schemas.openxmlformats.org/drawingml/2006/table">
            <a:tbl>
              <a:tblPr/>
              <a:tblGrid>
                <a:gridCol w="4377054"/>
                <a:gridCol w="5480684"/>
              </a:tblGrid>
              <a:tr h="922019">
                <a:tc>
                  <a:txBody>
                    <a:bodyPr/>
                    <a:lstStyle/>
                    <a:p>
                      <a:pPr algn="l" rtl="0" eaLnBrk="0">
                        <a:lnSpc>
                          <a:spcPct val="112000"/>
                        </a:lnSpc>
                      </a:pPr>
                      <a:endParaRPr lang="en-US" altLang="en-US" sz="1000" dirty="0"/>
                    </a:p>
                    <a:p>
                      <a:pPr algn="l" rtl="0" eaLnBrk="0">
                        <a:lnSpc>
                          <a:spcPct val="113000"/>
                        </a:lnSpc>
                      </a:pPr>
                      <a:endParaRPr lang="en-US" altLang="en-US" sz="1000" dirty="0"/>
                    </a:p>
                    <a:p>
                      <a:pPr algn="l" rtl="0" eaLnBrk="0">
                        <a:lnSpc>
                          <a:spcPct val="10000"/>
                        </a:lnSpc>
                      </a:pPr>
                      <a:endParaRPr lang="en-US" altLang="en-US" sz="100" dirty="0"/>
                    </a:p>
                    <a:p>
                      <a:pPr marL="3147695" algn="l" rtl="0" eaLnBrk="0">
                        <a:lnSpc>
                          <a:spcPct val="98000"/>
                        </a:lnSpc>
                      </a:pPr>
                      <a:r>
                        <a:rPr sz="2000" kern="0" spc="-10" dirty="0">
                          <a:solidFill>
                            <a:srgbClr val="000000">
                              <a:alpha val="100000"/>
                            </a:srgbClr>
                          </a:solidFill>
                          <a:cs typeface="微软雅黑" panose="020B0503020204020204" charset="-122"/>
                        </a:rPr>
                        <a:t>组织能力</a:t>
                      </a:r>
                      <a:endParaRPr lang="en-US" altLang="en-US" sz="2000" dirty="0"/>
                    </a:p>
                  </a:txBody>
                  <a:tcPr marL="0" marR="0" marT="0" marB="0" vert="horz">
                    <a:lnL w="6350" cap="flat" cmpd="sng" algn="ctr">
                      <a:solidFill>
                        <a:srgbClr val="FFC000"/>
                      </a:solidFill>
                      <a:prstDash val="solid"/>
                      <a:round/>
                      <a:headEnd type="none" w="med" len="med"/>
                      <a:tailEnd type="none" w="med" len="med"/>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tcPr>
                </a:tc>
                <a:tc>
                  <a:txBody>
                    <a:bodyPr/>
                    <a:lstStyle/>
                    <a:p>
                      <a:pPr algn="l" rtl="0" eaLnBrk="0">
                        <a:lnSpc>
                          <a:spcPct val="110000"/>
                        </a:lnSpc>
                      </a:pPr>
                      <a:endParaRPr lang="en-US" altLang="en-US" sz="500" dirty="0"/>
                    </a:p>
                    <a:p>
                      <a:pPr marL="215900" algn="l" rtl="0" eaLnBrk="0">
                        <a:lnSpc>
                          <a:spcPct val="89000"/>
                        </a:lnSpc>
                      </a:pPr>
                      <a:r>
                        <a:rPr sz="1800" kern="0" spc="-20" dirty="0">
                          <a:solidFill>
                            <a:srgbClr val="FFFFFF">
                              <a:alpha val="100000"/>
                            </a:srgbClr>
                          </a:solidFill>
                          <a:cs typeface="微软雅黑" panose="020B0503020204020204" charset="-122"/>
                        </a:rPr>
                        <a:t>员工思维</a:t>
                      </a:r>
                      <a:endParaRPr lang="en-US" altLang="en-US" sz="1800" dirty="0"/>
                    </a:p>
                    <a:p>
                      <a:pPr marL="215900" algn="l" rtl="0" eaLnBrk="0">
                        <a:lnSpc>
                          <a:spcPct val="100000"/>
                        </a:lnSpc>
                        <a:spcBef>
                          <a:spcPts val="5"/>
                        </a:spcBef>
                      </a:pPr>
                      <a:r>
                        <a:rPr sz="1800" kern="0" spc="-20" dirty="0">
                          <a:solidFill>
                            <a:srgbClr val="FFFFFF">
                              <a:alpha val="100000"/>
                            </a:srgbClr>
                          </a:solidFill>
                          <a:cs typeface="微软雅黑" panose="020B0503020204020204" charset="-122"/>
                        </a:rPr>
                        <a:t>员工冶理</a:t>
                      </a:r>
                      <a:endParaRPr lang="en-US" altLang="en-US" sz="1800" dirty="0"/>
                    </a:p>
                    <a:p>
                      <a:pPr marL="215900" algn="l" rtl="0" eaLnBrk="0">
                        <a:lnSpc>
                          <a:spcPts val="2335"/>
                        </a:lnSpc>
                      </a:pPr>
                      <a:r>
                        <a:rPr sz="1800" kern="0" spc="-20" dirty="0">
                          <a:solidFill>
                            <a:srgbClr val="FFFFFF">
                              <a:alpha val="100000"/>
                            </a:srgbClr>
                          </a:solidFill>
                          <a:cs typeface="微软雅黑" panose="020B0503020204020204" charset="-122"/>
                        </a:rPr>
                        <a:t>员工能力</a:t>
                      </a:r>
                      <a:endParaRPr lang="en-US" altLang="en-US" sz="1800" dirty="0"/>
                    </a:p>
                  </a:txBody>
                  <a:tcPr marL="0" marR="0" marT="0" marB="0" vert="horz">
                    <a:lnL>
                      <a:noFill/>
                    </a:lnL>
                    <a:lnR>
                      <a:noFill/>
                    </a:lnR>
                    <a:lnT w="6350" cap="flat" cmpd="sng" algn="ctr">
                      <a:solidFill>
                        <a:srgbClr val="FFC000"/>
                      </a:solidFill>
                      <a:prstDash val="solid"/>
                      <a:round/>
                      <a:headEnd type="none" w="med" len="med"/>
                      <a:tailEnd type="none" w="med" len="med"/>
                    </a:lnT>
                    <a:lnB w="6350" cap="flat" cmpd="sng" algn="ctr">
                      <a:solidFill>
                        <a:srgbClr val="FFC000"/>
                      </a:solidFill>
                      <a:prstDash val="solid"/>
                      <a:round/>
                      <a:headEnd type="none" w="med" len="med"/>
                      <a:tailEnd type="none" w="med" len="med"/>
                    </a:lnB>
                  </a:tcPr>
                </a:tc>
              </a:tr>
            </a:tbl>
          </a:graphicData>
        </a:graphic>
      </p:graphicFrame>
      <p:sp>
        <p:nvSpPr>
          <p:cNvPr id="2934" name="textbox 2934"/>
          <p:cNvSpPr/>
          <p:nvPr>
            <p:custDataLst>
              <p:tags r:id="rId4"/>
            </p:custDataLst>
          </p:nvPr>
        </p:nvSpPr>
        <p:spPr>
          <a:xfrm>
            <a:off x="820274" y="344519"/>
            <a:ext cx="10504169" cy="627380"/>
          </a:xfrm>
          <a:prstGeom prst="rect">
            <a:avLst/>
          </a:prstGeom>
        </p:spPr>
        <p:txBody>
          <a:bodyPr vert="horz" wrap="square" lIns="0" tIns="0" rIns="0" bIns="0"/>
          <a:lstStyle/>
          <a:p>
            <a:pPr algn="l" rtl="0" eaLnBrk="0">
              <a:lnSpc>
                <a:spcPct val="70000"/>
              </a:lnSpc>
            </a:pPr>
            <a:endParaRPr lang="en-US" altLang="en-US" sz="100" dirty="0">
              <a:solidFill>
                <a:schemeClr val="dk1"/>
              </a:solidFill>
            </a:endParaRPr>
          </a:p>
          <a:p>
            <a:pPr marL="12700" indent="1270" algn="l" rtl="0" eaLnBrk="0">
              <a:lnSpc>
                <a:spcPct val="99000"/>
              </a:lnSpc>
            </a:pPr>
            <a:r>
              <a:rPr sz="2000" b="1" kern="0" spc="-20" dirty="0">
                <a:solidFill>
                  <a:schemeClr val="dk1"/>
                </a:solidFill>
                <a:cs typeface="微软雅黑" panose="020B0503020204020204" charset="-122"/>
              </a:rPr>
              <a:t>XX作为一家快速成长的企业。</a:t>
            </a:r>
            <a:r>
              <a:rPr sz="2000" b="1" kern="0" spc="250" dirty="0">
                <a:solidFill>
                  <a:schemeClr val="dk1"/>
                </a:solidFill>
                <a:cs typeface="微软雅黑" panose="020B0503020204020204" charset="-122"/>
              </a:rPr>
              <a:t> </a:t>
            </a:r>
            <a:r>
              <a:rPr sz="2000" b="1" kern="0" spc="-20" dirty="0">
                <a:solidFill>
                  <a:schemeClr val="dk1"/>
                </a:solidFill>
                <a:cs typeface="微软雅黑" panose="020B0503020204020204" charset="-122"/>
              </a:rPr>
              <a:t>BTIT的目标是帮助企业对不断改革中的各个</a:t>
            </a:r>
            <a:r>
              <a:rPr sz="2000" b="1" kern="0" spc="-30" dirty="0">
                <a:solidFill>
                  <a:schemeClr val="dk1"/>
                </a:solidFill>
                <a:cs typeface="微软雅黑" panose="020B0503020204020204" charset="-122"/>
              </a:rPr>
              <a:t>环节进行分析</a:t>
            </a:r>
            <a:r>
              <a:rPr sz="2000" b="1" kern="0" spc="0" dirty="0">
                <a:solidFill>
                  <a:schemeClr val="dk1"/>
                </a:solidFill>
                <a:cs typeface="微软雅黑" panose="020B0503020204020204" charset="-122"/>
              </a:rPr>
              <a:t> </a:t>
            </a:r>
            <a:r>
              <a:rPr sz="2000" b="1" kern="0" spc="-10" dirty="0">
                <a:solidFill>
                  <a:schemeClr val="dk1"/>
                </a:solidFill>
                <a:cs typeface="微软雅黑" panose="020B0503020204020204" charset="-122"/>
              </a:rPr>
              <a:t>优化，协助企业完成快速</a:t>
            </a:r>
            <a:r>
              <a:rPr sz="2000" b="1" kern="0" spc="-20" dirty="0">
                <a:solidFill>
                  <a:schemeClr val="dk1"/>
                </a:solidFill>
                <a:cs typeface="微软雅黑" panose="020B0503020204020204" charset="-122"/>
              </a:rPr>
              <a:t>的转型定位。</a:t>
            </a:r>
            <a:endParaRPr lang="en-US" altLang="en-US" sz="2000" b="1" kern="0" spc="-20" dirty="0">
              <a:solidFill>
                <a:schemeClr val="dk1"/>
              </a:solidFill>
              <a:cs typeface="微软雅黑" panose="020B0503020204020204" charset="-122"/>
            </a:endParaRPr>
          </a:p>
        </p:txBody>
      </p:sp>
      <p:grpSp>
        <p:nvGrpSpPr>
          <p:cNvPr id="264" name="group 264"/>
          <p:cNvGrpSpPr/>
          <p:nvPr/>
        </p:nvGrpSpPr>
        <p:grpSpPr>
          <a:xfrm rot="21600000">
            <a:off x="874522" y="2697226"/>
            <a:ext cx="3322828" cy="1169416"/>
            <a:chOff x="0" y="0"/>
            <a:chExt cx="3322828" cy="1169416"/>
          </a:xfrm>
        </p:grpSpPr>
        <p:pic>
          <p:nvPicPr>
            <p:cNvPr id="2938" name="picture 2938"/>
            <p:cNvPicPr>
              <a:picLocks noChangeAspect="1"/>
            </p:cNvPicPr>
            <p:nvPr>
              <p:custDataLst>
                <p:tags r:id="rId5"/>
              </p:custDataLst>
            </p:nvPr>
          </p:nvPicPr>
          <p:blipFill>
            <a:blip r:embed="rId6"/>
            <a:stretch>
              <a:fillRect/>
            </a:stretch>
          </p:blipFill>
          <p:spPr>
            <a:xfrm rot="21600000">
              <a:off x="6350" y="6350"/>
              <a:ext cx="3310128" cy="1156716"/>
            </a:xfrm>
            <a:prstGeom prst="rect">
              <a:avLst/>
            </a:prstGeom>
          </p:spPr>
        </p:pic>
        <p:sp>
          <p:nvSpPr>
            <p:cNvPr id="2940" name="textbox 2940"/>
            <p:cNvSpPr/>
            <p:nvPr>
              <p:custDataLst>
                <p:tags r:id="rId7"/>
              </p:custDataLst>
            </p:nvPr>
          </p:nvSpPr>
          <p:spPr>
            <a:xfrm>
              <a:off x="301187" y="294518"/>
              <a:ext cx="2658745" cy="699769"/>
            </a:xfrm>
            <a:prstGeom prst="rect">
              <a:avLst/>
            </a:prstGeom>
          </p:spPr>
          <p:txBody>
            <a:bodyPr vert="horz" wrap="square" lIns="0" tIns="0" rIns="0" bIns="0">
              <a:normAutofit/>
            </a:bodyPr>
            <a:lstStyle/>
            <a:p>
              <a:pPr algn="l" rtl="0" eaLnBrk="0">
                <a:lnSpc>
                  <a:spcPct val="96000"/>
                </a:lnSpc>
              </a:pPr>
              <a:endParaRPr lang="en-US" altLang="en-US" sz="100" dirty="0">
                <a:solidFill>
                  <a:schemeClr val="dk1"/>
                </a:solidFill>
              </a:endParaRPr>
            </a:p>
            <a:p>
              <a:pPr marL="12700" algn="l" rtl="0" eaLnBrk="0">
                <a:lnSpc>
                  <a:spcPct val="98000"/>
                </a:lnSpc>
              </a:pPr>
              <a:r>
                <a:rPr sz="1500" kern="0" spc="10" dirty="0">
                  <a:solidFill>
                    <a:schemeClr val="dk1"/>
                  </a:solidFill>
                  <a:cs typeface="微软雅黑" panose="020B0503020204020204" charset="-122"/>
                </a:rPr>
                <a:t>通过流程体系及能力</a:t>
              </a:r>
              <a:r>
                <a:rPr sz="1500" kern="0" spc="0" dirty="0">
                  <a:solidFill>
                    <a:schemeClr val="dk1"/>
                  </a:solidFill>
                  <a:cs typeface="微软雅黑" panose="020B0503020204020204" charset="-122"/>
                </a:rPr>
                <a:t>建设，</a:t>
              </a:r>
              <a:r>
                <a:rPr sz="1500" kern="0" spc="110" dirty="0">
                  <a:solidFill>
                    <a:schemeClr val="dk1"/>
                  </a:solidFill>
                  <a:cs typeface="微软雅黑" panose="020B0503020204020204" charset="-122"/>
                </a:rPr>
                <a:t>  </a:t>
              </a:r>
              <a:r>
                <a:rPr sz="1500" b="1" kern="0" spc="0" dirty="0">
                  <a:solidFill>
                    <a:schemeClr val="dk1"/>
                  </a:solidFill>
                  <a:cs typeface="微软雅黑" panose="020B0503020204020204" charset="-122"/>
                </a:rPr>
                <a:t>及 </a:t>
              </a:r>
              <a:r>
                <a:rPr sz="1500" b="1" kern="0" spc="90" dirty="0">
                  <a:solidFill>
                    <a:schemeClr val="dk1"/>
                  </a:solidFill>
                  <a:cs typeface="微软雅黑" panose="020B0503020204020204" charset="-122"/>
                </a:rPr>
                <a:t>时精准响应业务需求，确保业</a:t>
              </a:r>
              <a:r>
                <a:rPr sz="1500" b="1" kern="0" spc="30" dirty="0">
                  <a:solidFill>
                    <a:schemeClr val="dk1"/>
                  </a:solidFill>
                  <a:cs typeface="微软雅黑" panose="020B0503020204020204" charset="-122"/>
                </a:rPr>
                <a:t> </a:t>
              </a:r>
              <a:r>
                <a:rPr sz="1500" b="1" kern="0" spc="90" dirty="0">
                  <a:solidFill>
                    <a:schemeClr val="dk1"/>
                  </a:solidFill>
                  <a:cs typeface="微软雅黑" panose="020B0503020204020204" charset="-122"/>
                </a:rPr>
                <a:t>务需求快速响应</a:t>
              </a:r>
              <a:endParaRPr lang="en-US" altLang="en-US" sz="1500" b="1" kern="0" spc="90" dirty="0">
                <a:solidFill>
                  <a:schemeClr val="dk1"/>
                </a:solidFill>
                <a:cs typeface="微软雅黑" panose="020B0503020204020204" charset="-122"/>
              </a:endParaRPr>
            </a:p>
          </p:txBody>
        </p:sp>
        <p:pic>
          <p:nvPicPr>
            <p:cNvPr id="2942" name="picture 2942"/>
            <p:cNvPicPr>
              <a:picLocks noChangeAspect="1"/>
            </p:cNvPicPr>
            <p:nvPr>
              <p:custDataLst>
                <p:tags r:id="rId8"/>
              </p:custDataLst>
            </p:nvPr>
          </p:nvPicPr>
          <p:blipFill>
            <a:blip r:embed="rId9"/>
            <a:stretch>
              <a:fillRect/>
            </a:stretch>
          </p:blipFill>
          <p:spPr>
            <a:xfrm rot="21600000">
              <a:off x="6350" y="0"/>
              <a:ext cx="3316478" cy="199009"/>
            </a:xfrm>
            <a:prstGeom prst="rect">
              <a:avLst/>
            </a:prstGeom>
          </p:spPr>
        </p:pic>
        <p:pic>
          <p:nvPicPr>
            <p:cNvPr id="2944" name="picture 2944"/>
            <p:cNvPicPr>
              <a:picLocks noChangeAspect="1"/>
            </p:cNvPicPr>
            <p:nvPr>
              <p:custDataLst>
                <p:tags r:id="rId10"/>
              </p:custDataLst>
            </p:nvPr>
          </p:nvPicPr>
          <p:blipFill>
            <a:blip r:embed="rId11"/>
            <a:stretch>
              <a:fillRect/>
            </a:stretch>
          </p:blipFill>
          <p:spPr>
            <a:xfrm rot="21600000">
              <a:off x="0" y="6350"/>
              <a:ext cx="199161" cy="1163066"/>
            </a:xfrm>
            <a:prstGeom prst="rect">
              <a:avLst/>
            </a:prstGeom>
          </p:spPr>
        </p:pic>
      </p:grpSp>
      <p:grpSp>
        <p:nvGrpSpPr>
          <p:cNvPr id="266" name="group 266"/>
          <p:cNvGrpSpPr/>
          <p:nvPr/>
        </p:nvGrpSpPr>
        <p:grpSpPr>
          <a:xfrm rot="21600000">
            <a:off x="4532121" y="2176271"/>
            <a:ext cx="3318002" cy="1163066"/>
            <a:chOff x="0" y="0"/>
            <a:chExt cx="3318002" cy="1163066"/>
          </a:xfrm>
        </p:grpSpPr>
        <p:pic>
          <p:nvPicPr>
            <p:cNvPr id="2946" name="picture 2946"/>
            <p:cNvPicPr>
              <a:picLocks noChangeAspect="1"/>
            </p:cNvPicPr>
            <p:nvPr>
              <p:custDataLst>
                <p:tags r:id="rId12"/>
              </p:custDataLst>
            </p:nvPr>
          </p:nvPicPr>
          <p:blipFill>
            <a:blip r:embed="rId13"/>
            <a:stretch>
              <a:fillRect/>
            </a:stretch>
          </p:blipFill>
          <p:spPr>
            <a:xfrm rot="21600000">
              <a:off x="6350" y="0"/>
              <a:ext cx="3311652" cy="1156716"/>
            </a:xfrm>
            <a:prstGeom prst="rect">
              <a:avLst/>
            </a:prstGeom>
          </p:spPr>
        </p:pic>
        <p:sp>
          <p:nvSpPr>
            <p:cNvPr id="2948" name="textbox 2948"/>
            <p:cNvSpPr/>
            <p:nvPr>
              <p:custDataLst>
                <p:tags r:id="rId14"/>
              </p:custDataLst>
            </p:nvPr>
          </p:nvSpPr>
          <p:spPr>
            <a:xfrm>
              <a:off x="278887" y="283597"/>
              <a:ext cx="2823210" cy="699134"/>
            </a:xfrm>
            <a:prstGeom prst="rect">
              <a:avLst/>
            </a:prstGeom>
          </p:spPr>
          <p:txBody>
            <a:bodyPr vert="horz" wrap="square" lIns="0" tIns="0" rIns="0" bIns="0">
              <a:normAutofit/>
            </a:bodyPr>
            <a:lstStyle/>
            <a:p>
              <a:pPr algn="l" rtl="0" eaLnBrk="0">
                <a:lnSpc>
                  <a:spcPct val="93000"/>
                </a:lnSpc>
              </a:pPr>
              <a:endParaRPr lang="en-US" altLang="en-US" sz="100" dirty="0">
                <a:solidFill>
                  <a:schemeClr val="dk1"/>
                </a:solidFill>
              </a:endParaRPr>
            </a:p>
            <a:p>
              <a:pPr marL="12700" algn="l" rtl="0" eaLnBrk="0">
                <a:lnSpc>
                  <a:spcPct val="98000"/>
                </a:lnSpc>
              </a:pPr>
              <a:r>
                <a:rPr sz="1500" kern="0" spc="80" dirty="0">
                  <a:solidFill>
                    <a:schemeClr val="dk1"/>
                  </a:solidFill>
                  <a:cs typeface="微软雅黑" panose="020B0503020204020204" charset="-122"/>
                </a:rPr>
                <a:t>解决方案</a:t>
              </a:r>
              <a:r>
                <a:rPr sz="1500" b="1" kern="0" spc="80" dirty="0">
                  <a:solidFill>
                    <a:schemeClr val="dk1"/>
                  </a:solidFill>
                  <a:cs typeface="微软雅黑" panose="020B0503020204020204" charset="-122"/>
                </a:rPr>
                <a:t>应对于业务需求之初</a:t>
              </a:r>
              <a:r>
                <a:rPr sz="1500" kern="0" spc="70" dirty="0">
                  <a:solidFill>
                    <a:schemeClr val="dk1"/>
                  </a:solidFill>
                  <a:cs typeface="微软雅黑" panose="020B0503020204020204" charset="-122"/>
                </a:rPr>
                <a:t>，</a:t>
              </a:r>
              <a:r>
                <a:rPr sz="1500" kern="0" spc="-10" dirty="0">
                  <a:solidFill>
                    <a:schemeClr val="dk1"/>
                  </a:solidFill>
                  <a:cs typeface="微软雅黑" panose="020B0503020204020204" charset="-122"/>
                </a:rPr>
                <a:t> </a:t>
              </a:r>
              <a:r>
                <a:rPr sz="1500" kern="0" spc="90" dirty="0">
                  <a:solidFill>
                    <a:schemeClr val="dk1"/>
                  </a:solidFill>
                  <a:cs typeface="微软雅黑" panose="020B0503020204020204" charset="-122"/>
                </a:rPr>
                <a:t>系统性</a:t>
              </a:r>
              <a:r>
                <a:rPr sz="1500" b="1" kern="0" spc="90" dirty="0">
                  <a:solidFill>
                    <a:schemeClr val="dk1"/>
                  </a:solidFill>
                  <a:cs typeface="微软雅黑" panose="020B0503020204020204" charset="-122"/>
                </a:rPr>
                <a:t>提供深度解决方案</a:t>
              </a:r>
              <a:r>
                <a:rPr sz="1500" kern="0" spc="90" dirty="0">
                  <a:solidFill>
                    <a:schemeClr val="dk1"/>
                  </a:solidFill>
                  <a:cs typeface="微软雅黑" panose="020B0503020204020204" charset="-122"/>
                </a:rPr>
                <a:t>，避</a:t>
              </a:r>
              <a:r>
                <a:rPr sz="1500" kern="0" spc="0" dirty="0">
                  <a:solidFill>
                    <a:schemeClr val="dk1"/>
                  </a:solidFill>
                  <a:cs typeface="微软雅黑" panose="020B0503020204020204" charset="-122"/>
                </a:rPr>
                <a:t>    </a:t>
              </a:r>
              <a:r>
                <a:rPr sz="1500" kern="0" spc="90" dirty="0">
                  <a:solidFill>
                    <a:schemeClr val="dk1"/>
                  </a:solidFill>
                  <a:cs typeface="微软雅黑" panose="020B0503020204020204" charset="-122"/>
                </a:rPr>
                <a:t>免重复业务需求提出</a:t>
              </a:r>
              <a:endParaRPr lang="en-US" altLang="en-US" sz="1500" kern="0" spc="90" dirty="0">
                <a:solidFill>
                  <a:schemeClr val="dk1"/>
                </a:solidFill>
                <a:cs typeface="微软雅黑" panose="020B0503020204020204" charset="-122"/>
              </a:endParaRPr>
            </a:p>
          </p:txBody>
        </p:sp>
        <p:pic>
          <p:nvPicPr>
            <p:cNvPr id="2950" name="picture 2950"/>
            <p:cNvPicPr>
              <a:picLocks noChangeAspect="1"/>
            </p:cNvPicPr>
            <p:nvPr>
              <p:custDataLst>
                <p:tags r:id="rId15"/>
              </p:custDataLst>
            </p:nvPr>
          </p:nvPicPr>
          <p:blipFill>
            <a:blip r:embed="rId16"/>
            <a:stretch>
              <a:fillRect/>
            </a:stretch>
          </p:blipFill>
          <p:spPr>
            <a:xfrm rot="21600000">
              <a:off x="0" y="0"/>
              <a:ext cx="199136" cy="1163066"/>
            </a:xfrm>
            <a:prstGeom prst="rect">
              <a:avLst/>
            </a:prstGeom>
          </p:spPr>
        </p:pic>
      </p:grpSp>
      <p:grpSp>
        <p:nvGrpSpPr>
          <p:cNvPr id="268" name="group 268"/>
          <p:cNvGrpSpPr/>
          <p:nvPr/>
        </p:nvGrpSpPr>
        <p:grpSpPr>
          <a:xfrm rot="21600000">
            <a:off x="8191246" y="1650491"/>
            <a:ext cx="3316477" cy="1163066"/>
            <a:chOff x="0" y="0"/>
            <a:chExt cx="3316477" cy="1163066"/>
          </a:xfrm>
        </p:grpSpPr>
        <p:pic>
          <p:nvPicPr>
            <p:cNvPr id="2952" name="picture 2952"/>
            <p:cNvPicPr>
              <a:picLocks noChangeAspect="1"/>
            </p:cNvPicPr>
            <p:nvPr>
              <p:custDataLst>
                <p:tags r:id="rId17"/>
              </p:custDataLst>
            </p:nvPr>
          </p:nvPicPr>
          <p:blipFill>
            <a:blip r:embed="rId18"/>
            <a:stretch>
              <a:fillRect/>
            </a:stretch>
          </p:blipFill>
          <p:spPr>
            <a:xfrm rot="21600000">
              <a:off x="6350" y="0"/>
              <a:ext cx="3310127" cy="1156716"/>
            </a:xfrm>
            <a:prstGeom prst="rect">
              <a:avLst/>
            </a:prstGeom>
          </p:spPr>
        </p:pic>
        <p:sp>
          <p:nvSpPr>
            <p:cNvPr id="2954" name="textbox 2954"/>
            <p:cNvSpPr/>
            <p:nvPr>
              <p:custDataLst>
                <p:tags r:id="rId19"/>
              </p:custDataLst>
            </p:nvPr>
          </p:nvSpPr>
          <p:spPr>
            <a:xfrm>
              <a:off x="266164" y="260737"/>
              <a:ext cx="2457450" cy="918844"/>
            </a:xfrm>
            <a:prstGeom prst="rect">
              <a:avLst/>
            </a:prstGeom>
          </p:spPr>
          <p:txBody>
            <a:bodyPr vert="horz" wrap="square" lIns="0" tIns="0" rIns="0" bIns="0">
              <a:normAutofit/>
            </a:bodyPr>
            <a:lstStyle/>
            <a:p>
              <a:pPr algn="l" rtl="0" eaLnBrk="0">
                <a:lnSpc>
                  <a:spcPct val="66000"/>
                </a:lnSpc>
              </a:pPr>
              <a:endParaRPr lang="en-US" altLang="en-US" sz="100" dirty="0">
                <a:solidFill>
                  <a:schemeClr val="dk1"/>
                </a:solidFill>
              </a:endParaRPr>
            </a:p>
            <a:p>
              <a:pPr marL="12700" indent="1270" algn="l" rtl="0" eaLnBrk="0">
                <a:lnSpc>
                  <a:spcPct val="98000"/>
                </a:lnSpc>
              </a:pPr>
              <a:r>
                <a:rPr sz="1500" kern="0" spc="90" dirty="0">
                  <a:solidFill>
                    <a:schemeClr val="dk1"/>
                  </a:solidFill>
                  <a:cs typeface="微软雅黑" panose="020B0503020204020204" charset="-122"/>
                </a:rPr>
                <a:t>解决方案</a:t>
              </a:r>
              <a:r>
                <a:rPr sz="1500" b="1" kern="0" spc="90" dirty="0">
                  <a:solidFill>
                    <a:schemeClr val="dk1"/>
                  </a:solidFill>
                  <a:cs typeface="微软雅黑" panose="020B0503020204020204" charset="-122"/>
                </a:rPr>
                <a:t>规划于业务需求之</a:t>
              </a:r>
              <a:r>
                <a:rPr sz="1500" b="1" kern="0" spc="30" dirty="0">
                  <a:solidFill>
                    <a:schemeClr val="dk1"/>
                  </a:solidFill>
                  <a:cs typeface="微软雅黑" panose="020B0503020204020204" charset="-122"/>
                </a:rPr>
                <a:t> </a:t>
              </a:r>
              <a:r>
                <a:rPr sz="1500" b="1" kern="0" spc="90" dirty="0">
                  <a:solidFill>
                    <a:schemeClr val="dk1"/>
                  </a:solidFill>
                  <a:cs typeface="微软雅黑" panose="020B0503020204020204" charset="-122"/>
                </a:rPr>
                <a:t>前</a:t>
              </a:r>
              <a:r>
                <a:rPr sz="1500" kern="0" spc="90" dirty="0">
                  <a:solidFill>
                    <a:schemeClr val="dk1"/>
                  </a:solidFill>
                  <a:cs typeface="微软雅黑" panose="020B0503020204020204" charset="-122"/>
                </a:rPr>
                <a:t>，规划先行，通过</a:t>
              </a:r>
              <a:r>
                <a:rPr sz="1500" b="1" kern="0" spc="90" dirty="0">
                  <a:solidFill>
                    <a:schemeClr val="dk1"/>
                  </a:solidFill>
                  <a:cs typeface="微软雅黑" panose="020B0503020204020204" charset="-122"/>
                </a:rPr>
                <a:t>技术创</a:t>
              </a:r>
              <a:r>
                <a:rPr sz="1500" b="1" kern="0" spc="50" dirty="0">
                  <a:solidFill>
                    <a:schemeClr val="dk1"/>
                  </a:solidFill>
                  <a:cs typeface="微软雅黑" panose="020B0503020204020204" charset="-122"/>
                </a:rPr>
                <a:t> </a:t>
              </a:r>
              <a:r>
                <a:rPr sz="1500" b="1" kern="0" spc="90" dirty="0">
                  <a:solidFill>
                    <a:schemeClr val="dk1"/>
                  </a:solidFill>
                  <a:cs typeface="微软雅黑" panose="020B0503020204020204" charset="-122"/>
                </a:rPr>
                <a:t>新带动业务的增长</a:t>
              </a:r>
              <a:r>
                <a:rPr sz="1500" kern="0" spc="90" dirty="0">
                  <a:solidFill>
                    <a:schemeClr val="dk1"/>
                  </a:solidFill>
                  <a:cs typeface="微软雅黑" panose="020B0503020204020204" charset="-122"/>
                </a:rPr>
                <a:t>，确保业</a:t>
              </a:r>
              <a:r>
                <a:rPr sz="1500" kern="0" spc="20" dirty="0">
                  <a:solidFill>
                    <a:schemeClr val="dk1"/>
                  </a:solidFill>
                  <a:cs typeface="微软雅黑" panose="020B0503020204020204" charset="-122"/>
                </a:rPr>
                <a:t> </a:t>
              </a:r>
              <a:r>
                <a:rPr sz="1500" kern="0" spc="90" dirty="0">
                  <a:solidFill>
                    <a:schemeClr val="dk1"/>
                  </a:solidFill>
                  <a:cs typeface="微软雅黑" panose="020B0503020204020204" charset="-122"/>
                </a:rPr>
                <a:t>务的平稳过渡</a:t>
              </a:r>
              <a:endParaRPr lang="en-US" altLang="en-US" sz="1500" kern="0" spc="90" dirty="0">
                <a:solidFill>
                  <a:schemeClr val="dk1"/>
                </a:solidFill>
                <a:cs typeface="微软雅黑" panose="020B0503020204020204" charset="-122"/>
              </a:endParaRPr>
            </a:p>
          </p:txBody>
        </p:sp>
        <p:pic>
          <p:nvPicPr>
            <p:cNvPr id="2956" name="picture 2956"/>
            <p:cNvPicPr>
              <a:picLocks noChangeAspect="1"/>
            </p:cNvPicPr>
            <p:nvPr>
              <p:custDataLst>
                <p:tags r:id="rId20"/>
              </p:custDataLst>
            </p:nvPr>
          </p:nvPicPr>
          <p:blipFill>
            <a:blip r:embed="rId21"/>
            <a:stretch>
              <a:fillRect/>
            </a:stretch>
          </p:blipFill>
          <p:spPr>
            <a:xfrm rot="21600000">
              <a:off x="0" y="0"/>
              <a:ext cx="199135" cy="1163066"/>
            </a:xfrm>
            <a:prstGeom prst="rect">
              <a:avLst/>
            </a:prstGeom>
          </p:spPr>
        </p:pic>
      </p:grpSp>
      <p:sp>
        <p:nvSpPr>
          <p:cNvPr id="2958" name="textbox 2958"/>
          <p:cNvSpPr/>
          <p:nvPr>
            <p:custDataLst>
              <p:tags r:id="rId22"/>
            </p:custDataLst>
          </p:nvPr>
        </p:nvSpPr>
        <p:spPr>
          <a:xfrm>
            <a:off x="8455607" y="4049020"/>
            <a:ext cx="1517650" cy="749300"/>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ts val="1850"/>
              </a:lnSpc>
            </a:pPr>
            <a:r>
              <a:rPr sz="1500" kern="0" spc="50" dirty="0">
                <a:solidFill>
                  <a:schemeClr val="dk1"/>
                </a:solidFill>
                <a:cs typeface="Arial" panose="020B0604020202020204"/>
              </a:rPr>
              <a:t>•    </a:t>
            </a:r>
            <a:r>
              <a:rPr sz="1500" kern="0" spc="50" dirty="0">
                <a:solidFill>
                  <a:schemeClr val="dk1"/>
                </a:solidFill>
                <a:cs typeface="微软雅黑" panose="020B0503020204020204" charset="-122"/>
              </a:rPr>
              <a:t>引领业务发展</a:t>
            </a:r>
            <a:endParaRPr lang="en-US" altLang="en-US" sz="1500" dirty="0">
              <a:solidFill>
                <a:schemeClr val="dk1"/>
              </a:solidFill>
            </a:endParaRPr>
          </a:p>
          <a:p>
            <a:pPr marL="12700" algn="l" rtl="0" eaLnBrk="0">
              <a:lnSpc>
                <a:spcPts val="1850"/>
              </a:lnSpc>
              <a:spcBef>
                <a:spcPts val="70"/>
              </a:spcBef>
            </a:pPr>
            <a:r>
              <a:rPr sz="1500" kern="0" spc="60" dirty="0">
                <a:solidFill>
                  <a:schemeClr val="dk1"/>
                </a:solidFill>
                <a:cs typeface="Arial" panose="020B0604020202020204"/>
              </a:rPr>
              <a:t>•</a:t>
            </a:r>
            <a:r>
              <a:rPr sz="1500" kern="0" spc="10" dirty="0">
                <a:solidFill>
                  <a:schemeClr val="dk1"/>
                </a:solidFill>
                <a:cs typeface="Arial" panose="020B0604020202020204"/>
              </a:rPr>
              <a:t>    </a:t>
            </a:r>
            <a:r>
              <a:rPr sz="1500" kern="0" spc="60" dirty="0">
                <a:solidFill>
                  <a:schemeClr val="dk1"/>
                </a:solidFill>
                <a:cs typeface="微软雅黑" panose="020B0503020204020204" charset="-122"/>
              </a:rPr>
              <a:t>技术创新</a:t>
            </a:r>
            <a:endParaRPr lang="en-US" altLang="en-US" sz="1500" dirty="0">
              <a:solidFill>
                <a:schemeClr val="dk1"/>
              </a:solidFill>
            </a:endParaRPr>
          </a:p>
          <a:p>
            <a:pPr marL="12700" algn="l" rtl="0" eaLnBrk="0">
              <a:lnSpc>
                <a:spcPts val="1855"/>
              </a:lnSpc>
              <a:spcBef>
                <a:spcPts val="65"/>
              </a:spcBef>
            </a:pPr>
            <a:r>
              <a:rPr sz="1500" kern="0" spc="70" dirty="0">
                <a:solidFill>
                  <a:schemeClr val="dk1"/>
                </a:solidFill>
                <a:cs typeface="Arial" panose="020B0604020202020204"/>
              </a:rPr>
              <a:t>•</a:t>
            </a:r>
            <a:r>
              <a:rPr sz="1500" kern="0" spc="10" dirty="0">
                <a:solidFill>
                  <a:schemeClr val="dk1"/>
                </a:solidFill>
                <a:cs typeface="Arial" panose="020B0604020202020204"/>
              </a:rPr>
              <a:t>    </a:t>
            </a:r>
            <a:r>
              <a:rPr sz="1500" kern="0" spc="70" dirty="0">
                <a:solidFill>
                  <a:schemeClr val="dk1"/>
                </a:solidFill>
                <a:cs typeface="微软雅黑" panose="020B0503020204020204" charset="-122"/>
              </a:rPr>
              <a:t>公司文化建设</a:t>
            </a:r>
            <a:endParaRPr lang="en-US" altLang="en-US" sz="1500" kern="0" spc="70" dirty="0">
              <a:solidFill>
                <a:schemeClr val="dk1"/>
              </a:solidFill>
              <a:cs typeface="微软雅黑" panose="020B0503020204020204" charset="-122"/>
            </a:endParaRPr>
          </a:p>
        </p:txBody>
      </p:sp>
      <p:sp>
        <p:nvSpPr>
          <p:cNvPr id="2960" name="textbox 2960"/>
          <p:cNvSpPr/>
          <p:nvPr>
            <p:custDataLst>
              <p:tags r:id="rId23"/>
            </p:custDataLst>
          </p:nvPr>
        </p:nvSpPr>
        <p:spPr>
          <a:xfrm>
            <a:off x="4996508" y="4049020"/>
            <a:ext cx="1517650" cy="748665"/>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ts val="1850"/>
              </a:lnSpc>
            </a:pPr>
            <a:r>
              <a:rPr sz="1500" kern="0" spc="40" dirty="0">
                <a:solidFill>
                  <a:schemeClr val="dk1"/>
                </a:solidFill>
                <a:cs typeface="Arial" panose="020B0604020202020204"/>
              </a:rPr>
              <a:t>•    </a:t>
            </a:r>
            <a:r>
              <a:rPr sz="1500" kern="0" spc="40" dirty="0">
                <a:solidFill>
                  <a:schemeClr val="dk1"/>
                </a:solidFill>
                <a:cs typeface="微软雅黑" panose="020B0503020204020204" charset="-122"/>
              </a:rPr>
              <a:t>战略解读</a:t>
            </a:r>
            <a:endParaRPr lang="en-US" altLang="en-US" sz="1500" dirty="0">
              <a:solidFill>
                <a:schemeClr val="dk1"/>
              </a:solidFill>
            </a:endParaRPr>
          </a:p>
          <a:p>
            <a:pPr marL="12700" algn="l" rtl="0" eaLnBrk="0">
              <a:lnSpc>
                <a:spcPts val="1855"/>
              </a:lnSpc>
              <a:spcBef>
                <a:spcPts val="70"/>
              </a:spcBef>
            </a:pPr>
            <a:r>
              <a:rPr sz="1500" kern="0" spc="60" dirty="0">
                <a:solidFill>
                  <a:schemeClr val="dk1"/>
                </a:solidFill>
                <a:cs typeface="Arial" panose="020B0604020202020204"/>
              </a:rPr>
              <a:t>•</a:t>
            </a:r>
            <a:r>
              <a:rPr sz="1500" kern="0" spc="30" dirty="0">
                <a:solidFill>
                  <a:schemeClr val="dk1"/>
                </a:solidFill>
                <a:cs typeface="Arial" panose="020B0604020202020204"/>
              </a:rPr>
              <a:t>    </a:t>
            </a:r>
            <a:r>
              <a:rPr sz="1500" kern="0" spc="60" dirty="0">
                <a:solidFill>
                  <a:schemeClr val="dk1"/>
                </a:solidFill>
                <a:cs typeface="微软雅黑" panose="020B0503020204020204" charset="-122"/>
              </a:rPr>
              <a:t>行业解决方案</a:t>
            </a:r>
            <a:endParaRPr lang="en-US" altLang="en-US" sz="1500" dirty="0">
              <a:solidFill>
                <a:schemeClr val="dk1"/>
              </a:solidFill>
            </a:endParaRPr>
          </a:p>
          <a:p>
            <a:pPr marL="12700" algn="l" rtl="0" eaLnBrk="0">
              <a:lnSpc>
                <a:spcPts val="1855"/>
              </a:lnSpc>
              <a:spcBef>
                <a:spcPts val="65"/>
              </a:spcBef>
            </a:pPr>
            <a:r>
              <a:rPr sz="1500" kern="0" spc="60" dirty="0">
                <a:solidFill>
                  <a:schemeClr val="dk1"/>
                </a:solidFill>
                <a:cs typeface="Arial" panose="020B0604020202020204"/>
              </a:rPr>
              <a:t>•</a:t>
            </a:r>
            <a:r>
              <a:rPr sz="1500" kern="0" spc="10" dirty="0">
                <a:solidFill>
                  <a:schemeClr val="dk1"/>
                </a:solidFill>
                <a:cs typeface="Arial" panose="020B0604020202020204"/>
              </a:rPr>
              <a:t>    </a:t>
            </a:r>
            <a:r>
              <a:rPr sz="1500" kern="0" spc="60" dirty="0">
                <a:solidFill>
                  <a:schemeClr val="dk1"/>
                </a:solidFill>
                <a:cs typeface="微软雅黑" panose="020B0503020204020204" charset="-122"/>
              </a:rPr>
              <a:t>技术研究</a:t>
            </a:r>
            <a:endParaRPr lang="en-US" altLang="en-US" sz="1500" kern="0" spc="60" dirty="0">
              <a:solidFill>
                <a:schemeClr val="dk1"/>
              </a:solidFill>
              <a:cs typeface="微软雅黑" panose="020B0503020204020204" charset="-122"/>
            </a:endParaRPr>
          </a:p>
        </p:txBody>
      </p:sp>
      <p:sp>
        <p:nvSpPr>
          <p:cNvPr id="2964" name="textbox 2964"/>
          <p:cNvSpPr/>
          <p:nvPr>
            <p:custDataLst>
              <p:tags r:id="rId24"/>
            </p:custDataLst>
          </p:nvPr>
        </p:nvSpPr>
        <p:spPr>
          <a:xfrm>
            <a:off x="1233701" y="4049020"/>
            <a:ext cx="1112519" cy="749934"/>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ts val="1865"/>
              </a:lnSpc>
            </a:pPr>
            <a:r>
              <a:rPr sz="1500" kern="0" spc="50" dirty="0">
                <a:solidFill>
                  <a:schemeClr val="dk1"/>
                </a:solidFill>
                <a:cs typeface="Arial" panose="020B0604020202020204"/>
              </a:rPr>
              <a:t>•</a:t>
            </a:r>
            <a:r>
              <a:rPr sz="1500" kern="0" spc="20" dirty="0">
                <a:solidFill>
                  <a:schemeClr val="dk1"/>
                </a:solidFill>
                <a:cs typeface="Arial" panose="020B0604020202020204"/>
              </a:rPr>
              <a:t>    </a:t>
            </a:r>
            <a:r>
              <a:rPr sz="1500" kern="0" spc="50" dirty="0">
                <a:solidFill>
                  <a:schemeClr val="dk1"/>
                </a:solidFill>
                <a:cs typeface="微软雅黑" panose="020B0503020204020204" charset="-122"/>
              </a:rPr>
              <a:t>需求管理</a:t>
            </a:r>
            <a:endParaRPr lang="en-US" altLang="en-US" sz="1500" dirty="0">
              <a:solidFill>
                <a:schemeClr val="dk1"/>
              </a:solidFill>
            </a:endParaRPr>
          </a:p>
          <a:p>
            <a:pPr marL="12700" algn="l" rtl="0" eaLnBrk="0">
              <a:lnSpc>
                <a:spcPts val="1855"/>
              </a:lnSpc>
              <a:spcBef>
                <a:spcPts val="55"/>
              </a:spcBef>
            </a:pPr>
            <a:r>
              <a:rPr sz="1500" kern="0" spc="60" dirty="0">
                <a:solidFill>
                  <a:schemeClr val="dk1"/>
                </a:solidFill>
                <a:cs typeface="Arial" panose="020B0604020202020204"/>
              </a:rPr>
              <a:t>•</a:t>
            </a:r>
            <a:r>
              <a:rPr sz="1500" kern="0" spc="10" dirty="0">
                <a:solidFill>
                  <a:schemeClr val="dk1"/>
                </a:solidFill>
                <a:cs typeface="Arial" panose="020B0604020202020204"/>
              </a:rPr>
              <a:t>    </a:t>
            </a:r>
            <a:r>
              <a:rPr sz="1500" kern="0" spc="60" dirty="0">
                <a:solidFill>
                  <a:schemeClr val="dk1"/>
                </a:solidFill>
                <a:cs typeface="微软雅黑" panose="020B0503020204020204" charset="-122"/>
              </a:rPr>
              <a:t>流程规范</a:t>
            </a:r>
            <a:endParaRPr lang="en-US" altLang="en-US" sz="1500" dirty="0">
              <a:solidFill>
                <a:schemeClr val="dk1"/>
              </a:solidFill>
            </a:endParaRPr>
          </a:p>
          <a:p>
            <a:pPr marL="12700" algn="l" rtl="0" eaLnBrk="0">
              <a:lnSpc>
                <a:spcPts val="1865"/>
              </a:lnSpc>
              <a:spcBef>
                <a:spcPts val="65"/>
              </a:spcBef>
            </a:pPr>
            <a:r>
              <a:rPr sz="1500" kern="0" spc="60" dirty="0">
                <a:solidFill>
                  <a:schemeClr val="dk1"/>
                </a:solidFill>
                <a:cs typeface="Arial" panose="020B0604020202020204"/>
              </a:rPr>
              <a:t>•</a:t>
            </a:r>
            <a:r>
              <a:rPr sz="1500" kern="0" spc="10" dirty="0">
                <a:solidFill>
                  <a:schemeClr val="dk1"/>
                </a:solidFill>
                <a:cs typeface="Arial" panose="020B0604020202020204"/>
              </a:rPr>
              <a:t>    </a:t>
            </a:r>
            <a:r>
              <a:rPr sz="1500" kern="0" spc="60" dirty="0">
                <a:solidFill>
                  <a:schemeClr val="dk1"/>
                </a:solidFill>
                <a:cs typeface="微软雅黑" panose="020B0503020204020204" charset="-122"/>
              </a:rPr>
              <a:t>执行监控</a:t>
            </a:r>
            <a:endParaRPr lang="en-US" altLang="en-US" sz="1500" kern="0" spc="60" dirty="0">
              <a:solidFill>
                <a:schemeClr val="dk1"/>
              </a:solidFill>
              <a:cs typeface="微软雅黑" panose="020B0503020204020204" charset="-122"/>
            </a:endParaRPr>
          </a:p>
        </p:txBody>
      </p:sp>
      <p:pic>
        <p:nvPicPr>
          <p:cNvPr id="2966" name="picture 2966"/>
          <p:cNvPicPr>
            <a:picLocks noChangeAspect="1"/>
          </p:cNvPicPr>
          <p:nvPr>
            <p:custDataLst>
              <p:tags r:id="rId25"/>
            </p:custDataLst>
          </p:nvPr>
        </p:nvPicPr>
        <p:blipFill>
          <a:blip r:embed="rId26"/>
          <a:stretch>
            <a:fillRect/>
          </a:stretch>
        </p:blipFill>
        <p:spPr>
          <a:xfrm rot="21600000">
            <a:off x="4538471" y="2169921"/>
            <a:ext cx="3318002" cy="199009"/>
          </a:xfrm>
          <a:prstGeom prst="rect">
            <a:avLst/>
          </a:prstGeom>
        </p:spPr>
      </p:pic>
      <p:pic>
        <p:nvPicPr>
          <p:cNvPr id="2968" name="picture 2968"/>
          <p:cNvPicPr>
            <a:picLocks noChangeAspect="1"/>
          </p:cNvPicPr>
          <p:nvPr>
            <p:custDataLst>
              <p:tags r:id="rId27"/>
            </p:custDataLst>
          </p:nvPr>
        </p:nvPicPr>
        <p:blipFill>
          <a:blip r:embed="rId28"/>
          <a:stretch>
            <a:fillRect/>
          </a:stretch>
        </p:blipFill>
        <p:spPr>
          <a:xfrm rot="21600000">
            <a:off x="8197596" y="1644141"/>
            <a:ext cx="3316477" cy="199009"/>
          </a:xfrm>
          <a:prstGeom prst="rect">
            <a:avLst/>
          </a:prstGeom>
        </p:spPr>
      </p:pic>
      <p:sp>
        <p:nvSpPr>
          <p:cNvPr id="2970" name="textbox 2970"/>
          <p:cNvSpPr/>
          <p:nvPr>
            <p:custDataLst>
              <p:tags r:id="rId29"/>
            </p:custDataLst>
          </p:nvPr>
        </p:nvSpPr>
        <p:spPr>
          <a:xfrm>
            <a:off x="1787124" y="2212733"/>
            <a:ext cx="1450339" cy="47307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219075" algn="l" rtl="0" eaLnBrk="0">
              <a:lnSpc>
                <a:spcPts val="1850"/>
              </a:lnSpc>
            </a:pPr>
            <a:r>
              <a:rPr sz="1500" b="1" kern="0" spc="90" dirty="0">
                <a:solidFill>
                  <a:schemeClr val="dk1"/>
                </a:solidFill>
                <a:cs typeface="微软雅黑" panose="020B0503020204020204" charset="-122"/>
              </a:rPr>
              <a:t>服务提供者</a:t>
            </a:r>
            <a:endParaRPr lang="en-US" altLang="en-US" sz="1500" dirty="0">
              <a:solidFill>
                <a:schemeClr val="dk1"/>
              </a:solidFill>
            </a:endParaRPr>
          </a:p>
          <a:p>
            <a:pPr marL="12700" algn="l" rtl="0" eaLnBrk="0">
              <a:lnSpc>
                <a:spcPct val="97000"/>
              </a:lnSpc>
              <a:spcBef>
                <a:spcPts val="40"/>
              </a:spcBef>
            </a:pPr>
            <a:r>
              <a:rPr sz="1400" b="1" kern="0" spc="0" dirty="0">
                <a:solidFill>
                  <a:schemeClr val="dk1"/>
                </a:solidFill>
                <a:cs typeface="微软雅黑" panose="020B0503020204020204" charset="-122"/>
              </a:rPr>
              <a:t>本次项目预期目标</a:t>
            </a:r>
            <a:endParaRPr lang="en-US" altLang="en-US" sz="1400" b="1" kern="0" spc="0" dirty="0">
              <a:solidFill>
                <a:schemeClr val="dk1"/>
              </a:solidFill>
              <a:cs typeface="微软雅黑" panose="020B0503020204020204" charset="-122"/>
            </a:endParaRPr>
          </a:p>
        </p:txBody>
      </p:sp>
      <p:sp>
        <p:nvSpPr>
          <p:cNvPr id="2972" name="textbox 2972"/>
          <p:cNvSpPr/>
          <p:nvPr>
            <p:custDataLst>
              <p:tags r:id="rId30"/>
            </p:custDataLst>
          </p:nvPr>
        </p:nvSpPr>
        <p:spPr>
          <a:xfrm>
            <a:off x="5493331" y="1767725"/>
            <a:ext cx="1442719" cy="2609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b="1" kern="0" spc="90" dirty="0">
                <a:solidFill>
                  <a:schemeClr val="dk1"/>
                </a:solidFill>
                <a:cs typeface="微软雅黑" panose="020B0503020204020204" charset="-122"/>
              </a:rPr>
              <a:t>解决方案提供者</a:t>
            </a:r>
            <a:endParaRPr lang="en-US" altLang="en-US" sz="1500" b="1" kern="0" spc="90" dirty="0">
              <a:solidFill>
                <a:schemeClr val="dk1"/>
              </a:solidFill>
              <a:cs typeface="微软雅黑" panose="020B0503020204020204" charset="-122"/>
            </a:endParaRPr>
          </a:p>
        </p:txBody>
      </p:sp>
      <p:sp>
        <p:nvSpPr>
          <p:cNvPr id="2974" name="textbox 2974"/>
          <p:cNvSpPr/>
          <p:nvPr>
            <p:custDataLst>
              <p:tags r:id="rId31"/>
            </p:custDataLst>
          </p:nvPr>
        </p:nvSpPr>
        <p:spPr>
          <a:xfrm>
            <a:off x="9345031" y="1236731"/>
            <a:ext cx="1035050"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60"/>
              </a:lnSpc>
            </a:pPr>
            <a:r>
              <a:rPr sz="1500" b="1" kern="0" spc="80" dirty="0">
                <a:solidFill>
                  <a:schemeClr val="dk1"/>
                </a:solidFill>
                <a:cs typeface="微软雅黑" panose="020B0503020204020204" charset="-122"/>
              </a:rPr>
              <a:t>业务设计者</a:t>
            </a:r>
            <a:endParaRPr lang="en-US" altLang="en-US" sz="1500" b="1" kern="0" spc="80" dirty="0">
              <a:solidFill>
                <a:schemeClr val="dk1"/>
              </a:solidFill>
              <a:cs typeface="微软雅黑" panose="020B0503020204020204" charset="-122"/>
            </a:endParaRPr>
          </a:p>
        </p:txBody>
      </p:sp>
      <p:grpSp>
        <p:nvGrpSpPr>
          <p:cNvPr id="270" name="group 270"/>
          <p:cNvGrpSpPr/>
          <p:nvPr/>
        </p:nvGrpSpPr>
        <p:grpSpPr>
          <a:xfrm rot="21600000">
            <a:off x="3630025" y="2172305"/>
            <a:ext cx="573420" cy="339500"/>
            <a:chOff x="0" y="0"/>
            <a:chExt cx="573420" cy="339500"/>
          </a:xfrm>
        </p:grpSpPr>
        <p:sp>
          <p:nvSpPr>
            <p:cNvPr id="2976" name="path"/>
            <p:cNvSpPr/>
            <p:nvPr/>
          </p:nvSpPr>
          <p:spPr>
            <a:xfrm>
              <a:off x="3190" y="5490"/>
              <a:ext cx="563879" cy="327659"/>
            </a:xfrm>
            <a:custGeom>
              <a:avLst/>
              <a:gdLst/>
              <a:ahLst/>
              <a:cxnLst/>
              <a:rect l="0" t="0" r="0" b="0"/>
              <a:pathLst>
                <a:path w="887" h="515">
                  <a:moveTo>
                    <a:pt x="0" y="515"/>
                  </a:moveTo>
                  <a:lnTo>
                    <a:pt x="887" y="0"/>
                  </a:lnTo>
                  <a:lnTo>
                    <a:pt x="887" y="515"/>
                  </a:lnTo>
                  <a:lnTo>
                    <a:pt x="0" y="515"/>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2978" name="path"/>
            <p:cNvSpPr/>
            <p:nvPr/>
          </p:nvSpPr>
          <p:spPr>
            <a:xfrm>
              <a:off x="0" y="0"/>
              <a:ext cx="573420" cy="339500"/>
            </a:xfrm>
            <a:custGeom>
              <a:avLst/>
              <a:gdLst/>
              <a:ahLst/>
              <a:cxnLst/>
              <a:rect l="0" t="0" r="0" b="0"/>
              <a:pathLst>
                <a:path w="903" h="534">
                  <a:moveTo>
                    <a:pt x="5" y="524"/>
                  </a:moveTo>
                  <a:lnTo>
                    <a:pt x="893" y="8"/>
                  </a:lnTo>
                  <a:lnTo>
                    <a:pt x="893" y="524"/>
                  </a:lnTo>
                  <a:lnTo>
                    <a:pt x="5" y="524"/>
                  </a:lnTo>
                  <a:close/>
                </a:path>
              </a:pathLst>
            </a:custGeom>
            <a:noFill/>
            <a:ln w="12700" cap="flat">
              <a:solidFill>
                <a:srgbClr val="D87A51">
                  <a:alpha val="100000"/>
                </a:srgbClr>
              </a:solidFill>
              <a:prstDash val="solid"/>
              <a:miter lim="1000000"/>
            </a:ln>
          </p:spPr>
          <p:txBody>
            <a:bodyPr rtlCol="0"/>
            <a:lstStyle/>
            <a:p>
              <a:pPr algn="ctr"/>
              <a:endParaRPr lang="zh-CN" altLang="en-US"/>
            </a:p>
          </p:txBody>
        </p:sp>
      </p:grpSp>
      <p:grpSp>
        <p:nvGrpSpPr>
          <p:cNvPr id="272" name="group 272"/>
          <p:cNvGrpSpPr/>
          <p:nvPr/>
        </p:nvGrpSpPr>
        <p:grpSpPr>
          <a:xfrm rot="21600000">
            <a:off x="7289149" y="1645001"/>
            <a:ext cx="570260" cy="339500"/>
            <a:chOff x="0" y="0"/>
            <a:chExt cx="570260" cy="339500"/>
          </a:xfrm>
        </p:grpSpPr>
        <p:sp>
          <p:nvSpPr>
            <p:cNvPr id="2980" name="path"/>
            <p:cNvSpPr/>
            <p:nvPr/>
          </p:nvSpPr>
          <p:spPr>
            <a:xfrm>
              <a:off x="3190" y="5490"/>
              <a:ext cx="563879" cy="327659"/>
            </a:xfrm>
            <a:custGeom>
              <a:avLst/>
              <a:gdLst/>
              <a:ahLst/>
              <a:cxnLst/>
              <a:rect l="0" t="0" r="0" b="0"/>
              <a:pathLst>
                <a:path w="887" h="515">
                  <a:moveTo>
                    <a:pt x="0" y="515"/>
                  </a:moveTo>
                  <a:lnTo>
                    <a:pt x="887" y="0"/>
                  </a:lnTo>
                  <a:lnTo>
                    <a:pt x="887" y="515"/>
                  </a:lnTo>
                  <a:lnTo>
                    <a:pt x="0" y="515"/>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2982" name="path"/>
            <p:cNvSpPr/>
            <p:nvPr/>
          </p:nvSpPr>
          <p:spPr>
            <a:xfrm>
              <a:off x="0" y="0"/>
              <a:ext cx="570260" cy="339500"/>
            </a:xfrm>
            <a:custGeom>
              <a:avLst/>
              <a:gdLst/>
              <a:ahLst/>
              <a:cxnLst/>
              <a:rect l="0" t="0" r="0" b="0"/>
              <a:pathLst>
                <a:path w="898" h="534">
                  <a:moveTo>
                    <a:pt x="5" y="524"/>
                  </a:moveTo>
                  <a:lnTo>
                    <a:pt x="893" y="8"/>
                  </a:lnTo>
                  <a:moveTo>
                    <a:pt x="893" y="524"/>
                  </a:moveTo>
                  <a:lnTo>
                    <a:pt x="5" y="524"/>
                  </a:lnTo>
                </a:path>
              </a:pathLst>
            </a:custGeom>
            <a:noFill/>
            <a:ln w="12700" cap="flat">
              <a:solidFill>
                <a:srgbClr val="B4908B">
                  <a:alpha val="100000"/>
                </a:srgbClr>
              </a:solidFill>
              <a:prstDash val="solid"/>
              <a:miter lim="1000000"/>
            </a:ln>
          </p:spPr>
          <p:txBody>
            <a:bodyPr rtlCol="0"/>
            <a:lstStyle/>
            <a:p>
              <a:pPr algn="ctr"/>
              <a:endParaRPr lang="zh-CN" altLang="en-US"/>
            </a:p>
          </p:txBody>
        </p:sp>
      </p:grpSp>
      <p:sp>
        <p:nvSpPr>
          <p:cNvPr id="2984" name="textbox 2984"/>
          <p:cNvSpPr/>
          <p:nvPr>
            <p:custDataLst>
              <p:tags r:id="rId32"/>
            </p:custDataLst>
          </p:nvPr>
        </p:nvSpPr>
        <p:spPr>
          <a:xfrm>
            <a:off x="9626255" y="1475988"/>
            <a:ext cx="479425" cy="234315"/>
          </a:xfrm>
          <a:prstGeom prst="rect">
            <a:avLst/>
          </a:prstGeom>
        </p:spPr>
        <p:txBody>
          <a:bodyPr vert="horz" wrap="square" lIns="0" tIns="0" rIns="0" bIns="0">
            <a:normAutofit/>
          </a:bodyPr>
          <a:lstStyle/>
          <a:p>
            <a:pPr algn="l" rtl="0" eaLnBrk="0">
              <a:lnSpc>
                <a:spcPct val="81000"/>
              </a:lnSpc>
            </a:pPr>
            <a:endParaRPr lang="en-US" altLang="en-US" sz="100" dirty="0">
              <a:solidFill>
                <a:schemeClr val="dk1"/>
              </a:solidFill>
            </a:endParaRPr>
          </a:p>
          <a:p>
            <a:pPr marL="12700" algn="l" rtl="0" eaLnBrk="0">
              <a:lnSpc>
                <a:spcPct val="98000"/>
              </a:lnSpc>
            </a:pPr>
            <a:r>
              <a:rPr sz="1400" kern="0" spc="-30" dirty="0">
                <a:solidFill>
                  <a:schemeClr val="dk1"/>
                </a:solidFill>
                <a:cs typeface="微软雅黑" panose="020B0503020204020204" charset="-122"/>
              </a:rPr>
              <a:t>3-5年</a:t>
            </a:r>
            <a:endParaRPr lang="en-US" altLang="en-US" sz="1400" kern="0" spc="-30" dirty="0">
              <a:solidFill>
                <a:schemeClr val="dk1"/>
              </a:solidFill>
              <a:cs typeface="微软雅黑" panose="020B0503020204020204" charset="-122"/>
            </a:endParaRPr>
          </a:p>
        </p:txBody>
      </p:sp>
      <p:sp>
        <p:nvSpPr>
          <p:cNvPr id="2986" name="textbox 2986"/>
          <p:cNvSpPr/>
          <p:nvPr>
            <p:custDataLst>
              <p:tags r:id="rId33"/>
            </p:custDataLst>
          </p:nvPr>
        </p:nvSpPr>
        <p:spPr>
          <a:xfrm>
            <a:off x="5985131" y="2007482"/>
            <a:ext cx="473709" cy="234315"/>
          </a:xfrm>
          <a:prstGeom prst="rect">
            <a:avLst/>
          </a:prstGeom>
        </p:spPr>
        <p:txBody>
          <a:bodyPr vert="horz" wrap="square" lIns="0" tIns="0" rIns="0" bIns="0">
            <a:normAutofit/>
          </a:bodyPr>
          <a:lstStyle/>
          <a:p>
            <a:pPr algn="l" rtl="0" eaLnBrk="0">
              <a:lnSpc>
                <a:spcPct val="81000"/>
              </a:lnSpc>
            </a:pPr>
            <a:endParaRPr lang="en-US" altLang="en-US" sz="100" dirty="0">
              <a:solidFill>
                <a:schemeClr val="dk1"/>
              </a:solidFill>
            </a:endParaRPr>
          </a:p>
          <a:p>
            <a:pPr marL="12700" algn="l" rtl="0" eaLnBrk="0">
              <a:lnSpc>
                <a:spcPct val="98000"/>
              </a:lnSpc>
            </a:pPr>
            <a:r>
              <a:rPr sz="1400" kern="0" spc="-40" dirty="0">
                <a:solidFill>
                  <a:schemeClr val="dk1"/>
                </a:solidFill>
                <a:cs typeface="微软雅黑" panose="020B0503020204020204" charset="-122"/>
              </a:rPr>
              <a:t>1-2年</a:t>
            </a:r>
            <a:endParaRPr lang="en-US" altLang="en-US" sz="1400" kern="0" spc="-40" dirty="0">
              <a:solidFill>
                <a:schemeClr val="dk1"/>
              </a:solidFill>
              <a:cs typeface="微软雅黑" panose="020B0503020204020204" charset="-122"/>
            </a:endParaRPr>
          </a:p>
        </p:txBody>
      </p:sp>
      <p:sp>
        <p:nvSpPr>
          <p:cNvPr id="2988" name="rect"/>
          <p:cNvSpPr/>
          <p:nvPr/>
        </p:nvSpPr>
        <p:spPr>
          <a:xfrm>
            <a:off x="7849869" y="1650491"/>
            <a:ext cx="12700" cy="327659"/>
          </a:xfrm>
          <a:prstGeom prst="rect">
            <a:avLst/>
          </a:prstGeom>
          <a:solidFill>
            <a:schemeClr val="accent1">
              <a:alpha val="100000"/>
            </a:schemeClr>
          </a:solidFill>
          <a:ln cap="flat">
            <a:noFill/>
            <a:prstDash val="solid"/>
            <a:miter lim="0"/>
          </a:ln>
        </p:spPr>
        <p:txBody>
          <a:bodyPr rtlCol="0"/>
          <a:lstStyle/>
          <a:p>
            <a:pPr algn="ctr"/>
            <a:endParaRPr lang="zh-CN" altLang="en-US"/>
          </a:p>
        </p:txBody>
      </p:sp>
    </p:spTree>
    <p:custDataLst>
      <p:tags r:id="rId34"/>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 name="textbox 2990"/>
          <p:cNvSpPr/>
          <p:nvPr>
            <p:custDataLst>
              <p:tags r:id="rId1"/>
            </p:custDataLst>
          </p:nvPr>
        </p:nvSpPr>
        <p:spPr>
          <a:xfrm>
            <a:off x="820019" y="424021"/>
            <a:ext cx="10441940" cy="626744"/>
          </a:xfrm>
          <a:prstGeom prst="rect">
            <a:avLst/>
          </a:prstGeom>
        </p:spPr>
        <p:txBody>
          <a:bodyPr vert="horz" wrap="square" lIns="0" tIns="0" rIns="0" bIns="0"/>
          <a:lstStyle/>
          <a:p>
            <a:pPr algn="l" rtl="0" eaLnBrk="0">
              <a:lnSpc>
                <a:spcPct val="65000"/>
              </a:lnSpc>
            </a:pPr>
            <a:endParaRPr lang="en-US" altLang="en-US" sz="100" dirty="0">
              <a:solidFill>
                <a:schemeClr val="dk1"/>
              </a:solidFill>
            </a:endParaRPr>
          </a:p>
          <a:p>
            <a:pPr marL="12700" algn="l" rtl="0" eaLnBrk="0">
              <a:lnSpc>
                <a:spcPct val="99000"/>
              </a:lnSpc>
            </a:pPr>
            <a:r>
              <a:rPr sz="2000" b="1" kern="0" spc="0" dirty="0">
                <a:solidFill>
                  <a:schemeClr val="dk1"/>
                </a:solidFill>
                <a:cs typeface="微软雅黑" panose="020B0503020204020204" charset="-122"/>
              </a:rPr>
              <a:t>基于对XX现状和发展需要，我们建议从绩效目标、组织、制度、流程、工具、技能六个 维度对壹米的BTIT组织</a:t>
            </a:r>
            <a:r>
              <a:rPr sz="2000" b="1" kern="0" spc="-10" dirty="0">
                <a:solidFill>
                  <a:schemeClr val="dk1"/>
                </a:solidFill>
                <a:cs typeface="微软雅黑" panose="020B0503020204020204" charset="-122"/>
              </a:rPr>
              <a:t>进行设计规划</a:t>
            </a:r>
            <a:endParaRPr lang="en-US" altLang="en-US" sz="2000" b="1" kern="0" spc="-10" dirty="0">
              <a:solidFill>
                <a:schemeClr val="dk1"/>
              </a:solidFill>
              <a:cs typeface="微软雅黑" panose="020B0503020204020204" charset="-122"/>
            </a:endParaRPr>
          </a:p>
        </p:txBody>
      </p:sp>
      <p:grpSp>
        <p:nvGrpSpPr>
          <p:cNvPr id="274" name="group 274"/>
          <p:cNvGrpSpPr/>
          <p:nvPr/>
        </p:nvGrpSpPr>
        <p:grpSpPr>
          <a:xfrm rot="21600000">
            <a:off x="732116" y="5294248"/>
            <a:ext cx="5495874" cy="797306"/>
            <a:chOff x="0" y="0"/>
            <a:chExt cx="5495874" cy="797306"/>
          </a:xfrm>
        </p:grpSpPr>
        <p:grpSp>
          <p:nvGrpSpPr>
            <p:cNvPr id="276" name="group 276"/>
            <p:cNvGrpSpPr/>
            <p:nvPr/>
          </p:nvGrpSpPr>
          <p:grpSpPr>
            <a:xfrm rot="21600000">
              <a:off x="0" y="0"/>
              <a:ext cx="5495874" cy="797306"/>
              <a:chOff x="0" y="0"/>
              <a:chExt cx="5495874" cy="797306"/>
            </a:xfrm>
          </p:grpSpPr>
          <p:sp>
            <p:nvSpPr>
              <p:cNvPr id="2994" name="path"/>
              <p:cNvSpPr/>
              <p:nvPr/>
            </p:nvSpPr>
            <p:spPr>
              <a:xfrm>
                <a:off x="5499" y="3175"/>
                <a:ext cx="5484876" cy="790956"/>
              </a:xfrm>
              <a:custGeom>
                <a:avLst/>
                <a:gdLst/>
                <a:ahLst/>
                <a:cxnLst/>
                <a:rect l="0" t="0" r="0" b="0"/>
                <a:pathLst>
                  <a:path w="8637" h="1245">
                    <a:moveTo>
                      <a:pt x="0" y="1245"/>
                    </a:moveTo>
                    <a:lnTo>
                      <a:pt x="719" y="0"/>
                    </a:lnTo>
                    <a:lnTo>
                      <a:pt x="7918" y="0"/>
                    </a:lnTo>
                    <a:lnTo>
                      <a:pt x="8637" y="1245"/>
                    </a:lnTo>
                    <a:lnTo>
                      <a:pt x="0" y="1245"/>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2996" name="path"/>
              <p:cNvSpPr/>
              <p:nvPr/>
            </p:nvSpPr>
            <p:spPr>
              <a:xfrm>
                <a:off x="0" y="0"/>
                <a:ext cx="5495874" cy="797306"/>
              </a:xfrm>
              <a:custGeom>
                <a:avLst/>
                <a:gdLst/>
                <a:ahLst/>
                <a:cxnLst/>
                <a:rect l="0" t="0" r="0" b="0"/>
                <a:pathLst>
                  <a:path w="8654" h="1255">
                    <a:moveTo>
                      <a:pt x="8" y="1250"/>
                    </a:moveTo>
                    <a:lnTo>
                      <a:pt x="727" y="5"/>
                    </a:lnTo>
                    <a:moveTo>
                      <a:pt x="7927" y="5"/>
                    </a:moveTo>
                    <a:lnTo>
                      <a:pt x="8646" y="125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2998" name="textbox 2998"/>
            <p:cNvSpPr/>
            <p:nvPr>
              <p:custDataLst>
                <p:tags r:id="rId2"/>
              </p:custDataLst>
            </p:nvPr>
          </p:nvSpPr>
          <p:spPr>
            <a:xfrm>
              <a:off x="-12700" y="-12700"/>
              <a:ext cx="5521325" cy="842010"/>
            </a:xfrm>
            <a:prstGeom prst="rect">
              <a:avLst/>
            </a:prstGeom>
          </p:spPr>
          <p:txBody>
            <a:bodyPr vert="horz" wrap="square" lIns="0" tIns="0" rIns="0" bIns="0">
              <a:normAutofit/>
            </a:bodyPr>
            <a:lstStyle/>
            <a:p>
              <a:pPr algn="l" rtl="0" eaLnBrk="0">
                <a:lnSpc>
                  <a:spcPct val="103000"/>
                </a:lnSpc>
              </a:pPr>
              <a:endParaRPr lang="en-US" altLang="en-US" sz="1000" dirty="0">
                <a:solidFill>
                  <a:schemeClr val="dk1"/>
                </a:solidFill>
              </a:endParaRPr>
            </a:p>
            <a:p>
              <a:pPr algn="l" rtl="0" eaLnBrk="0">
                <a:lnSpc>
                  <a:spcPct val="104000"/>
                </a:lnSpc>
              </a:pPr>
              <a:endParaRPr lang="en-US" altLang="en-US" sz="1000" dirty="0">
                <a:solidFill>
                  <a:schemeClr val="dk1"/>
                </a:solidFill>
              </a:endParaRPr>
            </a:p>
            <a:p>
              <a:pPr marL="2560320" algn="l" rtl="0" eaLnBrk="0">
                <a:lnSpc>
                  <a:spcPts val="1850"/>
                </a:lnSpc>
                <a:spcBef>
                  <a:spcPts val="5"/>
                </a:spcBef>
              </a:pPr>
              <a:r>
                <a:rPr sz="1500" kern="0" spc="80" dirty="0">
                  <a:solidFill>
                    <a:schemeClr val="dk1"/>
                  </a:solidFill>
                  <a:cs typeface="微软雅黑" panose="020B0503020204020204" charset="-122"/>
                </a:rPr>
                <a:t>技能</a:t>
              </a:r>
              <a:endParaRPr lang="en-US" altLang="en-US" sz="1500" kern="0" spc="80" dirty="0">
                <a:solidFill>
                  <a:schemeClr val="dk1"/>
                </a:solidFill>
                <a:cs typeface="微软雅黑" panose="020B0503020204020204" charset="-122"/>
              </a:endParaRPr>
            </a:p>
          </p:txBody>
        </p:sp>
      </p:grpSp>
      <p:grpSp>
        <p:nvGrpSpPr>
          <p:cNvPr id="278" name="group 278"/>
          <p:cNvGrpSpPr/>
          <p:nvPr/>
        </p:nvGrpSpPr>
        <p:grpSpPr>
          <a:xfrm rot="21600000">
            <a:off x="1189316" y="4503292"/>
            <a:ext cx="4581474" cy="797306"/>
            <a:chOff x="0" y="0"/>
            <a:chExt cx="4581474" cy="797306"/>
          </a:xfrm>
        </p:grpSpPr>
        <p:grpSp>
          <p:nvGrpSpPr>
            <p:cNvPr id="280" name="group 280"/>
            <p:cNvGrpSpPr/>
            <p:nvPr/>
          </p:nvGrpSpPr>
          <p:grpSpPr>
            <a:xfrm rot="21600000">
              <a:off x="0" y="0"/>
              <a:ext cx="4581474" cy="797306"/>
              <a:chOff x="0" y="0"/>
              <a:chExt cx="4581474" cy="797306"/>
            </a:xfrm>
          </p:grpSpPr>
          <p:sp>
            <p:nvSpPr>
              <p:cNvPr id="3000" name="path"/>
              <p:cNvSpPr/>
              <p:nvPr/>
            </p:nvSpPr>
            <p:spPr>
              <a:xfrm>
                <a:off x="5499" y="3175"/>
                <a:ext cx="4570476" cy="790955"/>
              </a:xfrm>
              <a:custGeom>
                <a:avLst/>
                <a:gdLst/>
                <a:ahLst/>
                <a:cxnLst/>
                <a:rect l="0" t="0" r="0" b="0"/>
                <a:pathLst>
                  <a:path w="7197" h="1245">
                    <a:moveTo>
                      <a:pt x="0" y="1245"/>
                    </a:moveTo>
                    <a:lnTo>
                      <a:pt x="719" y="0"/>
                    </a:lnTo>
                    <a:lnTo>
                      <a:pt x="6478" y="0"/>
                    </a:lnTo>
                    <a:lnTo>
                      <a:pt x="7197" y="1245"/>
                    </a:lnTo>
                    <a:lnTo>
                      <a:pt x="0" y="1245"/>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002" name="path"/>
              <p:cNvSpPr/>
              <p:nvPr/>
            </p:nvSpPr>
            <p:spPr>
              <a:xfrm>
                <a:off x="0" y="0"/>
                <a:ext cx="4581474" cy="797306"/>
              </a:xfrm>
              <a:custGeom>
                <a:avLst/>
                <a:gdLst/>
                <a:ahLst/>
                <a:cxnLst/>
                <a:rect l="0" t="0" r="0" b="0"/>
                <a:pathLst>
                  <a:path w="7214" h="1255">
                    <a:moveTo>
                      <a:pt x="8" y="1250"/>
                    </a:moveTo>
                    <a:lnTo>
                      <a:pt x="727" y="5"/>
                    </a:lnTo>
                    <a:moveTo>
                      <a:pt x="6487" y="5"/>
                    </a:moveTo>
                    <a:lnTo>
                      <a:pt x="7206" y="125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004" name="textbox 3004"/>
            <p:cNvSpPr/>
            <p:nvPr>
              <p:custDataLst>
                <p:tags r:id="rId3"/>
              </p:custDataLst>
            </p:nvPr>
          </p:nvSpPr>
          <p:spPr>
            <a:xfrm>
              <a:off x="-12700" y="-12700"/>
              <a:ext cx="4606925" cy="842644"/>
            </a:xfrm>
            <a:prstGeom prst="rect">
              <a:avLst/>
            </a:prstGeom>
          </p:spPr>
          <p:txBody>
            <a:bodyPr vert="horz" wrap="square" lIns="0" tIns="0" rIns="0" bIns="0">
              <a:normAutofit/>
            </a:bodyPr>
            <a:lstStyle/>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6000"/>
                </a:lnSpc>
              </a:pPr>
              <a:endParaRPr lang="en-US" altLang="en-US" sz="100" dirty="0">
                <a:solidFill>
                  <a:schemeClr val="dk1"/>
                </a:solidFill>
              </a:endParaRPr>
            </a:p>
            <a:p>
              <a:pPr marL="2106295" algn="l" rtl="0" eaLnBrk="0">
                <a:lnSpc>
                  <a:spcPts val="1855"/>
                </a:lnSpc>
              </a:pPr>
              <a:r>
                <a:rPr sz="1500" kern="0" spc="60" dirty="0">
                  <a:solidFill>
                    <a:schemeClr val="dk1"/>
                  </a:solidFill>
                  <a:cs typeface="微软雅黑" panose="020B0503020204020204" charset="-122"/>
                </a:rPr>
                <a:t>工具</a:t>
              </a:r>
              <a:endParaRPr lang="en-US" altLang="en-US" sz="1500" kern="0" spc="60" dirty="0">
                <a:solidFill>
                  <a:schemeClr val="dk1"/>
                </a:solidFill>
                <a:cs typeface="微软雅黑" panose="020B0503020204020204" charset="-122"/>
              </a:endParaRPr>
            </a:p>
          </p:txBody>
        </p:sp>
      </p:grpSp>
      <p:grpSp>
        <p:nvGrpSpPr>
          <p:cNvPr id="282" name="group 282"/>
          <p:cNvGrpSpPr/>
          <p:nvPr/>
        </p:nvGrpSpPr>
        <p:grpSpPr>
          <a:xfrm rot="21600000">
            <a:off x="3018116" y="1333246"/>
            <a:ext cx="925398" cy="803655"/>
            <a:chOff x="0" y="0"/>
            <a:chExt cx="925398" cy="803655"/>
          </a:xfrm>
        </p:grpSpPr>
        <p:grpSp>
          <p:nvGrpSpPr>
            <p:cNvPr id="284" name="group 284"/>
            <p:cNvGrpSpPr/>
            <p:nvPr/>
          </p:nvGrpSpPr>
          <p:grpSpPr>
            <a:xfrm rot="21600000">
              <a:off x="0" y="3175"/>
              <a:ext cx="925398" cy="797305"/>
              <a:chOff x="0" y="0"/>
              <a:chExt cx="925398" cy="797305"/>
            </a:xfrm>
          </p:grpSpPr>
          <p:sp>
            <p:nvSpPr>
              <p:cNvPr id="3006" name="path"/>
              <p:cNvSpPr/>
              <p:nvPr/>
            </p:nvSpPr>
            <p:spPr>
              <a:xfrm>
                <a:off x="5499" y="3175"/>
                <a:ext cx="914399" cy="790955"/>
              </a:xfrm>
              <a:custGeom>
                <a:avLst/>
                <a:gdLst/>
                <a:ahLst/>
                <a:cxnLst/>
                <a:rect l="0" t="0" r="0" b="0"/>
                <a:pathLst>
                  <a:path w="1439" h="1245">
                    <a:moveTo>
                      <a:pt x="0" y="1245"/>
                    </a:moveTo>
                    <a:lnTo>
                      <a:pt x="719" y="0"/>
                    </a:lnTo>
                    <a:lnTo>
                      <a:pt x="720" y="0"/>
                    </a:lnTo>
                    <a:lnTo>
                      <a:pt x="1439" y="1245"/>
                    </a:lnTo>
                    <a:lnTo>
                      <a:pt x="0" y="1245"/>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3008" name="path"/>
              <p:cNvSpPr/>
              <p:nvPr/>
            </p:nvSpPr>
            <p:spPr>
              <a:xfrm>
                <a:off x="0" y="0"/>
                <a:ext cx="925398" cy="797305"/>
              </a:xfrm>
              <a:custGeom>
                <a:avLst/>
                <a:gdLst/>
                <a:ahLst/>
                <a:cxnLst/>
                <a:rect l="0" t="0" r="0" b="0"/>
                <a:pathLst>
                  <a:path w="1457" h="1255">
                    <a:moveTo>
                      <a:pt x="8" y="1250"/>
                    </a:moveTo>
                    <a:lnTo>
                      <a:pt x="727" y="5"/>
                    </a:lnTo>
                    <a:moveTo>
                      <a:pt x="729" y="5"/>
                    </a:moveTo>
                    <a:lnTo>
                      <a:pt x="1448" y="125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010" name="textbox 3010"/>
            <p:cNvSpPr/>
            <p:nvPr>
              <p:custDataLst>
                <p:tags r:id="rId4"/>
              </p:custDataLst>
            </p:nvPr>
          </p:nvSpPr>
          <p:spPr>
            <a:xfrm>
              <a:off x="249255" y="292105"/>
              <a:ext cx="427990" cy="2603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kern="0" spc="70" dirty="0">
                  <a:solidFill>
                    <a:schemeClr val="dk1"/>
                  </a:solidFill>
                  <a:cs typeface="微软雅黑" panose="020B0503020204020204" charset="-122"/>
                </a:rPr>
                <a:t>绩效</a:t>
              </a:r>
              <a:endParaRPr lang="en-US" altLang="en-US" sz="1500" kern="0" spc="70" dirty="0">
                <a:solidFill>
                  <a:schemeClr val="dk1"/>
                </a:solidFill>
                <a:cs typeface="微软雅黑" panose="020B0503020204020204" charset="-122"/>
              </a:endParaRPr>
            </a:p>
          </p:txBody>
        </p:sp>
        <p:sp>
          <p:nvSpPr>
            <p:cNvPr id="3012" name="path"/>
            <p:cNvSpPr/>
            <p:nvPr/>
          </p:nvSpPr>
          <p:spPr>
            <a:xfrm>
              <a:off x="5499" y="790955"/>
              <a:ext cx="914399" cy="12700"/>
            </a:xfrm>
            <a:custGeom>
              <a:avLst/>
              <a:gdLst/>
              <a:ahLst/>
              <a:cxnLst/>
              <a:rect l="0" t="0" r="0" b="0"/>
              <a:pathLst>
                <a:path w="1439" h="20">
                  <a:moveTo>
                    <a:pt x="1439" y="10"/>
                  </a:moveTo>
                  <a:lnTo>
                    <a:pt x="0" y="10"/>
                  </a:lnTo>
                  <a:moveTo>
                    <a:pt x="0" y="10"/>
                  </a:moveTo>
                  <a:lnTo>
                    <a:pt x="1439" y="10"/>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3014" name="path"/>
            <p:cNvSpPr/>
            <p:nvPr/>
          </p:nvSpPr>
          <p:spPr>
            <a:xfrm>
              <a:off x="462191" y="0"/>
              <a:ext cx="1015" cy="12700"/>
            </a:xfrm>
            <a:custGeom>
              <a:avLst/>
              <a:gdLst/>
              <a:ahLst/>
              <a:cxnLst/>
              <a:rect l="0" t="0" r="0" b="0"/>
              <a:pathLst>
                <a:path w="1" h="20">
                  <a:moveTo>
                    <a:pt x="0" y="10"/>
                  </a:moveTo>
                  <a:lnTo>
                    <a:pt x="1"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grpSp>
        <p:nvGrpSpPr>
          <p:cNvPr id="286" name="group 286"/>
          <p:cNvGrpSpPr/>
          <p:nvPr/>
        </p:nvGrpSpPr>
        <p:grpSpPr>
          <a:xfrm rot="21600000">
            <a:off x="2560916" y="2127377"/>
            <a:ext cx="1839798" cy="798829"/>
            <a:chOff x="0" y="0"/>
            <a:chExt cx="1839798" cy="798829"/>
          </a:xfrm>
        </p:grpSpPr>
        <p:grpSp>
          <p:nvGrpSpPr>
            <p:cNvPr id="288" name="group 288"/>
            <p:cNvGrpSpPr/>
            <p:nvPr/>
          </p:nvGrpSpPr>
          <p:grpSpPr>
            <a:xfrm rot="21600000">
              <a:off x="0" y="0"/>
              <a:ext cx="1839798" cy="798829"/>
              <a:chOff x="0" y="0"/>
              <a:chExt cx="1839798" cy="798829"/>
            </a:xfrm>
          </p:grpSpPr>
          <p:sp>
            <p:nvSpPr>
              <p:cNvPr id="3016" name="path"/>
              <p:cNvSpPr/>
              <p:nvPr/>
            </p:nvSpPr>
            <p:spPr>
              <a:xfrm>
                <a:off x="5499" y="3174"/>
                <a:ext cx="1828799" cy="792480"/>
              </a:xfrm>
              <a:custGeom>
                <a:avLst/>
                <a:gdLst/>
                <a:ahLst/>
                <a:cxnLst/>
                <a:rect l="0" t="0" r="0" b="0"/>
                <a:pathLst>
                  <a:path w="2879" h="1248">
                    <a:moveTo>
                      <a:pt x="0" y="1248"/>
                    </a:moveTo>
                    <a:lnTo>
                      <a:pt x="720" y="0"/>
                    </a:lnTo>
                    <a:lnTo>
                      <a:pt x="2159" y="0"/>
                    </a:lnTo>
                    <a:lnTo>
                      <a:pt x="2879" y="1248"/>
                    </a:lnTo>
                    <a:lnTo>
                      <a:pt x="0" y="1248"/>
                    </a:lnTo>
                    <a:close/>
                  </a:path>
                </a:pathLst>
              </a:custGeom>
              <a:solidFill>
                <a:schemeClr val="accent4">
                  <a:alpha val="100000"/>
                </a:schemeClr>
              </a:solidFill>
              <a:ln cap="flat">
                <a:noFill/>
                <a:prstDash val="solid"/>
                <a:miter lim="0"/>
              </a:ln>
            </p:spPr>
            <p:txBody>
              <a:bodyPr rtlCol="0"/>
              <a:lstStyle/>
              <a:p>
                <a:pPr algn="ctr"/>
                <a:endParaRPr lang="zh-CN" altLang="en-US"/>
              </a:p>
            </p:txBody>
          </p:sp>
          <p:sp>
            <p:nvSpPr>
              <p:cNvPr id="3018" name="path"/>
              <p:cNvSpPr/>
              <p:nvPr/>
            </p:nvSpPr>
            <p:spPr>
              <a:xfrm>
                <a:off x="0" y="0"/>
                <a:ext cx="1839798" cy="798829"/>
              </a:xfrm>
              <a:custGeom>
                <a:avLst/>
                <a:gdLst/>
                <a:ahLst/>
                <a:cxnLst/>
                <a:rect l="0" t="0" r="0" b="0"/>
                <a:pathLst>
                  <a:path w="2897" h="1257">
                    <a:moveTo>
                      <a:pt x="8" y="1252"/>
                    </a:moveTo>
                    <a:lnTo>
                      <a:pt x="729" y="4"/>
                    </a:lnTo>
                    <a:moveTo>
                      <a:pt x="2168" y="4"/>
                    </a:moveTo>
                    <a:lnTo>
                      <a:pt x="2888" y="1252"/>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020" name="textbox 3020"/>
            <p:cNvSpPr/>
            <p:nvPr>
              <p:custDataLst>
                <p:tags r:id="rId5"/>
              </p:custDataLst>
            </p:nvPr>
          </p:nvSpPr>
          <p:spPr>
            <a:xfrm>
              <a:off x="-12700" y="-12700"/>
              <a:ext cx="1865629" cy="844550"/>
            </a:xfrm>
            <a:prstGeom prst="rect">
              <a:avLst/>
            </a:prstGeom>
          </p:spPr>
          <p:txBody>
            <a:bodyPr vert="horz" wrap="square" lIns="0" tIns="0" rIns="0" bIns="0">
              <a:normAutofit/>
            </a:bodyPr>
            <a:lstStyle/>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algn="l" rtl="0" eaLnBrk="0">
                <a:lnSpc>
                  <a:spcPct val="9000"/>
                </a:lnSpc>
              </a:pPr>
              <a:endParaRPr lang="en-US" altLang="en-US" sz="100" dirty="0">
                <a:solidFill>
                  <a:schemeClr val="dk1"/>
                </a:solidFill>
              </a:endParaRPr>
            </a:p>
            <a:p>
              <a:pPr marL="732790" algn="l" rtl="0" eaLnBrk="0">
                <a:lnSpc>
                  <a:spcPts val="1860"/>
                </a:lnSpc>
              </a:pPr>
              <a:r>
                <a:rPr sz="1500" kern="0" spc="70" dirty="0">
                  <a:solidFill>
                    <a:schemeClr val="dk1"/>
                  </a:solidFill>
                  <a:cs typeface="微软雅黑" panose="020B0503020204020204" charset="-122"/>
                </a:rPr>
                <a:t>组织</a:t>
              </a:r>
              <a:endParaRPr lang="en-US" altLang="en-US" sz="1500" kern="0" spc="70" dirty="0">
                <a:solidFill>
                  <a:schemeClr val="dk1"/>
                </a:solidFill>
                <a:cs typeface="微软雅黑" panose="020B0503020204020204" charset="-122"/>
              </a:endParaRPr>
            </a:p>
          </p:txBody>
        </p:sp>
      </p:grpSp>
      <p:sp>
        <p:nvSpPr>
          <p:cNvPr id="3022" name="path"/>
          <p:cNvSpPr/>
          <p:nvPr/>
        </p:nvSpPr>
        <p:spPr>
          <a:xfrm>
            <a:off x="2565907" y="2916682"/>
            <a:ext cx="1829307" cy="12700"/>
          </a:xfrm>
          <a:custGeom>
            <a:avLst/>
            <a:gdLst/>
            <a:ahLst/>
            <a:cxnLst/>
            <a:rect l="0" t="0" r="0" b="0"/>
            <a:pathLst>
              <a:path w="2880" h="20">
                <a:moveTo>
                  <a:pt x="2880" y="10"/>
                </a:moveTo>
                <a:lnTo>
                  <a:pt x="0" y="10"/>
                </a:lnTo>
                <a:moveTo>
                  <a:pt x="0" y="10"/>
                </a:moveTo>
                <a:lnTo>
                  <a:pt x="2879"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290" name="group 290"/>
          <p:cNvGrpSpPr/>
          <p:nvPr/>
        </p:nvGrpSpPr>
        <p:grpSpPr>
          <a:xfrm rot="21600000">
            <a:off x="2103716" y="2919857"/>
            <a:ext cx="2752674" cy="797306"/>
            <a:chOff x="0" y="0"/>
            <a:chExt cx="2752674" cy="797306"/>
          </a:xfrm>
        </p:grpSpPr>
        <p:grpSp>
          <p:nvGrpSpPr>
            <p:cNvPr id="292" name="group 292"/>
            <p:cNvGrpSpPr/>
            <p:nvPr/>
          </p:nvGrpSpPr>
          <p:grpSpPr>
            <a:xfrm rot="21600000">
              <a:off x="0" y="0"/>
              <a:ext cx="2752674" cy="797306"/>
              <a:chOff x="0" y="0"/>
              <a:chExt cx="2752674" cy="797306"/>
            </a:xfrm>
          </p:grpSpPr>
          <p:sp>
            <p:nvSpPr>
              <p:cNvPr id="3024" name="path"/>
              <p:cNvSpPr/>
              <p:nvPr/>
            </p:nvSpPr>
            <p:spPr>
              <a:xfrm>
                <a:off x="5499" y="3175"/>
                <a:ext cx="2741675" cy="790955"/>
              </a:xfrm>
              <a:custGeom>
                <a:avLst/>
                <a:gdLst/>
                <a:ahLst/>
                <a:cxnLst/>
                <a:rect l="0" t="0" r="0" b="0"/>
                <a:pathLst>
                  <a:path w="4317" h="1245">
                    <a:moveTo>
                      <a:pt x="0" y="1245"/>
                    </a:moveTo>
                    <a:lnTo>
                      <a:pt x="719" y="0"/>
                    </a:lnTo>
                    <a:lnTo>
                      <a:pt x="3598" y="0"/>
                    </a:lnTo>
                    <a:lnTo>
                      <a:pt x="4317" y="1245"/>
                    </a:lnTo>
                    <a:lnTo>
                      <a:pt x="0" y="1245"/>
                    </a:lnTo>
                    <a:close/>
                  </a:path>
                </a:pathLst>
              </a:custGeom>
              <a:solidFill>
                <a:schemeClr val="accent5">
                  <a:alpha val="100000"/>
                </a:schemeClr>
              </a:solidFill>
              <a:ln cap="flat">
                <a:noFill/>
                <a:prstDash val="solid"/>
                <a:miter lim="0"/>
              </a:ln>
            </p:spPr>
            <p:txBody>
              <a:bodyPr rtlCol="0"/>
              <a:lstStyle/>
              <a:p>
                <a:pPr algn="ctr"/>
                <a:endParaRPr lang="zh-CN" altLang="en-US"/>
              </a:p>
            </p:txBody>
          </p:sp>
          <p:sp>
            <p:nvSpPr>
              <p:cNvPr id="3026" name="path"/>
              <p:cNvSpPr/>
              <p:nvPr/>
            </p:nvSpPr>
            <p:spPr>
              <a:xfrm>
                <a:off x="0" y="0"/>
                <a:ext cx="2752674" cy="797306"/>
              </a:xfrm>
              <a:custGeom>
                <a:avLst/>
                <a:gdLst/>
                <a:ahLst/>
                <a:cxnLst/>
                <a:rect l="0" t="0" r="0" b="0"/>
                <a:pathLst>
                  <a:path w="4334" h="1255">
                    <a:moveTo>
                      <a:pt x="8" y="1250"/>
                    </a:moveTo>
                    <a:lnTo>
                      <a:pt x="727" y="5"/>
                    </a:lnTo>
                    <a:moveTo>
                      <a:pt x="3607" y="5"/>
                    </a:moveTo>
                    <a:lnTo>
                      <a:pt x="4326" y="125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028" name="textbox 3028"/>
            <p:cNvSpPr/>
            <p:nvPr>
              <p:custDataLst>
                <p:tags r:id="rId6"/>
              </p:custDataLst>
            </p:nvPr>
          </p:nvSpPr>
          <p:spPr>
            <a:xfrm>
              <a:off x="-12700" y="-12700"/>
              <a:ext cx="2778125" cy="842644"/>
            </a:xfrm>
            <a:prstGeom prst="rect">
              <a:avLst/>
            </a:prstGeom>
          </p:spPr>
          <p:txBody>
            <a:bodyPr vert="horz" wrap="square" lIns="0" tIns="0" rIns="0" bIns="0">
              <a:normAutofit/>
            </a:bodyPr>
            <a:lstStyle/>
            <a:p>
              <a:pPr algn="l" rtl="0" eaLnBrk="0">
                <a:lnSpc>
                  <a:spcPct val="103000"/>
                </a:lnSpc>
              </a:pPr>
              <a:endParaRPr lang="en-US" altLang="en-US" sz="1000" dirty="0">
                <a:solidFill>
                  <a:schemeClr val="dk1"/>
                </a:solidFill>
              </a:endParaRPr>
            </a:p>
            <a:p>
              <a:pPr algn="l" rtl="0" eaLnBrk="0">
                <a:lnSpc>
                  <a:spcPct val="103000"/>
                </a:lnSpc>
              </a:pPr>
              <a:endParaRPr lang="en-US" altLang="en-US" sz="1000" dirty="0">
                <a:solidFill>
                  <a:schemeClr val="dk1"/>
                </a:solidFill>
              </a:endParaRPr>
            </a:p>
            <a:p>
              <a:pPr marL="1189990" algn="l" rtl="0" eaLnBrk="0">
                <a:lnSpc>
                  <a:spcPts val="1855"/>
                </a:lnSpc>
                <a:spcBef>
                  <a:spcPts val="5"/>
                </a:spcBef>
              </a:pPr>
              <a:r>
                <a:rPr sz="1500" kern="0" spc="70" dirty="0">
                  <a:solidFill>
                    <a:schemeClr val="dk1"/>
                  </a:solidFill>
                  <a:cs typeface="微软雅黑" panose="020B0503020204020204" charset="-122"/>
                </a:rPr>
                <a:t>制度</a:t>
              </a:r>
              <a:endParaRPr lang="en-US" altLang="en-US" sz="1500" kern="0" spc="70" dirty="0">
                <a:solidFill>
                  <a:schemeClr val="dk1"/>
                </a:solidFill>
                <a:cs typeface="微软雅黑" panose="020B0503020204020204" charset="-122"/>
              </a:endParaRPr>
            </a:p>
          </p:txBody>
        </p:sp>
      </p:grpSp>
      <p:sp>
        <p:nvSpPr>
          <p:cNvPr id="3030" name="path"/>
          <p:cNvSpPr/>
          <p:nvPr/>
        </p:nvSpPr>
        <p:spPr>
          <a:xfrm>
            <a:off x="2109216" y="3707638"/>
            <a:ext cx="2741675" cy="12700"/>
          </a:xfrm>
          <a:custGeom>
            <a:avLst/>
            <a:gdLst/>
            <a:ahLst/>
            <a:cxnLst/>
            <a:rect l="0" t="0" r="0" b="0"/>
            <a:pathLst>
              <a:path w="4317" h="20">
                <a:moveTo>
                  <a:pt x="4317" y="10"/>
                </a:moveTo>
                <a:lnTo>
                  <a:pt x="0" y="10"/>
                </a:lnTo>
                <a:moveTo>
                  <a:pt x="0" y="10"/>
                </a:moveTo>
                <a:lnTo>
                  <a:pt x="4317"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294" name="group 294"/>
          <p:cNvGrpSpPr/>
          <p:nvPr/>
        </p:nvGrpSpPr>
        <p:grpSpPr>
          <a:xfrm rot="21600000">
            <a:off x="1646516" y="3710813"/>
            <a:ext cx="3667075" cy="798829"/>
            <a:chOff x="0" y="0"/>
            <a:chExt cx="3667075" cy="798829"/>
          </a:xfrm>
        </p:grpSpPr>
        <p:grpSp>
          <p:nvGrpSpPr>
            <p:cNvPr id="296" name="group 296"/>
            <p:cNvGrpSpPr/>
            <p:nvPr/>
          </p:nvGrpSpPr>
          <p:grpSpPr>
            <a:xfrm rot="21600000">
              <a:off x="0" y="0"/>
              <a:ext cx="3667075" cy="798829"/>
              <a:chOff x="0" y="0"/>
              <a:chExt cx="3667075" cy="798829"/>
            </a:xfrm>
          </p:grpSpPr>
          <p:sp>
            <p:nvSpPr>
              <p:cNvPr id="3032" name="path"/>
              <p:cNvSpPr/>
              <p:nvPr/>
            </p:nvSpPr>
            <p:spPr>
              <a:xfrm>
                <a:off x="5499" y="3174"/>
                <a:ext cx="3656076" cy="792479"/>
              </a:xfrm>
              <a:custGeom>
                <a:avLst/>
                <a:gdLst/>
                <a:ahLst/>
                <a:cxnLst/>
                <a:rect l="0" t="0" r="0" b="0"/>
                <a:pathLst>
                  <a:path w="5757" h="1247">
                    <a:moveTo>
                      <a:pt x="0" y="1247"/>
                    </a:moveTo>
                    <a:lnTo>
                      <a:pt x="720" y="0"/>
                    </a:lnTo>
                    <a:lnTo>
                      <a:pt x="5037" y="0"/>
                    </a:lnTo>
                    <a:lnTo>
                      <a:pt x="5757" y="1247"/>
                    </a:lnTo>
                    <a:lnTo>
                      <a:pt x="0" y="1247"/>
                    </a:lnTo>
                    <a:close/>
                  </a:path>
                </a:pathLst>
              </a:custGeom>
              <a:solidFill>
                <a:schemeClr val="accent6">
                  <a:alpha val="100000"/>
                </a:schemeClr>
              </a:solidFill>
              <a:ln cap="flat">
                <a:noFill/>
                <a:prstDash val="solid"/>
                <a:miter lim="0"/>
              </a:ln>
            </p:spPr>
            <p:txBody>
              <a:bodyPr rtlCol="0"/>
              <a:lstStyle/>
              <a:p>
                <a:pPr algn="ctr"/>
                <a:endParaRPr lang="zh-CN" altLang="en-US"/>
              </a:p>
            </p:txBody>
          </p:sp>
          <p:sp>
            <p:nvSpPr>
              <p:cNvPr id="3034" name="path"/>
              <p:cNvSpPr/>
              <p:nvPr/>
            </p:nvSpPr>
            <p:spPr>
              <a:xfrm>
                <a:off x="0" y="0"/>
                <a:ext cx="3667075" cy="798829"/>
              </a:xfrm>
              <a:custGeom>
                <a:avLst/>
                <a:gdLst/>
                <a:ahLst/>
                <a:cxnLst/>
                <a:rect l="0" t="0" r="0" b="0"/>
                <a:pathLst>
                  <a:path w="5774" h="1257">
                    <a:moveTo>
                      <a:pt x="8" y="1252"/>
                    </a:moveTo>
                    <a:lnTo>
                      <a:pt x="729" y="4"/>
                    </a:lnTo>
                    <a:moveTo>
                      <a:pt x="5045" y="4"/>
                    </a:moveTo>
                    <a:lnTo>
                      <a:pt x="5766" y="1252"/>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036" name="textbox 3036"/>
            <p:cNvSpPr/>
            <p:nvPr>
              <p:custDataLst>
                <p:tags r:id="rId7"/>
              </p:custDataLst>
            </p:nvPr>
          </p:nvSpPr>
          <p:spPr>
            <a:xfrm>
              <a:off x="-12700" y="-12700"/>
              <a:ext cx="3692525" cy="844550"/>
            </a:xfrm>
            <a:prstGeom prst="rect">
              <a:avLst/>
            </a:prstGeom>
          </p:spPr>
          <p:txBody>
            <a:bodyPr vert="horz" wrap="square" lIns="0" tIns="0" rIns="0" bIns="0">
              <a:normAutofit/>
            </a:bodyPr>
            <a:lstStyle/>
            <a:p>
              <a:pPr algn="l" rtl="0" eaLnBrk="0">
                <a:lnSpc>
                  <a:spcPct val="103000"/>
                </a:lnSpc>
              </a:pPr>
              <a:endParaRPr lang="en-US" altLang="en-US" sz="1000" dirty="0">
                <a:solidFill>
                  <a:schemeClr val="dk1"/>
                </a:solidFill>
              </a:endParaRPr>
            </a:p>
            <a:p>
              <a:pPr algn="l" rtl="0" eaLnBrk="0">
                <a:lnSpc>
                  <a:spcPct val="104000"/>
                </a:lnSpc>
              </a:pPr>
              <a:endParaRPr lang="en-US" altLang="en-US" sz="1000" dirty="0">
                <a:solidFill>
                  <a:schemeClr val="dk1"/>
                </a:solidFill>
              </a:endParaRPr>
            </a:p>
            <a:p>
              <a:pPr marL="1645920" algn="l" rtl="0" eaLnBrk="0">
                <a:lnSpc>
                  <a:spcPts val="1855"/>
                </a:lnSpc>
              </a:pPr>
              <a:r>
                <a:rPr sz="1500" kern="0" spc="80" dirty="0">
                  <a:solidFill>
                    <a:schemeClr val="dk1"/>
                  </a:solidFill>
                  <a:cs typeface="微软雅黑" panose="020B0503020204020204" charset="-122"/>
                </a:rPr>
                <a:t>流程</a:t>
              </a:r>
              <a:endParaRPr lang="en-US" altLang="en-US" sz="1500" kern="0" spc="80" dirty="0">
                <a:solidFill>
                  <a:schemeClr val="dk1"/>
                </a:solidFill>
                <a:cs typeface="微软雅黑" panose="020B0503020204020204" charset="-122"/>
              </a:endParaRPr>
            </a:p>
          </p:txBody>
        </p:sp>
      </p:grpSp>
      <p:sp>
        <p:nvSpPr>
          <p:cNvPr id="3038" name="textbox 3038"/>
          <p:cNvSpPr/>
          <p:nvPr>
            <p:custDataLst>
              <p:tags r:id="rId8"/>
            </p:custDataLst>
          </p:nvPr>
        </p:nvSpPr>
        <p:spPr>
          <a:xfrm>
            <a:off x="7075931" y="4686300"/>
            <a:ext cx="4838700" cy="422275"/>
          </a:xfrm>
          <a:prstGeom prst="rect">
            <a:avLst/>
          </a:prstGeom>
          <a:solidFill>
            <a:srgbClr val="7F7F7F"/>
          </a:solidFill>
        </p:spPr>
        <p:txBody>
          <a:bodyPr vert="horz" wrap="square" lIns="0" tIns="0" rIns="0" bIns="0">
            <a:normAutofit/>
          </a:bodyPr>
          <a:lstStyle/>
          <a:p>
            <a:pPr algn="l" rtl="0" eaLnBrk="0">
              <a:lnSpc>
                <a:spcPct val="103000"/>
              </a:lnSpc>
            </a:pPr>
            <a:endParaRPr lang="en-US" altLang="en-US" sz="700" dirty="0">
              <a:solidFill>
                <a:schemeClr val="lt1"/>
              </a:solidFill>
            </a:endParaRPr>
          </a:p>
          <a:p>
            <a:pPr marL="95250" algn="l" rtl="0" eaLnBrk="0">
              <a:lnSpc>
                <a:spcPct val="97000"/>
              </a:lnSpc>
              <a:spcBef>
                <a:spcPts val="0"/>
              </a:spcBef>
            </a:pPr>
            <a:r>
              <a:rPr sz="1800" kern="0" spc="0" dirty="0">
                <a:solidFill>
                  <a:schemeClr val="lt1"/>
                </a:solidFill>
                <a:cs typeface="微软雅黑" panose="020B0503020204020204" charset="-122"/>
              </a:rPr>
              <a:t>统一规范化管理的平台工具支</a:t>
            </a:r>
            <a:r>
              <a:rPr sz="1800" kern="0" spc="-10" dirty="0">
                <a:solidFill>
                  <a:schemeClr val="lt1"/>
                </a:solidFill>
                <a:cs typeface="微软雅黑" panose="020B0503020204020204" charset="-122"/>
              </a:rPr>
              <a:t>持</a:t>
            </a:r>
            <a:endParaRPr lang="en-US" altLang="en-US" sz="1800" kern="0" spc="-10" dirty="0">
              <a:solidFill>
                <a:schemeClr val="lt1"/>
              </a:solidFill>
              <a:cs typeface="微软雅黑" panose="020B0503020204020204" charset="-122"/>
            </a:endParaRPr>
          </a:p>
        </p:txBody>
      </p:sp>
      <p:sp>
        <p:nvSpPr>
          <p:cNvPr id="3040" name="textbox 3040"/>
          <p:cNvSpPr/>
          <p:nvPr>
            <p:custDataLst>
              <p:tags r:id="rId9"/>
            </p:custDataLst>
          </p:nvPr>
        </p:nvSpPr>
        <p:spPr>
          <a:xfrm>
            <a:off x="7075931" y="5463540"/>
            <a:ext cx="4838700" cy="422275"/>
          </a:xfrm>
          <a:prstGeom prst="rect">
            <a:avLst/>
          </a:prstGeom>
          <a:solidFill>
            <a:srgbClr val="7F7F7F"/>
          </a:solidFill>
        </p:spPr>
        <p:txBody>
          <a:bodyPr vert="horz" wrap="square" lIns="0" tIns="0" rIns="0" bIns="0">
            <a:normAutofit/>
          </a:bodyPr>
          <a:lstStyle/>
          <a:p>
            <a:pPr algn="l" rtl="0" eaLnBrk="0">
              <a:lnSpc>
                <a:spcPct val="102000"/>
              </a:lnSpc>
            </a:pPr>
            <a:endParaRPr lang="en-US" altLang="en-US" sz="700" dirty="0">
              <a:solidFill>
                <a:schemeClr val="lt1"/>
              </a:solidFill>
            </a:endParaRPr>
          </a:p>
          <a:p>
            <a:pPr marL="93345" algn="l" rtl="0" eaLnBrk="0">
              <a:lnSpc>
                <a:spcPct val="97000"/>
              </a:lnSpc>
              <a:spcBef>
                <a:spcPts val="0"/>
              </a:spcBef>
            </a:pPr>
            <a:r>
              <a:rPr sz="1800" kern="0" spc="0" dirty="0">
                <a:solidFill>
                  <a:schemeClr val="lt1"/>
                </a:solidFill>
                <a:cs typeface="微软雅黑" panose="020B0503020204020204" charset="-122"/>
              </a:rPr>
              <a:t>不断提升组织专业技能</a:t>
            </a:r>
            <a:endParaRPr lang="en-US" altLang="en-US" sz="1800" kern="0" spc="0" dirty="0">
              <a:solidFill>
                <a:schemeClr val="lt1"/>
              </a:solidFill>
              <a:cs typeface="微软雅黑" panose="020B0503020204020204" charset="-122"/>
            </a:endParaRPr>
          </a:p>
        </p:txBody>
      </p:sp>
      <p:sp>
        <p:nvSpPr>
          <p:cNvPr id="3042" name="textbox 3042"/>
          <p:cNvSpPr/>
          <p:nvPr>
            <p:custDataLst>
              <p:tags r:id="rId10"/>
            </p:custDataLst>
          </p:nvPr>
        </p:nvSpPr>
        <p:spPr>
          <a:xfrm>
            <a:off x="7075931" y="1463040"/>
            <a:ext cx="4838700" cy="422275"/>
          </a:xfrm>
          <a:prstGeom prst="rect">
            <a:avLst/>
          </a:prstGeom>
          <a:solidFill>
            <a:srgbClr val="7F7F7F"/>
          </a:solidFill>
        </p:spPr>
        <p:txBody>
          <a:bodyPr vert="horz" wrap="square" lIns="0" tIns="0" rIns="0" bIns="0">
            <a:normAutofit/>
          </a:bodyPr>
          <a:lstStyle/>
          <a:p>
            <a:pPr algn="l" rtl="0" eaLnBrk="0">
              <a:lnSpc>
                <a:spcPct val="101000"/>
              </a:lnSpc>
            </a:pPr>
            <a:endParaRPr lang="en-US" altLang="en-US" sz="700" dirty="0">
              <a:solidFill>
                <a:schemeClr val="lt1"/>
              </a:solidFill>
            </a:endParaRPr>
          </a:p>
          <a:p>
            <a:pPr marL="109220" algn="l" rtl="0" eaLnBrk="0">
              <a:lnSpc>
                <a:spcPct val="97000"/>
              </a:lnSpc>
              <a:spcBef>
                <a:spcPts val="5"/>
              </a:spcBef>
            </a:pPr>
            <a:r>
              <a:rPr sz="1800" kern="0" spc="-10" dirty="0">
                <a:solidFill>
                  <a:schemeClr val="lt1"/>
                </a:solidFill>
                <a:cs typeface="微软雅黑" panose="020B0503020204020204" charset="-122"/>
              </a:rPr>
              <a:t>明确动态的组织绩效目标</a:t>
            </a:r>
            <a:endParaRPr lang="en-US" altLang="en-US" sz="1800" kern="0" spc="-10" dirty="0">
              <a:solidFill>
                <a:schemeClr val="lt1"/>
              </a:solidFill>
              <a:cs typeface="微软雅黑" panose="020B0503020204020204" charset="-122"/>
            </a:endParaRPr>
          </a:p>
        </p:txBody>
      </p:sp>
      <p:sp>
        <p:nvSpPr>
          <p:cNvPr id="3044" name="textbox 3044"/>
          <p:cNvSpPr/>
          <p:nvPr>
            <p:custDataLst>
              <p:tags r:id="rId11"/>
            </p:custDataLst>
          </p:nvPr>
        </p:nvSpPr>
        <p:spPr>
          <a:xfrm>
            <a:off x="7075931" y="2191511"/>
            <a:ext cx="4838700" cy="422275"/>
          </a:xfrm>
          <a:prstGeom prst="rect">
            <a:avLst/>
          </a:prstGeom>
          <a:solidFill>
            <a:srgbClr val="7F7F7F"/>
          </a:solidFill>
        </p:spPr>
        <p:txBody>
          <a:bodyPr vert="horz" wrap="square" lIns="0" tIns="0" rIns="0" bIns="0">
            <a:normAutofit/>
          </a:bodyPr>
          <a:lstStyle/>
          <a:p>
            <a:pPr algn="l" rtl="0" eaLnBrk="0">
              <a:lnSpc>
                <a:spcPct val="101000"/>
              </a:lnSpc>
            </a:pPr>
            <a:endParaRPr lang="en-US" altLang="en-US" sz="700" dirty="0">
              <a:solidFill>
                <a:schemeClr val="lt1"/>
              </a:solidFill>
            </a:endParaRPr>
          </a:p>
          <a:p>
            <a:pPr marL="95250" algn="l" rtl="0" eaLnBrk="0">
              <a:lnSpc>
                <a:spcPct val="97000"/>
              </a:lnSpc>
              <a:spcBef>
                <a:spcPts val="5"/>
              </a:spcBef>
            </a:pPr>
            <a:r>
              <a:rPr sz="1800" kern="0" spc="0" dirty="0">
                <a:solidFill>
                  <a:schemeClr val="lt1"/>
                </a:solidFill>
                <a:cs typeface="微软雅黑" panose="020B0503020204020204" charset="-122"/>
              </a:rPr>
              <a:t>建立支持绩效目标实现的专业组</a:t>
            </a:r>
            <a:r>
              <a:rPr sz="1800" kern="0" spc="-10" dirty="0">
                <a:solidFill>
                  <a:schemeClr val="lt1"/>
                </a:solidFill>
                <a:cs typeface="微软雅黑" panose="020B0503020204020204" charset="-122"/>
              </a:rPr>
              <a:t>织</a:t>
            </a:r>
            <a:endParaRPr lang="en-US" altLang="en-US" sz="1800" kern="0" spc="-10" dirty="0">
              <a:solidFill>
                <a:schemeClr val="lt1"/>
              </a:solidFill>
              <a:cs typeface="微软雅黑" panose="020B0503020204020204" charset="-122"/>
            </a:endParaRPr>
          </a:p>
        </p:txBody>
      </p:sp>
      <p:sp>
        <p:nvSpPr>
          <p:cNvPr id="3046" name="textbox 3046"/>
          <p:cNvSpPr/>
          <p:nvPr>
            <p:custDataLst>
              <p:tags r:id="rId12"/>
            </p:custDataLst>
          </p:nvPr>
        </p:nvSpPr>
        <p:spPr>
          <a:xfrm>
            <a:off x="7075931" y="3046476"/>
            <a:ext cx="4838700" cy="422275"/>
          </a:xfrm>
          <a:prstGeom prst="rect">
            <a:avLst/>
          </a:prstGeom>
          <a:solidFill>
            <a:srgbClr val="7F7F7F"/>
          </a:solidFill>
        </p:spPr>
        <p:txBody>
          <a:bodyPr vert="horz" wrap="square" lIns="0" tIns="0" rIns="0" bIns="0">
            <a:normAutofit/>
          </a:bodyPr>
          <a:lstStyle/>
          <a:p>
            <a:pPr algn="l" rtl="0" eaLnBrk="0">
              <a:lnSpc>
                <a:spcPct val="102000"/>
              </a:lnSpc>
            </a:pPr>
            <a:endParaRPr lang="en-US" altLang="en-US" sz="700" dirty="0">
              <a:solidFill>
                <a:schemeClr val="lt1"/>
              </a:solidFill>
            </a:endParaRPr>
          </a:p>
          <a:p>
            <a:pPr marL="95250" algn="l" rtl="0" eaLnBrk="0">
              <a:lnSpc>
                <a:spcPct val="97000"/>
              </a:lnSpc>
              <a:spcBef>
                <a:spcPts val="0"/>
              </a:spcBef>
            </a:pPr>
            <a:r>
              <a:rPr sz="1800" kern="0" spc="0" dirty="0">
                <a:solidFill>
                  <a:schemeClr val="lt1"/>
                </a:solidFill>
                <a:cs typeface="微软雅黑" panose="020B0503020204020204" charset="-122"/>
              </a:rPr>
              <a:t>协调规范企业内部共同遵守的规程和行动准则</a:t>
            </a:r>
            <a:endParaRPr lang="en-US" altLang="en-US" sz="1800" kern="0" spc="0" dirty="0">
              <a:solidFill>
                <a:schemeClr val="lt1"/>
              </a:solidFill>
              <a:cs typeface="微软雅黑" panose="020B0503020204020204" charset="-122"/>
            </a:endParaRPr>
          </a:p>
        </p:txBody>
      </p:sp>
      <p:sp>
        <p:nvSpPr>
          <p:cNvPr id="3048" name="textbox 3048"/>
          <p:cNvSpPr/>
          <p:nvPr>
            <p:custDataLst>
              <p:tags r:id="rId13"/>
            </p:custDataLst>
          </p:nvPr>
        </p:nvSpPr>
        <p:spPr>
          <a:xfrm>
            <a:off x="7075931" y="3901440"/>
            <a:ext cx="4838700" cy="421005"/>
          </a:xfrm>
          <a:prstGeom prst="rect">
            <a:avLst/>
          </a:prstGeom>
          <a:solidFill>
            <a:srgbClr val="7F7F7F"/>
          </a:solidFill>
        </p:spPr>
        <p:txBody>
          <a:bodyPr vert="horz" wrap="square" lIns="0" tIns="0" rIns="0" bIns="0">
            <a:normAutofit/>
          </a:bodyPr>
          <a:lstStyle/>
          <a:p>
            <a:pPr algn="l" rtl="0" eaLnBrk="0">
              <a:lnSpc>
                <a:spcPct val="101000"/>
              </a:lnSpc>
            </a:pPr>
            <a:endParaRPr lang="en-US" altLang="en-US" sz="700" dirty="0">
              <a:solidFill>
                <a:schemeClr val="lt1"/>
              </a:solidFill>
            </a:endParaRPr>
          </a:p>
          <a:p>
            <a:pPr marL="95250" algn="l" rtl="0" eaLnBrk="0">
              <a:lnSpc>
                <a:spcPct val="97000"/>
              </a:lnSpc>
              <a:spcBef>
                <a:spcPts val="0"/>
              </a:spcBef>
            </a:pPr>
            <a:r>
              <a:rPr sz="1800" kern="0" spc="0" dirty="0">
                <a:solidFill>
                  <a:schemeClr val="lt1"/>
                </a:solidFill>
                <a:cs typeface="微软雅黑" panose="020B0503020204020204" charset="-122"/>
              </a:rPr>
              <a:t>规范业务解决方案的全生命周期管理</a:t>
            </a:r>
            <a:endParaRPr lang="en-US" altLang="en-US" sz="1800" kern="0" spc="0" dirty="0">
              <a:solidFill>
                <a:schemeClr val="lt1"/>
              </a:solidFill>
              <a:cs typeface="微软雅黑" panose="020B0503020204020204" charset="-122"/>
            </a:endParaRPr>
          </a:p>
        </p:txBody>
      </p:sp>
      <p:sp>
        <p:nvSpPr>
          <p:cNvPr id="3052" name="rect"/>
          <p:cNvSpPr/>
          <p:nvPr/>
        </p:nvSpPr>
        <p:spPr>
          <a:xfrm>
            <a:off x="737616" y="6082029"/>
            <a:ext cx="5484876"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3054" name="path"/>
          <p:cNvSpPr/>
          <p:nvPr/>
        </p:nvSpPr>
        <p:spPr>
          <a:xfrm>
            <a:off x="1194257" y="5291073"/>
            <a:ext cx="4571542" cy="12700"/>
          </a:xfrm>
          <a:custGeom>
            <a:avLst/>
            <a:gdLst/>
            <a:ahLst/>
            <a:cxnLst/>
            <a:rect l="0" t="0" r="0" b="0"/>
            <a:pathLst>
              <a:path w="7199" h="20">
                <a:moveTo>
                  <a:pt x="7198" y="10"/>
                </a:moveTo>
                <a:lnTo>
                  <a:pt x="0" y="10"/>
                </a:lnTo>
                <a:moveTo>
                  <a:pt x="0" y="10"/>
                </a:moveTo>
                <a:lnTo>
                  <a:pt x="7199" y="10"/>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3056" name="path"/>
          <p:cNvSpPr/>
          <p:nvPr/>
        </p:nvSpPr>
        <p:spPr>
          <a:xfrm>
            <a:off x="1651507" y="4500117"/>
            <a:ext cx="3657092" cy="12700"/>
          </a:xfrm>
          <a:custGeom>
            <a:avLst/>
            <a:gdLst/>
            <a:ahLst/>
            <a:cxnLst/>
            <a:rect l="0" t="0" r="0" b="0"/>
            <a:pathLst>
              <a:path w="5759" h="20">
                <a:moveTo>
                  <a:pt x="5758" y="10"/>
                </a:moveTo>
                <a:lnTo>
                  <a:pt x="0" y="10"/>
                </a:lnTo>
                <a:moveTo>
                  <a:pt x="0" y="10"/>
                </a:moveTo>
                <a:lnTo>
                  <a:pt x="5759" y="10"/>
                </a:lnTo>
              </a:path>
            </a:pathLst>
          </a:custGeom>
          <a:noFill/>
          <a:ln w="12700" cap="flat">
            <a:solidFill>
              <a:srgbClr val="FFFFFF">
                <a:alpha val="100000"/>
              </a:srgbClr>
            </a:solidFill>
            <a:prstDash val="solid"/>
            <a:miter lim="1000000"/>
          </a:ln>
        </p:spPr>
        <p:txBody>
          <a:bodyPr rtlCol="0"/>
          <a:lstStyle/>
          <a:p>
            <a:pPr algn="ctr"/>
            <a:endParaRPr lang="zh-CN" altLang="en-US"/>
          </a:p>
        </p:txBody>
      </p:sp>
    </p:spTree>
    <p:custDataLst>
      <p:tags r:id="rId14"/>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8" name="rect"/>
          <p:cNvSpPr/>
          <p:nvPr/>
        </p:nvSpPr>
        <p:spPr>
          <a:xfrm>
            <a:off x="1144523" y="3662172"/>
            <a:ext cx="9223247" cy="1591055"/>
          </a:xfrm>
          <a:prstGeom prst="rect">
            <a:avLst/>
          </a:prstGeom>
          <a:solidFill>
            <a:schemeClr val="accent1">
              <a:alpha val="100000"/>
            </a:schemeClr>
          </a:solidFill>
          <a:ln cap="flat">
            <a:noFill/>
            <a:prstDash val="solid"/>
            <a:miter lim="0"/>
          </a:ln>
        </p:spPr>
        <p:txBody>
          <a:bodyPr rtlCol="0"/>
          <a:lstStyle/>
          <a:p>
            <a:pPr algn="ctr"/>
            <a:endParaRPr lang="zh-CN" altLang="en-US"/>
          </a:p>
        </p:txBody>
      </p:sp>
      <p:graphicFrame>
        <p:nvGraphicFramePr>
          <p:cNvPr id="3060" name="table 3060"/>
          <p:cNvGraphicFramePr>
            <a:graphicFrameLocks noGrp="1"/>
          </p:cNvGraphicFramePr>
          <p:nvPr>
            <p:custDataLst>
              <p:tags r:id="rId1"/>
            </p:custDataLst>
          </p:nvPr>
        </p:nvGraphicFramePr>
        <p:xfrm>
          <a:off x="1139697" y="2084577"/>
          <a:ext cx="9234169" cy="3175000"/>
        </p:xfrm>
        <a:graphic>
          <a:graphicData uri="http://schemas.openxmlformats.org/drawingml/2006/table">
            <a:tbl>
              <a:tblPr/>
              <a:tblGrid>
                <a:gridCol w="965835"/>
                <a:gridCol w="3997959"/>
                <a:gridCol w="2177414"/>
                <a:gridCol w="2092960"/>
              </a:tblGrid>
              <a:tr h="1579245">
                <a:tc>
                  <a:txBody>
                    <a:bodyPr/>
                    <a:lstStyle/>
                    <a:p>
                      <a:pPr algn="l" rtl="0" eaLnBrk="0">
                        <a:lnSpc>
                          <a:spcPct val="127000"/>
                        </a:lnSpc>
                      </a:pPr>
                      <a:endParaRPr lang="en-US" altLang="en-US" sz="1000" dirty="0"/>
                    </a:p>
                    <a:p>
                      <a:pPr algn="l" rtl="0" eaLnBrk="0">
                        <a:lnSpc>
                          <a:spcPct val="127000"/>
                        </a:lnSpc>
                      </a:pPr>
                      <a:endParaRPr lang="en-US" altLang="en-US" sz="1000" dirty="0"/>
                    </a:p>
                    <a:p>
                      <a:pPr algn="l" rtl="0" eaLnBrk="0">
                        <a:lnSpc>
                          <a:spcPct val="127000"/>
                        </a:lnSpc>
                      </a:pPr>
                      <a:endParaRPr lang="en-US" altLang="en-US" sz="1000" dirty="0"/>
                    </a:p>
                    <a:p>
                      <a:pPr algn="l" rtl="0" eaLnBrk="0">
                        <a:lnSpc>
                          <a:spcPct val="9000"/>
                        </a:lnSpc>
                      </a:pPr>
                      <a:endParaRPr lang="en-US" altLang="en-US" sz="100" dirty="0"/>
                    </a:p>
                    <a:p>
                      <a:pPr marL="33020" algn="l" rtl="0" eaLnBrk="0">
                        <a:lnSpc>
                          <a:spcPct val="94000"/>
                        </a:lnSpc>
                      </a:pPr>
                      <a:r>
                        <a:rPr sz="1500" kern="0" spc="80" dirty="0">
                          <a:solidFill>
                            <a:srgbClr val="000000">
                              <a:alpha val="100000"/>
                            </a:srgbClr>
                          </a:solidFill>
                          <a:cs typeface="微软雅黑" panose="020B0503020204020204" charset="-122"/>
                        </a:rPr>
                        <a:t>质量</a:t>
                      </a:r>
                      <a:endParaRPr lang="en-US" altLang="en-US" sz="1500" dirty="0"/>
                    </a:p>
                    <a:p>
                      <a:pPr marL="43180" algn="l" rtl="0" eaLnBrk="0">
                        <a:lnSpc>
                          <a:spcPts val="1920"/>
                        </a:lnSpc>
                      </a:pPr>
                      <a:r>
                        <a:rPr sz="1500" kern="0" spc="40" dirty="0">
                          <a:solidFill>
                            <a:srgbClr val="000000">
                              <a:alpha val="100000"/>
                            </a:srgbClr>
                          </a:solidFill>
                          <a:cs typeface="微软雅黑" panose="020B0503020204020204" charset="-122"/>
                        </a:rPr>
                        <a:t>时效</a:t>
                      </a:r>
                      <a:endParaRPr lang="en-US" altLang="en-US" sz="1500" dirty="0"/>
                    </a:p>
                  </a:txBody>
                  <a:tcPr marL="0" marR="0" marT="0" marB="0" vert="horz">
                    <a:lnL w="12700" cap="flat" cmpd="sng" algn="ctr">
                      <a:solidFill>
                        <a:srgbClr val="787878"/>
                      </a:solidFill>
                      <a:prstDash val="solid"/>
                      <a:round/>
                      <a:headEnd type="none" w="med" len="med"/>
                      <a:tailEnd type="none" w="med" len="med"/>
                    </a:lnL>
                    <a:lnR>
                      <a:noFill/>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tcPr>
                </a:tc>
                <a:tc gridSpan="3">
                  <a:txBody>
                    <a:bodyPr/>
                    <a:lstStyle/>
                    <a:p>
                      <a:pPr algn="l" rtl="0" eaLnBrk="0">
                        <a:lnSpc>
                          <a:spcPct val="100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marL="585470" algn="l" rtl="0" eaLnBrk="0">
                        <a:lnSpc>
                          <a:spcPct val="87000"/>
                        </a:lnSpc>
                        <a:spcBef>
                          <a:spcPts val="5"/>
                        </a:spcBef>
                      </a:pPr>
                      <a:r>
                        <a:rPr sz="1500" kern="0" spc="0" dirty="0">
                          <a:solidFill>
                            <a:srgbClr val="000000">
                              <a:alpha val="100000"/>
                            </a:srgbClr>
                          </a:solidFill>
                          <a:cs typeface="微软雅黑" panose="020B0503020204020204" charset="-122"/>
                        </a:rPr>
                        <a:t>KPI</a:t>
                      </a:r>
                      <a:r>
                        <a:rPr sz="1500" kern="0" spc="10" dirty="0">
                          <a:solidFill>
                            <a:srgbClr val="000000">
                              <a:alpha val="100000"/>
                            </a:srgbClr>
                          </a:solidFill>
                          <a:cs typeface="微软雅黑" panose="020B0503020204020204" charset="-122"/>
                        </a:rPr>
                        <a:t>                       </a:t>
                      </a:r>
                      <a:r>
                        <a:rPr sz="1500" kern="0" spc="0" dirty="0">
                          <a:solidFill>
                            <a:srgbClr val="000000">
                              <a:alpha val="100000"/>
                            </a:srgbClr>
                          </a:solidFill>
                          <a:cs typeface="微软雅黑" panose="020B0503020204020204" charset="-122"/>
                        </a:rPr>
                        <a:t>          KPI                                                                      </a:t>
                      </a:r>
                      <a:r>
                        <a:rPr sz="1500" kern="0" spc="-10" dirty="0">
                          <a:solidFill>
                            <a:srgbClr val="000000">
                              <a:alpha val="100000"/>
                            </a:srgbClr>
                          </a:solidFill>
                          <a:cs typeface="微软雅黑" panose="020B0503020204020204" charset="-122"/>
                        </a:rPr>
                        <a:t> </a:t>
                      </a:r>
                      <a:r>
                        <a:rPr sz="1500" kern="0" spc="0" dirty="0">
                          <a:solidFill>
                            <a:srgbClr val="000000">
                              <a:alpha val="100000"/>
                            </a:srgbClr>
                          </a:solidFill>
                          <a:cs typeface="微软雅黑" panose="020B0503020204020204" charset="-122"/>
                        </a:rPr>
                        <a:t>KPI</a:t>
                      </a:r>
                      <a:endParaRPr lang="en-US" altLang="en-US" sz="1500" dirty="0"/>
                    </a:p>
                  </a:txBody>
                  <a:tcPr marL="0" marR="0" marT="0" marB="0" vert="horz">
                    <a:lnL>
                      <a:noFill/>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tcPr>
                </a:tc>
                <a:tc hMerge="1">
                  <a:tcPr marL="0" marR="0" marT="0" marB="0" vert="horz">
                    <a:lnL>
                      <a:noFill/>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tcPr>
                </a:tc>
                <a:tc hMerge="1">
                  <a:tcPr marL="0" marR="0" marT="0" marB="0" vert="horz">
                    <a:lnL>
                      <a:noFill/>
                    </a:lnL>
                    <a:lnR w="12700" cap="flat" cmpd="sng" algn="ctr">
                      <a:solidFill>
                        <a:srgbClr val="787878"/>
                      </a:solidFill>
                      <a:prstDash val="solid"/>
                      <a:round/>
                      <a:headEnd type="none" w="med" len="med"/>
                      <a:tailEnd type="none" w="med" len="med"/>
                    </a:lnR>
                    <a:lnT w="12700" cap="flat" cmpd="sng" algn="ctr">
                      <a:solidFill>
                        <a:srgbClr val="787878"/>
                      </a:solidFill>
                      <a:prstDash val="solid"/>
                      <a:round/>
                      <a:headEnd type="none" w="med" len="med"/>
                      <a:tailEnd type="none" w="med" len="med"/>
                    </a:lnT>
                    <a:lnB w="12700" cap="flat" cmpd="sng" algn="ctr">
                      <a:solidFill>
                        <a:srgbClr val="787878"/>
                      </a:solidFill>
                      <a:prstDash val="solid"/>
                      <a:round/>
                      <a:headEnd type="none" w="med" len="med"/>
                      <a:tailEnd type="none" w="med" len="med"/>
                    </a:lnB>
                  </a:tcPr>
                </a:tc>
              </a:tr>
              <a:tr h="753109">
                <a:tc rowSpan="2">
                  <a:txBody>
                    <a:bodyPr/>
                    <a:lstStyle/>
                    <a:p>
                      <a:pPr algn="l" rtl="0" eaLnBrk="0">
                        <a:lnSpc>
                          <a:spcPct val="165000"/>
                        </a:lnSpc>
                      </a:pPr>
                      <a:endParaRPr lang="en-US" altLang="en-US" sz="1000" dirty="0"/>
                    </a:p>
                    <a:p>
                      <a:pPr marL="33020" algn="l" rtl="0" eaLnBrk="0">
                        <a:lnSpc>
                          <a:spcPct val="95000"/>
                        </a:lnSpc>
                        <a:spcBef>
                          <a:spcPts val="5"/>
                        </a:spcBef>
                      </a:pPr>
                      <a:r>
                        <a:rPr sz="1500" kern="0" spc="80" dirty="0">
                          <a:solidFill>
                            <a:srgbClr val="000000">
                              <a:alpha val="100000"/>
                            </a:srgbClr>
                          </a:solidFill>
                          <a:cs typeface="微软雅黑" panose="020B0503020204020204" charset="-122"/>
                        </a:rPr>
                        <a:t>质量</a:t>
                      </a:r>
                      <a:endParaRPr lang="en-US" altLang="en-US" sz="1500" dirty="0"/>
                    </a:p>
                    <a:p>
                      <a:pPr marL="43180" algn="l" rtl="0" eaLnBrk="0">
                        <a:lnSpc>
                          <a:spcPts val="1920"/>
                        </a:lnSpc>
                      </a:pPr>
                      <a:r>
                        <a:rPr sz="1500" kern="0" spc="40" dirty="0">
                          <a:solidFill>
                            <a:srgbClr val="000000">
                              <a:alpha val="100000"/>
                            </a:srgbClr>
                          </a:solidFill>
                          <a:cs typeface="微软雅黑" panose="020B0503020204020204" charset="-122"/>
                        </a:rPr>
                        <a:t>时效</a:t>
                      </a:r>
                      <a:endParaRPr lang="en-US" altLang="en-US" sz="1500" dirty="0"/>
                    </a:p>
                    <a:p>
                      <a:pPr marL="33020" algn="l" rtl="0" eaLnBrk="0">
                        <a:lnSpc>
                          <a:spcPct val="94000"/>
                        </a:lnSpc>
                        <a:spcBef>
                          <a:spcPts val="1335"/>
                        </a:spcBef>
                      </a:pPr>
                      <a:r>
                        <a:rPr sz="1500" kern="0" spc="80" dirty="0">
                          <a:solidFill>
                            <a:srgbClr val="000000">
                              <a:alpha val="100000"/>
                            </a:srgbClr>
                          </a:solidFill>
                          <a:cs typeface="微软雅黑" panose="020B0503020204020204" charset="-122"/>
                        </a:rPr>
                        <a:t>应用</a:t>
                      </a:r>
                      <a:endParaRPr lang="en-US" altLang="en-US" sz="1500" dirty="0"/>
                    </a:p>
                    <a:p>
                      <a:pPr marL="34925" algn="l" rtl="0" eaLnBrk="0">
                        <a:lnSpc>
                          <a:spcPts val="1920"/>
                        </a:lnSpc>
                      </a:pPr>
                      <a:r>
                        <a:rPr sz="1500" kern="0" spc="80" dirty="0">
                          <a:solidFill>
                            <a:srgbClr val="000000">
                              <a:alpha val="100000"/>
                            </a:srgbClr>
                          </a:solidFill>
                          <a:cs typeface="微软雅黑" panose="020B0503020204020204" charset="-122"/>
                        </a:rPr>
                        <a:t>推介</a:t>
                      </a:r>
                      <a:endParaRPr lang="en-US" altLang="en-US" sz="1500" dirty="0"/>
                    </a:p>
                  </a:txBody>
                  <a:tcPr marL="0" marR="0" marT="0" marB="0" vert="horz">
                    <a:lnL w="12700" cap="flat" cmpd="sng" algn="ctr">
                      <a:solidFill>
                        <a:srgbClr val="BC8C00"/>
                      </a:solidFill>
                      <a:prstDash val="solid"/>
                      <a:round/>
                      <a:headEnd type="none" w="med" len="med"/>
                      <a:tailEnd type="none" w="med" len="med"/>
                    </a:lnL>
                    <a:lnR>
                      <a:noFill/>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tcPr>
                </a:tc>
                <a:tc rowSpan="2">
                  <a:txBody>
                    <a:bodyPr/>
                    <a:lstStyle/>
                    <a:p>
                      <a:pPr algn="l" rtl="0" eaLnBrk="0">
                        <a:lnSpc>
                          <a:spcPct val="118000"/>
                        </a:lnSpc>
                      </a:pPr>
                      <a:endParaRPr lang="en-US" altLang="en-US" sz="1000" dirty="0"/>
                    </a:p>
                    <a:p>
                      <a:pPr algn="l" rtl="0" eaLnBrk="0">
                        <a:lnSpc>
                          <a:spcPct val="118000"/>
                        </a:lnSpc>
                      </a:pPr>
                      <a:endParaRPr lang="en-US" altLang="en-US" sz="1000" dirty="0"/>
                    </a:p>
                    <a:p>
                      <a:pPr algn="l" rtl="0" eaLnBrk="0">
                        <a:lnSpc>
                          <a:spcPct val="119000"/>
                        </a:lnSpc>
                      </a:pPr>
                      <a:endParaRPr lang="en-US" altLang="en-US" sz="1000" dirty="0"/>
                    </a:p>
                    <a:p>
                      <a:pPr algn="l" rtl="0" eaLnBrk="0">
                        <a:lnSpc>
                          <a:spcPct val="9000"/>
                        </a:lnSpc>
                      </a:pPr>
                      <a:endParaRPr lang="en-US" altLang="en-US" sz="100" dirty="0"/>
                    </a:p>
                    <a:p>
                      <a:pPr marL="585470" algn="l" rtl="0" eaLnBrk="0">
                        <a:lnSpc>
                          <a:spcPct val="87000"/>
                        </a:lnSpc>
                      </a:pPr>
                      <a:r>
                        <a:rPr sz="1500" kern="0" spc="-10" dirty="0">
                          <a:solidFill>
                            <a:srgbClr val="000000">
                              <a:alpha val="100000"/>
                            </a:srgbClr>
                          </a:solidFill>
                          <a:cs typeface="微软雅黑" panose="020B0503020204020204" charset="-122"/>
                        </a:rPr>
                        <a:t>KPI</a:t>
                      </a:r>
                      <a:endParaRPr lang="en-US" altLang="en-US" sz="1500" dirty="0"/>
                    </a:p>
                    <a:p>
                      <a:pPr algn="l" rtl="0" eaLnBrk="0">
                        <a:lnSpc>
                          <a:spcPct val="128000"/>
                        </a:lnSpc>
                      </a:pPr>
                      <a:endParaRPr lang="en-US" altLang="en-US" sz="1000" dirty="0"/>
                    </a:p>
                    <a:p>
                      <a:pPr algn="l" rtl="0" eaLnBrk="0">
                        <a:lnSpc>
                          <a:spcPct val="129000"/>
                        </a:lnSpc>
                      </a:pPr>
                      <a:endParaRPr lang="en-US" altLang="en-US" sz="1000" dirty="0"/>
                    </a:p>
                    <a:p>
                      <a:pPr algn="l" rtl="0" eaLnBrk="0">
                        <a:lnSpc>
                          <a:spcPct val="125000"/>
                        </a:lnSpc>
                      </a:pPr>
                      <a:endParaRPr lang="en-US" altLang="en-US" sz="300" dirty="0"/>
                    </a:p>
                    <a:p>
                      <a:pPr marL="585470" algn="l" rtl="0" eaLnBrk="0">
                        <a:lnSpc>
                          <a:spcPct val="87000"/>
                        </a:lnSpc>
                      </a:pPr>
                      <a:r>
                        <a:rPr sz="1500" kern="0" spc="-10" dirty="0">
                          <a:solidFill>
                            <a:srgbClr val="000000">
                              <a:alpha val="100000"/>
                            </a:srgbClr>
                          </a:solidFill>
                          <a:cs typeface="微软雅黑" panose="020B0503020204020204" charset="-122"/>
                        </a:rPr>
                        <a:t>KPI</a:t>
                      </a:r>
                      <a:endParaRPr lang="en-US" altLang="en-US" sz="1500" dirty="0"/>
                    </a:p>
                  </a:txBody>
                  <a:tcPr marL="0" marR="0" marT="0" marB="0" vert="horz">
                    <a:lnL>
                      <a:noFill/>
                    </a:lnL>
                    <a:lnR>
                      <a:noFill/>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tcPr>
                </a:tc>
                <a:tc>
                  <a:txBody>
                    <a:bodyPr/>
                    <a:lstStyle/>
                    <a:p>
                      <a:pPr algn="l" rtl="0" eaLnBrk="0">
                        <a:lnSpc>
                          <a:spcPct val="118000"/>
                        </a:lnSpc>
                      </a:pPr>
                      <a:endParaRPr lang="en-US" altLang="en-US" sz="1000" dirty="0"/>
                    </a:p>
                    <a:p>
                      <a:pPr algn="l" rtl="0" eaLnBrk="0">
                        <a:lnSpc>
                          <a:spcPct val="118000"/>
                        </a:lnSpc>
                      </a:pPr>
                      <a:endParaRPr lang="en-US" altLang="en-US" sz="1000" dirty="0"/>
                    </a:p>
                    <a:p>
                      <a:pPr algn="l" rtl="0" eaLnBrk="0">
                        <a:lnSpc>
                          <a:spcPct val="119000"/>
                        </a:lnSpc>
                      </a:pPr>
                      <a:endParaRPr lang="en-US" altLang="en-US" sz="1000" dirty="0"/>
                    </a:p>
                    <a:p>
                      <a:pPr algn="l" rtl="0" eaLnBrk="0">
                        <a:lnSpc>
                          <a:spcPct val="9000"/>
                        </a:lnSpc>
                      </a:pPr>
                      <a:endParaRPr lang="en-US" altLang="en-US" sz="100" dirty="0"/>
                    </a:p>
                    <a:p>
                      <a:pPr marL="855980" algn="l" rtl="0" eaLnBrk="0">
                        <a:lnSpc>
                          <a:spcPct val="87000"/>
                        </a:lnSpc>
                      </a:pPr>
                      <a:r>
                        <a:rPr sz="1500" kern="0" spc="-10" dirty="0">
                          <a:solidFill>
                            <a:srgbClr val="000000">
                              <a:alpha val="100000"/>
                            </a:srgbClr>
                          </a:solidFill>
                          <a:cs typeface="微软雅黑" panose="020B0503020204020204" charset="-122"/>
                        </a:rPr>
                        <a:t>KPI</a:t>
                      </a:r>
                      <a:endParaRPr lang="en-US" altLang="en-US" sz="1500" dirty="0"/>
                    </a:p>
                  </a:txBody>
                  <a:tcPr marL="0" marR="0" marT="0" marB="0" vert="horz">
                    <a:lnL>
                      <a:noFill/>
                    </a:lnL>
                    <a:lnR>
                      <a:noFill/>
                    </a:lnR>
                    <a:lnT w="12700" cap="flat" cmpd="sng" algn="ctr">
                      <a:solidFill>
                        <a:srgbClr val="BC8C00"/>
                      </a:solidFill>
                      <a:prstDash val="solid"/>
                      <a:round/>
                      <a:headEnd type="none" w="med" len="med"/>
                      <a:tailEnd type="none" w="med" len="med"/>
                    </a:lnT>
                    <a:lnB>
                      <a:noFill/>
                    </a:lnB>
                  </a:tcPr>
                </a:tc>
                <a:tc>
                  <a:txBody>
                    <a:bodyPr/>
                    <a:lstStyle/>
                    <a:p>
                      <a:pPr algn="l" rtl="0" eaLnBrk="0">
                        <a:lnSpc>
                          <a:spcPct val="118000"/>
                        </a:lnSpc>
                      </a:pPr>
                      <a:endParaRPr lang="en-US" altLang="en-US" sz="1000" dirty="0"/>
                    </a:p>
                    <a:p>
                      <a:pPr algn="l" rtl="0" eaLnBrk="0">
                        <a:lnSpc>
                          <a:spcPct val="118000"/>
                        </a:lnSpc>
                      </a:pPr>
                      <a:endParaRPr lang="en-US" altLang="en-US" sz="1000" dirty="0"/>
                    </a:p>
                    <a:p>
                      <a:pPr algn="l" rtl="0" eaLnBrk="0">
                        <a:lnSpc>
                          <a:spcPct val="119000"/>
                        </a:lnSpc>
                      </a:pPr>
                      <a:endParaRPr lang="en-US" altLang="en-US" sz="1000" dirty="0"/>
                    </a:p>
                    <a:p>
                      <a:pPr algn="l" rtl="0" eaLnBrk="0">
                        <a:lnSpc>
                          <a:spcPct val="9000"/>
                        </a:lnSpc>
                      </a:pPr>
                      <a:endParaRPr lang="en-US" altLang="en-US" sz="100" dirty="0"/>
                    </a:p>
                    <a:p>
                      <a:pPr marL="973455" algn="l" rtl="0" eaLnBrk="0">
                        <a:lnSpc>
                          <a:spcPct val="87000"/>
                        </a:lnSpc>
                      </a:pPr>
                      <a:r>
                        <a:rPr sz="1500" kern="0" spc="-10" dirty="0">
                          <a:solidFill>
                            <a:srgbClr val="000000">
                              <a:alpha val="100000"/>
                            </a:srgbClr>
                          </a:solidFill>
                          <a:cs typeface="微软雅黑" panose="020B0503020204020204" charset="-122"/>
                        </a:rPr>
                        <a:t>KPI</a:t>
                      </a:r>
                      <a:endParaRPr lang="en-US" altLang="en-US" sz="1500" dirty="0"/>
                    </a:p>
                  </a:txBody>
                  <a:tcPr marL="0" marR="0" marT="0" marB="0" vert="horz">
                    <a:lnL>
                      <a:noFill/>
                    </a:lnL>
                    <a:lnR w="12700" cap="flat" cmpd="sng" algn="ctr">
                      <a:solidFill>
                        <a:srgbClr val="BC8C00"/>
                      </a:solidFill>
                      <a:prstDash val="solid"/>
                      <a:round/>
                      <a:headEnd type="none" w="med" len="med"/>
                      <a:tailEnd type="none" w="med" len="med"/>
                    </a:lnR>
                    <a:lnT w="12700" cap="flat" cmpd="sng" algn="ctr">
                      <a:solidFill>
                        <a:srgbClr val="BC8C00"/>
                      </a:solidFill>
                      <a:prstDash val="solid"/>
                      <a:round/>
                      <a:headEnd type="none" w="med" len="med"/>
                      <a:tailEnd type="none" w="med" len="med"/>
                    </a:lnT>
                    <a:lnB>
                      <a:noFill/>
                    </a:lnB>
                  </a:tcPr>
                </a:tc>
              </a:tr>
              <a:tr h="842644">
                <a:tc vMerge="1">
                  <a:tcPr marL="0" marR="0" marT="0" marB="0" vert="horz">
                    <a:lnL w="12700" cap="flat" cmpd="sng" algn="ctr">
                      <a:solidFill>
                        <a:srgbClr val="BC8C00"/>
                      </a:solidFill>
                      <a:prstDash val="solid"/>
                      <a:round/>
                      <a:headEnd type="none" w="med" len="med"/>
                      <a:tailEnd type="none" w="med" len="med"/>
                    </a:lnL>
                    <a:lnR>
                      <a:noFill/>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tcPr>
                </a:tc>
                <a:tc vMerge="1">
                  <a:tcPr marL="0" marR="0" marT="0" marB="0" vert="horz">
                    <a:lnL>
                      <a:noFill/>
                    </a:lnL>
                    <a:lnR>
                      <a:noFill/>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tcPr>
                </a:tc>
                <a:tc gridSpan="2">
                  <a:txBody>
                    <a:bodyPr/>
                    <a:lstStyle/>
                    <a:p>
                      <a:pPr algn="l" rtl="0" eaLnBrk="0">
                        <a:lnSpc>
                          <a:spcPct val="110000"/>
                        </a:lnSpc>
                      </a:pPr>
                      <a:endParaRPr lang="en-US" altLang="en-US" sz="1000" dirty="0"/>
                    </a:p>
                    <a:p>
                      <a:pPr algn="l" rtl="0" eaLnBrk="0">
                        <a:lnSpc>
                          <a:spcPct val="110000"/>
                        </a:lnSpc>
                      </a:pPr>
                      <a:endParaRPr lang="en-US" altLang="en-US" sz="1000" dirty="0"/>
                    </a:p>
                    <a:p>
                      <a:pPr algn="l" rtl="0" eaLnBrk="0">
                        <a:lnSpc>
                          <a:spcPct val="111000"/>
                        </a:lnSpc>
                      </a:pPr>
                      <a:endParaRPr lang="en-US" altLang="en-US" sz="1000" dirty="0"/>
                    </a:p>
                    <a:p>
                      <a:pPr algn="l" rtl="0" eaLnBrk="0">
                        <a:lnSpc>
                          <a:spcPct val="7000"/>
                        </a:lnSpc>
                      </a:pPr>
                      <a:endParaRPr lang="en-US" altLang="en-US" sz="100" dirty="0"/>
                    </a:p>
                    <a:p>
                      <a:pPr marL="3150870" algn="l" rtl="0" eaLnBrk="0">
                        <a:lnSpc>
                          <a:spcPct val="87000"/>
                        </a:lnSpc>
                      </a:pPr>
                      <a:r>
                        <a:rPr sz="1500" kern="0" spc="-10" dirty="0">
                          <a:solidFill>
                            <a:srgbClr val="000000">
                              <a:alpha val="100000"/>
                            </a:srgbClr>
                          </a:solidFill>
                          <a:cs typeface="微软雅黑" panose="020B0503020204020204" charset="-122"/>
                        </a:rPr>
                        <a:t>KPI</a:t>
                      </a:r>
                      <a:endParaRPr lang="en-US" altLang="en-US" sz="1500" dirty="0"/>
                    </a:p>
                  </a:txBody>
                  <a:tcPr marL="0" marR="0" marT="0" marB="0" vert="horz">
                    <a:lnL>
                      <a:noFill/>
                    </a:lnL>
                    <a:lnR w="12700" cap="flat" cmpd="sng" algn="ctr">
                      <a:solidFill>
                        <a:srgbClr val="BC8C00"/>
                      </a:solidFill>
                      <a:prstDash val="solid"/>
                      <a:round/>
                      <a:headEnd type="none" w="med" len="med"/>
                      <a:tailEnd type="none" w="med" len="med"/>
                    </a:lnR>
                    <a:lnT>
                      <a:noFill/>
                    </a:lnT>
                    <a:lnB w="12700" cap="flat" cmpd="sng" algn="ctr">
                      <a:solidFill>
                        <a:srgbClr val="BC8C00"/>
                      </a:solidFill>
                      <a:prstDash val="solid"/>
                      <a:round/>
                      <a:headEnd type="none" w="med" len="med"/>
                      <a:tailEnd type="none" w="med" len="med"/>
                    </a:lnB>
                  </a:tcPr>
                </a:tc>
                <a:tc hMerge="1">
                  <a:tcPr marL="0" marR="0" marT="0" marB="0" vert="horz">
                    <a:lnL>
                      <a:noFill/>
                    </a:lnL>
                    <a:lnR w="12700" cap="flat" cmpd="sng" algn="ctr">
                      <a:solidFill>
                        <a:srgbClr val="BC8C00"/>
                      </a:solidFill>
                      <a:prstDash val="solid"/>
                      <a:round/>
                      <a:headEnd type="none" w="med" len="med"/>
                      <a:tailEnd type="none" w="med" len="med"/>
                    </a:lnR>
                    <a:lnT>
                      <a:noFill/>
                    </a:lnT>
                    <a:lnB w="12700" cap="flat" cmpd="sng" algn="ctr">
                      <a:solidFill>
                        <a:srgbClr val="BC8C00"/>
                      </a:solidFill>
                      <a:prstDash val="solid"/>
                      <a:round/>
                      <a:headEnd type="none" w="med" len="med"/>
                      <a:tailEnd type="none" w="med" len="med"/>
                    </a:lnB>
                  </a:tcPr>
                </a:tc>
              </a:tr>
            </a:tbl>
          </a:graphicData>
        </a:graphic>
      </p:graphicFrame>
      <p:sp>
        <p:nvSpPr>
          <p:cNvPr id="3064" name="textbox 3064"/>
          <p:cNvSpPr/>
          <p:nvPr>
            <p:custDataLst>
              <p:tags r:id="rId2"/>
            </p:custDataLst>
          </p:nvPr>
        </p:nvSpPr>
        <p:spPr>
          <a:xfrm>
            <a:off x="819765" y="424021"/>
            <a:ext cx="8409305" cy="321945"/>
          </a:xfrm>
          <a:prstGeom prst="rect">
            <a:avLst/>
          </a:prstGeom>
        </p:spPr>
        <p:txBody>
          <a:bodyPr vert="horz" wrap="square" lIns="0" tIns="0" rIns="0" bIns="0"/>
          <a:lstStyle/>
          <a:p>
            <a:pPr algn="l" rtl="0" eaLnBrk="0">
              <a:lnSpc>
                <a:spcPct val="85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绩效方面，从需求管理全生命周期不同的阶段设置满足业务要求的考核指标</a:t>
            </a:r>
            <a:endParaRPr lang="en-US" altLang="en-US" sz="2000" b="1" kern="0" spc="0" dirty="0">
              <a:solidFill>
                <a:schemeClr val="dk1"/>
              </a:solidFill>
              <a:cs typeface="微软雅黑" panose="020B0503020204020204" charset="-122"/>
            </a:endParaRPr>
          </a:p>
        </p:txBody>
      </p:sp>
      <p:graphicFrame>
        <p:nvGraphicFramePr>
          <p:cNvPr id="3066" name="table 3066"/>
          <p:cNvGraphicFramePr>
            <a:graphicFrameLocks noGrp="1"/>
          </p:cNvGraphicFramePr>
          <p:nvPr>
            <p:custDataLst>
              <p:tags r:id="rId3"/>
            </p:custDataLst>
          </p:nvPr>
        </p:nvGraphicFramePr>
        <p:xfrm>
          <a:off x="2644996" y="1810772"/>
          <a:ext cx="6972300" cy="215265"/>
        </p:xfrm>
        <a:graphic>
          <a:graphicData uri="http://schemas.openxmlformats.org/drawingml/2006/table">
            <a:tbl>
              <a:tblPr/>
              <a:tblGrid>
                <a:gridCol w="1316989"/>
                <a:gridCol w="2169160"/>
                <a:gridCol w="2168525"/>
                <a:gridCol w="1317625"/>
              </a:tblGrid>
              <a:tr h="215265">
                <a:tc>
                  <a:txBody>
                    <a:bodyPr/>
                    <a:lstStyle/>
                    <a:p>
                      <a:pPr algn="l" rtl="0" eaLnBrk="0">
                        <a:lnSpc>
                          <a:spcPct val="91000"/>
                        </a:lnSpc>
                        <a:spcBef>
                          <a:spcPts val="5"/>
                        </a:spcBef>
                      </a:pPr>
                      <a:r>
                        <a:rPr sz="1500" kern="0" spc="80" dirty="0">
                          <a:solidFill>
                            <a:srgbClr val="000000">
                              <a:alpha val="100000"/>
                            </a:srgbClr>
                          </a:solidFill>
                          <a:cs typeface="微软雅黑" panose="020B0503020204020204" charset="-122"/>
                        </a:rPr>
                        <a:t>全面</a:t>
                      </a:r>
                      <a:endParaRPr lang="en-US" altLang="en-US" sz="1500" kern="0" spc="80" dirty="0">
                        <a:solidFill>
                          <a:srgbClr val="000000">
                            <a:alpha val="100000"/>
                          </a:srgbClr>
                        </a:solidFill>
                        <a:cs typeface="微软雅黑" panose="020B0503020204020204" charset="-122"/>
                      </a:endParaRPr>
                    </a:p>
                  </a:txBody>
                  <a:tcPr marL="0" marR="0" marT="908" marB="0" vert="horz">
                    <a:lnL>
                      <a:noFill/>
                    </a:lnL>
                    <a:lnR>
                      <a:noFill/>
                    </a:lnR>
                    <a:lnT>
                      <a:noFill/>
                    </a:lnT>
                    <a:lnB>
                      <a:noFill/>
                    </a:lnB>
                  </a:tcPr>
                </a:tc>
                <a:tc>
                  <a:txBody>
                    <a:bodyPr/>
                    <a:lstStyle/>
                    <a:p>
                      <a:pPr marL="914400" algn="l" rtl="0" eaLnBrk="0">
                        <a:lnSpc>
                          <a:spcPct val="91000"/>
                        </a:lnSpc>
                        <a:spcBef>
                          <a:spcPts val="5"/>
                        </a:spcBef>
                      </a:pPr>
                      <a:r>
                        <a:rPr sz="1500" kern="0" spc="70" dirty="0">
                          <a:solidFill>
                            <a:srgbClr val="000000">
                              <a:alpha val="100000"/>
                            </a:srgbClr>
                          </a:solidFill>
                          <a:cs typeface="微软雅黑" panose="020B0503020204020204" charset="-122"/>
                        </a:rPr>
                        <a:t>正确</a:t>
                      </a:r>
                      <a:endParaRPr lang="en-US" altLang="en-US" sz="1500" kern="0" spc="70" dirty="0">
                        <a:solidFill>
                          <a:srgbClr val="000000">
                            <a:alpha val="100000"/>
                          </a:srgbClr>
                        </a:solidFill>
                        <a:cs typeface="微软雅黑" panose="020B0503020204020204" charset="-122"/>
                      </a:endParaRPr>
                    </a:p>
                  </a:txBody>
                  <a:tcPr marL="0" marR="0" marT="908" marB="0" vert="horz">
                    <a:lnL>
                      <a:noFill/>
                    </a:lnL>
                    <a:lnR>
                      <a:noFill/>
                    </a:lnR>
                    <a:lnT>
                      <a:noFill/>
                    </a:lnT>
                    <a:lnB>
                      <a:noFill/>
                    </a:lnB>
                  </a:tcPr>
                </a:tc>
                <a:tc>
                  <a:txBody>
                    <a:bodyPr/>
                    <a:lstStyle/>
                    <a:p>
                      <a:pPr marL="851535" algn="l" rtl="0" eaLnBrk="0">
                        <a:lnSpc>
                          <a:spcPct val="91000"/>
                        </a:lnSpc>
                        <a:spcBef>
                          <a:spcPts val="5"/>
                        </a:spcBef>
                      </a:pPr>
                      <a:r>
                        <a:rPr sz="1500" kern="0" spc="80" dirty="0">
                          <a:solidFill>
                            <a:srgbClr val="000000">
                              <a:alpha val="100000"/>
                            </a:srgbClr>
                          </a:solidFill>
                          <a:cs typeface="微软雅黑" panose="020B0503020204020204" charset="-122"/>
                        </a:rPr>
                        <a:t>快捷</a:t>
                      </a:r>
                      <a:endParaRPr lang="en-US" altLang="en-US" sz="1500" kern="0" spc="80" dirty="0">
                        <a:solidFill>
                          <a:srgbClr val="000000">
                            <a:alpha val="100000"/>
                          </a:srgbClr>
                        </a:solidFill>
                        <a:cs typeface="微软雅黑" panose="020B0503020204020204" charset="-122"/>
                      </a:endParaRPr>
                    </a:p>
                  </a:txBody>
                  <a:tcPr marL="0" marR="0" marT="908" marB="0" vert="horz">
                    <a:lnL>
                      <a:noFill/>
                    </a:lnL>
                    <a:lnR>
                      <a:noFill/>
                    </a:lnR>
                    <a:lnT>
                      <a:noFill/>
                    </a:lnT>
                    <a:lnB>
                      <a:noFill/>
                    </a:lnB>
                  </a:tcPr>
                </a:tc>
                <a:tc>
                  <a:txBody>
                    <a:bodyPr/>
                    <a:lstStyle/>
                    <a:p>
                      <a:pPr algn="r" rtl="0" eaLnBrk="0">
                        <a:lnSpc>
                          <a:spcPct val="91000"/>
                        </a:lnSpc>
                        <a:spcBef>
                          <a:spcPts val="5"/>
                        </a:spcBef>
                      </a:pPr>
                      <a:r>
                        <a:rPr sz="1500" kern="0" spc="80" dirty="0">
                          <a:solidFill>
                            <a:srgbClr val="000000">
                              <a:alpha val="100000"/>
                            </a:srgbClr>
                          </a:solidFill>
                          <a:cs typeface="微软雅黑" panose="020B0503020204020204" charset="-122"/>
                        </a:rPr>
                        <a:t>稳定</a:t>
                      </a:r>
                      <a:endParaRPr lang="en-US" altLang="en-US" sz="1500" kern="0" spc="80" dirty="0">
                        <a:solidFill>
                          <a:srgbClr val="000000">
                            <a:alpha val="100000"/>
                          </a:srgbClr>
                        </a:solidFill>
                        <a:cs typeface="微软雅黑" panose="020B0503020204020204" charset="-122"/>
                      </a:endParaRPr>
                    </a:p>
                  </a:txBody>
                  <a:tcPr marL="0" marR="0" marT="908" marB="0" vert="horz">
                    <a:lnL>
                      <a:noFill/>
                    </a:lnL>
                    <a:lnR>
                      <a:noFill/>
                    </a:lnR>
                    <a:lnT>
                      <a:noFill/>
                    </a:lnT>
                    <a:lnB>
                      <a:noFill/>
                    </a:lnB>
                  </a:tcPr>
                </a:tc>
              </a:tr>
            </a:tbl>
          </a:graphicData>
        </a:graphic>
      </p:graphicFrame>
      <p:sp>
        <p:nvSpPr>
          <p:cNvPr id="3068" name="textbox 3068"/>
          <p:cNvSpPr/>
          <p:nvPr>
            <p:custDataLst>
              <p:tags r:id="rId4"/>
            </p:custDataLst>
          </p:nvPr>
        </p:nvSpPr>
        <p:spPr>
          <a:xfrm>
            <a:off x="2976210" y="5469133"/>
            <a:ext cx="5883909" cy="2603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kern="0" spc="80" dirty="0">
                <a:solidFill>
                  <a:schemeClr val="dk1"/>
                </a:solidFill>
                <a:cs typeface="微软雅黑" panose="020B0503020204020204" charset="-122"/>
              </a:rPr>
              <a:t>综合业务部门和</a:t>
            </a:r>
            <a:r>
              <a:rPr sz="1500" kern="0" spc="0" dirty="0">
                <a:solidFill>
                  <a:schemeClr val="dk1"/>
                </a:solidFill>
                <a:cs typeface="微软雅黑" panose="020B0503020204020204" charset="-122"/>
              </a:rPr>
              <a:t>IT</a:t>
            </a:r>
            <a:r>
              <a:rPr sz="1500" kern="0" spc="80" dirty="0">
                <a:solidFill>
                  <a:schemeClr val="dk1"/>
                </a:solidFill>
                <a:cs typeface="微软雅黑" panose="020B0503020204020204" charset="-122"/>
              </a:rPr>
              <a:t>的考核要求，</a:t>
            </a:r>
            <a:r>
              <a:rPr sz="1500" kern="0" spc="220" dirty="0">
                <a:solidFill>
                  <a:schemeClr val="dk1"/>
                </a:solidFill>
                <a:cs typeface="微软雅黑" panose="020B0503020204020204" charset="-122"/>
              </a:rPr>
              <a:t> </a:t>
            </a:r>
            <a:r>
              <a:rPr sz="1500" kern="0" spc="80" dirty="0">
                <a:solidFill>
                  <a:schemeClr val="dk1"/>
                </a:solidFill>
                <a:cs typeface="微软雅黑" panose="020B0503020204020204" charset="-122"/>
              </a:rPr>
              <a:t>考核内容</a:t>
            </a:r>
            <a:r>
              <a:rPr sz="1500" kern="0" spc="70" dirty="0">
                <a:solidFill>
                  <a:schemeClr val="dk1"/>
                </a:solidFill>
                <a:cs typeface="微软雅黑" panose="020B0503020204020204" charset="-122"/>
              </a:rPr>
              <a:t>涵盖质量指标和时效指标</a:t>
            </a:r>
            <a:endParaRPr lang="en-US" altLang="en-US" sz="1500" kern="0" spc="70" dirty="0">
              <a:solidFill>
                <a:schemeClr val="dk1"/>
              </a:solidFill>
              <a:cs typeface="微软雅黑" panose="020B0503020204020204" charset="-122"/>
            </a:endParaRPr>
          </a:p>
        </p:txBody>
      </p:sp>
      <p:sp>
        <p:nvSpPr>
          <p:cNvPr id="3070" name="textbox 3070"/>
          <p:cNvSpPr/>
          <p:nvPr>
            <p:custDataLst>
              <p:tags r:id="rId5"/>
            </p:custDataLst>
          </p:nvPr>
        </p:nvSpPr>
        <p:spPr>
          <a:xfrm>
            <a:off x="6137148" y="1246632"/>
            <a:ext cx="2089785"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8540" algn="l" rtl="0" eaLnBrk="0">
              <a:lnSpc>
                <a:spcPts val="1855"/>
              </a:lnSpc>
              <a:spcBef>
                <a:spcPts val="5"/>
              </a:spcBef>
            </a:pPr>
            <a:r>
              <a:rPr sz="1500" b="1" kern="0" spc="70" dirty="0">
                <a:solidFill>
                  <a:schemeClr val="tx1"/>
                </a:solidFill>
                <a:cs typeface="微软雅黑" panose="020B0503020204020204" charset="-122"/>
              </a:rPr>
              <a:t>开发</a:t>
            </a:r>
            <a:endParaRPr lang="en-US" altLang="en-US" sz="1500" b="1" kern="0" spc="70" dirty="0">
              <a:solidFill>
                <a:schemeClr val="tx1"/>
              </a:solidFill>
              <a:cs typeface="微软雅黑" panose="020B0503020204020204" charset="-122"/>
            </a:endParaRPr>
          </a:p>
        </p:txBody>
      </p:sp>
      <p:sp>
        <p:nvSpPr>
          <p:cNvPr id="3072" name="textbox 3072"/>
          <p:cNvSpPr/>
          <p:nvPr>
            <p:custDataLst>
              <p:tags r:id="rId6"/>
            </p:custDataLst>
          </p:nvPr>
        </p:nvSpPr>
        <p:spPr>
          <a:xfrm>
            <a:off x="1854707" y="1246632"/>
            <a:ext cx="2088514"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822960" algn="l" rtl="0" eaLnBrk="0">
              <a:lnSpc>
                <a:spcPts val="1850"/>
              </a:lnSpc>
              <a:spcBef>
                <a:spcPts val="5"/>
              </a:spcBef>
            </a:pPr>
            <a:r>
              <a:rPr sz="1500" b="1" kern="0" spc="80" dirty="0">
                <a:solidFill>
                  <a:schemeClr val="tx1"/>
                </a:solidFill>
                <a:cs typeface="微软雅黑" panose="020B0503020204020204" charset="-122"/>
              </a:rPr>
              <a:t>规划</a:t>
            </a:r>
            <a:endParaRPr lang="en-US" altLang="en-US" sz="1500" b="1" kern="0" spc="80" dirty="0">
              <a:solidFill>
                <a:schemeClr val="tx1"/>
              </a:solidFill>
              <a:cs typeface="微软雅黑" panose="020B0503020204020204" charset="-122"/>
            </a:endParaRPr>
          </a:p>
        </p:txBody>
      </p:sp>
      <p:sp>
        <p:nvSpPr>
          <p:cNvPr id="3074" name="textbox 3074"/>
          <p:cNvSpPr/>
          <p:nvPr>
            <p:custDataLst>
              <p:tags r:id="rId7"/>
            </p:custDataLst>
          </p:nvPr>
        </p:nvSpPr>
        <p:spPr>
          <a:xfrm>
            <a:off x="3995928" y="1246632"/>
            <a:ext cx="2087879"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6000" algn="l" rtl="0" eaLnBrk="0">
              <a:lnSpc>
                <a:spcPts val="1860"/>
              </a:lnSpc>
              <a:spcBef>
                <a:spcPts val="5"/>
              </a:spcBef>
            </a:pPr>
            <a:r>
              <a:rPr sz="1500" b="1" kern="0" spc="70" dirty="0">
                <a:solidFill>
                  <a:schemeClr val="tx1"/>
                </a:solidFill>
                <a:cs typeface="微软雅黑" panose="020B0503020204020204" charset="-122"/>
              </a:rPr>
              <a:t>设计</a:t>
            </a:r>
            <a:endParaRPr lang="en-US" altLang="en-US" sz="1500" b="1" kern="0" spc="70" dirty="0">
              <a:solidFill>
                <a:schemeClr val="tx1"/>
              </a:solidFill>
              <a:cs typeface="微软雅黑" panose="020B0503020204020204" charset="-122"/>
            </a:endParaRPr>
          </a:p>
        </p:txBody>
      </p:sp>
      <p:sp>
        <p:nvSpPr>
          <p:cNvPr id="3076" name="textbox 3076"/>
          <p:cNvSpPr/>
          <p:nvPr>
            <p:custDataLst>
              <p:tags r:id="rId8"/>
            </p:custDataLst>
          </p:nvPr>
        </p:nvSpPr>
        <p:spPr>
          <a:xfrm>
            <a:off x="8281416" y="1246632"/>
            <a:ext cx="2086610"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4730" algn="l" rtl="0" eaLnBrk="0">
              <a:lnSpc>
                <a:spcPts val="1860"/>
              </a:lnSpc>
              <a:spcBef>
                <a:spcPts val="5"/>
              </a:spcBef>
            </a:pPr>
            <a:r>
              <a:rPr sz="1500" b="1" kern="0" spc="80" dirty="0">
                <a:solidFill>
                  <a:schemeClr val="tx1"/>
                </a:solidFill>
                <a:cs typeface="微软雅黑" panose="020B0503020204020204" charset="-122"/>
              </a:rPr>
              <a:t>推行</a:t>
            </a:r>
            <a:endParaRPr lang="en-US" altLang="en-US" sz="1500" b="1" kern="0" spc="80" dirty="0">
              <a:solidFill>
                <a:schemeClr val="tx1"/>
              </a:solidFill>
              <a:cs typeface="微软雅黑" panose="020B0503020204020204" charset="-122"/>
            </a:endParaRPr>
          </a:p>
        </p:txBody>
      </p:sp>
      <p:grpSp>
        <p:nvGrpSpPr>
          <p:cNvPr id="298" name="group 298"/>
          <p:cNvGrpSpPr/>
          <p:nvPr/>
        </p:nvGrpSpPr>
        <p:grpSpPr>
          <a:xfrm rot="21600000">
            <a:off x="10517548" y="1348930"/>
            <a:ext cx="1613066" cy="270890"/>
            <a:chOff x="0" y="0"/>
            <a:chExt cx="1613066" cy="270890"/>
          </a:xfrm>
        </p:grpSpPr>
        <p:pic>
          <p:nvPicPr>
            <p:cNvPr id="3080" name="picture 3080"/>
            <p:cNvPicPr>
              <a:picLocks noChangeAspect="1"/>
            </p:cNvPicPr>
            <p:nvPr>
              <p:custDataLst>
                <p:tags r:id="rId9"/>
              </p:custDataLst>
            </p:nvPr>
          </p:nvPicPr>
          <p:blipFill>
            <a:blip r:embed="rId10"/>
            <a:stretch>
              <a:fillRect/>
            </a:stretch>
          </p:blipFill>
          <p:spPr>
            <a:xfrm rot="21600000">
              <a:off x="0" y="0"/>
              <a:ext cx="1613066" cy="270890"/>
            </a:xfrm>
            <a:prstGeom prst="rect">
              <a:avLst/>
            </a:prstGeom>
          </p:spPr>
        </p:pic>
        <p:sp>
          <p:nvSpPr>
            <p:cNvPr id="3082" name="textbox 3082"/>
            <p:cNvSpPr/>
            <p:nvPr>
              <p:custDataLst>
                <p:tags r:id="rId11"/>
              </p:custDataLst>
            </p:nvPr>
          </p:nvSpPr>
          <p:spPr>
            <a:xfrm>
              <a:off x="-12700" y="-12700"/>
              <a:ext cx="1638935" cy="307975"/>
            </a:xfrm>
            <a:prstGeom prst="rect">
              <a:avLst/>
            </a:prstGeom>
          </p:spPr>
          <p:txBody>
            <a:bodyPr vert="horz" wrap="square" lIns="0" tIns="0" rIns="0" bIns="0">
              <a:normAutofit/>
            </a:bodyPr>
            <a:lstStyle/>
            <a:p>
              <a:pPr algn="l" rtl="0" eaLnBrk="0">
                <a:lnSpc>
                  <a:spcPct val="104000"/>
                </a:lnSpc>
              </a:pPr>
              <a:endParaRPr lang="en-US" altLang="en-US" sz="600" dirty="0">
                <a:solidFill>
                  <a:schemeClr val="dk1"/>
                </a:solidFill>
              </a:endParaRPr>
            </a:p>
            <a:p>
              <a:pPr marL="707390" algn="l" rtl="0" eaLnBrk="0">
                <a:lnSpc>
                  <a:spcPct val="97000"/>
                </a:lnSpc>
                <a:spcBef>
                  <a:spcPts val="0"/>
                </a:spcBef>
              </a:pPr>
              <a:r>
                <a:rPr sz="900" kern="0" spc="-10" dirty="0">
                  <a:solidFill>
                    <a:schemeClr val="dk1"/>
                  </a:solidFill>
                  <a:cs typeface="微软雅黑" panose="020B0503020204020204" charset="-122"/>
                </a:rPr>
                <a:t>技能</a:t>
              </a:r>
              <a:endParaRPr lang="en-US" altLang="en-US" sz="900" kern="0" spc="-10" dirty="0">
                <a:solidFill>
                  <a:schemeClr val="dk1"/>
                </a:solidFill>
                <a:cs typeface="微软雅黑" panose="020B0503020204020204" charset="-122"/>
              </a:endParaRPr>
            </a:p>
          </p:txBody>
        </p:sp>
      </p:grpSp>
      <p:grpSp>
        <p:nvGrpSpPr>
          <p:cNvPr id="300" name="group 300"/>
          <p:cNvGrpSpPr/>
          <p:nvPr/>
        </p:nvGrpSpPr>
        <p:grpSpPr>
          <a:xfrm rot="21600000">
            <a:off x="10918360" y="554926"/>
            <a:ext cx="811441" cy="270890"/>
            <a:chOff x="0" y="0"/>
            <a:chExt cx="811441" cy="270890"/>
          </a:xfrm>
        </p:grpSpPr>
        <p:pic>
          <p:nvPicPr>
            <p:cNvPr id="3084" name="picture 3084"/>
            <p:cNvPicPr>
              <a:picLocks noChangeAspect="1"/>
            </p:cNvPicPr>
            <p:nvPr>
              <p:custDataLst>
                <p:tags r:id="rId12"/>
              </p:custDataLst>
            </p:nvPr>
          </p:nvPicPr>
          <p:blipFill>
            <a:blip r:embed="rId13"/>
            <a:stretch>
              <a:fillRect/>
            </a:stretch>
          </p:blipFill>
          <p:spPr>
            <a:xfrm rot="21600000">
              <a:off x="0" y="0"/>
              <a:ext cx="811441" cy="270890"/>
            </a:xfrm>
            <a:prstGeom prst="rect">
              <a:avLst/>
            </a:prstGeom>
          </p:spPr>
        </p:pic>
        <p:sp>
          <p:nvSpPr>
            <p:cNvPr id="3086" name="textbox 3086"/>
            <p:cNvSpPr/>
            <p:nvPr>
              <p:custDataLst>
                <p:tags r:id="rId14"/>
              </p:custDataLst>
            </p:nvPr>
          </p:nvSpPr>
          <p:spPr>
            <a:xfrm>
              <a:off x="-12700" y="-12700"/>
              <a:ext cx="836930" cy="308609"/>
            </a:xfrm>
            <a:prstGeom prst="rect">
              <a:avLst/>
            </a:prstGeom>
          </p:spPr>
          <p:txBody>
            <a:bodyPr vert="horz" wrap="square" lIns="0" tIns="0" rIns="0" bIns="0">
              <a:normAutofit/>
            </a:bodyPr>
            <a:lstStyle/>
            <a:p>
              <a:pPr algn="l" rtl="0" eaLnBrk="0">
                <a:lnSpc>
                  <a:spcPct val="102000"/>
                </a:lnSpc>
              </a:pPr>
              <a:endParaRPr lang="en-US" altLang="en-US" sz="600" dirty="0">
                <a:solidFill>
                  <a:schemeClr val="dk1"/>
                </a:solidFill>
              </a:endParaRPr>
            </a:p>
            <a:p>
              <a:pPr marL="306705" algn="l" rtl="0" eaLnBrk="0">
                <a:lnSpc>
                  <a:spcPct val="98000"/>
                </a:lnSpc>
                <a:spcBef>
                  <a:spcPts val="0"/>
                </a:spcBef>
              </a:pPr>
              <a:r>
                <a:rPr sz="900" kern="0" spc="-10" dirty="0">
                  <a:solidFill>
                    <a:schemeClr val="dk1"/>
                  </a:solidFill>
                  <a:cs typeface="微软雅黑" panose="020B0503020204020204" charset="-122"/>
                </a:rPr>
                <a:t>制度</a:t>
              </a:r>
              <a:endParaRPr lang="en-US" altLang="en-US" sz="900" kern="0" spc="-10" dirty="0">
                <a:solidFill>
                  <a:schemeClr val="dk1"/>
                </a:solidFill>
                <a:cs typeface="微软雅黑" panose="020B0503020204020204" charset="-122"/>
              </a:endParaRPr>
            </a:p>
          </p:txBody>
        </p:sp>
      </p:grpSp>
      <p:sp>
        <p:nvSpPr>
          <p:cNvPr id="3088" name="path"/>
          <p:cNvSpPr/>
          <p:nvPr/>
        </p:nvSpPr>
        <p:spPr>
          <a:xfrm>
            <a:off x="10923523" y="816609"/>
            <a:ext cx="800607" cy="12700"/>
          </a:xfrm>
          <a:custGeom>
            <a:avLst/>
            <a:gdLst/>
            <a:ahLst/>
            <a:cxnLst/>
            <a:rect l="0" t="0" r="0" b="0"/>
            <a:pathLst>
              <a:path w="1260" h="20">
                <a:moveTo>
                  <a:pt x="1260" y="10"/>
                </a:moveTo>
                <a:lnTo>
                  <a:pt x="0" y="10"/>
                </a:lnTo>
                <a:moveTo>
                  <a:pt x="0" y="10"/>
                </a:moveTo>
                <a:lnTo>
                  <a:pt x="1259"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302" name="group 302"/>
          <p:cNvGrpSpPr/>
          <p:nvPr/>
        </p:nvGrpSpPr>
        <p:grpSpPr>
          <a:xfrm rot="21600000">
            <a:off x="10784248" y="820102"/>
            <a:ext cx="1078141" cy="270890"/>
            <a:chOff x="0" y="0"/>
            <a:chExt cx="1078141" cy="270890"/>
          </a:xfrm>
        </p:grpSpPr>
        <p:pic>
          <p:nvPicPr>
            <p:cNvPr id="3090" name="picture 3090"/>
            <p:cNvPicPr>
              <a:picLocks noChangeAspect="1"/>
            </p:cNvPicPr>
            <p:nvPr>
              <p:custDataLst>
                <p:tags r:id="rId15"/>
              </p:custDataLst>
            </p:nvPr>
          </p:nvPicPr>
          <p:blipFill>
            <a:blip r:embed="rId16"/>
            <a:stretch>
              <a:fillRect/>
            </a:stretch>
          </p:blipFill>
          <p:spPr>
            <a:xfrm rot="21600000">
              <a:off x="0" y="0"/>
              <a:ext cx="1078141" cy="270890"/>
            </a:xfrm>
            <a:prstGeom prst="rect">
              <a:avLst/>
            </a:prstGeom>
          </p:spPr>
        </p:pic>
        <p:sp>
          <p:nvSpPr>
            <p:cNvPr id="3092" name="textbox 3092"/>
            <p:cNvSpPr/>
            <p:nvPr>
              <p:custDataLst>
                <p:tags r:id="rId17"/>
              </p:custDataLst>
            </p:nvPr>
          </p:nvSpPr>
          <p:spPr>
            <a:xfrm>
              <a:off x="-12700" y="-12700"/>
              <a:ext cx="1103630" cy="308609"/>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40690" algn="l" rtl="0" eaLnBrk="0">
                <a:lnSpc>
                  <a:spcPct val="97000"/>
                </a:lnSpc>
                <a:spcBef>
                  <a:spcPts val="5"/>
                </a:spcBef>
              </a:pPr>
              <a:r>
                <a:rPr sz="900" kern="0" spc="-10" dirty="0">
                  <a:solidFill>
                    <a:schemeClr val="dk1"/>
                  </a:solidFill>
                  <a:cs typeface="微软雅黑" panose="020B0503020204020204" charset="-122"/>
                </a:rPr>
                <a:t>流程</a:t>
              </a:r>
              <a:endParaRPr lang="en-US" altLang="en-US" sz="900" kern="0" spc="-10" dirty="0">
                <a:solidFill>
                  <a:schemeClr val="dk1"/>
                </a:solidFill>
                <a:cs typeface="微软雅黑" panose="020B0503020204020204" charset="-122"/>
              </a:endParaRPr>
            </a:p>
          </p:txBody>
        </p:sp>
      </p:grpSp>
      <p:sp>
        <p:nvSpPr>
          <p:cNvPr id="3094" name="rect"/>
          <p:cNvSpPr/>
          <p:nvPr/>
        </p:nvSpPr>
        <p:spPr>
          <a:xfrm>
            <a:off x="10789919" y="1081786"/>
            <a:ext cx="10668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096" name="picture 3096"/>
          <p:cNvPicPr>
            <a:picLocks noChangeAspect="1"/>
          </p:cNvPicPr>
          <p:nvPr>
            <p:custDataLst>
              <p:tags r:id="rId18"/>
            </p:custDataLst>
          </p:nvPr>
        </p:nvPicPr>
        <p:blipFill>
          <a:blip r:embed="rId19"/>
          <a:stretch>
            <a:fillRect/>
          </a:stretch>
        </p:blipFill>
        <p:spPr>
          <a:xfrm rot="21600000">
            <a:off x="10651660" y="1085279"/>
            <a:ext cx="1339170" cy="269366"/>
          </a:xfrm>
          <a:prstGeom prst="rect">
            <a:avLst/>
          </a:prstGeom>
        </p:spPr>
      </p:pic>
      <p:sp>
        <p:nvSpPr>
          <p:cNvPr id="3098" name="textbox 3098"/>
          <p:cNvSpPr/>
          <p:nvPr>
            <p:custDataLst>
              <p:tags r:id="rId20"/>
            </p:custDataLst>
          </p:nvPr>
        </p:nvSpPr>
        <p:spPr>
          <a:xfrm>
            <a:off x="10644123" y="950355"/>
            <a:ext cx="1365250" cy="3752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121348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10000"/>
              </a:lnSpc>
            </a:pPr>
            <a:endParaRPr lang="en-US" altLang="en-US" sz="300" dirty="0">
              <a:solidFill>
                <a:schemeClr val="dk1"/>
              </a:solidFill>
            </a:endParaRPr>
          </a:p>
          <a:p>
            <a:pPr marL="12700" algn="l" rtl="0" eaLnBrk="0">
              <a:lnSpc>
                <a:spcPct val="97000"/>
              </a:lnSpc>
              <a:spcBef>
                <a:spcPts val="0"/>
              </a:spcBef>
              <a:tabLst>
                <a:tab pos="570230" algn="l"/>
                <a:tab pos="1346835"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工具</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pic>
        <p:nvPicPr>
          <p:cNvPr id="3100" name="picture 3100"/>
          <p:cNvPicPr>
            <a:picLocks noChangeAspect="1"/>
          </p:cNvPicPr>
          <p:nvPr>
            <p:custDataLst>
              <p:tags r:id="rId21"/>
            </p:custDataLst>
          </p:nvPr>
        </p:nvPicPr>
        <p:blipFill>
          <a:blip r:embed="rId22"/>
          <a:stretch>
            <a:fillRect/>
          </a:stretch>
        </p:blipFill>
        <p:spPr>
          <a:xfrm rot="21600000">
            <a:off x="9195816" y="2558796"/>
            <a:ext cx="466344" cy="451103"/>
          </a:xfrm>
          <a:prstGeom prst="rect">
            <a:avLst/>
          </a:prstGeom>
        </p:spPr>
      </p:pic>
      <p:pic>
        <p:nvPicPr>
          <p:cNvPr id="3102" name="picture 3102"/>
          <p:cNvPicPr>
            <a:picLocks noChangeAspect="1"/>
          </p:cNvPicPr>
          <p:nvPr>
            <p:custDataLst>
              <p:tags r:id="rId23"/>
            </p:custDataLst>
          </p:nvPr>
        </p:nvPicPr>
        <p:blipFill>
          <a:blip r:embed="rId22"/>
          <a:stretch>
            <a:fillRect/>
          </a:stretch>
        </p:blipFill>
        <p:spPr>
          <a:xfrm rot="21600000">
            <a:off x="2633472" y="2558796"/>
            <a:ext cx="466344" cy="451103"/>
          </a:xfrm>
          <a:prstGeom prst="rect">
            <a:avLst/>
          </a:prstGeom>
        </p:spPr>
      </p:pic>
      <p:pic>
        <p:nvPicPr>
          <p:cNvPr id="3104" name="picture 3104"/>
          <p:cNvPicPr>
            <a:picLocks noChangeAspect="1"/>
          </p:cNvPicPr>
          <p:nvPr>
            <p:custDataLst>
              <p:tags r:id="rId24"/>
            </p:custDataLst>
          </p:nvPr>
        </p:nvPicPr>
        <p:blipFill>
          <a:blip r:embed="rId22"/>
          <a:stretch>
            <a:fillRect/>
          </a:stretch>
        </p:blipFill>
        <p:spPr>
          <a:xfrm rot="21600000">
            <a:off x="4840223" y="2558796"/>
            <a:ext cx="466344" cy="451103"/>
          </a:xfrm>
          <a:prstGeom prst="rect">
            <a:avLst/>
          </a:prstGeom>
        </p:spPr>
      </p:pic>
      <p:pic>
        <p:nvPicPr>
          <p:cNvPr id="3106" name="picture 3106"/>
          <p:cNvPicPr>
            <a:picLocks noChangeAspect="1"/>
          </p:cNvPicPr>
          <p:nvPr>
            <p:custDataLst>
              <p:tags r:id="rId25"/>
            </p:custDataLst>
          </p:nvPr>
        </p:nvPicPr>
        <p:blipFill>
          <a:blip r:embed="rId22"/>
          <a:stretch>
            <a:fillRect/>
          </a:stretch>
        </p:blipFill>
        <p:spPr>
          <a:xfrm rot="21600000">
            <a:off x="9195816" y="3758183"/>
            <a:ext cx="466344" cy="449580"/>
          </a:xfrm>
          <a:prstGeom prst="rect">
            <a:avLst/>
          </a:prstGeom>
        </p:spPr>
      </p:pic>
      <p:pic>
        <p:nvPicPr>
          <p:cNvPr id="3108" name="picture 3108"/>
          <p:cNvPicPr>
            <a:picLocks noChangeAspect="1"/>
          </p:cNvPicPr>
          <p:nvPr>
            <p:custDataLst>
              <p:tags r:id="rId26"/>
            </p:custDataLst>
          </p:nvPr>
        </p:nvPicPr>
        <p:blipFill>
          <a:blip r:embed="rId22"/>
          <a:stretch>
            <a:fillRect/>
          </a:stretch>
        </p:blipFill>
        <p:spPr>
          <a:xfrm rot="21600000">
            <a:off x="9195816" y="4474464"/>
            <a:ext cx="466344" cy="449579"/>
          </a:xfrm>
          <a:prstGeom prst="rect">
            <a:avLst/>
          </a:prstGeom>
        </p:spPr>
      </p:pic>
      <p:pic>
        <p:nvPicPr>
          <p:cNvPr id="3110" name="picture 3110"/>
          <p:cNvPicPr>
            <a:picLocks noChangeAspect="1"/>
          </p:cNvPicPr>
          <p:nvPr>
            <p:custDataLst>
              <p:tags r:id="rId27"/>
            </p:custDataLst>
          </p:nvPr>
        </p:nvPicPr>
        <p:blipFill>
          <a:blip r:embed="rId22"/>
          <a:stretch>
            <a:fillRect/>
          </a:stretch>
        </p:blipFill>
        <p:spPr>
          <a:xfrm rot="21600000">
            <a:off x="4840223" y="3758183"/>
            <a:ext cx="466344" cy="449580"/>
          </a:xfrm>
          <a:prstGeom prst="rect">
            <a:avLst/>
          </a:prstGeom>
        </p:spPr>
      </p:pic>
      <p:pic>
        <p:nvPicPr>
          <p:cNvPr id="3112" name="picture 3112"/>
          <p:cNvPicPr>
            <a:picLocks noChangeAspect="1"/>
          </p:cNvPicPr>
          <p:nvPr>
            <p:custDataLst>
              <p:tags r:id="rId28"/>
            </p:custDataLst>
          </p:nvPr>
        </p:nvPicPr>
        <p:blipFill>
          <a:blip r:embed="rId22"/>
          <a:stretch>
            <a:fillRect/>
          </a:stretch>
        </p:blipFill>
        <p:spPr>
          <a:xfrm rot="21600000">
            <a:off x="2633472" y="3758183"/>
            <a:ext cx="466344" cy="449580"/>
          </a:xfrm>
          <a:prstGeom prst="rect">
            <a:avLst/>
          </a:prstGeom>
        </p:spPr>
      </p:pic>
      <p:pic>
        <p:nvPicPr>
          <p:cNvPr id="3114" name="picture 3114"/>
          <p:cNvPicPr>
            <a:picLocks noChangeAspect="1"/>
          </p:cNvPicPr>
          <p:nvPr>
            <p:custDataLst>
              <p:tags r:id="rId29"/>
            </p:custDataLst>
          </p:nvPr>
        </p:nvPicPr>
        <p:blipFill>
          <a:blip r:embed="rId22"/>
          <a:stretch>
            <a:fillRect/>
          </a:stretch>
        </p:blipFill>
        <p:spPr>
          <a:xfrm rot="21600000">
            <a:off x="2633472" y="4405883"/>
            <a:ext cx="466344" cy="449580"/>
          </a:xfrm>
          <a:prstGeom prst="rect">
            <a:avLst/>
          </a:prstGeom>
        </p:spPr>
      </p:pic>
      <p:pic>
        <p:nvPicPr>
          <p:cNvPr id="3116" name="picture 3116"/>
          <p:cNvPicPr>
            <a:picLocks noChangeAspect="1"/>
          </p:cNvPicPr>
          <p:nvPr>
            <p:custDataLst>
              <p:tags r:id="rId30"/>
            </p:custDataLst>
          </p:nvPr>
        </p:nvPicPr>
        <p:blipFill>
          <a:blip r:embed="rId22"/>
          <a:stretch>
            <a:fillRect/>
          </a:stretch>
        </p:blipFill>
        <p:spPr>
          <a:xfrm rot="21600000">
            <a:off x="6900671" y="3758183"/>
            <a:ext cx="466343" cy="449580"/>
          </a:xfrm>
          <a:prstGeom prst="rect">
            <a:avLst/>
          </a:prstGeom>
        </p:spPr>
      </p:pic>
      <p:grpSp>
        <p:nvGrpSpPr>
          <p:cNvPr id="304" name="group 304"/>
          <p:cNvGrpSpPr/>
          <p:nvPr/>
        </p:nvGrpSpPr>
        <p:grpSpPr>
          <a:xfrm rot="21600000">
            <a:off x="11185058" y="24579"/>
            <a:ext cx="278046" cy="270880"/>
            <a:chOff x="0" y="0"/>
            <a:chExt cx="278046" cy="270880"/>
          </a:xfrm>
        </p:grpSpPr>
        <p:grpSp>
          <p:nvGrpSpPr>
            <p:cNvPr id="306" name="group 306"/>
            <p:cNvGrpSpPr/>
            <p:nvPr/>
          </p:nvGrpSpPr>
          <p:grpSpPr>
            <a:xfrm rot="21600000">
              <a:off x="0" y="0"/>
              <a:ext cx="278046" cy="270880"/>
              <a:chOff x="0" y="0"/>
              <a:chExt cx="278046" cy="270880"/>
            </a:xfrm>
          </p:grpSpPr>
          <p:sp>
            <p:nvSpPr>
              <p:cNvPr id="3118" name="path"/>
              <p:cNvSpPr/>
              <p:nvPr/>
            </p:nvSpPr>
            <p:spPr>
              <a:xfrm>
                <a:off x="5673" y="2852"/>
                <a:ext cx="266700" cy="265175"/>
              </a:xfrm>
              <a:custGeom>
                <a:avLst/>
                <a:gdLst/>
                <a:ahLst/>
                <a:cxnLst/>
                <a:rect l="0" t="0" r="0" b="0"/>
                <a:pathLst>
                  <a:path w="420" h="417">
                    <a:moveTo>
                      <a:pt x="0" y="417"/>
                    </a:moveTo>
                    <a:lnTo>
                      <a:pt x="210" y="0"/>
                    </a:lnTo>
                    <a:lnTo>
                      <a:pt x="210" y="0"/>
                    </a:lnTo>
                    <a:lnTo>
                      <a:pt x="420" y="417"/>
                    </a:lnTo>
                    <a:lnTo>
                      <a:pt x="0" y="417"/>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120" name="path"/>
              <p:cNvSpPr/>
              <p:nvPr/>
            </p:nvSpPr>
            <p:spPr>
              <a:xfrm>
                <a:off x="0" y="0"/>
                <a:ext cx="278046" cy="270880"/>
              </a:xfrm>
              <a:custGeom>
                <a:avLst/>
                <a:gdLst/>
                <a:ahLst/>
                <a:cxnLst/>
                <a:rect l="0" t="0" r="0" b="0"/>
                <a:pathLst>
                  <a:path w="437" h="426">
                    <a:moveTo>
                      <a:pt x="8" y="422"/>
                    </a:moveTo>
                    <a:lnTo>
                      <a:pt x="218" y="4"/>
                    </a:lnTo>
                    <a:lnTo>
                      <a:pt x="218" y="4"/>
                    </a:lnTo>
                    <a:lnTo>
                      <a:pt x="428" y="422"/>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122" name="textbox 3122"/>
            <p:cNvSpPr/>
            <p:nvPr>
              <p:custDataLst>
                <p:tags r:id="rId31"/>
              </p:custDataLst>
            </p:nvPr>
          </p:nvSpPr>
          <p:spPr>
            <a:xfrm>
              <a:off x="-12700" y="-12700"/>
              <a:ext cx="303529" cy="307975"/>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0005" algn="l" rtl="0" eaLnBrk="0">
                <a:lnSpc>
                  <a:spcPct val="97000"/>
                </a:lnSpc>
                <a:spcBef>
                  <a:spcPts val="5"/>
                </a:spcBef>
              </a:pPr>
              <a:r>
                <a:rPr sz="900" kern="0" spc="-10" dirty="0">
                  <a:solidFill>
                    <a:schemeClr val="dk1"/>
                  </a:solidFill>
                  <a:cs typeface="微软雅黑" panose="020B0503020204020204" charset="-122"/>
                </a:rPr>
                <a:t>绩效</a:t>
              </a:r>
              <a:endParaRPr lang="en-US" altLang="en-US" sz="900" kern="0" spc="-10" dirty="0">
                <a:solidFill>
                  <a:schemeClr val="dk1"/>
                </a:solidFill>
                <a:cs typeface="微软雅黑" panose="020B0503020204020204" charset="-122"/>
              </a:endParaRPr>
            </a:p>
          </p:txBody>
        </p:sp>
      </p:grpSp>
      <p:sp>
        <p:nvSpPr>
          <p:cNvPr id="3124" name="rect"/>
          <p:cNvSpPr/>
          <p:nvPr/>
        </p:nvSpPr>
        <p:spPr>
          <a:xfrm>
            <a:off x="11190731" y="286257"/>
            <a:ext cx="2667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126" name="picture 3126"/>
          <p:cNvPicPr>
            <a:picLocks noChangeAspect="1"/>
          </p:cNvPicPr>
          <p:nvPr>
            <p:custDataLst>
              <p:tags r:id="rId32"/>
            </p:custDataLst>
          </p:nvPr>
        </p:nvPicPr>
        <p:blipFill>
          <a:blip r:embed="rId33"/>
          <a:stretch>
            <a:fillRect/>
          </a:stretch>
        </p:blipFill>
        <p:spPr>
          <a:xfrm rot="21600000">
            <a:off x="11050948" y="289750"/>
            <a:ext cx="539070" cy="270890"/>
          </a:xfrm>
          <a:prstGeom prst="rect">
            <a:avLst/>
          </a:prstGeom>
        </p:spPr>
      </p:pic>
      <p:sp>
        <p:nvSpPr>
          <p:cNvPr id="3128" name="textbox 3128"/>
          <p:cNvSpPr/>
          <p:nvPr>
            <p:custDataLst>
              <p:tags r:id="rId34"/>
            </p:custDataLst>
          </p:nvPr>
        </p:nvSpPr>
        <p:spPr>
          <a:xfrm>
            <a:off x="11043919" y="154826"/>
            <a:ext cx="564515" cy="3759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41211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09000"/>
              </a:lnSpc>
            </a:pPr>
            <a:endParaRPr lang="en-US" altLang="en-US" sz="300" dirty="0">
              <a:solidFill>
                <a:schemeClr val="dk1"/>
              </a:solidFill>
            </a:endParaRPr>
          </a:p>
          <a:p>
            <a:pPr marL="12700" algn="l" rtl="0" eaLnBrk="0">
              <a:lnSpc>
                <a:spcPct val="98000"/>
              </a:lnSpc>
              <a:spcBef>
                <a:spcPts val="0"/>
              </a:spcBef>
              <a:tabLst>
                <a:tab pos="168910" algn="l"/>
                <a:tab pos="546100"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组织</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130" name="textbox 3130"/>
          <p:cNvSpPr/>
          <p:nvPr>
            <p:custDataLst>
              <p:tags r:id="rId35"/>
            </p:custDataLst>
          </p:nvPr>
        </p:nvSpPr>
        <p:spPr>
          <a:xfrm>
            <a:off x="359044" y="2772288"/>
            <a:ext cx="427355" cy="2603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kern="0" spc="70" dirty="0">
                <a:solidFill>
                  <a:schemeClr val="dk1"/>
                </a:solidFill>
                <a:cs typeface="微软雅黑" panose="020B0503020204020204" charset="-122"/>
              </a:rPr>
              <a:t>业务</a:t>
            </a:r>
            <a:endParaRPr lang="en-US" altLang="en-US" sz="1500" kern="0" spc="70" dirty="0">
              <a:solidFill>
                <a:schemeClr val="dk1"/>
              </a:solidFill>
              <a:cs typeface="微软雅黑" panose="020B0503020204020204" charset="-122"/>
            </a:endParaRPr>
          </a:p>
        </p:txBody>
      </p:sp>
      <p:sp>
        <p:nvSpPr>
          <p:cNvPr id="3132" name="textbox 3132"/>
          <p:cNvSpPr/>
          <p:nvPr>
            <p:custDataLst>
              <p:tags r:id="rId36"/>
            </p:custDataLst>
          </p:nvPr>
        </p:nvSpPr>
        <p:spPr>
          <a:xfrm>
            <a:off x="388773" y="4331388"/>
            <a:ext cx="415290" cy="224790"/>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87000"/>
              </a:lnSpc>
            </a:pPr>
            <a:r>
              <a:rPr sz="1500" kern="0" spc="-20" dirty="0">
                <a:solidFill>
                  <a:schemeClr val="dk1"/>
                </a:solidFill>
                <a:cs typeface="微软雅黑" panose="020B0503020204020204" charset="-122"/>
              </a:rPr>
              <a:t>BTIT</a:t>
            </a:r>
            <a:endParaRPr lang="en-US" altLang="en-US" sz="1500" kern="0" spc="-20" dirty="0">
              <a:solidFill>
                <a:schemeClr val="dk1"/>
              </a:solidFill>
              <a:cs typeface="微软雅黑" panose="020B0503020204020204" charset="-122"/>
            </a:endParaRPr>
          </a:p>
        </p:txBody>
      </p:sp>
      <p:sp>
        <p:nvSpPr>
          <p:cNvPr id="3134" name="textbox 3134"/>
          <p:cNvSpPr/>
          <p:nvPr>
            <p:custDataLst>
              <p:tags r:id="rId37"/>
            </p:custDataLst>
          </p:nvPr>
        </p:nvSpPr>
        <p:spPr>
          <a:xfrm>
            <a:off x="4885742" y="4193339"/>
            <a:ext cx="316865" cy="224790"/>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87000"/>
              </a:lnSpc>
            </a:pPr>
            <a:r>
              <a:rPr sz="1500" kern="0" spc="-10" dirty="0">
                <a:solidFill>
                  <a:schemeClr val="dk1"/>
                </a:solidFill>
                <a:cs typeface="微软雅黑" panose="020B0503020204020204" charset="-122"/>
              </a:rPr>
              <a:t>KPI</a:t>
            </a:r>
            <a:endParaRPr lang="en-US" altLang="en-US" sz="1500" kern="0" spc="-10" dirty="0">
              <a:solidFill>
                <a:schemeClr val="dk1"/>
              </a:solidFill>
              <a:cs typeface="微软雅黑" panose="020B0503020204020204" charset="-122"/>
            </a:endParaRPr>
          </a:p>
        </p:txBody>
      </p:sp>
      <p:sp>
        <p:nvSpPr>
          <p:cNvPr id="3136" name="rect"/>
          <p:cNvSpPr/>
          <p:nvPr/>
        </p:nvSpPr>
        <p:spPr>
          <a:xfrm>
            <a:off x="10523219" y="1610614"/>
            <a:ext cx="1601724"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Tree>
    <p:custDataLst>
      <p:tags r:id="rId38"/>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38" name="picture 3138"/>
          <p:cNvPicPr>
            <a:picLocks noChangeAspect="1"/>
          </p:cNvPicPr>
          <p:nvPr>
            <p:custDataLst>
              <p:tags r:id="rId1"/>
            </p:custDataLst>
          </p:nvPr>
        </p:nvPicPr>
        <p:blipFill>
          <a:blip r:embed="rId2"/>
          <a:stretch>
            <a:fillRect/>
          </a:stretch>
        </p:blipFill>
        <p:spPr>
          <a:xfrm rot="21600000">
            <a:off x="3911944" y="1070309"/>
            <a:ext cx="2554423" cy="580309"/>
          </a:xfrm>
          <a:prstGeom prst="rect">
            <a:avLst/>
          </a:prstGeom>
        </p:spPr>
      </p:pic>
      <p:sp>
        <p:nvSpPr>
          <p:cNvPr id="3140" name="textbox 3140"/>
          <p:cNvSpPr/>
          <p:nvPr>
            <p:custDataLst>
              <p:tags r:id="rId3"/>
            </p:custDataLst>
          </p:nvPr>
        </p:nvSpPr>
        <p:spPr>
          <a:xfrm>
            <a:off x="938282" y="410051"/>
            <a:ext cx="9261475" cy="1895475"/>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打造一个新型的BTIT组织用于支持和推动互联网时代企业业务</a:t>
            </a:r>
            <a:r>
              <a:rPr sz="2000" b="1" kern="0" spc="-10" dirty="0">
                <a:solidFill>
                  <a:schemeClr val="dk1"/>
                </a:solidFill>
                <a:cs typeface="微软雅黑" panose="020B0503020204020204" charset="-122"/>
              </a:rPr>
              <a:t>的快速发展</a:t>
            </a:r>
            <a:endParaRPr lang="en-US" altLang="en-US" sz="2000" dirty="0">
              <a:solidFill>
                <a:schemeClr val="dk1"/>
              </a:solidFill>
            </a:endParaRPr>
          </a:p>
          <a:p>
            <a:pPr algn="l" rtl="0" eaLnBrk="0">
              <a:lnSpc>
                <a:spcPct val="105000"/>
              </a:lnSpc>
            </a:pPr>
            <a:endParaRPr lang="en-US" altLang="en-US" sz="1000" dirty="0">
              <a:solidFill>
                <a:schemeClr val="dk1"/>
              </a:solidFill>
            </a:endParaRPr>
          </a:p>
          <a:p>
            <a:pPr algn="l" rtl="0" eaLnBrk="0">
              <a:lnSpc>
                <a:spcPct val="105000"/>
              </a:lnSpc>
            </a:pPr>
            <a:endParaRPr lang="en-US" altLang="en-US" sz="1000" dirty="0">
              <a:solidFill>
                <a:schemeClr val="dk1"/>
              </a:solidFill>
            </a:endParaRPr>
          </a:p>
          <a:p>
            <a:pPr algn="l" rtl="0" eaLnBrk="0">
              <a:lnSpc>
                <a:spcPct val="105000"/>
              </a:lnSpc>
            </a:pPr>
            <a:endParaRPr lang="en-US" altLang="en-US" sz="1000" dirty="0">
              <a:solidFill>
                <a:schemeClr val="dk1"/>
              </a:solidFill>
            </a:endParaRPr>
          </a:p>
          <a:p>
            <a:pPr marL="3648075" algn="l" rtl="0" eaLnBrk="0">
              <a:lnSpc>
                <a:spcPts val="1855"/>
              </a:lnSpc>
              <a:spcBef>
                <a:spcPts val="450"/>
              </a:spcBef>
            </a:pPr>
            <a:r>
              <a:rPr sz="1500" b="1" kern="0" spc="90" dirty="0">
                <a:solidFill>
                  <a:schemeClr val="dk1"/>
                </a:solidFill>
                <a:cs typeface="微软雅黑" panose="020B0503020204020204" charset="-122"/>
              </a:rPr>
              <a:t>产品经理职能</a:t>
            </a:r>
            <a:endParaRPr lang="en-US" altLang="en-US" sz="1500" dirty="0">
              <a:solidFill>
                <a:schemeClr val="dk1"/>
              </a:solidFill>
            </a:endParaRPr>
          </a:p>
          <a:p>
            <a:pPr algn="l" rtl="0" eaLnBrk="0">
              <a:lnSpc>
                <a:spcPct val="173000"/>
              </a:lnSpc>
            </a:pPr>
            <a:endParaRPr lang="en-US" altLang="en-US" sz="1000" dirty="0">
              <a:solidFill>
                <a:schemeClr val="dk1"/>
              </a:solidFill>
            </a:endParaRPr>
          </a:p>
          <a:p>
            <a:pPr algn="l" rtl="0" eaLnBrk="0">
              <a:lnSpc>
                <a:spcPct val="125000"/>
              </a:lnSpc>
            </a:pPr>
            <a:endParaRPr lang="en-US" altLang="en-US" sz="300" dirty="0">
              <a:solidFill>
                <a:schemeClr val="dk1"/>
              </a:solidFill>
            </a:endParaRPr>
          </a:p>
          <a:p>
            <a:pPr marL="3366770" indent="-279400" algn="l" rtl="0" eaLnBrk="0">
              <a:lnSpc>
                <a:spcPct val="105000"/>
              </a:lnSpc>
              <a:spcBef>
                <a:spcPts val="0"/>
              </a:spcBef>
            </a:pPr>
            <a:r>
              <a:rPr sz="1500" kern="0" spc="90" dirty="0">
                <a:solidFill>
                  <a:schemeClr val="dk1"/>
                </a:solidFill>
                <a:cs typeface="Arial" panose="020B0604020202020204"/>
              </a:rPr>
              <a:t>•</a:t>
            </a:r>
            <a:r>
              <a:rPr sz="1500" kern="0" spc="20" dirty="0">
                <a:solidFill>
                  <a:schemeClr val="dk1"/>
                </a:solidFill>
                <a:cs typeface="Arial" panose="020B0604020202020204"/>
              </a:rPr>
              <a:t>    </a:t>
            </a:r>
            <a:r>
              <a:rPr sz="1500" kern="0" spc="90" dirty="0">
                <a:solidFill>
                  <a:schemeClr val="dk1"/>
                </a:solidFill>
                <a:cs typeface="微软雅黑" panose="020B0503020204020204" charset="-122"/>
              </a:rPr>
              <a:t>提供由业务需求而衍生的信息系统解决方案以及推动具体业务系统</a:t>
            </a:r>
            <a:r>
              <a:rPr sz="1500" kern="0" spc="30" dirty="0">
                <a:solidFill>
                  <a:schemeClr val="dk1"/>
                </a:solidFill>
                <a:cs typeface="微软雅黑" panose="020B0503020204020204" charset="-122"/>
              </a:rPr>
              <a:t> </a:t>
            </a:r>
            <a:r>
              <a:rPr sz="1500" kern="0" spc="90" dirty="0">
                <a:solidFill>
                  <a:schemeClr val="dk1"/>
                </a:solidFill>
                <a:cs typeface="微软雅黑" panose="020B0503020204020204" charset="-122"/>
              </a:rPr>
              <a:t>搭建，管理与整体交付的功能</a:t>
            </a:r>
            <a:endParaRPr lang="en-US" altLang="en-US" sz="1500" kern="0" spc="90" dirty="0">
              <a:solidFill>
                <a:schemeClr val="dk1"/>
              </a:solidFill>
              <a:cs typeface="微软雅黑" panose="020B0503020204020204" charset="-122"/>
            </a:endParaRPr>
          </a:p>
        </p:txBody>
      </p:sp>
      <p:sp>
        <p:nvSpPr>
          <p:cNvPr id="3142" name="textbox 3142"/>
          <p:cNvSpPr/>
          <p:nvPr>
            <p:custDataLst>
              <p:tags r:id="rId4"/>
            </p:custDataLst>
          </p:nvPr>
        </p:nvSpPr>
        <p:spPr>
          <a:xfrm>
            <a:off x="4013147" y="5001272"/>
            <a:ext cx="7406005" cy="993775"/>
          </a:xfrm>
          <a:prstGeom prst="rect">
            <a:avLst/>
          </a:prstGeom>
        </p:spPr>
        <p:txBody>
          <a:bodyPr vert="horz" wrap="square" lIns="0" tIns="0" rIns="0" bIns="0">
            <a:normAutofit/>
          </a:bodyPr>
          <a:lstStyle/>
          <a:p>
            <a:pPr algn="l" rtl="0" eaLnBrk="0">
              <a:lnSpc>
                <a:spcPct val="80000"/>
              </a:lnSpc>
            </a:pPr>
            <a:endParaRPr lang="en-US" altLang="en-US" sz="100" dirty="0">
              <a:solidFill>
                <a:schemeClr val="dk1"/>
              </a:solidFill>
            </a:endParaRPr>
          </a:p>
          <a:p>
            <a:pPr marL="288925" indent="-276225" algn="l" rtl="0" eaLnBrk="0">
              <a:lnSpc>
                <a:spcPct val="105000"/>
              </a:lnSpc>
            </a:pPr>
            <a:r>
              <a:rPr sz="1500" kern="0" spc="100" dirty="0">
                <a:solidFill>
                  <a:schemeClr val="dk1"/>
                </a:solidFill>
                <a:cs typeface="Arial" panose="020B0604020202020204"/>
              </a:rPr>
              <a:t>•</a:t>
            </a:r>
            <a:r>
              <a:rPr sz="1500" kern="0" spc="10" dirty="0">
                <a:solidFill>
                  <a:schemeClr val="dk1"/>
                </a:solidFill>
                <a:cs typeface="Arial" panose="020B0604020202020204"/>
              </a:rPr>
              <a:t>    </a:t>
            </a:r>
            <a:r>
              <a:rPr sz="1500" kern="0" spc="100" dirty="0">
                <a:solidFill>
                  <a:schemeClr val="dk1"/>
                </a:solidFill>
                <a:cs typeface="微软雅黑" panose="020B0503020204020204" charset="-122"/>
              </a:rPr>
              <a:t>解读公司战略，结合行业</a:t>
            </a:r>
            <a:r>
              <a:rPr sz="1500" kern="0" spc="90" dirty="0">
                <a:solidFill>
                  <a:schemeClr val="dk1"/>
                </a:solidFill>
                <a:cs typeface="微软雅黑" panose="020B0503020204020204" charset="-122"/>
              </a:rPr>
              <a:t>最佳实践和通过技术研究对企业的业务信息管理系统提</a:t>
            </a:r>
            <a:r>
              <a:rPr sz="1500" kern="0" spc="10" dirty="0">
                <a:solidFill>
                  <a:schemeClr val="dk1"/>
                </a:solidFill>
                <a:cs typeface="微软雅黑" panose="020B0503020204020204" charset="-122"/>
              </a:rPr>
              <a:t> </a:t>
            </a:r>
            <a:r>
              <a:rPr sz="1500" kern="0" spc="90" dirty="0">
                <a:solidFill>
                  <a:schemeClr val="dk1"/>
                </a:solidFill>
                <a:cs typeface="微软雅黑" panose="020B0503020204020204" charset="-122"/>
              </a:rPr>
              <a:t>供体系化前瞻性的解决方案</a:t>
            </a:r>
            <a:endParaRPr lang="en-US" altLang="en-US" sz="1500" dirty="0">
              <a:solidFill>
                <a:schemeClr val="dk1"/>
              </a:solidFill>
            </a:endParaRPr>
          </a:p>
          <a:p>
            <a:pPr marL="12700" algn="l" rtl="0" eaLnBrk="0">
              <a:lnSpc>
                <a:spcPts val="1840"/>
              </a:lnSpc>
              <a:spcBef>
                <a:spcPts val="70"/>
              </a:spcBef>
            </a:pPr>
            <a:r>
              <a:rPr sz="1500" kern="0" spc="80" dirty="0">
                <a:solidFill>
                  <a:schemeClr val="dk1"/>
                </a:solidFill>
                <a:cs typeface="Arial" panose="020B0604020202020204"/>
              </a:rPr>
              <a:t>•</a:t>
            </a:r>
            <a:r>
              <a:rPr sz="1500" kern="0" spc="30" dirty="0">
                <a:solidFill>
                  <a:schemeClr val="dk1"/>
                </a:solidFill>
                <a:cs typeface="Arial" panose="020B0604020202020204"/>
              </a:rPr>
              <a:t>    </a:t>
            </a:r>
            <a:r>
              <a:rPr sz="1500" kern="0" spc="80" dirty="0">
                <a:solidFill>
                  <a:schemeClr val="dk1"/>
                </a:solidFill>
                <a:cs typeface="微软雅黑" panose="020B0503020204020204" charset="-122"/>
              </a:rPr>
              <a:t>前瞻技术推介及行业动态分析与分享</a:t>
            </a:r>
            <a:endParaRPr lang="en-US" altLang="en-US" sz="1500" dirty="0">
              <a:solidFill>
                <a:schemeClr val="dk1"/>
              </a:solidFill>
            </a:endParaRPr>
          </a:p>
          <a:p>
            <a:pPr marL="12700" algn="l" rtl="0" eaLnBrk="0">
              <a:lnSpc>
                <a:spcPts val="1855"/>
              </a:lnSpc>
              <a:spcBef>
                <a:spcPts val="80"/>
              </a:spcBef>
            </a:pPr>
            <a:r>
              <a:rPr sz="1500" kern="0" spc="80" dirty="0">
                <a:solidFill>
                  <a:schemeClr val="dk1"/>
                </a:solidFill>
                <a:cs typeface="Arial" panose="020B0604020202020204"/>
              </a:rPr>
              <a:t>•</a:t>
            </a:r>
            <a:r>
              <a:rPr sz="1500" kern="0" spc="30" dirty="0">
                <a:solidFill>
                  <a:schemeClr val="dk1"/>
                </a:solidFill>
                <a:cs typeface="Arial" panose="020B0604020202020204"/>
              </a:rPr>
              <a:t>    </a:t>
            </a:r>
            <a:r>
              <a:rPr sz="1500" kern="0" spc="80" dirty="0">
                <a:solidFill>
                  <a:schemeClr val="dk1"/>
                </a:solidFill>
                <a:cs typeface="微软雅黑" panose="020B0503020204020204" charset="-122"/>
              </a:rPr>
              <a:t>统筹、协调方案需求的评审及管控</a:t>
            </a:r>
            <a:endParaRPr lang="en-US" altLang="en-US" sz="1500" kern="0" spc="80" dirty="0">
              <a:solidFill>
                <a:schemeClr val="dk1"/>
              </a:solidFill>
              <a:cs typeface="微软雅黑" panose="020B0503020204020204" charset="-122"/>
            </a:endParaRPr>
          </a:p>
        </p:txBody>
      </p:sp>
      <p:sp>
        <p:nvSpPr>
          <p:cNvPr id="3146" name="textbox 3146"/>
          <p:cNvSpPr/>
          <p:nvPr>
            <p:custDataLst>
              <p:tags r:id="rId5"/>
            </p:custDataLst>
          </p:nvPr>
        </p:nvSpPr>
        <p:spPr>
          <a:xfrm>
            <a:off x="4058232" y="3328168"/>
            <a:ext cx="5461634" cy="748030"/>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ts val="1845"/>
              </a:lnSpc>
            </a:pPr>
            <a:r>
              <a:rPr sz="1500" kern="0" spc="90" dirty="0">
                <a:solidFill>
                  <a:schemeClr val="dk1"/>
                </a:solidFill>
                <a:cs typeface="Arial" panose="020B0604020202020204"/>
              </a:rPr>
              <a:t>•</a:t>
            </a:r>
            <a:r>
              <a:rPr sz="1500" kern="0" spc="10" dirty="0">
                <a:solidFill>
                  <a:schemeClr val="dk1"/>
                </a:solidFill>
                <a:cs typeface="Arial" panose="020B0604020202020204"/>
              </a:rPr>
              <a:t>    </a:t>
            </a:r>
            <a:r>
              <a:rPr sz="1500" kern="0" spc="90" dirty="0">
                <a:solidFill>
                  <a:schemeClr val="dk1"/>
                </a:solidFill>
                <a:cs typeface="微软雅黑" panose="020B0503020204020204" charset="-122"/>
              </a:rPr>
              <a:t>对各系统平台的需求/项目执行状态及交付物进行日</a:t>
            </a:r>
            <a:r>
              <a:rPr sz="1500" kern="0" spc="80" dirty="0">
                <a:solidFill>
                  <a:schemeClr val="dk1"/>
                </a:solidFill>
                <a:cs typeface="微软雅黑" panose="020B0503020204020204" charset="-122"/>
              </a:rPr>
              <a:t>常监管</a:t>
            </a:r>
            <a:endParaRPr lang="en-US" altLang="en-US" sz="1500" dirty="0">
              <a:solidFill>
                <a:schemeClr val="dk1"/>
              </a:solidFill>
            </a:endParaRPr>
          </a:p>
          <a:p>
            <a:pPr marL="12700" algn="l" rtl="0" eaLnBrk="0">
              <a:lnSpc>
                <a:spcPts val="1850"/>
              </a:lnSpc>
              <a:spcBef>
                <a:spcPts val="75"/>
              </a:spcBef>
            </a:pPr>
            <a:r>
              <a:rPr sz="1500" kern="0" spc="90" dirty="0">
                <a:solidFill>
                  <a:schemeClr val="dk1"/>
                </a:solidFill>
                <a:cs typeface="Arial" panose="020B0604020202020204"/>
              </a:rPr>
              <a:t>•</a:t>
            </a:r>
            <a:r>
              <a:rPr sz="1500" kern="0" spc="10" dirty="0">
                <a:solidFill>
                  <a:schemeClr val="dk1"/>
                </a:solidFill>
                <a:cs typeface="Arial" panose="020B0604020202020204"/>
              </a:rPr>
              <a:t>    </a:t>
            </a:r>
            <a:r>
              <a:rPr sz="1500" kern="0" spc="90" dirty="0">
                <a:solidFill>
                  <a:schemeClr val="dk1"/>
                </a:solidFill>
                <a:cs typeface="微软雅黑" panose="020B0503020204020204" charset="-122"/>
              </a:rPr>
              <a:t>协调规范日常业务需求执行规范</a:t>
            </a:r>
            <a:r>
              <a:rPr sz="1500" kern="0" spc="80" dirty="0">
                <a:solidFill>
                  <a:schemeClr val="dk1"/>
                </a:solidFill>
                <a:cs typeface="微软雅黑" panose="020B0503020204020204" charset="-122"/>
              </a:rPr>
              <a:t>与流程要求</a:t>
            </a:r>
            <a:endParaRPr lang="en-US" altLang="en-US" sz="1500" dirty="0">
              <a:solidFill>
                <a:schemeClr val="dk1"/>
              </a:solidFill>
            </a:endParaRPr>
          </a:p>
          <a:p>
            <a:pPr marL="12700" algn="l" rtl="0" eaLnBrk="0">
              <a:lnSpc>
                <a:spcPts val="1850"/>
              </a:lnSpc>
              <a:spcBef>
                <a:spcPts val="70"/>
              </a:spcBef>
            </a:pPr>
            <a:r>
              <a:rPr sz="1500" kern="0" spc="60" dirty="0">
                <a:solidFill>
                  <a:schemeClr val="dk1"/>
                </a:solidFill>
                <a:cs typeface="Arial" panose="020B0604020202020204"/>
              </a:rPr>
              <a:t>•</a:t>
            </a:r>
            <a:r>
              <a:rPr sz="1500" kern="0" spc="30" dirty="0">
                <a:solidFill>
                  <a:schemeClr val="dk1"/>
                </a:solidFill>
                <a:cs typeface="Arial" panose="020B0604020202020204"/>
              </a:rPr>
              <a:t>    </a:t>
            </a:r>
            <a:r>
              <a:rPr sz="1500" kern="0" spc="60" dirty="0">
                <a:solidFill>
                  <a:schemeClr val="dk1"/>
                </a:solidFill>
                <a:cs typeface="微软雅黑" panose="020B0503020204020204" charset="-122"/>
              </a:rPr>
              <a:t>深度应用推进</a:t>
            </a:r>
            <a:endParaRPr lang="en-US" altLang="en-US" sz="1500" kern="0" spc="60" dirty="0">
              <a:solidFill>
                <a:schemeClr val="dk1"/>
              </a:solidFill>
              <a:cs typeface="微软雅黑" panose="020B0503020204020204" charset="-122"/>
            </a:endParaRPr>
          </a:p>
        </p:txBody>
      </p:sp>
      <p:pic>
        <p:nvPicPr>
          <p:cNvPr id="3148" name="picture 3148"/>
          <p:cNvPicPr>
            <a:picLocks noChangeAspect="1"/>
          </p:cNvPicPr>
          <p:nvPr>
            <p:custDataLst>
              <p:tags r:id="rId6"/>
            </p:custDataLst>
          </p:nvPr>
        </p:nvPicPr>
        <p:blipFill>
          <a:blip r:embed="rId7"/>
          <a:stretch>
            <a:fillRect/>
          </a:stretch>
        </p:blipFill>
        <p:spPr>
          <a:xfrm rot="21600000">
            <a:off x="2383020" y="1070279"/>
            <a:ext cx="714110" cy="5112931"/>
          </a:xfrm>
          <a:prstGeom prst="rect">
            <a:avLst/>
          </a:prstGeom>
        </p:spPr>
      </p:pic>
      <p:pic>
        <p:nvPicPr>
          <p:cNvPr id="3150" name="picture 3150"/>
          <p:cNvPicPr>
            <a:picLocks noChangeAspect="1"/>
          </p:cNvPicPr>
          <p:nvPr>
            <p:custDataLst>
              <p:tags r:id="rId8"/>
            </p:custDataLst>
          </p:nvPr>
        </p:nvPicPr>
        <p:blipFill>
          <a:blip r:embed="rId9"/>
          <a:stretch>
            <a:fillRect/>
          </a:stretch>
        </p:blipFill>
        <p:spPr>
          <a:xfrm rot="21600000">
            <a:off x="877492" y="2275817"/>
            <a:ext cx="692419" cy="2332698"/>
          </a:xfrm>
          <a:prstGeom prst="rect">
            <a:avLst/>
          </a:prstGeom>
        </p:spPr>
      </p:pic>
      <p:grpSp>
        <p:nvGrpSpPr>
          <p:cNvPr id="308" name="group 308"/>
          <p:cNvGrpSpPr/>
          <p:nvPr/>
        </p:nvGrpSpPr>
        <p:grpSpPr>
          <a:xfrm rot="21600000">
            <a:off x="3911944" y="4191399"/>
            <a:ext cx="2554423" cy="592984"/>
            <a:chOff x="0" y="0"/>
            <a:chExt cx="2554423" cy="592984"/>
          </a:xfrm>
        </p:grpSpPr>
        <p:pic>
          <p:nvPicPr>
            <p:cNvPr id="3152" name="picture 3152"/>
            <p:cNvPicPr>
              <a:picLocks noChangeAspect="1"/>
            </p:cNvPicPr>
            <p:nvPr>
              <p:custDataLst>
                <p:tags r:id="rId10"/>
              </p:custDataLst>
            </p:nvPr>
          </p:nvPicPr>
          <p:blipFill>
            <a:blip r:embed="rId11"/>
            <a:stretch>
              <a:fillRect/>
            </a:stretch>
          </p:blipFill>
          <p:spPr>
            <a:xfrm rot="21600000">
              <a:off x="0" y="0"/>
              <a:ext cx="2554423" cy="592984"/>
            </a:xfrm>
            <a:prstGeom prst="rect">
              <a:avLst/>
            </a:prstGeom>
          </p:spPr>
        </p:pic>
        <p:sp>
          <p:nvSpPr>
            <p:cNvPr id="3154" name="textbox 3154"/>
            <p:cNvSpPr/>
            <p:nvPr>
              <p:custDataLst>
                <p:tags r:id="rId12"/>
              </p:custDataLst>
            </p:nvPr>
          </p:nvSpPr>
          <p:spPr>
            <a:xfrm>
              <a:off x="-12700" y="-12700"/>
              <a:ext cx="2580004" cy="638175"/>
            </a:xfrm>
            <a:prstGeom prst="rect">
              <a:avLst/>
            </a:prstGeom>
          </p:spPr>
          <p:txBody>
            <a:bodyPr vert="horz" wrap="square" lIns="0" tIns="0" rIns="0" bIns="0">
              <a:normAutofit/>
            </a:bodyPr>
            <a:lstStyle/>
            <a:p>
              <a:pPr algn="l" rtl="0" eaLnBrk="0">
                <a:lnSpc>
                  <a:spcPct val="131000"/>
                </a:lnSpc>
              </a:pPr>
              <a:endParaRPr lang="en-US" altLang="en-US" sz="1000" dirty="0">
                <a:solidFill>
                  <a:schemeClr val="tx1"/>
                </a:solidFill>
              </a:endParaRPr>
            </a:p>
            <a:p>
              <a:pPr marL="234315" algn="l" rtl="0" eaLnBrk="0">
                <a:lnSpc>
                  <a:spcPts val="1850"/>
                </a:lnSpc>
                <a:spcBef>
                  <a:spcPts val="0"/>
                </a:spcBef>
              </a:pPr>
              <a:r>
                <a:rPr sz="1500" b="1" kern="0" spc="80" dirty="0">
                  <a:solidFill>
                    <a:schemeClr val="tx1"/>
                  </a:solidFill>
                  <a:cs typeface="微软雅黑" panose="020B0503020204020204" charset="-122"/>
                </a:rPr>
                <a:t>业务/系统的规划与管控</a:t>
              </a:r>
              <a:endParaRPr lang="en-US" altLang="en-US" sz="1500" b="1" kern="0" spc="80" dirty="0">
                <a:solidFill>
                  <a:schemeClr val="tx1"/>
                </a:solidFill>
                <a:cs typeface="微软雅黑" panose="020B0503020204020204" charset="-122"/>
              </a:endParaRPr>
            </a:p>
          </p:txBody>
        </p:sp>
      </p:grpSp>
      <p:grpSp>
        <p:nvGrpSpPr>
          <p:cNvPr id="310" name="group 310"/>
          <p:cNvGrpSpPr/>
          <p:nvPr/>
        </p:nvGrpSpPr>
        <p:grpSpPr>
          <a:xfrm rot="21600000">
            <a:off x="3911944" y="2574250"/>
            <a:ext cx="2554423" cy="581298"/>
            <a:chOff x="0" y="0"/>
            <a:chExt cx="2554423" cy="581298"/>
          </a:xfrm>
        </p:grpSpPr>
        <p:pic>
          <p:nvPicPr>
            <p:cNvPr id="3156" name="picture 3156"/>
            <p:cNvPicPr>
              <a:picLocks noChangeAspect="1"/>
            </p:cNvPicPr>
            <p:nvPr>
              <p:custDataLst>
                <p:tags r:id="rId13"/>
              </p:custDataLst>
            </p:nvPr>
          </p:nvPicPr>
          <p:blipFill>
            <a:blip r:embed="rId14"/>
            <a:stretch>
              <a:fillRect/>
            </a:stretch>
          </p:blipFill>
          <p:spPr>
            <a:xfrm rot="21600000">
              <a:off x="0" y="0"/>
              <a:ext cx="2554423" cy="581298"/>
            </a:xfrm>
            <a:prstGeom prst="rect">
              <a:avLst/>
            </a:prstGeom>
          </p:spPr>
        </p:pic>
        <p:sp>
          <p:nvSpPr>
            <p:cNvPr id="3158" name="textbox 3158"/>
            <p:cNvSpPr/>
            <p:nvPr>
              <p:custDataLst>
                <p:tags r:id="rId15"/>
              </p:custDataLst>
            </p:nvPr>
          </p:nvSpPr>
          <p:spPr>
            <a:xfrm>
              <a:off x="-12700" y="-12700"/>
              <a:ext cx="2580004" cy="626109"/>
            </a:xfrm>
            <a:prstGeom prst="rect">
              <a:avLst/>
            </a:prstGeom>
          </p:spPr>
          <p:txBody>
            <a:bodyPr vert="horz" wrap="square" lIns="0" tIns="0" rIns="0" bIns="0">
              <a:normAutofit/>
            </a:bodyPr>
            <a:lstStyle/>
            <a:p>
              <a:pPr algn="l" rtl="0" eaLnBrk="0">
                <a:lnSpc>
                  <a:spcPct val="130000"/>
                </a:lnSpc>
              </a:pPr>
              <a:endParaRPr lang="en-US" altLang="en-US" sz="1000" dirty="0">
                <a:solidFill>
                  <a:schemeClr val="tx1"/>
                </a:solidFill>
              </a:endParaRPr>
            </a:p>
            <a:p>
              <a:pPr algn="l" rtl="0" eaLnBrk="0">
                <a:lnSpc>
                  <a:spcPct val="8000"/>
                </a:lnSpc>
              </a:pPr>
              <a:endParaRPr lang="en-US" altLang="en-US" sz="100" dirty="0">
                <a:solidFill>
                  <a:schemeClr val="tx1"/>
                </a:solidFill>
              </a:endParaRPr>
            </a:p>
            <a:p>
              <a:pPr marL="302895" algn="l" rtl="0" eaLnBrk="0">
                <a:lnSpc>
                  <a:spcPts val="1850"/>
                </a:lnSpc>
              </a:pPr>
              <a:r>
                <a:rPr sz="1500" b="1" kern="0" spc="70" dirty="0">
                  <a:solidFill>
                    <a:schemeClr val="tx1"/>
                  </a:solidFill>
                  <a:cs typeface="微软雅黑" panose="020B0503020204020204" charset="-122"/>
                </a:rPr>
                <a:t>日常业务需求执行监管</a:t>
              </a:r>
              <a:endParaRPr lang="en-US" altLang="en-US" sz="1500" b="1" kern="0" spc="70" dirty="0">
                <a:solidFill>
                  <a:schemeClr val="tx1"/>
                </a:solidFill>
                <a:cs typeface="微软雅黑" panose="020B0503020204020204" charset="-122"/>
              </a:endParaRPr>
            </a:p>
          </p:txBody>
        </p:sp>
      </p:grpSp>
      <p:grpSp>
        <p:nvGrpSpPr>
          <p:cNvPr id="312" name="group 312"/>
          <p:cNvGrpSpPr/>
          <p:nvPr/>
        </p:nvGrpSpPr>
        <p:grpSpPr>
          <a:xfrm rot="21600000">
            <a:off x="10517548" y="1348930"/>
            <a:ext cx="1613066" cy="270890"/>
            <a:chOff x="0" y="0"/>
            <a:chExt cx="1613066" cy="270890"/>
          </a:xfrm>
        </p:grpSpPr>
        <p:pic>
          <p:nvPicPr>
            <p:cNvPr id="3162" name="picture 3162"/>
            <p:cNvPicPr>
              <a:picLocks noChangeAspect="1"/>
            </p:cNvPicPr>
            <p:nvPr>
              <p:custDataLst>
                <p:tags r:id="rId16"/>
              </p:custDataLst>
            </p:nvPr>
          </p:nvPicPr>
          <p:blipFill>
            <a:blip r:embed="rId17"/>
            <a:stretch>
              <a:fillRect/>
            </a:stretch>
          </p:blipFill>
          <p:spPr>
            <a:xfrm rot="21600000">
              <a:off x="0" y="0"/>
              <a:ext cx="1613066" cy="270890"/>
            </a:xfrm>
            <a:prstGeom prst="rect">
              <a:avLst/>
            </a:prstGeom>
          </p:spPr>
        </p:pic>
        <p:sp>
          <p:nvSpPr>
            <p:cNvPr id="3164" name="textbox 3164"/>
            <p:cNvSpPr/>
            <p:nvPr>
              <p:custDataLst>
                <p:tags r:id="rId18"/>
              </p:custDataLst>
            </p:nvPr>
          </p:nvSpPr>
          <p:spPr>
            <a:xfrm>
              <a:off x="-12700" y="-12700"/>
              <a:ext cx="1638935" cy="307975"/>
            </a:xfrm>
            <a:prstGeom prst="rect">
              <a:avLst/>
            </a:prstGeom>
          </p:spPr>
          <p:txBody>
            <a:bodyPr vert="horz" wrap="square" lIns="0" tIns="0" rIns="0" bIns="0">
              <a:normAutofit/>
            </a:bodyPr>
            <a:lstStyle/>
            <a:p>
              <a:pPr algn="l" rtl="0" eaLnBrk="0">
                <a:lnSpc>
                  <a:spcPct val="104000"/>
                </a:lnSpc>
              </a:pPr>
              <a:endParaRPr lang="en-US" altLang="en-US" sz="600" dirty="0">
                <a:solidFill>
                  <a:schemeClr val="dk1"/>
                </a:solidFill>
              </a:endParaRPr>
            </a:p>
            <a:p>
              <a:pPr marL="707390" algn="l" rtl="0" eaLnBrk="0">
                <a:lnSpc>
                  <a:spcPct val="97000"/>
                </a:lnSpc>
                <a:spcBef>
                  <a:spcPts val="0"/>
                </a:spcBef>
              </a:pPr>
              <a:r>
                <a:rPr sz="900" kern="0" spc="-10" dirty="0">
                  <a:solidFill>
                    <a:schemeClr val="dk1"/>
                  </a:solidFill>
                  <a:cs typeface="微软雅黑" panose="020B0503020204020204" charset="-122"/>
                </a:rPr>
                <a:t>技能</a:t>
              </a:r>
              <a:endParaRPr lang="en-US" altLang="en-US" sz="900" kern="0" spc="-10" dirty="0">
                <a:solidFill>
                  <a:schemeClr val="dk1"/>
                </a:solidFill>
                <a:cs typeface="微软雅黑" panose="020B0503020204020204" charset="-122"/>
              </a:endParaRPr>
            </a:p>
          </p:txBody>
        </p:sp>
      </p:grpSp>
      <p:grpSp>
        <p:nvGrpSpPr>
          <p:cNvPr id="314" name="group 314"/>
          <p:cNvGrpSpPr/>
          <p:nvPr/>
        </p:nvGrpSpPr>
        <p:grpSpPr>
          <a:xfrm rot="21600000">
            <a:off x="10918360" y="554926"/>
            <a:ext cx="811441" cy="270890"/>
            <a:chOff x="0" y="0"/>
            <a:chExt cx="811441" cy="270890"/>
          </a:xfrm>
        </p:grpSpPr>
        <p:pic>
          <p:nvPicPr>
            <p:cNvPr id="3166" name="picture 3166"/>
            <p:cNvPicPr>
              <a:picLocks noChangeAspect="1"/>
            </p:cNvPicPr>
            <p:nvPr>
              <p:custDataLst>
                <p:tags r:id="rId19"/>
              </p:custDataLst>
            </p:nvPr>
          </p:nvPicPr>
          <p:blipFill>
            <a:blip r:embed="rId20"/>
            <a:stretch>
              <a:fillRect/>
            </a:stretch>
          </p:blipFill>
          <p:spPr>
            <a:xfrm rot="21600000">
              <a:off x="0" y="0"/>
              <a:ext cx="811441" cy="270890"/>
            </a:xfrm>
            <a:prstGeom prst="rect">
              <a:avLst/>
            </a:prstGeom>
          </p:spPr>
        </p:pic>
        <p:sp>
          <p:nvSpPr>
            <p:cNvPr id="3168" name="textbox 3168"/>
            <p:cNvSpPr/>
            <p:nvPr>
              <p:custDataLst>
                <p:tags r:id="rId21"/>
              </p:custDataLst>
            </p:nvPr>
          </p:nvSpPr>
          <p:spPr>
            <a:xfrm>
              <a:off x="-12700" y="-12700"/>
              <a:ext cx="836930" cy="308609"/>
            </a:xfrm>
            <a:prstGeom prst="rect">
              <a:avLst/>
            </a:prstGeom>
          </p:spPr>
          <p:txBody>
            <a:bodyPr vert="horz" wrap="square" lIns="0" tIns="0" rIns="0" bIns="0">
              <a:normAutofit/>
            </a:bodyPr>
            <a:lstStyle/>
            <a:p>
              <a:pPr algn="l" rtl="0" eaLnBrk="0">
                <a:lnSpc>
                  <a:spcPct val="102000"/>
                </a:lnSpc>
              </a:pPr>
              <a:endParaRPr lang="en-US" altLang="en-US" sz="600" dirty="0">
                <a:solidFill>
                  <a:schemeClr val="dk1"/>
                </a:solidFill>
              </a:endParaRPr>
            </a:p>
            <a:p>
              <a:pPr marL="306705" algn="l" rtl="0" eaLnBrk="0">
                <a:lnSpc>
                  <a:spcPct val="98000"/>
                </a:lnSpc>
                <a:spcBef>
                  <a:spcPts val="0"/>
                </a:spcBef>
              </a:pPr>
              <a:r>
                <a:rPr sz="900" kern="0" spc="-10" dirty="0">
                  <a:solidFill>
                    <a:schemeClr val="dk1"/>
                  </a:solidFill>
                  <a:cs typeface="微软雅黑" panose="020B0503020204020204" charset="-122"/>
                </a:rPr>
                <a:t>制度</a:t>
              </a:r>
              <a:endParaRPr lang="en-US" altLang="en-US" sz="900" kern="0" spc="-10" dirty="0">
                <a:solidFill>
                  <a:schemeClr val="dk1"/>
                </a:solidFill>
                <a:cs typeface="微软雅黑" panose="020B0503020204020204" charset="-122"/>
              </a:endParaRPr>
            </a:p>
          </p:txBody>
        </p:sp>
      </p:grpSp>
      <p:sp>
        <p:nvSpPr>
          <p:cNvPr id="3170" name="path"/>
          <p:cNvSpPr/>
          <p:nvPr/>
        </p:nvSpPr>
        <p:spPr>
          <a:xfrm>
            <a:off x="10923523" y="816609"/>
            <a:ext cx="800607" cy="12700"/>
          </a:xfrm>
          <a:custGeom>
            <a:avLst/>
            <a:gdLst/>
            <a:ahLst/>
            <a:cxnLst/>
            <a:rect l="0" t="0" r="0" b="0"/>
            <a:pathLst>
              <a:path w="1260" h="20">
                <a:moveTo>
                  <a:pt x="1260" y="10"/>
                </a:moveTo>
                <a:lnTo>
                  <a:pt x="0" y="10"/>
                </a:lnTo>
                <a:moveTo>
                  <a:pt x="0" y="10"/>
                </a:moveTo>
                <a:lnTo>
                  <a:pt x="1259"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316" name="group 316"/>
          <p:cNvGrpSpPr/>
          <p:nvPr/>
        </p:nvGrpSpPr>
        <p:grpSpPr>
          <a:xfrm rot="21600000">
            <a:off x="10784248" y="820102"/>
            <a:ext cx="1078141" cy="270890"/>
            <a:chOff x="0" y="0"/>
            <a:chExt cx="1078141" cy="270890"/>
          </a:xfrm>
        </p:grpSpPr>
        <p:pic>
          <p:nvPicPr>
            <p:cNvPr id="3172" name="picture 3172"/>
            <p:cNvPicPr>
              <a:picLocks noChangeAspect="1"/>
            </p:cNvPicPr>
            <p:nvPr>
              <p:custDataLst>
                <p:tags r:id="rId22"/>
              </p:custDataLst>
            </p:nvPr>
          </p:nvPicPr>
          <p:blipFill>
            <a:blip r:embed="rId23"/>
            <a:stretch>
              <a:fillRect/>
            </a:stretch>
          </p:blipFill>
          <p:spPr>
            <a:xfrm rot="21600000">
              <a:off x="0" y="0"/>
              <a:ext cx="1078141" cy="270890"/>
            </a:xfrm>
            <a:prstGeom prst="rect">
              <a:avLst/>
            </a:prstGeom>
          </p:spPr>
        </p:pic>
        <p:sp>
          <p:nvSpPr>
            <p:cNvPr id="3174" name="textbox 3174"/>
            <p:cNvSpPr/>
            <p:nvPr>
              <p:custDataLst>
                <p:tags r:id="rId24"/>
              </p:custDataLst>
            </p:nvPr>
          </p:nvSpPr>
          <p:spPr>
            <a:xfrm>
              <a:off x="-12700" y="-12700"/>
              <a:ext cx="1103630" cy="308609"/>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40690" algn="l" rtl="0" eaLnBrk="0">
                <a:lnSpc>
                  <a:spcPct val="97000"/>
                </a:lnSpc>
                <a:spcBef>
                  <a:spcPts val="5"/>
                </a:spcBef>
              </a:pPr>
              <a:r>
                <a:rPr sz="900" kern="0" spc="-10" dirty="0">
                  <a:solidFill>
                    <a:schemeClr val="dk1"/>
                  </a:solidFill>
                  <a:cs typeface="微软雅黑" panose="020B0503020204020204" charset="-122"/>
                </a:rPr>
                <a:t>流程</a:t>
              </a:r>
              <a:endParaRPr lang="en-US" altLang="en-US" sz="900" kern="0" spc="-10" dirty="0">
                <a:solidFill>
                  <a:schemeClr val="dk1"/>
                </a:solidFill>
                <a:cs typeface="微软雅黑" panose="020B0503020204020204" charset="-122"/>
              </a:endParaRPr>
            </a:p>
          </p:txBody>
        </p:sp>
      </p:grpSp>
      <p:sp>
        <p:nvSpPr>
          <p:cNvPr id="3176" name="rect"/>
          <p:cNvSpPr/>
          <p:nvPr/>
        </p:nvSpPr>
        <p:spPr>
          <a:xfrm>
            <a:off x="10789919" y="1081786"/>
            <a:ext cx="10668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178" name="picture 3178"/>
          <p:cNvPicPr>
            <a:picLocks noChangeAspect="1"/>
          </p:cNvPicPr>
          <p:nvPr>
            <p:custDataLst>
              <p:tags r:id="rId25"/>
            </p:custDataLst>
          </p:nvPr>
        </p:nvPicPr>
        <p:blipFill>
          <a:blip r:embed="rId26"/>
          <a:stretch>
            <a:fillRect/>
          </a:stretch>
        </p:blipFill>
        <p:spPr>
          <a:xfrm rot="21600000">
            <a:off x="10651660" y="1085279"/>
            <a:ext cx="1339170" cy="269366"/>
          </a:xfrm>
          <a:prstGeom prst="rect">
            <a:avLst/>
          </a:prstGeom>
        </p:spPr>
      </p:pic>
      <p:sp>
        <p:nvSpPr>
          <p:cNvPr id="3180" name="textbox 3180"/>
          <p:cNvSpPr/>
          <p:nvPr>
            <p:custDataLst>
              <p:tags r:id="rId27"/>
            </p:custDataLst>
          </p:nvPr>
        </p:nvSpPr>
        <p:spPr>
          <a:xfrm>
            <a:off x="10644123" y="950355"/>
            <a:ext cx="1365250" cy="3752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121348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10000"/>
              </a:lnSpc>
            </a:pPr>
            <a:endParaRPr lang="en-US" altLang="en-US" sz="300" dirty="0">
              <a:solidFill>
                <a:schemeClr val="dk1"/>
              </a:solidFill>
            </a:endParaRPr>
          </a:p>
          <a:p>
            <a:pPr marL="12700" algn="l" rtl="0" eaLnBrk="0">
              <a:lnSpc>
                <a:spcPct val="97000"/>
              </a:lnSpc>
              <a:spcBef>
                <a:spcPts val="0"/>
              </a:spcBef>
              <a:tabLst>
                <a:tab pos="570230" algn="l"/>
                <a:tab pos="1346835"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工具</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182" name="textbox 3182"/>
          <p:cNvSpPr/>
          <p:nvPr>
            <p:custDataLst>
              <p:tags r:id="rId28"/>
            </p:custDataLst>
          </p:nvPr>
        </p:nvSpPr>
        <p:spPr>
          <a:xfrm>
            <a:off x="2520830" y="3393009"/>
            <a:ext cx="462280" cy="493394"/>
          </a:xfrm>
          <a:prstGeom prst="rect">
            <a:avLst/>
          </a:prstGeom>
        </p:spPr>
        <p:txBody>
          <a:bodyPr vert="horz" wrap="square" lIns="0" tIns="0" rIns="0" bIns="0">
            <a:normAutofit/>
          </a:bodyPr>
          <a:lstStyle/>
          <a:p>
            <a:pPr algn="l" rtl="0" eaLnBrk="0">
              <a:lnSpc>
                <a:spcPct val="91000"/>
              </a:lnSpc>
            </a:pPr>
            <a:endParaRPr lang="en-US" altLang="en-US" sz="100" dirty="0">
              <a:solidFill>
                <a:schemeClr val="lt1"/>
              </a:solidFill>
            </a:endParaRPr>
          </a:p>
          <a:p>
            <a:pPr marL="21590" indent="-8890" algn="l" rtl="0" eaLnBrk="0">
              <a:lnSpc>
                <a:spcPct val="102000"/>
              </a:lnSpc>
            </a:pPr>
            <a:r>
              <a:rPr sz="1500" b="1" kern="0" spc="0" dirty="0">
                <a:solidFill>
                  <a:schemeClr val="lt1"/>
                </a:solidFill>
                <a:cs typeface="微软雅黑" panose="020B0503020204020204" charset="-122"/>
              </a:rPr>
              <a:t>BTIT</a:t>
            </a:r>
            <a:r>
              <a:rPr sz="1500" b="1" kern="0" spc="10" dirty="0">
                <a:solidFill>
                  <a:schemeClr val="lt1"/>
                </a:solidFill>
                <a:cs typeface="微软雅黑" panose="020B0503020204020204" charset="-122"/>
              </a:rPr>
              <a:t> </a:t>
            </a:r>
            <a:r>
              <a:rPr sz="1500" b="1" kern="0" spc="80" dirty="0">
                <a:solidFill>
                  <a:schemeClr val="lt1"/>
                </a:solidFill>
                <a:cs typeface="微软雅黑" panose="020B0503020204020204" charset="-122"/>
              </a:rPr>
              <a:t>组织</a:t>
            </a:r>
            <a:endParaRPr lang="en-US" altLang="en-US" sz="1500" b="1" kern="0" spc="80" dirty="0">
              <a:solidFill>
                <a:schemeClr val="lt1"/>
              </a:solidFill>
              <a:cs typeface="微软雅黑" panose="020B0503020204020204" charset="-122"/>
            </a:endParaRPr>
          </a:p>
        </p:txBody>
      </p:sp>
      <p:grpSp>
        <p:nvGrpSpPr>
          <p:cNvPr id="318" name="group 318"/>
          <p:cNvGrpSpPr/>
          <p:nvPr/>
        </p:nvGrpSpPr>
        <p:grpSpPr>
          <a:xfrm rot="21600000">
            <a:off x="11185058" y="24579"/>
            <a:ext cx="278046" cy="270880"/>
            <a:chOff x="0" y="0"/>
            <a:chExt cx="278046" cy="270880"/>
          </a:xfrm>
        </p:grpSpPr>
        <p:pic>
          <p:nvPicPr>
            <p:cNvPr id="3184" name="picture 3184"/>
            <p:cNvPicPr>
              <a:picLocks noChangeAspect="1"/>
            </p:cNvPicPr>
            <p:nvPr>
              <p:custDataLst>
                <p:tags r:id="rId29"/>
              </p:custDataLst>
            </p:nvPr>
          </p:nvPicPr>
          <p:blipFill>
            <a:blip r:embed="rId30"/>
            <a:stretch>
              <a:fillRect/>
            </a:stretch>
          </p:blipFill>
          <p:spPr>
            <a:xfrm rot="21600000">
              <a:off x="0" y="0"/>
              <a:ext cx="278046" cy="270880"/>
            </a:xfrm>
            <a:prstGeom prst="rect">
              <a:avLst/>
            </a:prstGeom>
          </p:spPr>
        </p:pic>
        <p:sp>
          <p:nvSpPr>
            <p:cNvPr id="3186" name="textbox 3186"/>
            <p:cNvSpPr/>
            <p:nvPr>
              <p:custDataLst>
                <p:tags r:id="rId31"/>
              </p:custDataLst>
            </p:nvPr>
          </p:nvSpPr>
          <p:spPr>
            <a:xfrm>
              <a:off x="-12700" y="-12700"/>
              <a:ext cx="303529" cy="307975"/>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0005" algn="l" rtl="0" eaLnBrk="0">
                <a:lnSpc>
                  <a:spcPct val="97000"/>
                </a:lnSpc>
                <a:spcBef>
                  <a:spcPts val="5"/>
                </a:spcBef>
              </a:pPr>
              <a:r>
                <a:rPr sz="900" kern="0" spc="-10" dirty="0">
                  <a:solidFill>
                    <a:schemeClr val="dk1"/>
                  </a:solidFill>
                  <a:cs typeface="微软雅黑" panose="020B0503020204020204" charset="-122"/>
                </a:rPr>
                <a:t>绩效</a:t>
              </a:r>
              <a:endParaRPr lang="en-US" altLang="en-US" sz="900" kern="0" spc="-10" dirty="0">
                <a:solidFill>
                  <a:schemeClr val="dk1"/>
                </a:solidFill>
                <a:cs typeface="微软雅黑" panose="020B0503020204020204" charset="-122"/>
              </a:endParaRPr>
            </a:p>
          </p:txBody>
        </p:sp>
      </p:grpSp>
      <p:sp>
        <p:nvSpPr>
          <p:cNvPr id="3188" name="rect"/>
          <p:cNvSpPr/>
          <p:nvPr/>
        </p:nvSpPr>
        <p:spPr>
          <a:xfrm>
            <a:off x="11190731" y="286257"/>
            <a:ext cx="2667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grpSp>
        <p:nvGrpSpPr>
          <p:cNvPr id="320" name="group 320"/>
          <p:cNvGrpSpPr/>
          <p:nvPr/>
        </p:nvGrpSpPr>
        <p:grpSpPr>
          <a:xfrm rot="21600000">
            <a:off x="11050948" y="289750"/>
            <a:ext cx="539070" cy="270890"/>
            <a:chOff x="0" y="0"/>
            <a:chExt cx="539070" cy="270890"/>
          </a:xfrm>
        </p:grpSpPr>
        <p:sp>
          <p:nvSpPr>
            <p:cNvPr id="3190" name="path"/>
            <p:cNvSpPr/>
            <p:nvPr/>
          </p:nvSpPr>
          <p:spPr>
            <a:xfrm>
              <a:off x="5670" y="2857"/>
              <a:ext cx="533400" cy="265176"/>
            </a:xfrm>
            <a:custGeom>
              <a:avLst/>
              <a:gdLst/>
              <a:ahLst/>
              <a:cxnLst/>
              <a:rect l="0" t="0" r="0" b="0"/>
              <a:pathLst>
                <a:path w="840" h="417">
                  <a:moveTo>
                    <a:pt x="0" y="417"/>
                  </a:moveTo>
                  <a:lnTo>
                    <a:pt x="210" y="0"/>
                  </a:lnTo>
                  <a:lnTo>
                    <a:pt x="629" y="0"/>
                  </a:lnTo>
                  <a:lnTo>
                    <a:pt x="840" y="417"/>
                  </a:lnTo>
                  <a:lnTo>
                    <a:pt x="0" y="417"/>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192" name="path"/>
            <p:cNvSpPr/>
            <p:nvPr/>
          </p:nvSpPr>
          <p:spPr>
            <a:xfrm>
              <a:off x="0" y="0"/>
              <a:ext cx="144946" cy="270890"/>
            </a:xfrm>
            <a:custGeom>
              <a:avLst/>
              <a:gdLst/>
              <a:ahLst/>
              <a:cxnLst/>
              <a:rect l="0" t="0" r="0" b="0"/>
              <a:pathLst>
                <a:path w="228" h="426">
                  <a:moveTo>
                    <a:pt x="8" y="422"/>
                  </a:moveTo>
                  <a:lnTo>
                    <a:pt x="219" y="4"/>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194" name="textbox 3194"/>
          <p:cNvSpPr/>
          <p:nvPr>
            <p:custDataLst>
              <p:tags r:id="rId32"/>
            </p:custDataLst>
          </p:nvPr>
        </p:nvSpPr>
        <p:spPr>
          <a:xfrm>
            <a:off x="11043919" y="154826"/>
            <a:ext cx="564515" cy="3759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41211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09000"/>
              </a:lnSpc>
            </a:pPr>
            <a:endParaRPr lang="en-US" altLang="en-US" sz="300" dirty="0">
              <a:solidFill>
                <a:schemeClr val="dk1"/>
              </a:solidFill>
            </a:endParaRPr>
          </a:p>
          <a:p>
            <a:pPr marL="12700" algn="l" rtl="0" eaLnBrk="0">
              <a:lnSpc>
                <a:spcPct val="98000"/>
              </a:lnSpc>
              <a:spcBef>
                <a:spcPts val="0"/>
              </a:spcBef>
              <a:tabLst>
                <a:tab pos="168910" algn="l"/>
                <a:tab pos="546100"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组织</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196" name="textbox 3196"/>
          <p:cNvSpPr/>
          <p:nvPr>
            <p:custDataLst>
              <p:tags r:id="rId33"/>
            </p:custDataLst>
          </p:nvPr>
        </p:nvSpPr>
        <p:spPr>
          <a:xfrm>
            <a:off x="1034775" y="3334470"/>
            <a:ext cx="389254" cy="227329"/>
          </a:xfrm>
          <a:prstGeom prst="rect">
            <a:avLst/>
          </a:prstGeom>
        </p:spPr>
        <p:txBody>
          <a:bodyPr vert="horz" wrap="square" lIns="0" tIns="0" rIns="0" bIns="0"/>
          <a:lstStyle/>
          <a:p>
            <a:pPr algn="l" rtl="0" eaLnBrk="0">
              <a:lnSpc>
                <a:spcPct val="86000"/>
              </a:lnSpc>
            </a:pPr>
            <a:endParaRPr lang="en-US" altLang="en-US" sz="100" dirty="0">
              <a:solidFill>
                <a:schemeClr val="lt1"/>
              </a:solidFill>
            </a:endParaRPr>
          </a:p>
          <a:p>
            <a:pPr marL="12700" algn="l" rtl="0" eaLnBrk="0">
              <a:lnSpc>
                <a:spcPct val="88000"/>
              </a:lnSpc>
            </a:pPr>
            <a:r>
              <a:rPr sz="1500" b="1" kern="0" spc="30" dirty="0">
                <a:solidFill>
                  <a:schemeClr val="lt1"/>
                </a:solidFill>
                <a:cs typeface="微软雅黑" panose="020B0503020204020204" charset="-122"/>
              </a:rPr>
              <a:t>CIO</a:t>
            </a:r>
            <a:endParaRPr lang="en-US" altLang="en-US" sz="1500" b="1" kern="0" spc="30" dirty="0">
              <a:solidFill>
                <a:schemeClr val="lt1"/>
              </a:solidFill>
              <a:cs typeface="微软雅黑" panose="020B0503020204020204" charset="-122"/>
            </a:endParaRPr>
          </a:p>
        </p:txBody>
      </p:sp>
      <p:sp>
        <p:nvSpPr>
          <p:cNvPr id="3198" name="rect"/>
          <p:cNvSpPr/>
          <p:nvPr/>
        </p:nvSpPr>
        <p:spPr>
          <a:xfrm>
            <a:off x="10523219" y="1610614"/>
            <a:ext cx="1601724"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Tree>
    <p:custDataLst>
      <p:tags r:id="rId34"/>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00" name="table 3200"/>
          <p:cNvGraphicFramePr>
            <a:graphicFrameLocks noGrp="1"/>
          </p:cNvGraphicFramePr>
          <p:nvPr>
            <p:custDataLst>
              <p:tags r:id="rId1"/>
            </p:custDataLst>
          </p:nvPr>
        </p:nvGraphicFramePr>
        <p:xfrm>
          <a:off x="1182369" y="1292081"/>
          <a:ext cx="9930764" cy="3956684"/>
        </p:xfrm>
        <a:graphic>
          <a:graphicData uri="http://schemas.openxmlformats.org/drawingml/2006/table">
            <a:tbl>
              <a:tblPr/>
              <a:tblGrid>
                <a:gridCol w="3350259"/>
                <a:gridCol w="1442720"/>
                <a:gridCol w="2141220"/>
                <a:gridCol w="1946275"/>
                <a:gridCol w="1050290"/>
              </a:tblGrid>
              <a:tr h="1877695">
                <a:tc gridSpan="2">
                  <a:txBody>
                    <a:bodyPr/>
                    <a:lstStyle/>
                    <a:p>
                      <a:pPr algn="l" rtl="0" eaLnBrk="0">
                        <a:lnSpc>
                          <a:spcPct val="107000"/>
                        </a:lnSpc>
                      </a:pPr>
                      <a:endParaRPr lang="en-US" altLang="en-US" sz="1000" dirty="0"/>
                    </a:p>
                    <a:p>
                      <a:pPr algn="l" rtl="0" eaLnBrk="0">
                        <a:lnSpc>
                          <a:spcPct val="7000"/>
                        </a:lnSpc>
                      </a:pPr>
                      <a:endParaRPr lang="en-US" altLang="en-US" sz="100" dirty="0"/>
                    </a:p>
                    <a:p>
                      <a:pPr marL="105410" algn="l" rtl="0" eaLnBrk="0">
                        <a:lnSpc>
                          <a:spcPct val="97000"/>
                        </a:lnSpc>
                      </a:pPr>
                      <a:r>
                        <a:rPr sz="1800" b="1" kern="0" spc="-10" dirty="0">
                          <a:solidFill>
                            <a:srgbClr val="000000">
                              <a:alpha val="100000"/>
                            </a:srgbClr>
                          </a:solidFill>
                          <a:cs typeface="微软雅黑" panose="020B0503020204020204" charset="-122"/>
                        </a:rPr>
                        <a:t>业务团队</a:t>
                      </a:r>
                      <a:endParaRPr lang="en-US" altLang="en-US" sz="1800" dirty="0"/>
                    </a:p>
                  </a:txBody>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DEDE"/>
                    </a:solidFill>
                  </a:tcPr>
                </a:tc>
                <a:tc hMerge="1">
                  <a:tcPr marL="0" marR="0" marT="0" marB="0" vert="horz">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DEDE"/>
                    </a:solidFill>
                  </a:tcPr>
                </a:tc>
                <a:tc>
                  <a:txBody>
                    <a:bodyPr/>
                    <a:lstStyle/>
                    <a:p>
                      <a:pPr algn="l" rtl="0" eaLnBrk="0">
                        <a:lnSpc>
                          <a:spcPct val="100000"/>
                        </a:lnSpc>
                      </a:pPr>
                      <a:endParaRPr lang="en-US" altLang="en-US" sz="1000" dirty="0"/>
                    </a:p>
                  </a:txBody>
                  <a:tcPr marL="0" marR="0" marT="0" marB="0" vert="horz">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DEDE"/>
                    </a:solidFill>
                  </a:tcPr>
                </a:tc>
                <a:tc>
                  <a:txBody>
                    <a:bodyPr/>
                    <a:lstStyle/>
                    <a:p>
                      <a:pPr algn="l" rtl="0" eaLnBrk="0">
                        <a:lnSpc>
                          <a:spcPct val="100000"/>
                        </a:lnSpc>
                      </a:pPr>
                      <a:endParaRPr lang="en-US" altLang="en-US" sz="1000" dirty="0"/>
                    </a:p>
                  </a:txBody>
                  <a:tcPr marL="0" marR="0" marT="0" marB="0" vert="horz">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DEDE"/>
                    </a:solidFill>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DEDE"/>
                    </a:solidFill>
                  </a:tcPr>
                </a:tc>
              </a:tr>
              <a:tr h="1353185">
                <a:tc rowSpan="2">
                  <a:txBody>
                    <a:bodyPr/>
                    <a:lstStyle/>
                    <a:p>
                      <a:pPr algn="l" rtl="0" eaLnBrk="0">
                        <a:lnSpc>
                          <a:spcPct val="103000"/>
                        </a:lnSpc>
                      </a:pPr>
                      <a:endParaRPr lang="en-US" altLang="en-US" sz="500" dirty="0"/>
                    </a:p>
                    <a:p>
                      <a:pPr marL="92710" algn="l" rtl="0" eaLnBrk="0">
                        <a:lnSpc>
                          <a:spcPct val="98000"/>
                        </a:lnSpc>
                        <a:spcBef>
                          <a:spcPts val="5"/>
                        </a:spcBef>
                      </a:pPr>
                      <a:r>
                        <a:rPr sz="1800" b="1" kern="0" spc="-40" dirty="0">
                          <a:solidFill>
                            <a:srgbClr val="000000">
                              <a:alpha val="100000"/>
                            </a:srgbClr>
                          </a:solidFill>
                          <a:cs typeface="微软雅黑" panose="020B0503020204020204" charset="-122"/>
                        </a:rPr>
                        <a:t>BTIT团队</a:t>
                      </a:r>
                      <a:endParaRPr lang="en-US" altLang="en-US" sz="1800" dirty="0"/>
                    </a:p>
                  </a:txBody>
                  <a:tcPr marL="0" marR="0" marT="0" marB="0" vert="horz">
                    <a:lnL w="12700" cap="flat" cmpd="sng" algn="ctr">
                      <a:solidFill>
                        <a:srgbClr val="41719C"/>
                      </a:solidFill>
                      <a:prstDash val="solid"/>
                      <a:round/>
                      <a:headEnd type="none" w="med" len="med"/>
                      <a:tailEnd type="none" w="med" len="med"/>
                    </a:lnL>
                    <a:lnR>
                      <a:noFill/>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F2CC"/>
                    </a:solidFill>
                  </a:tcPr>
                </a:tc>
                <a:tc rowSpan="2" gridSpan="2">
                  <a:txBody>
                    <a:bodyPr/>
                    <a:lstStyle/>
                    <a:p>
                      <a:pPr algn="l" rtl="0" eaLnBrk="0">
                        <a:lnSpc>
                          <a:spcPct val="100000"/>
                        </a:lnSpc>
                      </a:pPr>
                      <a:endParaRPr lang="en-US" altLang="en-US" sz="1000" dirty="0"/>
                    </a:p>
                  </a:txBody>
                  <a:tcPr marL="0" marR="0" marT="0" marB="0" vert="horz">
                    <a:lnL>
                      <a:noFill/>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F2CC"/>
                    </a:solidFill>
                  </a:tcPr>
                </a:tc>
                <a:tc rowSpan="2" hMerge="1">
                  <a:tcPr marL="0" marR="0" marT="0" marB="0" vert="horz">
                    <a:lnL>
                      <a:noFill/>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F2CC"/>
                    </a:solidFill>
                  </a:tcPr>
                </a:tc>
                <a:tc>
                  <a:txBody>
                    <a:bodyPr/>
                    <a:lstStyle/>
                    <a:p>
                      <a:pPr algn="l" rtl="0" eaLnBrk="0">
                        <a:lnSpc>
                          <a:spcPct val="100000"/>
                        </a:lnSpc>
                      </a:pPr>
                      <a:endParaRPr lang="en-US" altLang="en-US" sz="10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F2CC"/>
                    </a:solidFill>
                  </a:tcPr>
                </a:tc>
                <a:tc rowSpan="2">
                  <a:txBody>
                    <a:bodyPr/>
                    <a:lstStyle/>
                    <a:p>
                      <a:pPr algn="l" rtl="0" eaLnBrk="0">
                        <a:lnSpc>
                          <a:spcPct val="100000"/>
                        </a:lnSpc>
                      </a:pPr>
                      <a:endParaRPr lang="en-US" altLang="en-US" sz="1000" dirty="0"/>
                    </a:p>
                  </a:txBody>
                  <a:tcPr marL="0" marR="0" marT="0" marB="0" vert="horz">
                    <a:lnL>
                      <a:noFill/>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F2CC"/>
                    </a:solidFill>
                  </a:tcPr>
                </a:tc>
              </a:tr>
              <a:tr h="725804">
                <a:tc vMerge="1">
                  <a:tcPr marL="0" marR="0" marT="0" marB="0" vert="horz">
                    <a:lnL w="12700" cap="flat" cmpd="sng" algn="ctr">
                      <a:solidFill>
                        <a:srgbClr val="41719C"/>
                      </a:solidFill>
                      <a:prstDash val="solid"/>
                      <a:round/>
                      <a:headEnd type="none" w="med" len="med"/>
                      <a:tailEnd type="none" w="med" len="med"/>
                    </a:lnL>
                    <a:lnR>
                      <a:noFill/>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tcPr>
                </a:tc>
                <a:tc vMerge="1" gridSpan="2">
                  <a:tcPr marL="0" marR="0" marT="0" marB="0" vert="horz">
                    <a:lnL>
                      <a:noFill/>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tcPr>
                </a:tc>
                <a:tc vMerge="1" hMerge="1">
                  <a:tcPr marL="0" marR="0" marT="0" marB="0" vert="horz">
                    <a:lnL>
                      <a:noFill/>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a:noFill/>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F2CC"/>
                    </a:solidFill>
                  </a:tcPr>
                </a:tc>
                <a:tc vMerge="1">
                  <a:tcPr marL="0" marR="0" marT="0" marB="0" vert="horz">
                    <a:lnL>
                      <a:noFill/>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tcPr>
                </a:tc>
              </a:tr>
            </a:tbl>
          </a:graphicData>
        </a:graphic>
      </p:graphicFrame>
      <p:sp>
        <p:nvSpPr>
          <p:cNvPr id="3204" name="textbox 3204"/>
          <p:cNvSpPr/>
          <p:nvPr>
            <p:custDataLst>
              <p:tags r:id="rId2"/>
            </p:custDataLst>
          </p:nvPr>
        </p:nvSpPr>
        <p:spPr>
          <a:xfrm>
            <a:off x="820783" y="424021"/>
            <a:ext cx="9477375" cy="626744"/>
          </a:xfrm>
          <a:prstGeom prst="rect">
            <a:avLst/>
          </a:prstGeom>
        </p:spPr>
        <p:txBody>
          <a:bodyPr vert="horz" wrap="square" lIns="0" tIns="0" rIns="0" bIns="0"/>
          <a:lstStyle/>
          <a:p>
            <a:pPr algn="l" rtl="0" eaLnBrk="0">
              <a:lnSpc>
                <a:spcPct val="65000"/>
              </a:lnSpc>
            </a:pPr>
            <a:endParaRPr lang="en-US" altLang="en-US" sz="100" dirty="0">
              <a:solidFill>
                <a:schemeClr val="dk1"/>
              </a:solidFill>
            </a:endParaRPr>
          </a:p>
          <a:p>
            <a:pPr marL="22225" indent="-9525" algn="l" rtl="0" eaLnBrk="0">
              <a:lnSpc>
                <a:spcPct val="99000"/>
              </a:lnSpc>
            </a:pPr>
            <a:r>
              <a:rPr sz="2000" b="1" kern="0" spc="-30" dirty="0">
                <a:solidFill>
                  <a:schemeClr val="dk1"/>
                </a:solidFill>
                <a:cs typeface="微软雅黑" panose="020B0503020204020204" charset="-122"/>
              </a:rPr>
              <a:t>通过建立BTIT组织，提高业务与IT的融合度，  实现需求的全生命周期管理，助推业务</a:t>
            </a:r>
            <a:r>
              <a:rPr sz="2000" b="1" kern="0" spc="0" dirty="0">
                <a:solidFill>
                  <a:schemeClr val="dk1"/>
                </a:solidFill>
                <a:cs typeface="微软雅黑" panose="020B0503020204020204" charset="-122"/>
              </a:rPr>
              <a:t> </a:t>
            </a:r>
            <a:r>
              <a:rPr sz="2000" b="1" kern="0" spc="-20" dirty="0">
                <a:solidFill>
                  <a:schemeClr val="dk1"/>
                </a:solidFill>
                <a:cs typeface="微软雅黑" panose="020B0503020204020204" charset="-122"/>
              </a:rPr>
              <a:t>的快速发展</a:t>
            </a:r>
            <a:endParaRPr lang="en-US" altLang="en-US" sz="2000" b="1" kern="0" spc="-20" dirty="0">
              <a:solidFill>
                <a:schemeClr val="dk1"/>
              </a:solidFill>
              <a:cs typeface="微软雅黑" panose="020B0503020204020204" charset="-122"/>
            </a:endParaRPr>
          </a:p>
        </p:txBody>
      </p:sp>
      <p:pic>
        <p:nvPicPr>
          <p:cNvPr id="3206" name="picture 3206"/>
          <p:cNvPicPr>
            <a:picLocks noChangeAspect="1"/>
          </p:cNvPicPr>
          <p:nvPr>
            <p:custDataLst>
              <p:tags r:id="rId3"/>
            </p:custDataLst>
          </p:nvPr>
        </p:nvPicPr>
        <p:blipFill>
          <a:blip r:embed="rId4"/>
          <a:stretch>
            <a:fillRect/>
          </a:stretch>
        </p:blipFill>
        <p:spPr>
          <a:xfrm rot="21600000">
            <a:off x="2029967" y="1994916"/>
            <a:ext cx="1674114" cy="387858"/>
          </a:xfrm>
          <a:prstGeom prst="rect">
            <a:avLst/>
          </a:prstGeom>
        </p:spPr>
      </p:pic>
      <p:grpSp>
        <p:nvGrpSpPr>
          <p:cNvPr id="322" name="group 322"/>
          <p:cNvGrpSpPr/>
          <p:nvPr/>
        </p:nvGrpSpPr>
        <p:grpSpPr>
          <a:xfrm rot="21600000">
            <a:off x="2727960" y="2558796"/>
            <a:ext cx="227076" cy="1286255"/>
            <a:chOff x="0" y="0"/>
            <a:chExt cx="227076" cy="1286255"/>
          </a:xfrm>
        </p:grpSpPr>
        <p:sp>
          <p:nvSpPr>
            <p:cNvPr id="3208" name="path"/>
            <p:cNvSpPr/>
            <p:nvPr/>
          </p:nvSpPr>
          <p:spPr>
            <a:xfrm>
              <a:off x="0" y="0"/>
              <a:ext cx="227076" cy="1286255"/>
            </a:xfrm>
            <a:custGeom>
              <a:avLst/>
              <a:gdLst/>
              <a:ahLst/>
              <a:cxnLst/>
              <a:rect l="0" t="0" r="0" b="0"/>
              <a:pathLst>
                <a:path w="357" h="2025">
                  <a:moveTo>
                    <a:pt x="0" y="1846"/>
                  </a:moveTo>
                  <a:lnTo>
                    <a:pt x="89" y="1846"/>
                  </a:lnTo>
                  <a:lnTo>
                    <a:pt x="89" y="0"/>
                  </a:lnTo>
                  <a:lnTo>
                    <a:pt x="268" y="0"/>
                  </a:lnTo>
                  <a:lnTo>
                    <a:pt x="268" y="1846"/>
                  </a:lnTo>
                  <a:lnTo>
                    <a:pt x="357" y="1846"/>
                  </a:lnTo>
                  <a:lnTo>
                    <a:pt x="178" y="2025"/>
                  </a:lnTo>
                  <a:lnTo>
                    <a:pt x="0" y="1846"/>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3210" name="path"/>
            <p:cNvSpPr/>
            <p:nvPr/>
          </p:nvSpPr>
          <p:spPr>
            <a:xfrm>
              <a:off x="50419" y="0"/>
              <a:ext cx="126237" cy="1172717"/>
            </a:xfrm>
            <a:custGeom>
              <a:avLst/>
              <a:gdLst/>
              <a:ahLst/>
              <a:cxnLst/>
              <a:rect l="0" t="0" r="0" b="0"/>
              <a:pathLst>
                <a:path w="198" h="1846">
                  <a:moveTo>
                    <a:pt x="10" y="1846"/>
                  </a:moveTo>
                  <a:lnTo>
                    <a:pt x="10" y="0"/>
                  </a:lnTo>
                  <a:moveTo>
                    <a:pt x="188" y="0"/>
                  </a:moveTo>
                  <a:lnTo>
                    <a:pt x="188" y="1846"/>
                  </a:lnTo>
                </a:path>
              </a:pathLst>
            </a:custGeom>
            <a:noFill/>
            <a:ln w="12700" cap="flat">
              <a:solidFill>
                <a:srgbClr val="41719C">
                  <a:alpha val="100000"/>
                </a:srgbClr>
              </a:solidFill>
              <a:prstDash val="solid"/>
              <a:miter lim="1000000"/>
            </a:ln>
          </p:spPr>
          <p:txBody>
            <a:bodyPr rtlCol="0"/>
            <a:lstStyle/>
            <a:p>
              <a:pPr algn="ctr"/>
              <a:endParaRPr lang="zh-CN" altLang="en-US"/>
            </a:p>
          </p:txBody>
        </p:sp>
      </p:grpSp>
      <p:graphicFrame>
        <p:nvGraphicFramePr>
          <p:cNvPr id="3212" name="table 3212"/>
          <p:cNvGraphicFramePr>
            <a:graphicFrameLocks noGrp="1"/>
          </p:cNvGraphicFramePr>
          <p:nvPr>
            <p:custDataLst>
              <p:tags r:id="rId5"/>
            </p:custDataLst>
          </p:nvPr>
        </p:nvGraphicFramePr>
        <p:xfrm>
          <a:off x="1859026" y="1685290"/>
          <a:ext cx="4072254" cy="1079500"/>
        </p:xfrm>
        <a:graphic>
          <a:graphicData uri="http://schemas.openxmlformats.org/drawingml/2006/table">
            <a:tbl>
              <a:tblPr/>
              <a:tblGrid>
                <a:gridCol w="4072254"/>
              </a:tblGrid>
              <a:tr h="1066800">
                <a:tc>
                  <a:txBody>
                    <a:bodyPr/>
                    <a:lstStyle/>
                    <a:p>
                      <a:pPr algn="l" rtl="0" eaLnBrk="0">
                        <a:lnSpc>
                          <a:spcPct val="128000"/>
                        </a:lnSpc>
                      </a:pPr>
                      <a:endParaRPr lang="en-US" altLang="en-US" sz="1000" dirty="0"/>
                    </a:p>
                    <a:p>
                      <a:pPr algn="l" rtl="0" eaLnBrk="0">
                        <a:lnSpc>
                          <a:spcPct val="129000"/>
                        </a:lnSpc>
                      </a:pPr>
                      <a:endParaRPr lang="en-US" altLang="en-US" sz="1000" dirty="0"/>
                    </a:p>
                    <a:p>
                      <a:pPr marL="571500" algn="l" rtl="0" eaLnBrk="0">
                        <a:lnSpc>
                          <a:spcPct val="92000"/>
                        </a:lnSpc>
                        <a:spcBef>
                          <a:spcPts val="5"/>
                        </a:spcBef>
                      </a:pPr>
                      <a:r>
                        <a:rPr sz="1800" kern="0" spc="-40" dirty="0">
                          <a:solidFill>
                            <a:srgbClr val="000000">
                              <a:alpha val="100000"/>
                            </a:srgbClr>
                          </a:solidFill>
                          <a:cs typeface="微软雅黑" panose="020B0503020204020204" charset="-122"/>
                        </a:rPr>
                        <a:t>业务需求</a:t>
                      </a:r>
                      <a:endParaRPr lang="en-US" altLang="en-US" sz="18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tcPr>
                </a:tc>
              </a:tr>
            </a:tbl>
          </a:graphicData>
        </a:graphic>
      </p:graphicFrame>
      <p:pic>
        <p:nvPicPr>
          <p:cNvPr id="3214" name="picture 3214"/>
          <p:cNvPicPr>
            <a:picLocks noChangeAspect="1"/>
          </p:cNvPicPr>
          <p:nvPr>
            <p:custDataLst>
              <p:tags r:id="rId6"/>
            </p:custDataLst>
          </p:nvPr>
        </p:nvPicPr>
        <p:blipFill>
          <a:blip r:embed="rId7"/>
          <a:stretch>
            <a:fillRect/>
          </a:stretch>
        </p:blipFill>
        <p:spPr>
          <a:xfrm rot="21600000">
            <a:off x="4568783" y="3794452"/>
            <a:ext cx="3034494" cy="1436096"/>
          </a:xfrm>
          <a:prstGeom prst="rect">
            <a:avLst/>
          </a:prstGeom>
        </p:spPr>
      </p:pic>
      <p:sp>
        <p:nvSpPr>
          <p:cNvPr id="3216" name="textbox 3216"/>
          <p:cNvSpPr/>
          <p:nvPr>
            <p:custDataLst>
              <p:tags r:id="rId8"/>
            </p:custDataLst>
          </p:nvPr>
        </p:nvSpPr>
        <p:spPr>
          <a:xfrm>
            <a:off x="7671816" y="5391911"/>
            <a:ext cx="3270884" cy="431800"/>
          </a:xfrm>
          <a:prstGeom prst="rect">
            <a:avLst/>
          </a:prstGeom>
          <a:solidFill>
            <a:srgbClr val="000000"/>
          </a:solidFill>
        </p:spPr>
        <p:txBody>
          <a:bodyPr vert="horz" wrap="square" lIns="0" tIns="0" rIns="0" bIns="0">
            <a:normAutofit/>
          </a:bodyPr>
          <a:lstStyle/>
          <a:p>
            <a:pPr algn="l" rtl="0" eaLnBrk="0">
              <a:lnSpc>
                <a:spcPct val="103000"/>
              </a:lnSpc>
            </a:pPr>
            <a:endParaRPr lang="en-US" altLang="en-US" sz="800" dirty="0">
              <a:solidFill>
                <a:schemeClr val="lt1"/>
              </a:solidFill>
            </a:endParaRPr>
          </a:p>
          <a:p>
            <a:pPr marL="1607820" algn="l" rtl="0" eaLnBrk="0">
              <a:lnSpc>
                <a:spcPts val="1860"/>
              </a:lnSpc>
            </a:pPr>
            <a:r>
              <a:rPr sz="1500" b="1" kern="0" spc="80" dirty="0">
                <a:solidFill>
                  <a:schemeClr val="lt1"/>
                </a:solidFill>
                <a:cs typeface="微软雅黑" panose="020B0503020204020204" charset="-122"/>
              </a:rPr>
              <a:t>推行</a:t>
            </a:r>
            <a:endParaRPr lang="en-US" altLang="en-US" sz="1500" b="1" kern="0" spc="80" dirty="0">
              <a:solidFill>
                <a:schemeClr val="lt1"/>
              </a:solidFill>
              <a:cs typeface="微软雅黑" panose="020B0503020204020204" charset="-122"/>
            </a:endParaRPr>
          </a:p>
        </p:txBody>
      </p:sp>
      <p:sp>
        <p:nvSpPr>
          <p:cNvPr id="3218" name="textbox 3218"/>
          <p:cNvSpPr/>
          <p:nvPr>
            <p:custDataLst>
              <p:tags r:id="rId9"/>
            </p:custDataLst>
          </p:nvPr>
        </p:nvSpPr>
        <p:spPr>
          <a:xfrm>
            <a:off x="4747259" y="5381244"/>
            <a:ext cx="2862579" cy="431800"/>
          </a:xfrm>
          <a:prstGeom prst="rect">
            <a:avLst/>
          </a:prstGeom>
          <a:solidFill>
            <a:srgbClr val="000000"/>
          </a:solidFill>
        </p:spPr>
        <p:txBody>
          <a:bodyPr vert="horz" wrap="square" lIns="0" tIns="0" rIns="0" bIns="0">
            <a:normAutofit/>
          </a:bodyPr>
          <a:lstStyle/>
          <a:p>
            <a:pPr algn="l" rtl="0" eaLnBrk="0">
              <a:lnSpc>
                <a:spcPct val="103000"/>
              </a:lnSpc>
            </a:pPr>
            <a:endParaRPr lang="en-US" altLang="en-US" sz="800" dirty="0">
              <a:solidFill>
                <a:schemeClr val="lt1"/>
              </a:solidFill>
            </a:endParaRPr>
          </a:p>
          <a:p>
            <a:pPr marL="1404620" algn="l" rtl="0" eaLnBrk="0">
              <a:lnSpc>
                <a:spcPts val="1855"/>
              </a:lnSpc>
            </a:pPr>
            <a:r>
              <a:rPr sz="1500" b="1" kern="0" spc="70" dirty="0">
                <a:solidFill>
                  <a:schemeClr val="lt1"/>
                </a:solidFill>
                <a:cs typeface="微软雅黑" panose="020B0503020204020204" charset="-122"/>
              </a:rPr>
              <a:t>开发</a:t>
            </a:r>
            <a:endParaRPr lang="en-US" altLang="en-US" sz="1500" b="1" kern="0" spc="70" dirty="0">
              <a:solidFill>
                <a:schemeClr val="lt1"/>
              </a:solidFill>
              <a:cs typeface="微软雅黑" panose="020B0503020204020204" charset="-122"/>
            </a:endParaRPr>
          </a:p>
        </p:txBody>
      </p:sp>
      <p:sp>
        <p:nvSpPr>
          <p:cNvPr id="3222" name="textbox 3222"/>
          <p:cNvSpPr/>
          <p:nvPr>
            <p:custDataLst>
              <p:tags r:id="rId10"/>
            </p:custDataLst>
          </p:nvPr>
        </p:nvSpPr>
        <p:spPr>
          <a:xfrm>
            <a:off x="2997707" y="5391911"/>
            <a:ext cx="1690370" cy="431800"/>
          </a:xfrm>
          <a:prstGeom prst="rect">
            <a:avLst/>
          </a:prstGeom>
          <a:solidFill>
            <a:srgbClr val="000000"/>
          </a:solidFill>
        </p:spPr>
        <p:txBody>
          <a:bodyPr vert="horz" wrap="square" lIns="0" tIns="0" rIns="0" bIns="0">
            <a:normAutofit/>
          </a:bodyPr>
          <a:lstStyle/>
          <a:p>
            <a:pPr algn="l" rtl="0" eaLnBrk="0">
              <a:lnSpc>
                <a:spcPct val="103000"/>
              </a:lnSpc>
            </a:pPr>
            <a:endParaRPr lang="en-US" altLang="en-US" sz="800" dirty="0">
              <a:solidFill>
                <a:schemeClr val="lt1"/>
              </a:solidFill>
            </a:endParaRPr>
          </a:p>
          <a:p>
            <a:pPr marL="816610" algn="l" rtl="0" eaLnBrk="0">
              <a:lnSpc>
                <a:spcPts val="1860"/>
              </a:lnSpc>
            </a:pPr>
            <a:r>
              <a:rPr sz="1500" b="1" kern="0" spc="70" dirty="0">
                <a:solidFill>
                  <a:schemeClr val="lt1"/>
                </a:solidFill>
                <a:cs typeface="微软雅黑" panose="020B0503020204020204" charset="-122"/>
              </a:rPr>
              <a:t>设计</a:t>
            </a:r>
            <a:endParaRPr lang="en-US" altLang="en-US" sz="1500" b="1" kern="0" spc="70" dirty="0">
              <a:solidFill>
                <a:schemeClr val="lt1"/>
              </a:solidFill>
              <a:cs typeface="微软雅黑" panose="020B0503020204020204" charset="-122"/>
            </a:endParaRPr>
          </a:p>
        </p:txBody>
      </p:sp>
      <p:sp>
        <p:nvSpPr>
          <p:cNvPr id="3224" name="textbox 3224"/>
          <p:cNvSpPr/>
          <p:nvPr>
            <p:custDataLst>
              <p:tags r:id="rId11"/>
            </p:custDataLst>
          </p:nvPr>
        </p:nvSpPr>
        <p:spPr>
          <a:xfrm>
            <a:off x="1246631" y="5391911"/>
            <a:ext cx="1690370" cy="431800"/>
          </a:xfrm>
          <a:prstGeom prst="rect">
            <a:avLst/>
          </a:prstGeom>
          <a:solidFill>
            <a:srgbClr val="000000"/>
          </a:solidFill>
        </p:spPr>
        <p:txBody>
          <a:bodyPr vert="horz" wrap="square" lIns="0" tIns="0" rIns="0" bIns="0">
            <a:normAutofit/>
          </a:bodyPr>
          <a:lstStyle/>
          <a:p>
            <a:pPr algn="l" rtl="0" eaLnBrk="0">
              <a:lnSpc>
                <a:spcPct val="103000"/>
              </a:lnSpc>
            </a:pPr>
            <a:endParaRPr lang="en-US" altLang="en-US" sz="800" dirty="0">
              <a:solidFill>
                <a:schemeClr val="lt1"/>
              </a:solidFill>
            </a:endParaRPr>
          </a:p>
          <a:p>
            <a:pPr marL="624205" algn="l" rtl="0" eaLnBrk="0">
              <a:lnSpc>
                <a:spcPts val="1850"/>
              </a:lnSpc>
            </a:pPr>
            <a:r>
              <a:rPr sz="1500" b="1" kern="0" spc="80" dirty="0">
                <a:solidFill>
                  <a:schemeClr val="lt1"/>
                </a:solidFill>
                <a:cs typeface="微软雅黑" panose="020B0503020204020204" charset="-122"/>
              </a:rPr>
              <a:t>规划</a:t>
            </a:r>
            <a:endParaRPr lang="en-US" altLang="en-US" sz="1500" b="1" kern="0" spc="80" dirty="0">
              <a:solidFill>
                <a:schemeClr val="lt1"/>
              </a:solidFill>
              <a:cs typeface="微软雅黑" panose="020B0503020204020204" charset="-122"/>
            </a:endParaRPr>
          </a:p>
        </p:txBody>
      </p:sp>
      <p:grpSp>
        <p:nvGrpSpPr>
          <p:cNvPr id="324" name="group 324"/>
          <p:cNvGrpSpPr/>
          <p:nvPr/>
        </p:nvGrpSpPr>
        <p:grpSpPr>
          <a:xfrm rot="21600000">
            <a:off x="7622794" y="4070604"/>
            <a:ext cx="635761" cy="227075"/>
            <a:chOff x="0" y="0"/>
            <a:chExt cx="635761" cy="227075"/>
          </a:xfrm>
        </p:grpSpPr>
        <p:sp>
          <p:nvSpPr>
            <p:cNvPr id="3226" name="path"/>
            <p:cNvSpPr/>
            <p:nvPr/>
          </p:nvSpPr>
          <p:spPr>
            <a:xfrm>
              <a:off x="6350" y="0"/>
              <a:ext cx="629411" cy="227075"/>
            </a:xfrm>
            <a:custGeom>
              <a:avLst/>
              <a:gdLst/>
              <a:ahLst/>
              <a:cxnLst/>
              <a:rect l="0" t="0" r="0" b="0"/>
              <a:pathLst>
                <a:path w="991" h="357">
                  <a:moveTo>
                    <a:pt x="0" y="89"/>
                  </a:moveTo>
                  <a:lnTo>
                    <a:pt x="812" y="89"/>
                  </a:lnTo>
                  <a:lnTo>
                    <a:pt x="812" y="0"/>
                  </a:lnTo>
                  <a:lnTo>
                    <a:pt x="991" y="178"/>
                  </a:lnTo>
                  <a:lnTo>
                    <a:pt x="812" y="357"/>
                  </a:lnTo>
                  <a:lnTo>
                    <a:pt x="812" y="268"/>
                  </a:lnTo>
                  <a:lnTo>
                    <a:pt x="0" y="268"/>
                  </a:lnTo>
                  <a:lnTo>
                    <a:pt x="0" y="89"/>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3228" name="path"/>
            <p:cNvSpPr/>
            <p:nvPr/>
          </p:nvSpPr>
          <p:spPr>
            <a:xfrm>
              <a:off x="0" y="50419"/>
              <a:ext cx="522223" cy="126237"/>
            </a:xfrm>
            <a:custGeom>
              <a:avLst/>
              <a:gdLst/>
              <a:ahLst/>
              <a:cxnLst/>
              <a:rect l="0" t="0" r="0" b="0"/>
              <a:pathLst>
                <a:path w="822" h="198">
                  <a:moveTo>
                    <a:pt x="10" y="10"/>
                  </a:moveTo>
                  <a:lnTo>
                    <a:pt x="822" y="10"/>
                  </a:lnTo>
                  <a:moveTo>
                    <a:pt x="822" y="188"/>
                  </a:moveTo>
                  <a:lnTo>
                    <a:pt x="10" y="188"/>
                  </a:lnTo>
                  <a:lnTo>
                    <a:pt x="10" y="10"/>
                  </a:lnTo>
                </a:path>
              </a:pathLst>
            </a:custGeom>
            <a:noFill/>
            <a:ln w="12700" cap="flat">
              <a:solidFill>
                <a:srgbClr val="41719C">
                  <a:alpha val="100000"/>
                </a:srgbClr>
              </a:solidFill>
              <a:prstDash val="solid"/>
              <a:miter lim="1000000"/>
            </a:ln>
          </p:spPr>
          <p:txBody>
            <a:bodyPr rtlCol="0"/>
            <a:lstStyle/>
            <a:p>
              <a:pPr algn="ctr"/>
              <a:endParaRPr lang="zh-CN" altLang="en-US"/>
            </a:p>
          </p:txBody>
        </p:sp>
      </p:grpSp>
      <p:pic>
        <p:nvPicPr>
          <p:cNvPr id="3230" name="picture 3230"/>
          <p:cNvPicPr>
            <a:picLocks noChangeAspect="1"/>
          </p:cNvPicPr>
          <p:nvPr>
            <p:custDataLst>
              <p:tags r:id="rId12"/>
            </p:custDataLst>
          </p:nvPr>
        </p:nvPicPr>
        <p:blipFill>
          <a:blip r:embed="rId13"/>
          <a:stretch>
            <a:fillRect/>
          </a:stretch>
        </p:blipFill>
        <p:spPr>
          <a:xfrm rot="21600000">
            <a:off x="8140527" y="3988307"/>
            <a:ext cx="1781474" cy="389382"/>
          </a:xfrm>
          <a:prstGeom prst="rect">
            <a:avLst/>
          </a:prstGeom>
        </p:spPr>
      </p:pic>
      <p:pic>
        <p:nvPicPr>
          <p:cNvPr id="3232" name="picture 3232"/>
          <p:cNvPicPr>
            <a:picLocks noChangeAspect="1"/>
          </p:cNvPicPr>
          <p:nvPr>
            <p:custDataLst>
              <p:tags r:id="rId14"/>
            </p:custDataLst>
          </p:nvPr>
        </p:nvPicPr>
        <p:blipFill>
          <a:blip r:embed="rId15"/>
          <a:stretch>
            <a:fillRect/>
          </a:stretch>
        </p:blipFill>
        <p:spPr>
          <a:xfrm rot="21600000">
            <a:off x="2069591" y="3988307"/>
            <a:ext cx="1672589" cy="389382"/>
          </a:xfrm>
          <a:prstGeom prst="rect">
            <a:avLst/>
          </a:prstGeom>
        </p:spPr>
      </p:pic>
      <p:pic>
        <p:nvPicPr>
          <p:cNvPr id="3234" name="picture 3234"/>
          <p:cNvPicPr>
            <a:picLocks noChangeAspect="1"/>
          </p:cNvPicPr>
          <p:nvPr>
            <p:custDataLst>
              <p:tags r:id="rId16"/>
            </p:custDataLst>
          </p:nvPr>
        </p:nvPicPr>
        <p:blipFill>
          <a:blip r:embed="rId4"/>
          <a:stretch>
            <a:fillRect/>
          </a:stretch>
        </p:blipFill>
        <p:spPr>
          <a:xfrm rot="21600000">
            <a:off x="3941063" y="1994916"/>
            <a:ext cx="1674114" cy="387858"/>
          </a:xfrm>
          <a:prstGeom prst="rect">
            <a:avLst/>
          </a:prstGeom>
        </p:spPr>
      </p:pic>
      <p:pic>
        <p:nvPicPr>
          <p:cNvPr id="3236" name="picture 3236"/>
          <p:cNvPicPr>
            <a:picLocks noChangeAspect="1"/>
          </p:cNvPicPr>
          <p:nvPr>
            <p:custDataLst>
              <p:tags r:id="rId17"/>
            </p:custDataLst>
          </p:nvPr>
        </p:nvPicPr>
        <p:blipFill>
          <a:blip r:embed="rId4"/>
          <a:stretch>
            <a:fillRect/>
          </a:stretch>
        </p:blipFill>
        <p:spPr>
          <a:xfrm rot="21600000">
            <a:off x="8247888" y="1994916"/>
            <a:ext cx="1674114" cy="387858"/>
          </a:xfrm>
          <a:prstGeom prst="rect">
            <a:avLst/>
          </a:prstGeom>
        </p:spPr>
      </p:pic>
      <p:grpSp>
        <p:nvGrpSpPr>
          <p:cNvPr id="326" name="group 326"/>
          <p:cNvGrpSpPr/>
          <p:nvPr/>
        </p:nvGrpSpPr>
        <p:grpSpPr>
          <a:xfrm rot="21600000">
            <a:off x="10918360" y="554926"/>
            <a:ext cx="811441" cy="270890"/>
            <a:chOff x="0" y="0"/>
            <a:chExt cx="811441" cy="270890"/>
          </a:xfrm>
        </p:grpSpPr>
        <p:pic>
          <p:nvPicPr>
            <p:cNvPr id="3238" name="picture 3238"/>
            <p:cNvPicPr>
              <a:picLocks noChangeAspect="1"/>
            </p:cNvPicPr>
            <p:nvPr>
              <p:custDataLst>
                <p:tags r:id="rId18"/>
              </p:custDataLst>
            </p:nvPr>
          </p:nvPicPr>
          <p:blipFill>
            <a:blip r:embed="rId19"/>
            <a:stretch>
              <a:fillRect/>
            </a:stretch>
          </p:blipFill>
          <p:spPr>
            <a:xfrm rot="21600000">
              <a:off x="0" y="0"/>
              <a:ext cx="811441" cy="270890"/>
            </a:xfrm>
            <a:prstGeom prst="rect">
              <a:avLst/>
            </a:prstGeom>
          </p:spPr>
        </p:pic>
        <p:sp>
          <p:nvSpPr>
            <p:cNvPr id="3240" name="textbox 3240"/>
            <p:cNvSpPr/>
            <p:nvPr>
              <p:custDataLst>
                <p:tags r:id="rId20"/>
              </p:custDataLst>
            </p:nvPr>
          </p:nvSpPr>
          <p:spPr>
            <a:xfrm>
              <a:off x="-12700" y="-12700"/>
              <a:ext cx="836930" cy="308609"/>
            </a:xfrm>
            <a:prstGeom prst="rect">
              <a:avLst/>
            </a:prstGeom>
          </p:spPr>
          <p:txBody>
            <a:bodyPr vert="horz" wrap="square" lIns="0" tIns="0" rIns="0" bIns="0">
              <a:normAutofit/>
            </a:bodyPr>
            <a:lstStyle/>
            <a:p>
              <a:pPr algn="l" rtl="0" eaLnBrk="0">
                <a:lnSpc>
                  <a:spcPct val="102000"/>
                </a:lnSpc>
              </a:pPr>
              <a:endParaRPr lang="en-US" altLang="en-US" sz="600" dirty="0">
                <a:solidFill>
                  <a:schemeClr val="dk1"/>
                </a:solidFill>
              </a:endParaRPr>
            </a:p>
            <a:p>
              <a:pPr marL="306705" algn="l" rtl="0" eaLnBrk="0">
                <a:lnSpc>
                  <a:spcPct val="98000"/>
                </a:lnSpc>
                <a:spcBef>
                  <a:spcPts val="0"/>
                </a:spcBef>
              </a:pPr>
              <a:r>
                <a:rPr sz="900" kern="0" spc="-10" dirty="0">
                  <a:solidFill>
                    <a:schemeClr val="dk1"/>
                  </a:solidFill>
                  <a:cs typeface="微软雅黑" panose="020B0503020204020204" charset="-122"/>
                </a:rPr>
                <a:t>制度</a:t>
              </a:r>
              <a:endParaRPr lang="en-US" altLang="en-US" sz="900" kern="0" spc="-10" dirty="0">
                <a:solidFill>
                  <a:schemeClr val="dk1"/>
                </a:solidFill>
                <a:cs typeface="微软雅黑" panose="020B0503020204020204" charset="-122"/>
              </a:endParaRPr>
            </a:p>
          </p:txBody>
        </p:sp>
      </p:grpSp>
      <p:sp>
        <p:nvSpPr>
          <p:cNvPr id="3242" name="path"/>
          <p:cNvSpPr/>
          <p:nvPr/>
        </p:nvSpPr>
        <p:spPr>
          <a:xfrm>
            <a:off x="10923523" y="816609"/>
            <a:ext cx="800607" cy="12700"/>
          </a:xfrm>
          <a:custGeom>
            <a:avLst/>
            <a:gdLst/>
            <a:ahLst/>
            <a:cxnLst/>
            <a:rect l="0" t="0" r="0" b="0"/>
            <a:pathLst>
              <a:path w="1260" h="20">
                <a:moveTo>
                  <a:pt x="1260" y="10"/>
                </a:moveTo>
                <a:lnTo>
                  <a:pt x="0" y="10"/>
                </a:lnTo>
                <a:moveTo>
                  <a:pt x="0" y="10"/>
                </a:moveTo>
                <a:lnTo>
                  <a:pt x="1259"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328" name="group 328"/>
          <p:cNvGrpSpPr/>
          <p:nvPr/>
        </p:nvGrpSpPr>
        <p:grpSpPr>
          <a:xfrm rot="21600000">
            <a:off x="10784248" y="820102"/>
            <a:ext cx="1078141" cy="270890"/>
            <a:chOff x="0" y="0"/>
            <a:chExt cx="1078141" cy="270890"/>
          </a:xfrm>
        </p:grpSpPr>
        <p:pic>
          <p:nvPicPr>
            <p:cNvPr id="3244" name="picture 3244"/>
            <p:cNvPicPr>
              <a:picLocks noChangeAspect="1"/>
            </p:cNvPicPr>
            <p:nvPr>
              <p:custDataLst>
                <p:tags r:id="rId21"/>
              </p:custDataLst>
            </p:nvPr>
          </p:nvPicPr>
          <p:blipFill>
            <a:blip r:embed="rId22"/>
            <a:stretch>
              <a:fillRect/>
            </a:stretch>
          </p:blipFill>
          <p:spPr>
            <a:xfrm rot="21600000">
              <a:off x="0" y="0"/>
              <a:ext cx="1078141" cy="270890"/>
            </a:xfrm>
            <a:prstGeom prst="rect">
              <a:avLst/>
            </a:prstGeom>
          </p:spPr>
        </p:pic>
        <p:sp>
          <p:nvSpPr>
            <p:cNvPr id="3246" name="textbox 3246"/>
            <p:cNvSpPr/>
            <p:nvPr>
              <p:custDataLst>
                <p:tags r:id="rId23"/>
              </p:custDataLst>
            </p:nvPr>
          </p:nvSpPr>
          <p:spPr>
            <a:xfrm>
              <a:off x="-12700" y="-12700"/>
              <a:ext cx="1103630" cy="308609"/>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40690" algn="l" rtl="0" eaLnBrk="0">
                <a:lnSpc>
                  <a:spcPct val="97000"/>
                </a:lnSpc>
                <a:spcBef>
                  <a:spcPts val="5"/>
                </a:spcBef>
              </a:pPr>
              <a:r>
                <a:rPr sz="900" kern="0" spc="-10" dirty="0">
                  <a:solidFill>
                    <a:schemeClr val="dk1"/>
                  </a:solidFill>
                  <a:cs typeface="微软雅黑" panose="020B0503020204020204" charset="-122"/>
                </a:rPr>
                <a:t>流程</a:t>
              </a:r>
              <a:endParaRPr lang="en-US" altLang="en-US" sz="900" kern="0" spc="-10" dirty="0">
                <a:solidFill>
                  <a:schemeClr val="dk1"/>
                </a:solidFill>
                <a:cs typeface="微软雅黑" panose="020B0503020204020204" charset="-122"/>
              </a:endParaRPr>
            </a:p>
          </p:txBody>
        </p:sp>
      </p:grpSp>
      <p:sp>
        <p:nvSpPr>
          <p:cNvPr id="3248" name="rect"/>
          <p:cNvSpPr/>
          <p:nvPr/>
        </p:nvSpPr>
        <p:spPr>
          <a:xfrm>
            <a:off x="10789919" y="1081786"/>
            <a:ext cx="10668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250" name="picture 3250"/>
          <p:cNvPicPr>
            <a:picLocks noChangeAspect="1"/>
          </p:cNvPicPr>
          <p:nvPr>
            <p:custDataLst>
              <p:tags r:id="rId24"/>
            </p:custDataLst>
          </p:nvPr>
        </p:nvPicPr>
        <p:blipFill>
          <a:blip r:embed="rId25"/>
          <a:stretch>
            <a:fillRect/>
          </a:stretch>
        </p:blipFill>
        <p:spPr>
          <a:xfrm rot="21600000">
            <a:off x="10651660" y="1085279"/>
            <a:ext cx="1339170" cy="269366"/>
          </a:xfrm>
          <a:prstGeom prst="rect">
            <a:avLst/>
          </a:prstGeom>
        </p:spPr>
      </p:pic>
      <p:sp>
        <p:nvSpPr>
          <p:cNvPr id="3252" name="textbox 3252"/>
          <p:cNvSpPr/>
          <p:nvPr>
            <p:custDataLst>
              <p:tags r:id="rId26"/>
            </p:custDataLst>
          </p:nvPr>
        </p:nvSpPr>
        <p:spPr>
          <a:xfrm>
            <a:off x="10777473" y="950355"/>
            <a:ext cx="1231900" cy="429259"/>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085"/>
              </a:lnSpc>
              <a:tabLst>
                <a:tab pos="108013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00000"/>
              </a:lnSpc>
            </a:pPr>
            <a:endParaRPr lang="en-US" altLang="en-US" sz="500" dirty="0">
              <a:solidFill>
                <a:schemeClr val="dk1"/>
              </a:solidFill>
            </a:endParaRPr>
          </a:p>
          <a:p>
            <a:pPr marL="436880" algn="l" rtl="0" eaLnBrk="0">
              <a:lnSpc>
                <a:spcPct val="92000"/>
              </a:lnSpc>
              <a:spcBef>
                <a:spcPts val="5"/>
              </a:spcBef>
            </a:pPr>
            <a:r>
              <a:rPr sz="900" kern="0" spc="-20" dirty="0">
                <a:solidFill>
                  <a:schemeClr val="dk1"/>
                </a:solidFill>
                <a:cs typeface="微软雅黑" panose="020B0503020204020204" charset="-122"/>
              </a:rPr>
              <a:t>工具</a:t>
            </a:r>
            <a:r>
              <a:rPr sz="900" kern="0" spc="0" dirty="0">
                <a:solidFill>
                  <a:schemeClr val="dk1"/>
                </a:solid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254" name="path"/>
          <p:cNvSpPr/>
          <p:nvPr/>
        </p:nvSpPr>
        <p:spPr>
          <a:xfrm>
            <a:off x="11850439" y="1100837"/>
            <a:ext cx="144183" cy="253808"/>
          </a:xfrm>
          <a:custGeom>
            <a:avLst/>
            <a:gdLst/>
            <a:ahLst/>
            <a:cxnLst/>
            <a:rect l="0" t="0" r="0" b="0"/>
            <a:pathLst>
              <a:path w="227" h="399">
                <a:moveTo>
                  <a:pt x="8" y="4"/>
                </a:moveTo>
                <a:lnTo>
                  <a:pt x="218" y="395"/>
                </a:lnTo>
              </a:path>
            </a:pathLst>
          </a:custGeom>
          <a:noFill/>
          <a:ln w="11966" cap="flat">
            <a:solidFill>
              <a:srgbClr val="FFFFFF">
                <a:alpha val="100000"/>
              </a:srgbClr>
            </a:solidFill>
            <a:prstDash val="solid"/>
            <a:miter lim="1000000"/>
          </a:ln>
        </p:spPr>
        <p:txBody>
          <a:bodyPr rtlCol="0"/>
          <a:lstStyle/>
          <a:p>
            <a:pPr algn="ctr"/>
            <a:endParaRPr lang="zh-CN" altLang="en-US"/>
          </a:p>
        </p:txBody>
      </p:sp>
      <p:sp>
        <p:nvSpPr>
          <p:cNvPr id="3256" name="rect"/>
          <p:cNvSpPr/>
          <p:nvPr/>
        </p:nvSpPr>
        <p:spPr>
          <a:xfrm>
            <a:off x="10657331" y="1345438"/>
            <a:ext cx="13335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258" name="picture 3258"/>
          <p:cNvPicPr>
            <a:picLocks noChangeAspect="1"/>
          </p:cNvPicPr>
          <p:nvPr>
            <p:custDataLst>
              <p:tags r:id="rId27"/>
            </p:custDataLst>
          </p:nvPr>
        </p:nvPicPr>
        <p:blipFill>
          <a:blip r:embed="rId28"/>
          <a:stretch>
            <a:fillRect/>
          </a:stretch>
        </p:blipFill>
        <p:spPr>
          <a:xfrm rot="21600000">
            <a:off x="10523219" y="1351788"/>
            <a:ext cx="1601724" cy="265176"/>
          </a:xfrm>
          <a:prstGeom prst="rect">
            <a:avLst/>
          </a:prstGeom>
        </p:spPr>
      </p:pic>
      <p:sp>
        <p:nvSpPr>
          <p:cNvPr id="3260" name="textbox 3260"/>
          <p:cNvSpPr/>
          <p:nvPr>
            <p:custDataLst>
              <p:tags r:id="rId29"/>
            </p:custDataLst>
          </p:nvPr>
        </p:nvSpPr>
        <p:spPr>
          <a:xfrm>
            <a:off x="10510519" y="1214007"/>
            <a:ext cx="1633220" cy="3632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148018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12000"/>
              </a:lnSpc>
            </a:pPr>
            <a:endParaRPr lang="en-US" altLang="en-US" sz="300" dirty="0">
              <a:solidFill>
                <a:schemeClr val="dk1"/>
              </a:solidFill>
            </a:endParaRPr>
          </a:p>
          <a:p>
            <a:pPr marL="12700" algn="l" rtl="0" eaLnBrk="0">
              <a:lnSpc>
                <a:spcPct val="97000"/>
              </a:lnSpc>
              <a:spcBef>
                <a:spcPts val="0"/>
              </a:spcBef>
              <a:tabLst>
                <a:tab pos="701675" algn="l"/>
              </a:tabLst>
            </a:pPr>
            <a:r>
              <a:rPr sz="900" kern="0" spc="0" dirty="0">
                <a:solidFill>
                  <a:schemeClr val="dk1"/>
                </a:solidFill>
                <a:cs typeface="微软雅黑" panose="020B0503020204020204" charset="-122"/>
              </a:rPr>
              <a:t>	技能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262" name="textbox 3262"/>
          <p:cNvSpPr/>
          <p:nvPr>
            <p:custDataLst>
              <p:tags r:id="rId30"/>
            </p:custDataLst>
          </p:nvPr>
        </p:nvSpPr>
        <p:spPr>
          <a:xfrm>
            <a:off x="2476830" y="4053413"/>
            <a:ext cx="2033270" cy="287020"/>
          </a:xfrm>
          <a:prstGeom prst="rect">
            <a:avLst/>
          </a:prstGeom>
        </p:spPr>
        <p:txBody>
          <a:bodyPr vert="horz" wrap="square" lIns="0" tIns="0" rIns="0" bIns="0"/>
          <a:lstStyle/>
          <a:p>
            <a:pPr algn="l" rtl="0" eaLnBrk="0">
              <a:lnSpc>
                <a:spcPct val="120000"/>
              </a:lnSpc>
            </a:pPr>
            <a:endParaRPr lang="en-US" altLang="en-US" sz="100" dirty="0">
              <a:solidFill>
                <a:schemeClr val="dk1"/>
              </a:solidFill>
            </a:endParaRPr>
          </a:p>
          <a:p>
            <a:pPr marL="12700" algn="l" rtl="0" eaLnBrk="0">
              <a:lnSpc>
                <a:spcPct val="93000"/>
              </a:lnSpc>
              <a:spcBef>
                <a:spcPts val="0"/>
              </a:spcBef>
            </a:pPr>
            <a:r>
              <a:rPr sz="1800" kern="0" spc="-90" dirty="0">
                <a:solidFill>
                  <a:schemeClr val="dk1"/>
                </a:solidFill>
                <a:cs typeface="微软雅黑" panose="020B0503020204020204" charset="-122"/>
              </a:rPr>
              <a:t>需求管理</a:t>
            </a:r>
            <a:r>
              <a:rPr sz="1800" kern="0" spc="0" dirty="0">
                <a:solidFill>
                  <a:schemeClr val="dk1"/>
                </a:solidFill>
                <a:cs typeface="微软雅黑" panose="020B0503020204020204" charset="-122"/>
              </a:rPr>
              <a:t>        </a:t>
            </a:r>
            <a:endParaRPr lang="en-US" altLang="en-US" sz="1800" kern="0" spc="0" dirty="0">
              <a:solidFill>
                <a:schemeClr val="dk1"/>
              </a:solidFill>
              <a:cs typeface="微软雅黑" panose="020B0503020204020204" charset="-122"/>
            </a:endParaRPr>
          </a:p>
        </p:txBody>
      </p:sp>
      <p:grpSp>
        <p:nvGrpSpPr>
          <p:cNvPr id="330" name="group 330"/>
          <p:cNvGrpSpPr/>
          <p:nvPr/>
        </p:nvGrpSpPr>
        <p:grpSpPr>
          <a:xfrm rot="21600000">
            <a:off x="3851732" y="4066113"/>
            <a:ext cx="640252" cy="236056"/>
            <a:chOff x="0" y="0"/>
            <a:chExt cx="640252" cy="236056"/>
          </a:xfrm>
        </p:grpSpPr>
        <p:sp>
          <p:nvSpPr>
            <p:cNvPr id="3264" name="path"/>
            <p:cNvSpPr/>
            <p:nvPr/>
          </p:nvSpPr>
          <p:spPr>
            <a:xfrm>
              <a:off x="6350" y="4490"/>
              <a:ext cx="629411" cy="227075"/>
            </a:xfrm>
            <a:custGeom>
              <a:avLst/>
              <a:gdLst/>
              <a:ahLst/>
              <a:cxnLst/>
              <a:rect l="0" t="0" r="0" b="0"/>
              <a:pathLst>
                <a:path w="991" h="357">
                  <a:moveTo>
                    <a:pt x="0" y="89"/>
                  </a:moveTo>
                  <a:lnTo>
                    <a:pt x="812" y="89"/>
                  </a:lnTo>
                  <a:lnTo>
                    <a:pt x="812" y="0"/>
                  </a:lnTo>
                  <a:lnTo>
                    <a:pt x="991" y="178"/>
                  </a:lnTo>
                  <a:lnTo>
                    <a:pt x="812" y="357"/>
                  </a:lnTo>
                  <a:lnTo>
                    <a:pt x="812" y="268"/>
                  </a:lnTo>
                  <a:lnTo>
                    <a:pt x="0" y="268"/>
                  </a:lnTo>
                  <a:lnTo>
                    <a:pt x="0" y="89"/>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3266" name="path"/>
            <p:cNvSpPr/>
            <p:nvPr/>
          </p:nvSpPr>
          <p:spPr>
            <a:xfrm>
              <a:off x="0" y="0"/>
              <a:ext cx="640252" cy="236056"/>
            </a:xfrm>
            <a:custGeom>
              <a:avLst/>
              <a:gdLst/>
              <a:ahLst/>
              <a:cxnLst/>
              <a:rect l="0" t="0" r="0" b="0"/>
              <a:pathLst>
                <a:path w="1008" h="371">
                  <a:moveTo>
                    <a:pt x="10" y="96"/>
                  </a:moveTo>
                  <a:lnTo>
                    <a:pt x="822" y="96"/>
                  </a:lnTo>
                  <a:lnTo>
                    <a:pt x="822" y="7"/>
                  </a:lnTo>
                  <a:lnTo>
                    <a:pt x="1001" y="185"/>
                  </a:lnTo>
                  <a:lnTo>
                    <a:pt x="822" y="364"/>
                  </a:lnTo>
                  <a:lnTo>
                    <a:pt x="822" y="275"/>
                  </a:lnTo>
                  <a:lnTo>
                    <a:pt x="10" y="275"/>
                  </a:lnTo>
                  <a:lnTo>
                    <a:pt x="10" y="96"/>
                  </a:lnTo>
                  <a:close/>
                </a:path>
              </a:pathLst>
            </a:custGeom>
            <a:noFill/>
            <a:ln w="12700" cap="flat">
              <a:solidFill>
                <a:srgbClr val="41719C">
                  <a:alpha val="100000"/>
                </a:srgbClr>
              </a:solidFill>
              <a:prstDash val="solid"/>
              <a:miter lim="1000000"/>
            </a:ln>
          </p:spPr>
          <p:txBody>
            <a:bodyPr rtlCol="0"/>
            <a:lstStyle/>
            <a:p>
              <a:pPr algn="ctr"/>
              <a:endParaRPr lang="zh-CN" altLang="en-US"/>
            </a:p>
          </p:txBody>
        </p:sp>
      </p:grpSp>
      <p:grpSp>
        <p:nvGrpSpPr>
          <p:cNvPr id="332" name="group 332"/>
          <p:cNvGrpSpPr/>
          <p:nvPr/>
        </p:nvGrpSpPr>
        <p:grpSpPr>
          <a:xfrm rot="21600000">
            <a:off x="6019545" y="2104726"/>
            <a:ext cx="1800016" cy="202527"/>
            <a:chOff x="0" y="0"/>
            <a:chExt cx="1800016" cy="202527"/>
          </a:xfrm>
        </p:grpSpPr>
        <p:sp>
          <p:nvSpPr>
            <p:cNvPr id="3268" name="path"/>
            <p:cNvSpPr/>
            <p:nvPr/>
          </p:nvSpPr>
          <p:spPr>
            <a:xfrm>
              <a:off x="6350" y="4490"/>
              <a:ext cx="1789176" cy="193547"/>
            </a:xfrm>
            <a:custGeom>
              <a:avLst/>
              <a:gdLst/>
              <a:ahLst/>
              <a:cxnLst/>
              <a:rect l="0" t="0" r="0" b="0"/>
              <a:pathLst>
                <a:path w="2817" h="304">
                  <a:moveTo>
                    <a:pt x="0" y="53"/>
                  </a:moveTo>
                  <a:lnTo>
                    <a:pt x="2665" y="53"/>
                  </a:lnTo>
                  <a:lnTo>
                    <a:pt x="2665" y="0"/>
                  </a:lnTo>
                  <a:lnTo>
                    <a:pt x="2817" y="152"/>
                  </a:lnTo>
                  <a:lnTo>
                    <a:pt x="2665" y="304"/>
                  </a:lnTo>
                  <a:lnTo>
                    <a:pt x="2665" y="250"/>
                  </a:lnTo>
                  <a:lnTo>
                    <a:pt x="0" y="250"/>
                  </a:lnTo>
                  <a:lnTo>
                    <a:pt x="0" y="53"/>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3270" name="path"/>
            <p:cNvSpPr/>
            <p:nvPr/>
          </p:nvSpPr>
          <p:spPr>
            <a:xfrm>
              <a:off x="0" y="0"/>
              <a:ext cx="1800016" cy="202527"/>
            </a:xfrm>
            <a:custGeom>
              <a:avLst/>
              <a:gdLst/>
              <a:ahLst/>
              <a:cxnLst/>
              <a:rect l="0" t="0" r="0" b="0"/>
              <a:pathLst>
                <a:path w="2834" h="318">
                  <a:moveTo>
                    <a:pt x="10" y="60"/>
                  </a:moveTo>
                  <a:lnTo>
                    <a:pt x="2675" y="60"/>
                  </a:lnTo>
                  <a:lnTo>
                    <a:pt x="2675" y="7"/>
                  </a:lnTo>
                  <a:lnTo>
                    <a:pt x="2827" y="159"/>
                  </a:lnTo>
                  <a:lnTo>
                    <a:pt x="2675" y="311"/>
                  </a:lnTo>
                  <a:lnTo>
                    <a:pt x="2675" y="258"/>
                  </a:lnTo>
                  <a:lnTo>
                    <a:pt x="10" y="258"/>
                  </a:lnTo>
                  <a:lnTo>
                    <a:pt x="10" y="60"/>
                  </a:lnTo>
                  <a:close/>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272" name="textbox 3272"/>
          <p:cNvSpPr/>
          <p:nvPr>
            <p:custDataLst>
              <p:tags r:id="rId31"/>
            </p:custDataLst>
          </p:nvPr>
        </p:nvSpPr>
        <p:spPr>
          <a:xfrm>
            <a:off x="5322036" y="4374260"/>
            <a:ext cx="1550035" cy="277495"/>
          </a:xfrm>
          <a:prstGeom prst="rect">
            <a:avLst/>
          </a:prstGeom>
        </p:spPr>
        <p:txBody>
          <a:bodyPr vert="horz" wrap="square" lIns="0" tIns="0" rIns="0" bIns="0"/>
          <a:lstStyle/>
          <a:p>
            <a:pPr algn="l" rtl="0" eaLnBrk="0">
              <a:lnSpc>
                <a:spcPct val="80000"/>
              </a:lnSpc>
            </a:pPr>
            <a:endParaRPr lang="en-US" altLang="en-US" sz="100" dirty="0">
              <a:solidFill>
                <a:schemeClr val="dk1"/>
              </a:solidFill>
            </a:endParaRPr>
          </a:p>
          <a:p>
            <a:pPr marL="12700" algn="l" rtl="0" eaLnBrk="0">
              <a:lnSpc>
                <a:spcPct val="92000"/>
              </a:lnSpc>
            </a:pPr>
            <a:r>
              <a:rPr sz="1800" kern="0" spc="-50" dirty="0">
                <a:solidFill>
                  <a:schemeClr val="dk1"/>
                </a:solidFill>
                <a:cs typeface="微软雅黑" panose="020B0503020204020204" charset="-122"/>
              </a:rPr>
              <a:t>研发/测试/部署</a:t>
            </a:r>
            <a:endParaRPr lang="en-US" altLang="en-US" sz="1800" kern="0" spc="-50" dirty="0">
              <a:solidFill>
                <a:schemeClr val="dk1"/>
              </a:solidFill>
              <a:cs typeface="微软雅黑" panose="020B0503020204020204" charset="-122"/>
            </a:endParaRPr>
          </a:p>
        </p:txBody>
      </p:sp>
      <p:sp>
        <p:nvSpPr>
          <p:cNvPr id="3274" name="textbox 3274"/>
          <p:cNvSpPr/>
          <p:nvPr>
            <p:custDataLst>
              <p:tags r:id="rId32"/>
            </p:custDataLst>
          </p:nvPr>
        </p:nvSpPr>
        <p:spPr>
          <a:xfrm>
            <a:off x="5953759" y="3534155"/>
            <a:ext cx="768984" cy="445769"/>
          </a:xfrm>
          <a:prstGeom prst="rect">
            <a:avLst/>
          </a:prstGeom>
        </p:spPr>
        <p:txBody>
          <a:bodyPr vert="horz" wrap="square" lIns="0" tIns="0" rIns="0" bIns="0">
            <a:normAutofit/>
          </a:bodyPr>
          <a:lstStyle/>
          <a:p>
            <a:pPr algn="l" rtl="0" eaLnBrk="0">
              <a:lnSpc>
                <a:spcPct val="82000"/>
              </a:lnSpc>
            </a:pPr>
            <a:endParaRPr lang="en-US" altLang="en-US" sz="100" dirty="0">
              <a:solidFill>
                <a:schemeClr val="dk1"/>
              </a:solidFill>
            </a:endParaRPr>
          </a:p>
          <a:p>
            <a:pPr marL="302895" algn="l" rtl="0" eaLnBrk="0">
              <a:lnSpc>
                <a:spcPct val="92000"/>
              </a:lnSpc>
              <a:tabLst>
                <a:tab pos="320040" algn="l"/>
              </a:tabLst>
            </a:pPr>
            <a:r>
              <a:rPr sz="1800" kern="0" spc="0" dirty="0">
                <a:solidFill>
                  <a:schemeClr val="dk1"/>
                </a:solidFill>
                <a:cs typeface="微软雅黑" panose="020B0503020204020204" charset="-122"/>
              </a:rPr>
              <a:t>	</a:t>
            </a:r>
            <a:r>
              <a:rPr sz="1800" kern="0" spc="-530" dirty="0">
                <a:solidFill>
                  <a:schemeClr val="dk1"/>
                </a:solidFill>
                <a:cs typeface="微软雅黑" panose="020B0503020204020204" charset="-122"/>
              </a:rPr>
              <a:t> </a:t>
            </a:r>
            <a:r>
              <a:rPr sz="1800" kern="0" spc="-100" dirty="0">
                <a:solidFill>
                  <a:schemeClr val="dk1"/>
                </a:solidFill>
                <a:cs typeface="微软雅黑" panose="020B0503020204020204" charset="-122"/>
              </a:rPr>
              <a:t>监控</a:t>
            </a:r>
            <a:endParaRPr lang="en-US" altLang="en-US" sz="1800" kern="0" spc="-100" dirty="0">
              <a:solidFill>
                <a:schemeClr val="dk1"/>
              </a:solidFill>
              <a:cs typeface="微软雅黑" panose="020B0503020204020204" charset="-122"/>
            </a:endParaRPr>
          </a:p>
        </p:txBody>
      </p:sp>
      <p:sp>
        <p:nvSpPr>
          <p:cNvPr id="3276" name="path"/>
          <p:cNvSpPr/>
          <p:nvPr/>
        </p:nvSpPr>
        <p:spPr>
          <a:xfrm>
            <a:off x="5966459" y="3616452"/>
            <a:ext cx="307848" cy="350519"/>
          </a:xfrm>
          <a:custGeom>
            <a:avLst/>
            <a:gdLst/>
            <a:ahLst/>
            <a:cxnLst/>
            <a:rect l="0" t="0" r="0" b="0"/>
            <a:pathLst>
              <a:path w="484" h="551">
                <a:moveTo>
                  <a:pt x="0" y="309"/>
                </a:moveTo>
                <a:lnTo>
                  <a:pt x="121" y="309"/>
                </a:lnTo>
                <a:lnTo>
                  <a:pt x="121" y="0"/>
                </a:lnTo>
                <a:lnTo>
                  <a:pt x="363" y="0"/>
                </a:lnTo>
                <a:lnTo>
                  <a:pt x="363" y="309"/>
                </a:lnTo>
                <a:lnTo>
                  <a:pt x="484" y="309"/>
                </a:lnTo>
                <a:lnTo>
                  <a:pt x="242" y="551"/>
                </a:lnTo>
                <a:lnTo>
                  <a:pt x="0" y="309"/>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278" name="path"/>
          <p:cNvSpPr/>
          <p:nvPr/>
        </p:nvSpPr>
        <p:spPr>
          <a:xfrm>
            <a:off x="5966459" y="3610102"/>
            <a:ext cx="307848" cy="209295"/>
          </a:xfrm>
          <a:custGeom>
            <a:avLst/>
            <a:gdLst/>
            <a:ahLst/>
            <a:cxnLst/>
            <a:rect l="0" t="0" r="0" b="0"/>
            <a:pathLst>
              <a:path w="484" h="329">
                <a:moveTo>
                  <a:pt x="0" y="319"/>
                </a:moveTo>
                <a:lnTo>
                  <a:pt x="121" y="319"/>
                </a:lnTo>
                <a:lnTo>
                  <a:pt x="121" y="10"/>
                </a:lnTo>
                <a:lnTo>
                  <a:pt x="363" y="10"/>
                </a:lnTo>
                <a:lnTo>
                  <a:pt x="363" y="319"/>
                </a:lnTo>
                <a:lnTo>
                  <a:pt x="484" y="319"/>
                </a:lnTo>
              </a:path>
            </a:pathLst>
          </a:custGeom>
          <a:noFill/>
          <a:ln w="12700" cap="flat">
            <a:solidFill>
              <a:srgbClr val="C55A11">
                <a:alpha val="100000"/>
              </a:srgbClr>
            </a:solidFill>
            <a:prstDash val="solid"/>
            <a:miter lim="1000000"/>
          </a:ln>
        </p:spPr>
        <p:txBody>
          <a:bodyPr rtlCol="0"/>
          <a:lstStyle/>
          <a:p>
            <a:pPr algn="ctr"/>
            <a:endParaRPr lang="zh-CN" altLang="en-US"/>
          </a:p>
        </p:txBody>
      </p:sp>
      <p:sp>
        <p:nvSpPr>
          <p:cNvPr id="3280" name="textbox 3280"/>
          <p:cNvSpPr/>
          <p:nvPr>
            <p:custDataLst>
              <p:tags r:id="rId33"/>
            </p:custDataLst>
          </p:nvPr>
        </p:nvSpPr>
        <p:spPr>
          <a:xfrm>
            <a:off x="8408187" y="2065782"/>
            <a:ext cx="1376680" cy="276859"/>
          </a:xfrm>
          <a:prstGeom prst="rect">
            <a:avLst/>
          </a:prstGeom>
        </p:spPr>
        <p:txBody>
          <a:bodyPr vert="horz" wrap="square" lIns="0" tIns="0" rIns="0" bIns="0"/>
          <a:lstStyle/>
          <a:p>
            <a:pPr algn="l" rtl="0" eaLnBrk="0">
              <a:lnSpc>
                <a:spcPct val="77000"/>
              </a:lnSpc>
            </a:pPr>
            <a:endParaRPr lang="en-US" altLang="en-US" sz="100" dirty="0">
              <a:solidFill>
                <a:schemeClr val="dk1"/>
              </a:solidFill>
            </a:endParaRPr>
          </a:p>
          <a:p>
            <a:pPr marL="12700" algn="l" rtl="0" eaLnBrk="0">
              <a:lnSpc>
                <a:spcPct val="92000"/>
              </a:lnSpc>
            </a:pPr>
            <a:r>
              <a:rPr sz="1800" kern="0" spc="-30" dirty="0">
                <a:solidFill>
                  <a:schemeClr val="dk1"/>
                </a:solidFill>
                <a:cs typeface="微软雅黑" panose="020B0503020204020204" charset="-122"/>
              </a:rPr>
              <a:t>业务实施推进</a:t>
            </a:r>
            <a:endParaRPr lang="en-US" altLang="en-US" sz="1800" kern="0" spc="-30" dirty="0">
              <a:solidFill>
                <a:schemeClr val="dk1"/>
              </a:solidFill>
              <a:cs typeface="微软雅黑" panose="020B0503020204020204" charset="-122"/>
            </a:endParaRPr>
          </a:p>
        </p:txBody>
      </p:sp>
      <p:sp>
        <p:nvSpPr>
          <p:cNvPr id="3282" name="textbox 3282"/>
          <p:cNvSpPr/>
          <p:nvPr>
            <p:custDataLst>
              <p:tags r:id="rId34"/>
            </p:custDataLst>
          </p:nvPr>
        </p:nvSpPr>
        <p:spPr>
          <a:xfrm>
            <a:off x="8435162" y="4060317"/>
            <a:ext cx="1350010" cy="277495"/>
          </a:xfrm>
          <a:prstGeom prst="rect">
            <a:avLst/>
          </a:prstGeom>
        </p:spPr>
        <p:txBody>
          <a:bodyPr vert="horz" wrap="square" lIns="0" tIns="0" rIns="0" bIns="0"/>
          <a:lstStyle/>
          <a:p>
            <a:pPr algn="l" rtl="0" eaLnBrk="0">
              <a:lnSpc>
                <a:spcPct val="79000"/>
              </a:lnSpc>
            </a:pPr>
            <a:endParaRPr lang="en-US" altLang="en-US" sz="100" dirty="0">
              <a:solidFill>
                <a:schemeClr val="dk1"/>
              </a:solidFill>
            </a:endParaRPr>
          </a:p>
          <a:p>
            <a:pPr marL="12700" algn="l" rtl="0" eaLnBrk="0">
              <a:lnSpc>
                <a:spcPct val="92000"/>
              </a:lnSpc>
            </a:pPr>
            <a:r>
              <a:rPr sz="1800" kern="0" spc="-60" dirty="0">
                <a:solidFill>
                  <a:schemeClr val="dk1"/>
                </a:solidFill>
                <a:cs typeface="微软雅黑" panose="020B0503020204020204" charset="-122"/>
              </a:rPr>
              <a:t>系统实施推进</a:t>
            </a:r>
            <a:endParaRPr lang="en-US" altLang="en-US" sz="1800" kern="0" spc="-60" dirty="0">
              <a:solidFill>
                <a:schemeClr val="dk1"/>
              </a:solidFill>
              <a:cs typeface="微软雅黑" panose="020B0503020204020204" charset="-122"/>
            </a:endParaRPr>
          </a:p>
        </p:txBody>
      </p:sp>
      <p:grpSp>
        <p:nvGrpSpPr>
          <p:cNvPr id="334" name="group 334"/>
          <p:cNvGrpSpPr/>
          <p:nvPr/>
        </p:nvGrpSpPr>
        <p:grpSpPr>
          <a:xfrm rot="21600000">
            <a:off x="9017507" y="2606040"/>
            <a:ext cx="228600" cy="1284731"/>
            <a:chOff x="0" y="0"/>
            <a:chExt cx="228600" cy="1284731"/>
          </a:xfrm>
        </p:grpSpPr>
        <p:sp>
          <p:nvSpPr>
            <p:cNvPr id="3284" name="path"/>
            <p:cNvSpPr/>
            <p:nvPr/>
          </p:nvSpPr>
          <p:spPr>
            <a:xfrm>
              <a:off x="0" y="0"/>
              <a:ext cx="228600" cy="1284731"/>
            </a:xfrm>
            <a:custGeom>
              <a:avLst/>
              <a:gdLst/>
              <a:ahLst/>
              <a:cxnLst/>
              <a:rect l="0" t="0" r="0" b="0"/>
              <a:pathLst>
                <a:path w="360" h="2023">
                  <a:moveTo>
                    <a:pt x="360" y="180"/>
                  </a:moveTo>
                  <a:lnTo>
                    <a:pt x="270" y="180"/>
                  </a:lnTo>
                  <a:lnTo>
                    <a:pt x="270" y="2023"/>
                  </a:lnTo>
                  <a:lnTo>
                    <a:pt x="90" y="2023"/>
                  </a:lnTo>
                  <a:lnTo>
                    <a:pt x="90" y="180"/>
                  </a:lnTo>
                  <a:lnTo>
                    <a:pt x="0" y="180"/>
                  </a:lnTo>
                  <a:lnTo>
                    <a:pt x="180" y="0"/>
                  </a:lnTo>
                  <a:lnTo>
                    <a:pt x="360" y="180"/>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3286" name="path"/>
            <p:cNvSpPr/>
            <p:nvPr/>
          </p:nvSpPr>
          <p:spPr>
            <a:xfrm>
              <a:off x="50800" y="114300"/>
              <a:ext cx="127000" cy="1170431"/>
            </a:xfrm>
            <a:custGeom>
              <a:avLst/>
              <a:gdLst/>
              <a:ahLst/>
              <a:cxnLst/>
              <a:rect l="0" t="0" r="0" b="0"/>
              <a:pathLst>
                <a:path w="200" h="1843">
                  <a:moveTo>
                    <a:pt x="190" y="0"/>
                  </a:moveTo>
                  <a:lnTo>
                    <a:pt x="190" y="1843"/>
                  </a:lnTo>
                  <a:moveTo>
                    <a:pt x="10" y="1843"/>
                  </a:moveTo>
                  <a:lnTo>
                    <a:pt x="10" y="0"/>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288" name="textbox 3288"/>
          <p:cNvSpPr/>
          <p:nvPr>
            <p:custDataLst>
              <p:tags r:id="rId35"/>
            </p:custDataLst>
          </p:nvPr>
        </p:nvSpPr>
        <p:spPr>
          <a:xfrm>
            <a:off x="4343856" y="2065782"/>
            <a:ext cx="905510" cy="278129"/>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ct val="92000"/>
              </a:lnSpc>
            </a:pPr>
            <a:r>
              <a:rPr sz="1800" kern="0" spc="-60" dirty="0">
                <a:solidFill>
                  <a:schemeClr val="dk1"/>
                </a:solidFill>
                <a:cs typeface="微软雅黑" panose="020B0503020204020204" charset="-122"/>
              </a:rPr>
              <a:t>流程设计</a:t>
            </a:r>
            <a:endParaRPr lang="en-US" altLang="en-US" sz="1800" kern="0" spc="-60" dirty="0">
              <a:solidFill>
                <a:schemeClr val="dk1"/>
              </a:solidFill>
              <a:cs typeface="微软雅黑" panose="020B0503020204020204" charset="-122"/>
            </a:endParaRPr>
          </a:p>
        </p:txBody>
      </p:sp>
      <p:grpSp>
        <p:nvGrpSpPr>
          <p:cNvPr id="336" name="group 336"/>
          <p:cNvGrpSpPr/>
          <p:nvPr/>
        </p:nvGrpSpPr>
        <p:grpSpPr>
          <a:xfrm rot="21600000">
            <a:off x="11185058" y="24579"/>
            <a:ext cx="278046" cy="270880"/>
            <a:chOff x="0" y="0"/>
            <a:chExt cx="278046" cy="270880"/>
          </a:xfrm>
        </p:grpSpPr>
        <p:pic>
          <p:nvPicPr>
            <p:cNvPr id="3290" name="picture 3290"/>
            <p:cNvPicPr>
              <a:picLocks noChangeAspect="1"/>
            </p:cNvPicPr>
            <p:nvPr>
              <p:custDataLst>
                <p:tags r:id="rId36"/>
              </p:custDataLst>
            </p:nvPr>
          </p:nvPicPr>
          <p:blipFill>
            <a:blip r:embed="rId37"/>
            <a:stretch>
              <a:fillRect/>
            </a:stretch>
          </p:blipFill>
          <p:spPr>
            <a:xfrm rot="21600000">
              <a:off x="0" y="0"/>
              <a:ext cx="278046" cy="270880"/>
            </a:xfrm>
            <a:prstGeom prst="rect">
              <a:avLst/>
            </a:prstGeom>
          </p:spPr>
        </p:pic>
        <p:sp>
          <p:nvSpPr>
            <p:cNvPr id="3292" name="textbox 3292"/>
            <p:cNvSpPr/>
            <p:nvPr>
              <p:custDataLst>
                <p:tags r:id="rId38"/>
              </p:custDataLst>
            </p:nvPr>
          </p:nvSpPr>
          <p:spPr>
            <a:xfrm>
              <a:off x="-12700" y="-12700"/>
              <a:ext cx="303529" cy="307975"/>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0005" algn="l" rtl="0" eaLnBrk="0">
                <a:lnSpc>
                  <a:spcPct val="97000"/>
                </a:lnSpc>
                <a:spcBef>
                  <a:spcPts val="5"/>
                </a:spcBef>
              </a:pPr>
              <a:r>
                <a:rPr sz="900" kern="0" spc="-10" dirty="0">
                  <a:solidFill>
                    <a:schemeClr val="dk1"/>
                  </a:solidFill>
                  <a:cs typeface="微软雅黑" panose="020B0503020204020204" charset="-122"/>
                </a:rPr>
                <a:t>绩效</a:t>
              </a:r>
              <a:endParaRPr lang="en-US" altLang="en-US" sz="900" kern="0" spc="-10" dirty="0">
                <a:solidFill>
                  <a:schemeClr val="dk1"/>
                </a:solidFill>
                <a:cs typeface="微软雅黑" panose="020B0503020204020204" charset="-122"/>
              </a:endParaRPr>
            </a:p>
          </p:txBody>
        </p:sp>
      </p:grpSp>
      <p:sp>
        <p:nvSpPr>
          <p:cNvPr id="3294" name="rect"/>
          <p:cNvSpPr/>
          <p:nvPr/>
        </p:nvSpPr>
        <p:spPr>
          <a:xfrm>
            <a:off x="11190731" y="286257"/>
            <a:ext cx="2667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grpSp>
        <p:nvGrpSpPr>
          <p:cNvPr id="338" name="group 338"/>
          <p:cNvGrpSpPr/>
          <p:nvPr/>
        </p:nvGrpSpPr>
        <p:grpSpPr>
          <a:xfrm rot="21600000">
            <a:off x="11050948" y="289750"/>
            <a:ext cx="539070" cy="270890"/>
            <a:chOff x="0" y="0"/>
            <a:chExt cx="539070" cy="270890"/>
          </a:xfrm>
        </p:grpSpPr>
        <p:sp>
          <p:nvSpPr>
            <p:cNvPr id="3296" name="path"/>
            <p:cNvSpPr/>
            <p:nvPr/>
          </p:nvSpPr>
          <p:spPr>
            <a:xfrm>
              <a:off x="5670" y="2857"/>
              <a:ext cx="533400" cy="265176"/>
            </a:xfrm>
            <a:custGeom>
              <a:avLst/>
              <a:gdLst/>
              <a:ahLst/>
              <a:cxnLst/>
              <a:rect l="0" t="0" r="0" b="0"/>
              <a:pathLst>
                <a:path w="840" h="417">
                  <a:moveTo>
                    <a:pt x="0" y="417"/>
                  </a:moveTo>
                  <a:lnTo>
                    <a:pt x="210" y="0"/>
                  </a:lnTo>
                  <a:lnTo>
                    <a:pt x="629" y="0"/>
                  </a:lnTo>
                  <a:lnTo>
                    <a:pt x="840" y="417"/>
                  </a:lnTo>
                  <a:lnTo>
                    <a:pt x="0" y="417"/>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3298" name="path"/>
            <p:cNvSpPr/>
            <p:nvPr/>
          </p:nvSpPr>
          <p:spPr>
            <a:xfrm>
              <a:off x="0" y="0"/>
              <a:ext cx="144946" cy="270890"/>
            </a:xfrm>
            <a:custGeom>
              <a:avLst/>
              <a:gdLst/>
              <a:ahLst/>
              <a:cxnLst/>
              <a:rect l="0" t="0" r="0" b="0"/>
              <a:pathLst>
                <a:path w="228" h="426">
                  <a:moveTo>
                    <a:pt x="8" y="422"/>
                  </a:moveTo>
                  <a:lnTo>
                    <a:pt x="219" y="4"/>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300" name="textbox 3300"/>
          <p:cNvSpPr/>
          <p:nvPr>
            <p:custDataLst>
              <p:tags r:id="rId39"/>
            </p:custDataLst>
          </p:nvPr>
        </p:nvSpPr>
        <p:spPr>
          <a:xfrm>
            <a:off x="11043919" y="154826"/>
            <a:ext cx="564515" cy="3759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41211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09000"/>
              </a:lnSpc>
            </a:pPr>
            <a:endParaRPr lang="en-US" altLang="en-US" sz="300" dirty="0">
              <a:solidFill>
                <a:schemeClr val="dk1"/>
              </a:solidFill>
            </a:endParaRPr>
          </a:p>
          <a:p>
            <a:pPr marL="12700" algn="l" rtl="0" eaLnBrk="0">
              <a:lnSpc>
                <a:spcPct val="98000"/>
              </a:lnSpc>
              <a:spcBef>
                <a:spcPts val="0"/>
              </a:spcBef>
              <a:tabLst>
                <a:tab pos="168910" algn="l"/>
                <a:tab pos="546100"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组织</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302" name="textbox 3302"/>
          <p:cNvSpPr/>
          <p:nvPr>
            <p:custDataLst>
              <p:tags r:id="rId40"/>
            </p:custDataLst>
          </p:nvPr>
        </p:nvSpPr>
        <p:spPr>
          <a:xfrm>
            <a:off x="4811826" y="3921937"/>
            <a:ext cx="659130" cy="293370"/>
          </a:xfrm>
          <a:prstGeom prst="rect">
            <a:avLst/>
          </a:prstGeom>
        </p:spPr>
        <p:txBody>
          <a:bodyPr vert="horz" wrap="square" lIns="0" tIns="0" rIns="0" bIns="0">
            <a:normAutofit/>
          </a:bodyPr>
          <a:lstStyle/>
          <a:p>
            <a:pPr algn="l" rtl="0" eaLnBrk="0">
              <a:lnSpc>
                <a:spcPct val="76000"/>
              </a:lnSpc>
            </a:pPr>
            <a:endParaRPr lang="en-US" altLang="en-US" sz="100" dirty="0">
              <a:solidFill>
                <a:schemeClr val="dk1"/>
              </a:solidFill>
            </a:endParaRPr>
          </a:p>
          <a:p>
            <a:pPr marL="12700" algn="l" rtl="0" eaLnBrk="0">
              <a:lnSpc>
                <a:spcPct val="98000"/>
              </a:lnSpc>
            </a:pPr>
            <a:r>
              <a:rPr sz="1800" kern="0" spc="-50" dirty="0">
                <a:solidFill>
                  <a:schemeClr val="dk1"/>
                </a:solidFill>
                <a:cs typeface="微软雅黑" panose="020B0503020204020204" charset="-122"/>
              </a:rPr>
              <a:t>IT研发</a:t>
            </a:r>
            <a:endParaRPr lang="en-US" altLang="en-US" sz="1800" kern="0" spc="-50" dirty="0">
              <a:solidFill>
                <a:schemeClr val="dk1"/>
              </a:solidFill>
              <a:cs typeface="微软雅黑" panose="020B0503020204020204" charset="-122"/>
            </a:endParaRPr>
          </a:p>
        </p:txBody>
      </p:sp>
      <p:sp>
        <p:nvSpPr>
          <p:cNvPr id="3304" name="path"/>
          <p:cNvSpPr/>
          <p:nvPr/>
        </p:nvSpPr>
        <p:spPr>
          <a:xfrm>
            <a:off x="5961969" y="3808557"/>
            <a:ext cx="316828" cy="162904"/>
          </a:xfrm>
          <a:custGeom>
            <a:avLst/>
            <a:gdLst/>
            <a:ahLst/>
            <a:cxnLst/>
            <a:rect l="0" t="0" r="0" b="0"/>
            <a:pathLst>
              <a:path w="498" h="256">
                <a:moveTo>
                  <a:pt x="491" y="7"/>
                </a:moveTo>
                <a:lnTo>
                  <a:pt x="249" y="249"/>
                </a:lnTo>
                <a:lnTo>
                  <a:pt x="7" y="7"/>
                </a:lnTo>
              </a:path>
            </a:pathLst>
          </a:custGeom>
          <a:noFill/>
          <a:ln w="12700" cap="flat">
            <a:solidFill>
              <a:srgbClr val="C55A11">
                <a:alpha val="100000"/>
              </a:srgbClr>
            </a:solidFill>
            <a:prstDash val="solid"/>
            <a:miter lim="1000000"/>
          </a:ln>
        </p:spPr>
        <p:txBody>
          <a:bodyPr rtlCol="0"/>
          <a:lstStyle/>
          <a:p>
            <a:pPr algn="ctr"/>
            <a:endParaRPr lang="zh-CN" altLang="en-US"/>
          </a:p>
        </p:txBody>
      </p:sp>
      <p:sp>
        <p:nvSpPr>
          <p:cNvPr id="3306" name="path"/>
          <p:cNvSpPr/>
          <p:nvPr/>
        </p:nvSpPr>
        <p:spPr>
          <a:xfrm>
            <a:off x="10517548" y="1348930"/>
            <a:ext cx="144946" cy="270890"/>
          </a:xfrm>
          <a:custGeom>
            <a:avLst/>
            <a:gdLst/>
            <a:ahLst/>
            <a:cxnLst/>
            <a:rect l="0" t="0" r="0" b="0"/>
            <a:pathLst>
              <a:path w="228" h="426">
                <a:moveTo>
                  <a:pt x="8" y="422"/>
                </a:moveTo>
                <a:lnTo>
                  <a:pt x="219" y="4"/>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3308" name="path"/>
          <p:cNvSpPr/>
          <p:nvPr/>
        </p:nvSpPr>
        <p:spPr>
          <a:xfrm>
            <a:off x="9013017" y="2601550"/>
            <a:ext cx="237580" cy="125140"/>
          </a:xfrm>
          <a:custGeom>
            <a:avLst/>
            <a:gdLst/>
            <a:ahLst/>
            <a:cxnLst/>
            <a:rect l="0" t="0" r="0" b="0"/>
            <a:pathLst>
              <a:path w="374" h="197">
                <a:moveTo>
                  <a:pt x="367" y="187"/>
                </a:moveTo>
                <a:lnTo>
                  <a:pt x="277" y="187"/>
                </a:lnTo>
                <a:moveTo>
                  <a:pt x="97" y="187"/>
                </a:moveTo>
                <a:lnTo>
                  <a:pt x="7" y="187"/>
                </a:lnTo>
                <a:lnTo>
                  <a:pt x="187" y="7"/>
                </a:lnTo>
                <a:lnTo>
                  <a:pt x="367" y="187"/>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310" name="path"/>
          <p:cNvSpPr/>
          <p:nvPr/>
        </p:nvSpPr>
        <p:spPr>
          <a:xfrm>
            <a:off x="2723469" y="3725164"/>
            <a:ext cx="236056" cy="124378"/>
          </a:xfrm>
          <a:custGeom>
            <a:avLst/>
            <a:gdLst/>
            <a:ahLst/>
            <a:cxnLst/>
            <a:rect l="0" t="0" r="0" b="0"/>
            <a:pathLst>
              <a:path w="371" h="195">
                <a:moveTo>
                  <a:pt x="7" y="10"/>
                </a:moveTo>
                <a:lnTo>
                  <a:pt x="96" y="10"/>
                </a:lnTo>
                <a:moveTo>
                  <a:pt x="275" y="10"/>
                </a:moveTo>
                <a:lnTo>
                  <a:pt x="364" y="10"/>
                </a:lnTo>
                <a:lnTo>
                  <a:pt x="185" y="188"/>
                </a:lnTo>
                <a:lnTo>
                  <a:pt x="7" y="10"/>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312" name="rect"/>
          <p:cNvSpPr/>
          <p:nvPr/>
        </p:nvSpPr>
        <p:spPr>
          <a:xfrm>
            <a:off x="9074657" y="3884421"/>
            <a:ext cx="114300"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314" name="rect"/>
          <p:cNvSpPr/>
          <p:nvPr/>
        </p:nvSpPr>
        <p:spPr>
          <a:xfrm>
            <a:off x="2784729" y="2552446"/>
            <a:ext cx="113537"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spTree>
    <p:custDataLst>
      <p:tags r:id="rId4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16" name="table 3316"/>
          <p:cNvGraphicFramePr>
            <a:graphicFrameLocks noGrp="1"/>
          </p:cNvGraphicFramePr>
          <p:nvPr>
            <p:custDataLst>
              <p:tags r:id="rId1"/>
            </p:custDataLst>
          </p:nvPr>
        </p:nvGraphicFramePr>
        <p:xfrm>
          <a:off x="1367662" y="1886330"/>
          <a:ext cx="8454390" cy="2724150"/>
        </p:xfrm>
        <a:graphic>
          <a:graphicData uri="http://schemas.openxmlformats.org/drawingml/2006/table">
            <a:tbl>
              <a:tblPr/>
              <a:tblGrid>
                <a:gridCol w="2117725"/>
                <a:gridCol w="2109470"/>
                <a:gridCol w="2109470"/>
                <a:gridCol w="2117725"/>
              </a:tblGrid>
              <a:tr h="2724150">
                <a:tc>
                  <a:txBody>
                    <a:bodyPr/>
                    <a:lstStyle/>
                    <a:p>
                      <a:pPr algn="l" rtl="0" eaLnBrk="0">
                        <a:lnSpc>
                          <a:spcPct val="109000"/>
                        </a:lnSpc>
                      </a:pPr>
                      <a:endParaRPr lang="en-US" altLang="en-US" sz="600" dirty="0"/>
                    </a:p>
                    <a:p>
                      <a:pPr marL="99060" indent="635" algn="l" rtl="0" eaLnBrk="0">
                        <a:lnSpc>
                          <a:spcPct val="108000"/>
                        </a:lnSpc>
                        <a:spcBef>
                          <a:spcPts val="0"/>
                        </a:spcBef>
                      </a:pPr>
                      <a:r>
                        <a:rPr sz="1400" kern="0" spc="-10" dirty="0">
                          <a:solidFill>
                            <a:srgbClr val="000000">
                              <a:alpha val="100000"/>
                            </a:srgbClr>
                          </a:solidFill>
                          <a:cs typeface="微软雅黑" panose="020B0503020204020204" charset="-122"/>
                        </a:rPr>
                        <a:t>规划阶段重要的工作准     则和依据</a:t>
                      </a:r>
                      <a:endParaRPr lang="en-US" altLang="en-US" sz="1400" dirty="0"/>
                    </a:p>
                    <a:p>
                      <a:pPr marL="108585" algn="l" rtl="0" eaLnBrk="0">
                        <a:lnSpc>
                          <a:spcPct val="97000"/>
                        </a:lnSpc>
                        <a:spcBef>
                          <a:spcPts val="960"/>
                        </a:spcBef>
                      </a:pPr>
                      <a:r>
                        <a:rPr sz="1000" kern="0" spc="-80" dirty="0">
                          <a:solidFill>
                            <a:srgbClr val="AAB4FC">
                              <a:alpha val="100000"/>
                            </a:srgbClr>
                          </a:solidFill>
                          <a:cs typeface="Wingdings" panose="05000000000000000000"/>
                        </a:rPr>
                        <a:t>.</a:t>
                      </a:r>
                      <a:r>
                        <a:rPr sz="1000" kern="0" spc="410" dirty="0">
                          <a:solidFill>
                            <a:srgbClr val="AAB4FC">
                              <a:alpha val="100000"/>
                            </a:srgbClr>
                          </a:solidFill>
                          <a:cs typeface="Wingdings" panose="05000000000000000000"/>
                        </a:rPr>
                        <a:t> </a:t>
                      </a:r>
                      <a:r>
                        <a:rPr sz="1400" kern="0" spc="-80" dirty="0">
                          <a:solidFill>
                            <a:srgbClr val="000000">
                              <a:alpha val="100000"/>
                            </a:srgbClr>
                          </a:solidFill>
                          <a:cs typeface="微软雅黑" panose="020B0503020204020204" charset="-122"/>
                        </a:rPr>
                        <a:t>需求评审委员会制度</a:t>
                      </a:r>
                      <a:endParaRPr lang="en-US" altLang="en-US" sz="1400" dirty="0"/>
                    </a:p>
                    <a:p>
                      <a:pPr algn="l" rtl="0" eaLnBrk="0">
                        <a:lnSpc>
                          <a:spcPct val="100000"/>
                        </a:lnSpc>
                      </a:pPr>
                      <a:endParaRPr lang="en-US" altLang="en-US" sz="800" dirty="0"/>
                    </a:p>
                    <a:p>
                      <a:pPr marL="108585" algn="l" rtl="0" eaLnBrk="0">
                        <a:lnSpc>
                          <a:spcPct val="98000"/>
                        </a:lnSpc>
                        <a:spcBef>
                          <a:spcPts val="5"/>
                        </a:spcBef>
                      </a:pPr>
                      <a:r>
                        <a:rPr sz="1000" kern="0" spc="-110" dirty="0">
                          <a:solidFill>
                            <a:srgbClr val="AAB4FC">
                              <a:alpha val="100000"/>
                            </a:srgbClr>
                          </a:solidFill>
                          <a:cs typeface="Wingdings" panose="05000000000000000000"/>
                        </a:rPr>
                        <a:t>.</a:t>
                      </a:r>
                      <a:r>
                        <a:rPr sz="1000" kern="0" spc="370" dirty="0">
                          <a:solidFill>
                            <a:srgbClr val="AAB4FC">
                              <a:alpha val="100000"/>
                            </a:srgbClr>
                          </a:solidFill>
                          <a:cs typeface="Wingdings" panose="05000000000000000000"/>
                        </a:rPr>
                        <a:t> </a:t>
                      </a:r>
                      <a:r>
                        <a:rPr sz="1400" kern="0" spc="-110" dirty="0">
                          <a:solidFill>
                            <a:srgbClr val="000000">
                              <a:alpha val="100000"/>
                            </a:srgbClr>
                          </a:solidFill>
                          <a:cs typeface="微软雅黑" panose="020B0503020204020204" charset="-122"/>
                        </a:rPr>
                        <a:t>基线变更制度</a:t>
                      </a:r>
                      <a:endParaRPr lang="en-US" altLang="en-US" sz="1400" dirty="0"/>
                    </a:p>
                  </a:txBody>
                  <a:tcPr marL="0" marR="0" marT="0" marB="0" vert="horz">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algn="l" rtl="0" eaLnBrk="0">
                        <a:lnSpc>
                          <a:spcPct val="109000"/>
                        </a:lnSpc>
                      </a:pPr>
                      <a:endParaRPr lang="en-US" altLang="en-US" sz="600" dirty="0"/>
                    </a:p>
                    <a:p>
                      <a:pPr marL="93345" indent="1905" algn="l" rtl="0" eaLnBrk="0">
                        <a:lnSpc>
                          <a:spcPct val="108000"/>
                        </a:lnSpc>
                        <a:spcBef>
                          <a:spcPts val="0"/>
                        </a:spcBef>
                      </a:pPr>
                      <a:r>
                        <a:rPr sz="1400" kern="0" spc="-10" dirty="0">
                          <a:solidFill>
                            <a:srgbClr val="000000">
                              <a:alpha val="100000"/>
                            </a:srgbClr>
                          </a:solidFill>
                          <a:cs typeface="微软雅黑" panose="020B0503020204020204" charset="-122"/>
                        </a:rPr>
                        <a:t>设计阶段重要的工作准     则和依据</a:t>
                      </a:r>
                      <a:endParaRPr lang="en-US" altLang="en-US" sz="1400" dirty="0"/>
                    </a:p>
                    <a:p>
                      <a:pPr algn="l" rtl="0" eaLnBrk="0">
                        <a:lnSpc>
                          <a:spcPct val="113000"/>
                        </a:lnSpc>
                      </a:pPr>
                      <a:endParaRPr lang="en-US" altLang="en-US" sz="700" dirty="0"/>
                    </a:p>
                    <a:p>
                      <a:pPr algn="l" rtl="0" eaLnBrk="0">
                        <a:lnSpc>
                          <a:spcPct val="6000"/>
                        </a:lnSpc>
                      </a:pPr>
                      <a:endParaRPr lang="en-US" altLang="en-US" sz="100" dirty="0"/>
                    </a:p>
                    <a:p>
                      <a:pPr marL="102870" algn="l" rtl="0" eaLnBrk="0">
                        <a:lnSpc>
                          <a:spcPts val="1630"/>
                        </a:lnSpc>
                      </a:pPr>
                      <a:r>
                        <a:rPr sz="900" kern="0" spc="-50" dirty="0">
                          <a:solidFill>
                            <a:srgbClr val="AAB4FC">
                              <a:alpha val="100000"/>
                            </a:srgbClr>
                          </a:solidFill>
                          <a:cs typeface="Wingdings" panose="05000000000000000000"/>
                        </a:rPr>
                        <a:t>.</a:t>
                      </a:r>
                      <a:r>
                        <a:rPr sz="900" kern="0" spc="490" dirty="0">
                          <a:solidFill>
                            <a:srgbClr val="AAB4FC">
                              <a:alpha val="100000"/>
                            </a:srgbClr>
                          </a:solidFill>
                          <a:cs typeface="Wingdings" panose="05000000000000000000"/>
                        </a:rPr>
                        <a:t> </a:t>
                      </a:r>
                      <a:r>
                        <a:rPr sz="1300" kern="0" spc="-50" dirty="0">
                          <a:solidFill>
                            <a:srgbClr val="000000">
                              <a:alpha val="100000"/>
                            </a:srgbClr>
                          </a:solidFill>
                          <a:cs typeface="微软雅黑" panose="020B0503020204020204" charset="-122"/>
                        </a:rPr>
                        <a:t>变更规范</a:t>
                      </a:r>
                      <a:endParaRPr lang="en-US" altLang="en-US" sz="1300" dirty="0"/>
                    </a:p>
                  </a:txBody>
                  <a:tcPr marL="0" marR="0" marT="0" marB="0" vert="horz">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algn="l" rtl="0" eaLnBrk="0">
                        <a:lnSpc>
                          <a:spcPct val="109000"/>
                        </a:lnSpc>
                      </a:pPr>
                      <a:endParaRPr lang="en-US" altLang="en-US" sz="600" dirty="0"/>
                    </a:p>
                    <a:p>
                      <a:pPr marL="93980" indent="1270" algn="l" rtl="0" eaLnBrk="0">
                        <a:lnSpc>
                          <a:spcPct val="108000"/>
                        </a:lnSpc>
                        <a:spcBef>
                          <a:spcPts val="0"/>
                        </a:spcBef>
                      </a:pPr>
                      <a:r>
                        <a:rPr sz="1400" kern="0" spc="-10" dirty="0">
                          <a:solidFill>
                            <a:srgbClr val="000000">
                              <a:alpha val="100000"/>
                            </a:srgbClr>
                          </a:solidFill>
                          <a:cs typeface="微软雅黑" panose="020B0503020204020204" charset="-122"/>
                        </a:rPr>
                        <a:t>开发阶段重要的工作准     则和依据</a:t>
                      </a:r>
                      <a:endParaRPr lang="en-US" altLang="en-US" sz="1400" dirty="0"/>
                    </a:p>
                    <a:p>
                      <a:pPr algn="l" rtl="0" eaLnBrk="0">
                        <a:lnSpc>
                          <a:spcPct val="113000"/>
                        </a:lnSpc>
                      </a:pPr>
                      <a:endParaRPr lang="en-US" altLang="en-US" sz="700" dirty="0"/>
                    </a:p>
                    <a:p>
                      <a:pPr algn="l" rtl="0" eaLnBrk="0">
                        <a:lnSpc>
                          <a:spcPct val="6000"/>
                        </a:lnSpc>
                      </a:pPr>
                      <a:endParaRPr lang="en-US" altLang="en-US" sz="100" dirty="0"/>
                    </a:p>
                    <a:p>
                      <a:pPr marL="103505" algn="l" rtl="0" eaLnBrk="0">
                        <a:lnSpc>
                          <a:spcPts val="1630"/>
                        </a:lnSpc>
                      </a:pPr>
                      <a:r>
                        <a:rPr sz="900" kern="0" spc="-50" dirty="0">
                          <a:solidFill>
                            <a:srgbClr val="AAB4FC">
                              <a:alpha val="100000"/>
                            </a:srgbClr>
                          </a:solidFill>
                          <a:cs typeface="Wingdings" panose="05000000000000000000"/>
                        </a:rPr>
                        <a:t>.</a:t>
                      </a:r>
                      <a:r>
                        <a:rPr sz="900" kern="0" spc="480" dirty="0">
                          <a:solidFill>
                            <a:srgbClr val="AAB4FC">
                              <a:alpha val="100000"/>
                            </a:srgbClr>
                          </a:solidFill>
                          <a:cs typeface="Wingdings" panose="05000000000000000000"/>
                        </a:rPr>
                        <a:t> </a:t>
                      </a:r>
                      <a:r>
                        <a:rPr sz="1300" kern="0" spc="-50" dirty="0">
                          <a:solidFill>
                            <a:srgbClr val="000000">
                              <a:alpha val="100000"/>
                            </a:srgbClr>
                          </a:solidFill>
                          <a:cs typeface="微软雅黑" panose="020B0503020204020204" charset="-122"/>
                        </a:rPr>
                        <a:t>评估规范</a:t>
                      </a:r>
                      <a:endParaRPr lang="en-US" altLang="en-US" sz="1300" dirty="0"/>
                    </a:p>
                  </a:txBody>
                  <a:tcPr marL="0" marR="0" marT="0" marB="0" vert="horz">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algn="l" rtl="0" eaLnBrk="0">
                        <a:lnSpc>
                          <a:spcPct val="109000"/>
                        </a:lnSpc>
                      </a:pPr>
                      <a:endParaRPr lang="en-US" altLang="en-US" sz="600" dirty="0"/>
                    </a:p>
                    <a:p>
                      <a:pPr marL="94615" indent="635" algn="l" rtl="0" eaLnBrk="0">
                        <a:lnSpc>
                          <a:spcPct val="108000"/>
                        </a:lnSpc>
                        <a:spcBef>
                          <a:spcPts val="0"/>
                        </a:spcBef>
                      </a:pPr>
                      <a:r>
                        <a:rPr sz="1400" kern="0" spc="0" dirty="0">
                          <a:solidFill>
                            <a:srgbClr val="000000">
                              <a:alpha val="100000"/>
                            </a:srgbClr>
                          </a:solidFill>
                          <a:cs typeface="微软雅黑" panose="020B0503020204020204" charset="-122"/>
                        </a:rPr>
                        <a:t>推广阶段重要的工作</a:t>
                      </a:r>
                      <a:r>
                        <a:rPr sz="1400" kern="0" spc="-10" dirty="0">
                          <a:solidFill>
                            <a:srgbClr val="000000">
                              <a:alpha val="100000"/>
                            </a:srgbClr>
                          </a:solidFill>
                          <a:cs typeface="微软雅黑" panose="020B0503020204020204" charset="-122"/>
                        </a:rPr>
                        <a:t>准     则和依据</a:t>
                      </a:r>
                      <a:endParaRPr lang="en-US" altLang="en-US" sz="1400" dirty="0"/>
                    </a:p>
                    <a:p>
                      <a:pPr marL="364490" indent="-260350" algn="l" rtl="0" eaLnBrk="0">
                        <a:lnSpc>
                          <a:spcPct val="109000"/>
                        </a:lnSpc>
                        <a:spcBef>
                          <a:spcPts val="940"/>
                        </a:spcBef>
                      </a:pPr>
                      <a:r>
                        <a:rPr sz="1000" kern="0" spc="-80" dirty="0">
                          <a:solidFill>
                            <a:srgbClr val="AAB4FC">
                              <a:alpha val="100000"/>
                            </a:srgbClr>
                          </a:solidFill>
                          <a:cs typeface="Wingdings" panose="05000000000000000000"/>
                        </a:rPr>
                        <a:t>.</a:t>
                      </a:r>
                      <a:r>
                        <a:rPr sz="1000" kern="0" spc="410" dirty="0">
                          <a:solidFill>
                            <a:srgbClr val="AAB4FC">
                              <a:alpha val="100000"/>
                            </a:srgbClr>
                          </a:solidFill>
                          <a:cs typeface="Wingdings" panose="05000000000000000000"/>
                        </a:rPr>
                        <a:t> </a:t>
                      </a:r>
                      <a:r>
                        <a:rPr sz="1400" kern="0" spc="-80" dirty="0">
                          <a:solidFill>
                            <a:srgbClr val="000000">
                              <a:alpha val="100000"/>
                            </a:srgbClr>
                          </a:solidFill>
                          <a:cs typeface="微软雅黑" panose="020B0503020204020204" charset="-122"/>
                        </a:rPr>
                        <a:t>重大、紧急事件处理</a:t>
                      </a:r>
                      <a:r>
                        <a:rPr sz="1400" kern="0" spc="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流程</a:t>
                      </a:r>
                      <a:endParaRPr lang="en-US" altLang="en-US" sz="1400" dirty="0"/>
                    </a:p>
                    <a:p>
                      <a:pPr algn="l" rtl="0" eaLnBrk="0">
                        <a:lnSpc>
                          <a:spcPct val="100000"/>
                        </a:lnSpc>
                      </a:pPr>
                      <a:endParaRPr lang="en-US" altLang="en-US" sz="800" dirty="0"/>
                    </a:p>
                    <a:p>
                      <a:pPr marL="104140" algn="l" rtl="0" eaLnBrk="0">
                        <a:lnSpc>
                          <a:spcPct val="97000"/>
                        </a:lnSpc>
                        <a:spcBef>
                          <a:spcPts val="5"/>
                        </a:spcBef>
                      </a:pPr>
                      <a:r>
                        <a:rPr sz="1000" kern="0" spc="-110" dirty="0">
                          <a:solidFill>
                            <a:srgbClr val="AAB4FC">
                              <a:alpha val="100000"/>
                            </a:srgbClr>
                          </a:solidFill>
                          <a:cs typeface="Wingdings" panose="05000000000000000000"/>
                        </a:rPr>
                        <a:t>.</a:t>
                      </a:r>
                      <a:r>
                        <a:rPr sz="1000" kern="0" spc="620" dirty="0">
                          <a:solidFill>
                            <a:srgbClr val="AAB4FC">
                              <a:alpha val="100000"/>
                            </a:srgbClr>
                          </a:solidFill>
                          <a:cs typeface="Wingdings" panose="05000000000000000000"/>
                        </a:rPr>
                        <a:t> </a:t>
                      </a:r>
                      <a:r>
                        <a:rPr sz="1400" kern="0" spc="-110" dirty="0">
                          <a:solidFill>
                            <a:srgbClr val="000000">
                              <a:alpha val="100000"/>
                            </a:srgbClr>
                          </a:solidFill>
                          <a:cs typeface="微软雅黑" panose="020B0503020204020204" charset="-122"/>
                        </a:rPr>
                        <a:t>日常问题处理规范</a:t>
                      </a:r>
                      <a:endParaRPr lang="en-US" altLang="en-US" sz="1400" dirty="0"/>
                    </a:p>
                  </a:txBody>
                  <a:tcPr marL="0" marR="0" marT="0" marB="0" vert="horz">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r>
            </a:tbl>
          </a:graphicData>
        </a:graphic>
      </p:graphicFrame>
      <p:sp>
        <p:nvSpPr>
          <p:cNvPr id="3318" name="textbox 3318"/>
          <p:cNvSpPr/>
          <p:nvPr>
            <p:custDataLst>
              <p:tags r:id="rId2"/>
            </p:custDataLst>
          </p:nvPr>
        </p:nvSpPr>
        <p:spPr>
          <a:xfrm>
            <a:off x="1162892" y="4976616"/>
            <a:ext cx="8892540" cy="702944"/>
          </a:xfrm>
          <a:prstGeom prst="rect">
            <a:avLst/>
          </a:prstGeom>
        </p:spPr>
        <p:txBody>
          <a:bodyPr vert="horz" wrap="square" lIns="0" tIns="0" rIns="0" bIns="0">
            <a:normAutofit/>
          </a:bodyPr>
          <a:lstStyle/>
          <a:p>
            <a:pPr algn="l" rtl="0" eaLnBrk="0">
              <a:lnSpc>
                <a:spcPct val="72000"/>
              </a:lnSpc>
            </a:pPr>
            <a:endParaRPr lang="en-US" altLang="en-US" sz="100" dirty="0">
              <a:solidFill>
                <a:schemeClr val="tx1"/>
              </a:solidFill>
            </a:endParaRPr>
          </a:p>
          <a:p>
            <a:pPr marL="12700" indent="17145" algn="l" rtl="0" eaLnBrk="0">
              <a:lnSpc>
                <a:spcPct val="99000"/>
              </a:lnSpc>
            </a:pPr>
            <a:r>
              <a:rPr sz="1400" kern="0" spc="0" dirty="0">
                <a:solidFill>
                  <a:schemeClr val="tx1"/>
                </a:solidFill>
                <a:cs typeface="微软雅黑" panose="020B0503020204020204" charset="-122"/>
              </a:rPr>
              <a:t>1.制定BTIT组织及相关配合部门人员的工作制度可以明确这些组织或</a:t>
            </a:r>
            <a:r>
              <a:rPr sz="1400" kern="0" spc="-10" dirty="0">
                <a:solidFill>
                  <a:schemeClr val="tx1"/>
                </a:solidFill>
                <a:cs typeface="微软雅黑" panose="020B0503020204020204" charset="-122"/>
              </a:rPr>
              <a:t>人员做些什么工作、如何开展工作。同时也明 </a:t>
            </a:r>
            <a:r>
              <a:rPr sz="1400" kern="0" spc="0" dirty="0">
                <a:solidFill>
                  <a:schemeClr val="tx1"/>
                </a:solidFill>
                <a:cs typeface="微软雅黑" panose="020B0503020204020204" charset="-122"/>
              </a:rPr>
              <a:t>确相关人员不得做些什么，以及违背了会受到什么样的惩罚。</a:t>
            </a:r>
            <a:endParaRPr lang="en-US" altLang="en-US" sz="1400" dirty="0">
              <a:solidFill>
                <a:schemeClr val="tx1"/>
              </a:solidFill>
            </a:endParaRPr>
          </a:p>
          <a:p>
            <a:pPr marL="21590" algn="l" rtl="0" eaLnBrk="0">
              <a:lnSpc>
                <a:spcPct val="97000"/>
              </a:lnSpc>
              <a:spcBef>
                <a:spcPts val="390"/>
              </a:spcBef>
            </a:pPr>
            <a:r>
              <a:rPr sz="1400" kern="0" spc="0" dirty="0">
                <a:solidFill>
                  <a:schemeClr val="tx1"/>
                </a:solidFill>
                <a:cs typeface="微软雅黑" panose="020B0503020204020204" charset="-122"/>
              </a:rPr>
              <a:t>2. 上述制度应根据实际执行情况，不断完</a:t>
            </a:r>
            <a:r>
              <a:rPr sz="1400" kern="0" spc="-10" dirty="0">
                <a:solidFill>
                  <a:schemeClr val="tx1"/>
                </a:solidFill>
                <a:cs typeface="微软雅黑" panose="020B0503020204020204" charset="-122"/>
              </a:rPr>
              <a:t>善</a:t>
            </a:r>
            <a:endParaRPr lang="en-US" altLang="en-US" sz="1400" kern="0" spc="-10" dirty="0">
              <a:solidFill>
                <a:schemeClr val="tx1"/>
              </a:solidFill>
              <a:cs typeface="微软雅黑" panose="020B0503020204020204" charset="-122"/>
            </a:endParaRPr>
          </a:p>
        </p:txBody>
      </p:sp>
      <p:sp>
        <p:nvSpPr>
          <p:cNvPr id="3322" name="textbox 3322"/>
          <p:cNvSpPr/>
          <p:nvPr>
            <p:custDataLst>
              <p:tags r:id="rId3"/>
            </p:custDataLst>
          </p:nvPr>
        </p:nvSpPr>
        <p:spPr>
          <a:xfrm>
            <a:off x="879506" y="492982"/>
            <a:ext cx="9547225" cy="320675"/>
          </a:xfrm>
          <a:prstGeom prst="rect">
            <a:avLst/>
          </a:prstGeom>
        </p:spPr>
        <p:txBody>
          <a:bodyPr vert="horz" wrap="square" lIns="0" tIns="0" rIns="0" bIns="0"/>
          <a:lstStyle/>
          <a:p>
            <a:pPr algn="l" rtl="0" eaLnBrk="0">
              <a:lnSpc>
                <a:spcPct val="80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从制度上明确适应业务变革支持的各阶段/部门协调配合，约束执行的行动准则和依据</a:t>
            </a:r>
            <a:endParaRPr lang="en-US" altLang="en-US" sz="2000" b="1" kern="0" spc="0" dirty="0">
              <a:solidFill>
                <a:schemeClr val="dk1"/>
              </a:solidFill>
              <a:cs typeface="微软雅黑" panose="020B0503020204020204" charset="-122"/>
            </a:endParaRPr>
          </a:p>
        </p:txBody>
      </p:sp>
      <p:sp>
        <p:nvSpPr>
          <p:cNvPr id="3324" name="textbox 3324"/>
          <p:cNvSpPr/>
          <p:nvPr>
            <p:custDataLst>
              <p:tags r:id="rId4"/>
            </p:custDataLst>
          </p:nvPr>
        </p:nvSpPr>
        <p:spPr>
          <a:xfrm>
            <a:off x="5657088" y="1341120"/>
            <a:ext cx="2089785"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7905" algn="l" rtl="0" eaLnBrk="0">
              <a:lnSpc>
                <a:spcPts val="1855"/>
              </a:lnSpc>
              <a:spcBef>
                <a:spcPts val="5"/>
              </a:spcBef>
            </a:pPr>
            <a:r>
              <a:rPr sz="1500" b="1" kern="0" spc="70" dirty="0">
                <a:solidFill>
                  <a:schemeClr val="tx1"/>
                </a:solidFill>
                <a:cs typeface="微软雅黑" panose="020B0503020204020204" charset="-122"/>
              </a:rPr>
              <a:t>开发</a:t>
            </a:r>
            <a:endParaRPr lang="en-US" altLang="en-US" sz="1500" b="1" kern="0" spc="70" dirty="0">
              <a:solidFill>
                <a:schemeClr val="tx1"/>
              </a:solidFill>
              <a:cs typeface="微软雅黑" panose="020B0503020204020204" charset="-122"/>
            </a:endParaRPr>
          </a:p>
        </p:txBody>
      </p:sp>
      <p:sp>
        <p:nvSpPr>
          <p:cNvPr id="3326" name="textbox 3326"/>
          <p:cNvSpPr/>
          <p:nvPr>
            <p:custDataLst>
              <p:tags r:id="rId5"/>
            </p:custDataLst>
          </p:nvPr>
        </p:nvSpPr>
        <p:spPr>
          <a:xfrm>
            <a:off x="3515867" y="1341120"/>
            <a:ext cx="2088514"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4730" algn="l" rtl="0" eaLnBrk="0">
              <a:lnSpc>
                <a:spcPts val="1860"/>
              </a:lnSpc>
              <a:spcBef>
                <a:spcPts val="5"/>
              </a:spcBef>
            </a:pPr>
            <a:r>
              <a:rPr sz="1500" b="1" kern="0" spc="80" dirty="0">
                <a:solidFill>
                  <a:schemeClr val="tx1"/>
                </a:solidFill>
                <a:cs typeface="微软雅黑" panose="020B0503020204020204" charset="-122"/>
              </a:rPr>
              <a:t>设计</a:t>
            </a:r>
            <a:endParaRPr lang="en-US" altLang="en-US" sz="1500" b="1" kern="0" spc="80" dirty="0">
              <a:solidFill>
                <a:schemeClr val="tx1"/>
              </a:solidFill>
              <a:cs typeface="微软雅黑" panose="020B0503020204020204" charset="-122"/>
            </a:endParaRPr>
          </a:p>
        </p:txBody>
      </p:sp>
      <p:sp>
        <p:nvSpPr>
          <p:cNvPr id="3328" name="textbox 3328"/>
          <p:cNvSpPr/>
          <p:nvPr>
            <p:custDataLst>
              <p:tags r:id="rId6"/>
            </p:custDataLst>
          </p:nvPr>
        </p:nvSpPr>
        <p:spPr>
          <a:xfrm>
            <a:off x="7799831" y="1341120"/>
            <a:ext cx="2088514"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5365" algn="l" rtl="0" eaLnBrk="0">
              <a:lnSpc>
                <a:spcPts val="1860"/>
              </a:lnSpc>
              <a:spcBef>
                <a:spcPts val="5"/>
              </a:spcBef>
            </a:pPr>
            <a:r>
              <a:rPr sz="1500" b="1" kern="0" spc="80" dirty="0">
                <a:solidFill>
                  <a:schemeClr val="tx1"/>
                </a:solidFill>
                <a:cs typeface="微软雅黑" panose="020B0503020204020204" charset="-122"/>
              </a:rPr>
              <a:t>推行</a:t>
            </a:r>
            <a:endParaRPr lang="en-US" altLang="en-US" sz="1500" b="1" kern="0" spc="80" dirty="0">
              <a:solidFill>
                <a:schemeClr val="tx1"/>
              </a:solidFill>
              <a:cs typeface="微软雅黑" panose="020B0503020204020204" charset="-122"/>
            </a:endParaRPr>
          </a:p>
        </p:txBody>
      </p:sp>
      <p:sp>
        <p:nvSpPr>
          <p:cNvPr id="3330" name="textbox 3330"/>
          <p:cNvSpPr/>
          <p:nvPr>
            <p:custDataLst>
              <p:tags r:id="rId7"/>
            </p:custDataLst>
          </p:nvPr>
        </p:nvSpPr>
        <p:spPr>
          <a:xfrm>
            <a:off x="1374647" y="1341120"/>
            <a:ext cx="2086610"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822325" algn="l" rtl="0" eaLnBrk="0">
              <a:lnSpc>
                <a:spcPts val="1850"/>
              </a:lnSpc>
              <a:spcBef>
                <a:spcPts val="5"/>
              </a:spcBef>
            </a:pPr>
            <a:r>
              <a:rPr sz="1500" b="1" kern="0" spc="80" dirty="0">
                <a:solidFill>
                  <a:schemeClr val="tx1"/>
                </a:solidFill>
                <a:cs typeface="微软雅黑" panose="020B0503020204020204" charset="-122"/>
              </a:rPr>
              <a:t>规划</a:t>
            </a:r>
            <a:endParaRPr lang="en-US" altLang="en-US" sz="1500" b="1" kern="0" spc="80" dirty="0">
              <a:solidFill>
                <a:schemeClr val="tx1"/>
              </a:solidFill>
              <a:cs typeface="微软雅黑" panose="020B0503020204020204" charset="-122"/>
            </a:endParaRPr>
          </a:p>
        </p:txBody>
      </p:sp>
      <p:grpSp>
        <p:nvGrpSpPr>
          <p:cNvPr id="340" name="group 340"/>
          <p:cNvGrpSpPr/>
          <p:nvPr/>
        </p:nvGrpSpPr>
        <p:grpSpPr>
          <a:xfrm rot="21600000">
            <a:off x="10517548" y="1348930"/>
            <a:ext cx="1613066" cy="270890"/>
            <a:chOff x="0" y="0"/>
            <a:chExt cx="1613066" cy="270890"/>
          </a:xfrm>
        </p:grpSpPr>
        <p:pic>
          <p:nvPicPr>
            <p:cNvPr id="3334" name="picture 3334"/>
            <p:cNvPicPr>
              <a:picLocks noChangeAspect="1"/>
            </p:cNvPicPr>
            <p:nvPr>
              <p:custDataLst>
                <p:tags r:id="rId8"/>
              </p:custDataLst>
            </p:nvPr>
          </p:nvPicPr>
          <p:blipFill>
            <a:blip r:embed="rId9"/>
            <a:stretch>
              <a:fillRect/>
            </a:stretch>
          </p:blipFill>
          <p:spPr>
            <a:xfrm rot="21600000">
              <a:off x="0" y="0"/>
              <a:ext cx="1613066" cy="270890"/>
            </a:xfrm>
            <a:prstGeom prst="rect">
              <a:avLst/>
            </a:prstGeom>
          </p:spPr>
        </p:pic>
        <p:sp>
          <p:nvSpPr>
            <p:cNvPr id="3336" name="textbox 3336"/>
            <p:cNvSpPr/>
            <p:nvPr>
              <p:custDataLst>
                <p:tags r:id="rId10"/>
              </p:custDataLst>
            </p:nvPr>
          </p:nvSpPr>
          <p:spPr>
            <a:xfrm>
              <a:off x="-12700" y="-12700"/>
              <a:ext cx="1638935" cy="307975"/>
            </a:xfrm>
            <a:prstGeom prst="rect">
              <a:avLst/>
            </a:prstGeom>
          </p:spPr>
          <p:txBody>
            <a:bodyPr vert="horz" wrap="square" lIns="0" tIns="0" rIns="0" bIns="0">
              <a:normAutofit/>
            </a:bodyPr>
            <a:lstStyle/>
            <a:p>
              <a:pPr algn="l" rtl="0" eaLnBrk="0">
                <a:lnSpc>
                  <a:spcPct val="104000"/>
                </a:lnSpc>
              </a:pPr>
              <a:endParaRPr lang="en-US" altLang="en-US" sz="600" dirty="0">
                <a:solidFill>
                  <a:schemeClr val="dk1"/>
                </a:solidFill>
              </a:endParaRPr>
            </a:p>
            <a:p>
              <a:pPr marL="707390" algn="l" rtl="0" eaLnBrk="0">
                <a:lnSpc>
                  <a:spcPct val="97000"/>
                </a:lnSpc>
                <a:spcBef>
                  <a:spcPts val="0"/>
                </a:spcBef>
              </a:pPr>
              <a:r>
                <a:rPr sz="900" kern="0" spc="-10" dirty="0">
                  <a:solidFill>
                    <a:schemeClr val="dk1"/>
                  </a:solidFill>
                  <a:cs typeface="微软雅黑" panose="020B0503020204020204" charset="-122"/>
                </a:rPr>
                <a:t>技能</a:t>
              </a:r>
              <a:endParaRPr lang="en-US" altLang="en-US" sz="900" kern="0" spc="-10" dirty="0">
                <a:solidFill>
                  <a:schemeClr val="dk1"/>
                </a:solidFill>
                <a:cs typeface="微软雅黑" panose="020B0503020204020204" charset="-122"/>
              </a:endParaRPr>
            </a:p>
          </p:txBody>
        </p:sp>
      </p:grpSp>
      <p:grpSp>
        <p:nvGrpSpPr>
          <p:cNvPr id="342" name="group 342"/>
          <p:cNvGrpSpPr/>
          <p:nvPr/>
        </p:nvGrpSpPr>
        <p:grpSpPr>
          <a:xfrm rot="21600000">
            <a:off x="10918360" y="554926"/>
            <a:ext cx="811441" cy="270890"/>
            <a:chOff x="0" y="0"/>
            <a:chExt cx="811441" cy="270890"/>
          </a:xfrm>
        </p:grpSpPr>
        <p:grpSp>
          <p:nvGrpSpPr>
            <p:cNvPr id="344" name="group 344"/>
            <p:cNvGrpSpPr/>
            <p:nvPr/>
          </p:nvGrpSpPr>
          <p:grpSpPr>
            <a:xfrm rot="21600000">
              <a:off x="0" y="0"/>
              <a:ext cx="811441" cy="270890"/>
              <a:chOff x="0" y="0"/>
              <a:chExt cx="811441" cy="270890"/>
            </a:xfrm>
          </p:grpSpPr>
          <p:sp>
            <p:nvSpPr>
              <p:cNvPr id="3338" name="path"/>
              <p:cNvSpPr/>
              <p:nvPr/>
            </p:nvSpPr>
            <p:spPr>
              <a:xfrm>
                <a:off x="5670" y="2857"/>
                <a:ext cx="800100" cy="265175"/>
              </a:xfrm>
              <a:custGeom>
                <a:avLst/>
                <a:gdLst/>
                <a:ahLst/>
                <a:cxnLst/>
                <a:rect l="0" t="0" r="0" b="0"/>
                <a:pathLst>
                  <a:path w="1260" h="417">
                    <a:moveTo>
                      <a:pt x="0" y="417"/>
                    </a:moveTo>
                    <a:lnTo>
                      <a:pt x="210" y="0"/>
                    </a:lnTo>
                    <a:lnTo>
                      <a:pt x="1049" y="0"/>
                    </a:lnTo>
                    <a:lnTo>
                      <a:pt x="1260" y="417"/>
                    </a:lnTo>
                    <a:lnTo>
                      <a:pt x="0" y="417"/>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340" name="path"/>
              <p:cNvSpPr/>
              <p:nvPr/>
            </p:nvSpPr>
            <p:spPr>
              <a:xfrm>
                <a:off x="0" y="0"/>
                <a:ext cx="811441" cy="270890"/>
              </a:xfrm>
              <a:custGeom>
                <a:avLst/>
                <a:gdLst/>
                <a:ahLst/>
                <a:cxnLst/>
                <a:rect l="0" t="0" r="0" b="0"/>
                <a:pathLst>
                  <a:path w="1277" h="426">
                    <a:moveTo>
                      <a:pt x="8" y="422"/>
                    </a:moveTo>
                    <a:lnTo>
                      <a:pt x="219" y="4"/>
                    </a:lnTo>
                    <a:moveTo>
                      <a:pt x="1058" y="4"/>
                    </a:moveTo>
                    <a:lnTo>
                      <a:pt x="1268" y="422"/>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342" name="textbox 3342"/>
            <p:cNvSpPr/>
            <p:nvPr>
              <p:custDataLst>
                <p:tags r:id="rId11"/>
              </p:custDataLst>
            </p:nvPr>
          </p:nvSpPr>
          <p:spPr>
            <a:xfrm>
              <a:off x="-12700" y="-12700"/>
              <a:ext cx="836930" cy="308609"/>
            </a:xfrm>
            <a:prstGeom prst="rect">
              <a:avLst/>
            </a:prstGeom>
          </p:spPr>
          <p:txBody>
            <a:bodyPr vert="horz" wrap="square" lIns="0" tIns="0" rIns="0" bIns="0">
              <a:normAutofit/>
            </a:bodyPr>
            <a:lstStyle/>
            <a:p>
              <a:pPr algn="l" rtl="0" eaLnBrk="0">
                <a:lnSpc>
                  <a:spcPct val="102000"/>
                </a:lnSpc>
              </a:pPr>
              <a:endParaRPr lang="en-US" altLang="en-US" sz="600" dirty="0">
                <a:solidFill>
                  <a:schemeClr val="dk1"/>
                </a:solidFill>
              </a:endParaRPr>
            </a:p>
            <a:p>
              <a:pPr marL="306705" algn="l" rtl="0" eaLnBrk="0">
                <a:lnSpc>
                  <a:spcPct val="98000"/>
                </a:lnSpc>
                <a:spcBef>
                  <a:spcPts val="0"/>
                </a:spcBef>
              </a:pPr>
              <a:r>
                <a:rPr sz="900" kern="0" spc="-10" dirty="0">
                  <a:solidFill>
                    <a:schemeClr val="dk1"/>
                  </a:solidFill>
                  <a:cs typeface="微软雅黑" panose="020B0503020204020204" charset="-122"/>
                </a:rPr>
                <a:t>制度</a:t>
              </a:r>
              <a:endParaRPr lang="en-US" altLang="en-US" sz="900" kern="0" spc="-10" dirty="0">
                <a:solidFill>
                  <a:schemeClr val="dk1"/>
                </a:solidFill>
                <a:cs typeface="微软雅黑" panose="020B0503020204020204" charset="-122"/>
              </a:endParaRPr>
            </a:p>
          </p:txBody>
        </p:sp>
      </p:grpSp>
      <p:sp>
        <p:nvSpPr>
          <p:cNvPr id="3344" name="path"/>
          <p:cNvSpPr/>
          <p:nvPr/>
        </p:nvSpPr>
        <p:spPr>
          <a:xfrm>
            <a:off x="10923523" y="816609"/>
            <a:ext cx="800607" cy="12700"/>
          </a:xfrm>
          <a:custGeom>
            <a:avLst/>
            <a:gdLst/>
            <a:ahLst/>
            <a:cxnLst/>
            <a:rect l="0" t="0" r="0" b="0"/>
            <a:pathLst>
              <a:path w="1260" h="20">
                <a:moveTo>
                  <a:pt x="1260" y="10"/>
                </a:moveTo>
                <a:lnTo>
                  <a:pt x="0" y="10"/>
                </a:lnTo>
                <a:moveTo>
                  <a:pt x="0" y="10"/>
                </a:moveTo>
                <a:lnTo>
                  <a:pt x="1259"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346" name="group 346"/>
          <p:cNvGrpSpPr/>
          <p:nvPr/>
        </p:nvGrpSpPr>
        <p:grpSpPr>
          <a:xfrm rot="21600000">
            <a:off x="10784248" y="820102"/>
            <a:ext cx="1078141" cy="270890"/>
            <a:chOff x="0" y="0"/>
            <a:chExt cx="1078141" cy="270890"/>
          </a:xfrm>
        </p:grpSpPr>
        <p:pic>
          <p:nvPicPr>
            <p:cNvPr id="3346" name="picture 3346"/>
            <p:cNvPicPr>
              <a:picLocks noChangeAspect="1"/>
            </p:cNvPicPr>
            <p:nvPr>
              <p:custDataLst>
                <p:tags r:id="rId12"/>
              </p:custDataLst>
            </p:nvPr>
          </p:nvPicPr>
          <p:blipFill>
            <a:blip r:embed="rId13"/>
            <a:stretch>
              <a:fillRect/>
            </a:stretch>
          </p:blipFill>
          <p:spPr>
            <a:xfrm rot="21600000">
              <a:off x="0" y="0"/>
              <a:ext cx="1078141" cy="270890"/>
            </a:xfrm>
            <a:prstGeom prst="rect">
              <a:avLst/>
            </a:prstGeom>
          </p:spPr>
        </p:pic>
        <p:sp>
          <p:nvSpPr>
            <p:cNvPr id="3348" name="textbox 3348"/>
            <p:cNvSpPr/>
            <p:nvPr>
              <p:custDataLst>
                <p:tags r:id="rId14"/>
              </p:custDataLst>
            </p:nvPr>
          </p:nvSpPr>
          <p:spPr>
            <a:xfrm>
              <a:off x="-12700" y="-12700"/>
              <a:ext cx="1103630" cy="308609"/>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40690" algn="l" rtl="0" eaLnBrk="0">
                <a:lnSpc>
                  <a:spcPct val="97000"/>
                </a:lnSpc>
                <a:spcBef>
                  <a:spcPts val="5"/>
                </a:spcBef>
              </a:pPr>
              <a:r>
                <a:rPr sz="900" kern="0" spc="-10" dirty="0">
                  <a:solidFill>
                    <a:schemeClr val="dk1"/>
                  </a:solidFill>
                  <a:cs typeface="微软雅黑" panose="020B0503020204020204" charset="-122"/>
                </a:rPr>
                <a:t>流程</a:t>
              </a:r>
              <a:endParaRPr lang="en-US" altLang="en-US" sz="900" kern="0" spc="-10" dirty="0">
                <a:solidFill>
                  <a:schemeClr val="dk1"/>
                </a:solidFill>
                <a:cs typeface="微软雅黑" panose="020B0503020204020204" charset="-122"/>
              </a:endParaRPr>
            </a:p>
          </p:txBody>
        </p:sp>
      </p:grpSp>
      <p:sp>
        <p:nvSpPr>
          <p:cNvPr id="3350" name="rect"/>
          <p:cNvSpPr/>
          <p:nvPr/>
        </p:nvSpPr>
        <p:spPr>
          <a:xfrm>
            <a:off x="10789919" y="1081786"/>
            <a:ext cx="10668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352" name="picture 3352"/>
          <p:cNvPicPr>
            <a:picLocks noChangeAspect="1"/>
          </p:cNvPicPr>
          <p:nvPr>
            <p:custDataLst>
              <p:tags r:id="rId15"/>
            </p:custDataLst>
          </p:nvPr>
        </p:nvPicPr>
        <p:blipFill>
          <a:blip r:embed="rId16"/>
          <a:stretch>
            <a:fillRect/>
          </a:stretch>
        </p:blipFill>
        <p:spPr>
          <a:xfrm rot="21600000">
            <a:off x="10651660" y="1085279"/>
            <a:ext cx="1339170" cy="269366"/>
          </a:xfrm>
          <a:prstGeom prst="rect">
            <a:avLst/>
          </a:prstGeom>
        </p:spPr>
      </p:pic>
      <p:sp>
        <p:nvSpPr>
          <p:cNvPr id="3354" name="textbox 3354"/>
          <p:cNvSpPr/>
          <p:nvPr>
            <p:custDataLst>
              <p:tags r:id="rId17"/>
            </p:custDataLst>
          </p:nvPr>
        </p:nvSpPr>
        <p:spPr>
          <a:xfrm>
            <a:off x="10644123" y="950355"/>
            <a:ext cx="1365250" cy="3752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121348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10000"/>
              </a:lnSpc>
            </a:pPr>
            <a:endParaRPr lang="en-US" altLang="en-US" sz="300" dirty="0">
              <a:solidFill>
                <a:schemeClr val="dk1"/>
              </a:solidFill>
            </a:endParaRPr>
          </a:p>
          <a:p>
            <a:pPr marL="12700" algn="l" rtl="0" eaLnBrk="0">
              <a:lnSpc>
                <a:spcPct val="97000"/>
              </a:lnSpc>
              <a:spcBef>
                <a:spcPts val="0"/>
              </a:spcBef>
              <a:tabLst>
                <a:tab pos="570230" algn="l"/>
                <a:tab pos="1346835"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工具</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grpSp>
        <p:nvGrpSpPr>
          <p:cNvPr id="348" name="group 348"/>
          <p:cNvGrpSpPr/>
          <p:nvPr/>
        </p:nvGrpSpPr>
        <p:grpSpPr>
          <a:xfrm rot="21600000">
            <a:off x="11185058" y="24579"/>
            <a:ext cx="278046" cy="270880"/>
            <a:chOff x="0" y="0"/>
            <a:chExt cx="278046" cy="270880"/>
          </a:xfrm>
        </p:grpSpPr>
        <p:pic>
          <p:nvPicPr>
            <p:cNvPr id="3356" name="picture 3356"/>
            <p:cNvPicPr>
              <a:picLocks noChangeAspect="1"/>
            </p:cNvPicPr>
            <p:nvPr>
              <p:custDataLst>
                <p:tags r:id="rId18"/>
              </p:custDataLst>
            </p:nvPr>
          </p:nvPicPr>
          <p:blipFill>
            <a:blip r:embed="rId19"/>
            <a:stretch>
              <a:fillRect/>
            </a:stretch>
          </p:blipFill>
          <p:spPr>
            <a:xfrm rot="21600000">
              <a:off x="0" y="0"/>
              <a:ext cx="278046" cy="270880"/>
            </a:xfrm>
            <a:prstGeom prst="rect">
              <a:avLst/>
            </a:prstGeom>
          </p:spPr>
        </p:pic>
        <p:sp>
          <p:nvSpPr>
            <p:cNvPr id="3358" name="textbox 3358"/>
            <p:cNvSpPr/>
            <p:nvPr>
              <p:custDataLst>
                <p:tags r:id="rId20"/>
              </p:custDataLst>
            </p:nvPr>
          </p:nvSpPr>
          <p:spPr>
            <a:xfrm>
              <a:off x="-12700" y="-12700"/>
              <a:ext cx="303529" cy="307975"/>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0005" algn="l" rtl="0" eaLnBrk="0">
                <a:lnSpc>
                  <a:spcPct val="97000"/>
                </a:lnSpc>
                <a:spcBef>
                  <a:spcPts val="5"/>
                </a:spcBef>
              </a:pPr>
              <a:r>
                <a:rPr sz="900" kern="0" spc="-10" dirty="0">
                  <a:solidFill>
                    <a:schemeClr val="dk1"/>
                  </a:solidFill>
                  <a:cs typeface="微软雅黑" panose="020B0503020204020204" charset="-122"/>
                </a:rPr>
                <a:t>绩效</a:t>
              </a:r>
              <a:endParaRPr lang="en-US" altLang="en-US" sz="900" kern="0" spc="-10" dirty="0">
                <a:solidFill>
                  <a:schemeClr val="dk1"/>
                </a:solidFill>
                <a:cs typeface="微软雅黑" panose="020B0503020204020204" charset="-122"/>
              </a:endParaRPr>
            </a:p>
          </p:txBody>
        </p:sp>
      </p:grpSp>
      <p:sp>
        <p:nvSpPr>
          <p:cNvPr id="3360" name="rect"/>
          <p:cNvSpPr/>
          <p:nvPr/>
        </p:nvSpPr>
        <p:spPr>
          <a:xfrm>
            <a:off x="11190731" y="286257"/>
            <a:ext cx="2667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362" name="picture 3362"/>
          <p:cNvPicPr>
            <a:picLocks noChangeAspect="1"/>
          </p:cNvPicPr>
          <p:nvPr>
            <p:custDataLst>
              <p:tags r:id="rId21"/>
            </p:custDataLst>
          </p:nvPr>
        </p:nvPicPr>
        <p:blipFill>
          <a:blip r:embed="rId22"/>
          <a:stretch>
            <a:fillRect/>
          </a:stretch>
        </p:blipFill>
        <p:spPr>
          <a:xfrm rot="21600000">
            <a:off x="11050948" y="289750"/>
            <a:ext cx="539070" cy="270890"/>
          </a:xfrm>
          <a:prstGeom prst="rect">
            <a:avLst/>
          </a:prstGeom>
        </p:spPr>
      </p:pic>
      <p:sp>
        <p:nvSpPr>
          <p:cNvPr id="3364" name="textbox 3364"/>
          <p:cNvSpPr/>
          <p:nvPr>
            <p:custDataLst>
              <p:tags r:id="rId23"/>
            </p:custDataLst>
          </p:nvPr>
        </p:nvSpPr>
        <p:spPr>
          <a:xfrm>
            <a:off x="11043919" y="154826"/>
            <a:ext cx="564515" cy="3759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41211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09000"/>
              </a:lnSpc>
            </a:pPr>
            <a:endParaRPr lang="en-US" altLang="en-US" sz="300" dirty="0">
              <a:solidFill>
                <a:schemeClr val="dk1"/>
              </a:solidFill>
            </a:endParaRPr>
          </a:p>
          <a:p>
            <a:pPr marL="12700" algn="l" rtl="0" eaLnBrk="0">
              <a:lnSpc>
                <a:spcPct val="98000"/>
              </a:lnSpc>
              <a:spcBef>
                <a:spcPts val="0"/>
              </a:spcBef>
              <a:tabLst>
                <a:tab pos="168910" algn="l"/>
                <a:tab pos="546100"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组织</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366" name="rect"/>
          <p:cNvSpPr/>
          <p:nvPr/>
        </p:nvSpPr>
        <p:spPr>
          <a:xfrm>
            <a:off x="10523219" y="1610614"/>
            <a:ext cx="1601724"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Tree>
    <p:custDataLst>
      <p:tags r:id="rId24"/>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68" name="table 3368"/>
          <p:cNvGraphicFramePr>
            <a:graphicFrameLocks noGrp="1"/>
          </p:cNvGraphicFramePr>
          <p:nvPr>
            <p:custDataLst>
              <p:tags r:id="rId1"/>
            </p:custDataLst>
          </p:nvPr>
        </p:nvGraphicFramePr>
        <p:xfrm>
          <a:off x="1367662" y="2094991"/>
          <a:ext cx="8454390" cy="2724150"/>
        </p:xfrm>
        <a:graphic>
          <a:graphicData uri="http://schemas.openxmlformats.org/drawingml/2006/table">
            <a:tbl>
              <a:tblPr/>
              <a:tblGrid>
                <a:gridCol w="2117725"/>
                <a:gridCol w="2109470"/>
                <a:gridCol w="2109470"/>
                <a:gridCol w="2117725"/>
              </a:tblGrid>
              <a:tr h="2724150">
                <a:tc>
                  <a:txBody>
                    <a:bodyPr/>
                    <a:lstStyle/>
                    <a:p>
                      <a:pPr algn="l" rtl="0" eaLnBrk="0">
                        <a:lnSpc>
                          <a:spcPct val="106000"/>
                        </a:lnSpc>
                      </a:pPr>
                      <a:endParaRPr lang="en-US" altLang="en-US" sz="600" dirty="0"/>
                    </a:p>
                    <a:p>
                      <a:pPr marL="108585" algn="l" rtl="0" eaLnBrk="0">
                        <a:lnSpc>
                          <a:spcPct val="98000"/>
                        </a:lnSpc>
                        <a:spcBef>
                          <a:spcPts val="5"/>
                        </a:spcBef>
                        <a:tabLst>
                          <a:tab pos="197485" algn="l"/>
                        </a:tabLst>
                      </a:pPr>
                      <a:r>
                        <a:rPr sz="1400" kern="0" spc="0" dirty="0">
                          <a:solidFill>
                            <a:srgbClr val="000000">
                              <a:alpha val="100000"/>
                            </a:srgbClr>
                          </a:solidFill>
                          <a:cs typeface="微软雅黑" panose="020B0503020204020204" charset="-122"/>
                        </a:rPr>
                        <a:t>	</a:t>
                      </a:r>
                      <a:r>
                        <a:rPr sz="1400" kern="0" spc="5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系统规划管理</a:t>
                      </a:r>
                      <a:endParaRPr lang="en-US" altLang="en-US" sz="1400" dirty="0"/>
                    </a:p>
                    <a:p>
                      <a:pPr marL="108585" algn="l" rtl="0" eaLnBrk="0">
                        <a:lnSpc>
                          <a:spcPct val="98000"/>
                        </a:lnSpc>
                        <a:spcBef>
                          <a:spcPts val="960"/>
                        </a:spcBef>
                        <a:tabLst>
                          <a:tab pos="198120" algn="l"/>
                        </a:tabLst>
                      </a:pPr>
                      <a:r>
                        <a:rPr sz="1400" kern="0" spc="0" dirty="0">
                          <a:solidFill>
                            <a:srgbClr val="000000">
                              <a:alpha val="100000"/>
                            </a:srgbClr>
                          </a:solidFill>
                          <a:cs typeface="微软雅黑" panose="020B0503020204020204" charset="-122"/>
                        </a:rPr>
                        <a:t>	</a:t>
                      </a:r>
                      <a:r>
                        <a:rPr sz="1400" kern="0" spc="30" dirty="0">
                          <a:solidFill>
                            <a:srgbClr val="000000">
                              <a:alpha val="100000"/>
                            </a:srgbClr>
                          </a:solidFill>
                          <a:cs typeface="微软雅黑" panose="020B0503020204020204" charset="-122"/>
                        </a:rPr>
                        <a:t>   </a:t>
                      </a:r>
                      <a:r>
                        <a:rPr sz="1400" kern="0" spc="0" dirty="0">
                          <a:solidFill>
                            <a:srgbClr val="000000">
                              <a:alpha val="100000"/>
                            </a:srgbClr>
                          </a:solidFill>
                          <a:cs typeface="微软雅黑" panose="020B0503020204020204" charset="-122"/>
                        </a:rPr>
                        <a:t>系统需求管理</a:t>
                      </a:r>
                      <a:endParaRPr lang="en-US" altLang="en-US" sz="1400" dirty="0"/>
                    </a:p>
                    <a:p>
                      <a:pPr marL="579755" algn="l" rtl="0" eaLnBrk="0">
                        <a:lnSpc>
                          <a:spcPct val="98000"/>
                        </a:lnSpc>
                        <a:spcBef>
                          <a:spcPts val="1115"/>
                        </a:spcBef>
                        <a:tabLst>
                          <a:tab pos="660400" algn="l"/>
                        </a:tabLst>
                      </a:pPr>
                      <a:r>
                        <a:rPr sz="1200" kern="0" spc="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需求提出</a:t>
                      </a:r>
                      <a:endParaRPr lang="en-US" altLang="en-US" sz="1200" dirty="0"/>
                    </a:p>
                    <a:p>
                      <a:pPr marL="579755" algn="l" rtl="0" eaLnBrk="0">
                        <a:lnSpc>
                          <a:spcPct val="98000"/>
                        </a:lnSpc>
                        <a:spcBef>
                          <a:spcPts val="1195"/>
                        </a:spcBef>
                        <a:tabLst>
                          <a:tab pos="660400" algn="l"/>
                        </a:tabLst>
                      </a:pPr>
                      <a:r>
                        <a:rPr sz="1200" kern="0" spc="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需求评审</a:t>
                      </a:r>
                      <a:endParaRPr lang="en-US" altLang="en-US" sz="1200" dirty="0"/>
                    </a:p>
                    <a:p>
                      <a:pPr algn="l" rtl="0" eaLnBrk="0">
                        <a:lnSpc>
                          <a:spcPct val="110000"/>
                        </a:lnSpc>
                      </a:pPr>
                      <a:endParaRPr lang="en-US" altLang="en-US" sz="900" dirty="0"/>
                    </a:p>
                    <a:p>
                      <a:pPr algn="l" rtl="0" eaLnBrk="0">
                        <a:lnSpc>
                          <a:spcPct val="8000"/>
                        </a:lnSpc>
                      </a:pPr>
                      <a:endParaRPr lang="en-US" altLang="en-US" sz="100" dirty="0"/>
                    </a:p>
                    <a:p>
                      <a:pPr marL="579755" algn="l" rtl="0" eaLnBrk="0">
                        <a:lnSpc>
                          <a:spcPct val="97000"/>
                        </a:lnSpc>
                        <a:tabLst>
                          <a:tab pos="660400" algn="l"/>
                        </a:tabLst>
                      </a:pPr>
                      <a:r>
                        <a:rPr sz="1200" kern="0" spc="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需求确认</a:t>
                      </a:r>
                      <a:endParaRPr lang="en-US" altLang="en-US" sz="1200" dirty="0"/>
                    </a:p>
                  </a:txBody>
                  <a:tcPr marL="0" marR="0" marT="0" marB="0" vert="horz">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algn="l" rtl="0" eaLnBrk="0">
                        <a:lnSpc>
                          <a:spcPct val="108000"/>
                        </a:lnSpc>
                      </a:pPr>
                      <a:endParaRPr lang="en-US" altLang="en-US" sz="600" dirty="0"/>
                    </a:p>
                    <a:p>
                      <a:pPr marL="102870" algn="l" rtl="0" eaLnBrk="0">
                        <a:lnSpc>
                          <a:spcPct val="97000"/>
                        </a:lnSpc>
                        <a:spcBef>
                          <a:spcPts val="0"/>
                        </a:spcBef>
                        <a:tabLst>
                          <a:tab pos="191770" algn="l"/>
                        </a:tabLst>
                      </a:pPr>
                      <a:r>
                        <a:rPr sz="1400" kern="0" spc="0" dirty="0">
                          <a:solidFill>
                            <a:srgbClr val="000000">
                              <a:alpha val="100000"/>
                            </a:srgbClr>
                          </a:solidFill>
                          <a:cs typeface="微软雅黑" panose="020B0503020204020204" charset="-122"/>
                        </a:rPr>
                        <a:t>	</a:t>
                      </a:r>
                      <a:r>
                        <a:rPr sz="1400" kern="0" spc="5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用户需求申请</a:t>
                      </a:r>
                      <a:endParaRPr lang="en-US" altLang="en-US" sz="1400" dirty="0"/>
                    </a:p>
                    <a:p>
                      <a:pPr marL="575310" algn="l" rtl="0" eaLnBrk="0">
                        <a:lnSpc>
                          <a:spcPct val="98000"/>
                        </a:lnSpc>
                        <a:spcBef>
                          <a:spcPts val="970"/>
                        </a:spcBef>
                        <a:tabLst>
                          <a:tab pos="670560" algn="l"/>
                        </a:tabLst>
                      </a:pPr>
                      <a:r>
                        <a:rPr sz="1400" kern="0" spc="0" dirty="0">
                          <a:solidFill>
                            <a:srgbClr val="000000">
                              <a:alpha val="100000"/>
                            </a:srgbClr>
                          </a:solidFill>
                          <a:cs typeface="微软雅黑" panose="020B0503020204020204" charset="-122"/>
                        </a:rPr>
                        <a:t>	</a:t>
                      </a:r>
                      <a:r>
                        <a:rPr sz="1400" kern="0" spc="7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需求提出</a:t>
                      </a:r>
                      <a:endParaRPr lang="en-US" altLang="en-US" sz="1400" dirty="0"/>
                    </a:p>
                    <a:p>
                      <a:pPr marL="575310" algn="l" rtl="0" eaLnBrk="0">
                        <a:lnSpc>
                          <a:spcPct val="98000"/>
                        </a:lnSpc>
                        <a:spcBef>
                          <a:spcPts val="950"/>
                        </a:spcBef>
                        <a:tabLst>
                          <a:tab pos="669925" algn="l"/>
                        </a:tabLst>
                      </a:pPr>
                      <a:r>
                        <a:rPr sz="1400" kern="0" spc="0" dirty="0">
                          <a:solidFill>
                            <a:srgbClr val="000000">
                              <a:alpha val="100000"/>
                            </a:srgbClr>
                          </a:solidFill>
                          <a:cs typeface="微软雅黑" panose="020B0503020204020204" charset="-122"/>
                        </a:rPr>
                        <a:t>	</a:t>
                      </a:r>
                      <a:r>
                        <a:rPr sz="1400" kern="0" spc="7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需求评审</a:t>
                      </a:r>
                      <a:endParaRPr lang="en-US" altLang="en-US" sz="1400" dirty="0"/>
                    </a:p>
                    <a:p>
                      <a:pPr marL="575310" algn="l" rtl="0" eaLnBrk="0">
                        <a:lnSpc>
                          <a:spcPct val="97000"/>
                        </a:lnSpc>
                        <a:spcBef>
                          <a:spcPts val="965"/>
                        </a:spcBef>
                        <a:tabLst>
                          <a:tab pos="669925" algn="l"/>
                        </a:tabLst>
                      </a:pPr>
                      <a:r>
                        <a:rPr sz="1400" kern="0" spc="0" dirty="0">
                          <a:solidFill>
                            <a:srgbClr val="000000">
                              <a:alpha val="100000"/>
                            </a:srgbClr>
                          </a:solidFill>
                          <a:cs typeface="微软雅黑" panose="020B0503020204020204" charset="-122"/>
                        </a:rPr>
                        <a:t>	</a:t>
                      </a:r>
                      <a:r>
                        <a:rPr sz="1400" kern="0" spc="7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需求确认</a:t>
                      </a:r>
                      <a:endParaRPr lang="en-US" altLang="en-US" sz="1400" dirty="0"/>
                    </a:p>
                    <a:p>
                      <a:pPr marL="575310" algn="l" rtl="0" eaLnBrk="0">
                        <a:lnSpc>
                          <a:spcPct val="97000"/>
                        </a:lnSpc>
                        <a:spcBef>
                          <a:spcPts val="965"/>
                        </a:spcBef>
                        <a:tabLst>
                          <a:tab pos="669925" algn="l"/>
                        </a:tabLst>
                      </a:pPr>
                      <a:r>
                        <a:rPr sz="1400" kern="0" spc="0" dirty="0">
                          <a:solidFill>
                            <a:srgbClr val="000000">
                              <a:alpha val="100000"/>
                            </a:srgbClr>
                          </a:solidFill>
                          <a:cs typeface="微软雅黑" panose="020B0503020204020204" charset="-122"/>
                        </a:rPr>
                        <a:t>	</a:t>
                      </a:r>
                      <a:r>
                        <a:rPr sz="1400" kern="0" spc="7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需求转项目</a:t>
                      </a:r>
                      <a:endParaRPr lang="en-US" altLang="en-US" sz="1400" dirty="0"/>
                    </a:p>
                    <a:p>
                      <a:pPr marL="575310" algn="l" rtl="0" eaLnBrk="0">
                        <a:lnSpc>
                          <a:spcPct val="98000"/>
                        </a:lnSpc>
                        <a:spcBef>
                          <a:spcPts val="960"/>
                        </a:spcBef>
                        <a:tabLst>
                          <a:tab pos="670560" algn="l"/>
                        </a:tabLst>
                      </a:pPr>
                      <a:r>
                        <a:rPr sz="1400" kern="0" spc="0" dirty="0">
                          <a:solidFill>
                            <a:srgbClr val="000000">
                              <a:alpha val="100000"/>
                            </a:srgbClr>
                          </a:solidFill>
                          <a:cs typeface="微软雅黑" panose="020B0503020204020204" charset="-122"/>
                        </a:rPr>
                        <a:t>	</a:t>
                      </a:r>
                      <a:r>
                        <a:rPr sz="1400" kern="0" spc="7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外采流程</a:t>
                      </a:r>
                      <a:endParaRPr lang="en-US" altLang="en-US" sz="1400" dirty="0"/>
                    </a:p>
                    <a:p>
                      <a:pPr algn="l" rtl="0" eaLnBrk="0">
                        <a:lnSpc>
                          <a:spcPct val="114000"/>
                        </a:lnSpc>
                      </a:pPr>
                      <a:endParaRPr lang="en-US" altLang="en-US" sz="700" dirty="0"/>
                    </a:p>
                    <a:p>
                      <a:pPr marL="102870" algn="l" rtl="0" eaLnBrk="0">
                        <a:lnSpc>
                          <a:spcPct val="98000"/>
                        </a:lnSpc>
                        <a:tabLst>
                          <a:tab pos="191770" algn="l"/>
                        </a:tabLst>
                      </a:pPr>
                      <a:r>
                        <a:rPr sz="1400" kern="0" spc="0" dirty="0">
                          <a:solidFill>
                            <a:srgbClr val="000000">
                              <a:alpha val="100000"/>
                            </a:srgbClr>
                          </a:solidFill>
                          <a:cs typeface="微软雅黑" panose="020B0503020204020204" charset="-122"/>
                        </a:rPr>
                        <a:t>	</a:t>
                      </a:r>
                      <a:r>
                        <a:rPr sz="1400" kern="0" spc="30" dirty="0">
                          <a:solidFill>
                            <a:srgbClr val="000000">
                              <a:alpha val="100000"/>
                            </a:srgbClr>
                          </a:solidFill>
                          <a:cs typeface="微软雅黑" panose="020B0503020204020204" charset="-122"/>
                        </a:rPr>
                        <a:t>   </a:t>
                      </a:r>
                      <a:r>
                        <a:rPr sz="1400" kern="0" spc="0" dirty="0">
                          <a:solidFill>
                            <a:srgbClr val="000000">
                              <a:alpha val="100000"/>
                            </a:srgbClr>
                          </a:solidFill>
                          <a:cs typeface="微软雅黑" panose="020B0503020204020204" charset="-122"/>
                        </a:rPr>
                        <a:t>系统方案设计</a:t>
                      </a:r>
                      <a:endParaRPr lang="en-US" altLang="en-US" sz="1400" dirty="0"/>
                    </a:p>
                  </a:txBody>
                  <a:tcPr marL="0" marR="0" marT="0" marB="0" vert="horz">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algn="l" rtl="0" eaLnBrk="0">
                        <a:lnSpc>
                          <a:spcPct val="106000"/>
                        </a:lnSpc>
                      </a:pPr>
                      <a:endParaRPr lang="en-US" altLang="en-US" sz="600" dirty="0"/>
                    </a:p>
                    <a:p>
                      <a:pPr marL="103505" algn="l" rtl="0" eaLnBrk="0">
                        <a:lnSpc>
                          <a:spcPct val="98000"/>
                        </a:lnSpc>
                        <a:spcBef>
                          <a:spcPts val="5"/>
                        </a:spcBef>
                        <a:tabLst>
                          <a:tab pos="191770" algn="l"/>
                        </a:tabLst>
                      </a:pPr>
                      <a:r>
                        <a:rPr sz="1400" kern="0" spc="0" dirty="0">
                          <a:solidFill>
                            <a:srgbClr val="000000">
                              <a:alpha val="100000"/>
                            </a:srgbClr>
                          </a:solidFill>
                          <a:cs typeface="微软雅黑" panose="020B0503020204020204" charset="-122"/>
                        </a:rPr>
                        <a:t>	</a:t>
                      </a:r>
                      <a:r>
                        <a:rPr sz="1400" kern="0" spc="5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系统研发管理</a:t>
                      </a:r>
                      <a:endParaRPr lang="en-US" altLang="en-US" sz="1400" dirty="0"/>
                    </a:p>
                  </a:txBody>
                  <a:tcPr marL="0" marR="0" marT="0" marB="0" vert="horz">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c>
                  <a:txBody>
                    <a:bodyPr/>
                    <a:lstStyle/>
                    <a:p>
                      <a:pPr algn="l" rtl="0" eaLnBrk="0">
                        <a:lnSpc>
                          <a:spcPct val="108000"/>
                        </a:lnSpc>
                      </a:pPr>
                      <a:endParaRPr lang="en-US" altLang="en-US" sz="600" dirty="0"/>
                    </a:p>
                    <a:p>
                      <a:pPr marL="104140" algn="l" rtl="0" eaLnBrk="0">
                        <a:lnSpc>
                          <a:spcPct val="97000"/>
                        </a:lnSpc>
                        <a:spcBef>
                          <a:spcPts val="0"/>
                        </a:spcBef>
                        <a:tabLst>
                          <a:tab pos="192405" algn="l"/>
                        </a:tabLst>
                      </a:pPr>
                      <a:r>
                        <a:rPr sz="1400" kern="0" spc="0" dirty="0">
                          <a:solidFill>
                            <a:srgbClr val="000000">
                              <a:alpha val="100000"/>
                            </a:srgbClr>
                          </a:solidFill>
                          <a:cs typeface="微软雅黑" panose="020B0503020204020204" charset="-122"/>
                        </a:rPr>
                        <a:t>	</a:t>
                      </a:r>
                      <a:r>
                        <a:rPr sz="1400" kern="0" spc="50" dirty="0">
                          <a:solidFill>
                            <a:srgbClr val="000000">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用户验收管理</a:t>
                      </a:r>
                      <a:endParaRPr lang="en-US" altLang="en-US" sz="1400" dirty="0"/>
                    </a:p>
                    <a:p>
                      <a:pPr algn="l" rtl="0" eaLnBrk="0">
                        <a:lnSpc>
                          <a:spcPct val="100000"/>
                        </a:lnSpc>
                      </a:pPr>
                      <a:endParaRPr lang="en-US" altLang="en-US" sz="800" dirty="0"/>
                    </a:p>
                    <a:p>
                      <a:pPr marL="104140" algn="l" rtl="0" eaLnBrk="0">
                        <a:lnSpc>
                          <a:spcPct val="98000"/>
                        </a:lnSpc>
                        <a:spcBef>
                          <a:spcPts val="5"/>
                        </a:spcBef>
                        <a:tabLst>
                          <a:tab pos="192405" algn="l"/>
                        </a:tabLst>
                      </a:pPr>
                      <a:r>
                        <a:rPr sz="1400" kern="0" spc="0" dirty="0">
                          <a:solidFill>
                            <a:srgbClr val="000000">
                              <a:alpha val="100000"/>
                            </a:srgbClr>
                          </a:solidFill>
                          <a:cs typeface="微软雅黑" panose="020B0503020204020204" charset="-122"/>
                        </a:rPr>
                        <a:t>	</a:t>
                      </a:r>
                      <a:r>
                        <a:rPr sz="1400" kern="0" spc="30" dirty="0">
                          <a:solidFill>
                            <a:srgbClr val="000000">
                              <a:alpha val="100000"/>
                            </a:srgbClr>
                          </a:solidFill>
                          <a:cs typeface="微软雅黑" panose="020B0503020204020204" charset="-122"/>
                        </a:rPr>
                        <a:t>   </a:t>
                      </a:r>
                      <a:r>
                        <a:rPr sz="1400" kern="0" spc="0" dirty="0">
                          <a:solidFill>
                            <a:srgbClr val="000000">
                              <a:alpha val="100000"/>
                            </a:srgbClr>
                          </a:solidFill>
                          <a:cs typeface="微软雅黑" panose="020B0503020204020204" charset="-122"/>
                        </a:rPr>
                        <a:t>系统上线管理</a:t>
                      </a:r>
                      <a:endParaRPr lang="en-US" altLang="en-US" sz="1400" dirty="0"/>
                    </a:p>
                  </a:txBody>
                  <a:tcPr marL="0" marR="0" marT="0" marB="0" vert="horz">
                    <a:lnL w="12700" cap="flat" cmpd="sng" algn="ctr">
                      <a:solidFill>
                        <a:srgbClr val="777777"/>
                      </a:solidFill>
                      <a:prstDash val="solid"/>
                      <a:round/>
                      <a:headEnd type="none" w="med" len="med"/>
                      <a:tailEnd type="none" w="med" len="med"/>
                    </a:lnL>
                    <a:lnR w="12700" cap="flat" cmpd="sng" algn="ctr">
                      <a:solidFill>
                        <a:srgbClr val="777777"/>
                      </a:solidFill>
                      <a:prstDash val="solid"/>
                      <a:round/>
                      <a:headEnd type="none" w="med" len="med"/>
                      <a:tailEnd type="none" w="med" len="med"/>
                    </a:lnR>
                    <a:lnT w="12700" cap="flat" cmpd="sng" algn="ctr">
                      <a:solidFill>
                        <a:srgbClr val="777777"/>
                      </a:solidFill>
                      <a:prstDash val="solid"/>
                      <a:round/>
                      <a:headEnd type="none" w="med" len="med"/>
                      <a:tailEnd type="none" w="med" len="med"/>
                    </a:lnT>
                    <a:lnB w="12700" cap="flat" cmpd="sng" algn="ctr">
                      <a:solidFill>
                        <a:srgbClr val="777777"/>
                      </a:solidFill>
                      <a:prstDash val="solid"/>
                      <a:round/>
                      <a:headEnd type="none" w="med" len="med"/>
                      <a:tailEnd type="none" w="med" len="med"/>
                    </a:lnB>
                  </a:tcPr>
                </a:tc>
              </a:tr>
            </a:tbl>
          </a:graphicData>
        </a:graphic>
      </p:graphicFrame>
      <p:pic>
        <p:nvPicPr>
          <p:cNvPr id="3370" name="picture 3370"/>
          <p:cNvPicPr>
            <a:picLocks noChangeAspect="1"/>
          </p:cNvPicPr>
          <p:nvPr>
            <p:custDataLst>
              <p:tags r:id="rId2"/>
            </p:custDataLst>
          </p:nvPr>
        </p:nvPicPr>
        <p:blipFill>
          <a:blip r:embed="rId3"/>
          <a:stretch>
            <a:fillRect/>
          </a:stretch>
        </p:blipFill>
        <p:spPr>
          <a:xfrm rot="21600000">
            <a:off x="7808710" y="2580063"/>
            <a:ext cx="89118" cy="79037"/>
          </a:xfrm>
          <a:prstGeom prst="rect">
            <a:avLst/>
          </a:prstGeom>
        </p:spPr>
      </p:pic>
      <p:pic>
        <p:nvPicPr>
          <p:cNvPr id="3372" name="picture 3372"/>
          <p:cNvPicPr>
            <a:picLocks noChangeAspect="1"/>
          </p:cNvPicPr>
          <p:nvPr>
            <p:custDataLst>
              <p:tags r:id="rId4"/>
            </p:custDataLst>
          </p:nvPr>
        </p:nvPicPr>
        <p:blipFill>
          <a:blip r:embed="rId5"/>
          <a:stretch>
            <a:fillRect/>
          </a:stretch>
        </p:blipFill>
        <p:spPr>
          <a:xfrm rot="21600000">
            <a:off x="7808684" y="2249556"/>
            <a:ext cx="88916" cy="78857"/>
          </a:xfrm>
          <a:prstGeom prst="rect">
            <a:avLst/>
          </a:prstGeom>
        </p:spPr>
      </p:pic>
      <p:pic>
        <p:nvPicPr>
          <p:cNvPr id="3374" name="picture 3374"/>
          <p:cNvPicPr>
            <a:picLocks noChangeAspect="1"/>
          </p:cNvPicPr>
          <p:nvPr>
            <p:custDataLst>
              <p:tags r:id="rId6"/>
            </p:custDataLst>
          </p:nvPr>
        </p:nvPicPr>
        <p:blipFill>
          <a:blip r:embed="rId7"/>
          <a:stretch>
            <a:fillRect/>
          </a:stretch>
        </p:blipFill>
        <p:spPr>
          <a:xfrm rot="21600000">
            <a:off x="5698579" y="2249556"/>
            <a:ext cx="88915" cy="78857"/>
          </a:xfrm>
          <a:prstGeom prst="rect">
            <a:avLst/>
          </a:prstGeom>
        </p:spPr>
      </p:pic>
      <p:pic>
        <p:nvPicPr>
          <p:cNvPr id="3376" name="picture 3376"/>
          <p:cNvPicPr>
            <a:picLocks noChangeAspect="1"/>
          </p:cNvPicPr>
          <p:nvPr>
            <p:custDataLst>
              <p:tags r:id="rId8"/>
            </p:custDataLst>
          </p:nvPr>
        </p:nvPicPr>
        <p:blipFill>
          <a:blip r:embed="rId9"/>
          <a:stretch>
            <a:fillRect/>
          </a:stretch>
        </p:blipFill>
        <p:spPr>
          <a:xfrm rot="21600000">
            <a:off x="3588347" y="4231390"/>
            <a:ext cx="88915" cy="78857"/>
          </a:xfrm>
          <a:prstGeom prst="rect">
            <a:avLst/>
          </a:prstGeom>
        </p:spPr>
      </p:pic>
      <p:pic>
        <p:nvPicPr>
          <p:cNvPr id="3378" name="picture 3378"/>
          <p:cNvPicPr>
            <a:picLocks noChangeAspect="1"/>
          </p:cNvPicPr>
          <p:nvPr>
            <p:custDataLst>
              <p:tags r:id="rId10"/>
            </p:custDataLst>
          </p:nvPr>
        </p:nvPicPr>
        <p:blipFill>
          <a:blip r:embed="rId11"/>
          <a:stretch>
            <a:fillRect/>
          </a:stretch>
        </p:blipFill>
        <p:spPr>
          <a:xfrm rot="21600000">
            <a:off x="4061193" y="3890281"/>
            <a:ext cx="95435" cy="98662"/>
          </a:xfrm>
          <a:prstGeom prst="rect">
            <a:avLst/>
          </a:prstGeom>
        </p:spPr>
      </p:pic>
      <p:pic>
        <p:nvPicPr>
          <p:cNvPr id="3380" name="picture 3380"/>
          <p:cNvPicPr>
            <a:picLocks noChangeAspect="1"/>
          </p:cNvPicPr>
          <p:nvPr>
            <p:custDataLst>
              <p:tags r:id="rId12"/>
            </p:custDataLst>
          </p:nvPr>
        </p:nvPicPr>
        <p:blipFill>
          <a:blip r:embed="rId13"/>
          <a:stretch>
            <a:fillRect/>
          </a:stretch>
        </p:blipFill>
        <p:spPr>
          <a:xfrm rot="21600000">
            <a:off x="4061168" y="3561320"/>
            <a:ext cx="95219" cy="98438"/>
          </a:xfrm>
          <a:prstGeom prst="rect">
            <a:avLst/>
          </a:prstGeom>
        </p:spPr>
      </p:pic>
      <p:pic>
        <p:nvPicPr>
          <p:cNvPr id="3382" name="picture 3382"/>
          <p:cNvPicPr>
            <a:picLocks noChangeAspect="1"/>
          </p:cNvPicPr>
          <p:nvPr>
            <p:custDataLst>
              <p:tags r:id="rId14"/>
            </p:custDataLst>
          </p:nvPr>
        </p:nvPicPr>
        <p:blipFill>
          <a:blip r:embed="rId15"/>
          <a:stretch>
            <a:fillRect/>
          </a:stretch>
        </p:blipFill>
        <p:spPr>
          <a:xfrm rot="21600000">
            <a:off x="4061168" y="3230612"/>
            <a:ext cx="95219" cy="98438"/>
          </a:xfrm>
          <a:prstGeom prst="rect">
            <a:avLst/>
          </a:prstGeom>
        </p:spPr>
      </p:pic>
      <p:pic>
        <p:nvPicPr>
          <p:cNvPr id="3384" name="picture 3384"/>
          <p:cNvPicPr>
            <a:picLocks noChangeAspect="1"/>
          </p:cNvPicPr>
          <p:nvPr>
            <p:custDataLst>
              <p:tags r:id="rId16"/>
            </p:custDataLst>
          </p:nvPr>
        </p:nvPicPr>
        <p:blipFill>
          <a:blip r:embed="rId15"/>
          <a:stretch>
            <a:fillRect/>
          </a:stretch>
        </p:blipFill>
        <p:spPr>
          <a:xfrm rot="21600000">
            <a:off x="4061168" y="2899904"/>
            <a:ext cx="95219" cy="98438"/>
          </a:xfrm>
          <a:prstGeom prst="rect">
            <a:avLst/>
          </a:prstGeom>
        </p:spPr>
      </p:pic>
      <p:pic>
        <p:nvPicPr>
          <p:cNvPr id="3386" name="picture 3386"/>
          <p:cNvPicPr>
            <a:picLocks noChangeAspect="1"/>
          </p:cNvPicPr>
          <p:nvPr>
            <p:custDataLst>
              <p:tags r:id="rId17"/>
            </p:custDataLst>
          </p:nvPr>
        </p:nvPicPr>
        <p:blipFill>
          <a:blip r:embed="rId18"/>
          <a:stretch>
            <a:fillRect/>
          </a:stretch>
        </p:blipFill>
        <p:spPr>
          <a:xfrm rot="21600000">
            <a:off x="4061193" y="2570116"/>
            <a:ext cx="95435" cy="98661"/>
          </a:xfrm>
          <a:prstGeom prst="rect">
            <a:avLst/>
          </a:prstGeom>
        </p:spPr>
      </p:pic>
      <p:pic>
        <p:nvPicPr>
          <p:cNvPr id="3388" name="picture 3388"/>
          <p:cNvPicPr>
            <a:picLocks noChangeAspect="1"/>
          </p:cNvPicPr>
          <p:nvPr>
            <p:custDataLst>
              <p:tags r:id="rId19"/>
            </p:custDataLst>
          </p:nvPr>
        </p:nvPicPr>
        <p:blipFill>
          <a:blip r:embed="rId5"/>
          <a:stretch>
            <a:fillRect/>
          </a:stretch>
        </p:blipFill>
        <p:spPr>
          <a:xfrm rot="21600000">
            <a:off x="3588347" y="2249556"/>
            <a:ext cx="88915" cy="78857"/>
          </a:xfrm>
          <a:prstGeom prst="rect">
            <a:avLst/>
          </a:prstGeom>
        </p:spPr>
      </p:pic>
      <p:pic>
        <p:nvPicPr>
          <p:cNvPr id="3390" name="picture 3390"/>
          <p:cNvPicPr>
            <a:picLocks noChangeAspect="1"/>
          </p:cNvPicPr>
          <p:nvPr>
            <p:custDataLst>
              <p:tags r:id="rId20"/>
            </p:custDataLst>
          </p:nvPr>
        </p:nvPicPr>
        <p:blipFill>
          <a:blip r:embed="rId21"/>
          <a:stretch>
            <a:fillRect/>
          </a:stretch>
        </p:blipFill>
        <p:spPr>
          <a:xfrm rot="21600000">
            <a:off x="1947875" y="3575862"/>
            <a:ext cx="81152" cy="83896"/>
          </a:xfrm>
          <a:prstGeom prst="rect">
            <a:avLst/>
          </a:prstGeom>
        </p:spPr>
      </p:pic>
      <p:pic>
        <p:nvPicPr>
          <p:cNvPr id="3392" name="picture 3392"/>
          <p:cNvPicPr>
            <a:picLocks noChangeAspect="1"/>
          </p:cNvPicPr>
          <p:nvPr>
            <p:custDataLst>
              <p:tags r:id="rId22"/>
            </p:custDataLst>
          </p:nvPr>
        </p:nvPicPr>
        <p:blipFill>
          <a:blip r:embed="rId23"/>
          <a:stretch>
            <a:fillRect/>
          </a:stretch>
        </p:blipFill>
        <p:spPr>
          <a:xfrm rot="21600000">
            <a:off x="1947875" y="3245155"/>
            <a:ext cx="81152" cy="83896"/>
          </a:xfrm>
          <a:prstGeom prst="rect">
            <a:avLst/>
          </a:prstGeom>
        </p:spPr>
      </p:pic>
      <p:pic>
        <p:nvPicPr>
          <p:cNvPr id="3394" name="picture 3394"/>
          <p:cNvPicPr>
            <a:picLocks noChangeAspect="1"/>
          </p:cNvPicPr>
          <p:nvPr>
            <p:custDataLst>
              <p:tags r:id="rId24"/>
            </p:custDataLst>
          </p:nvPr>
        </p:nvPicPr>
        <p:blipFill>
          <a:blip r:embed="rId23"/>
          <a:stretch>
            <a:fillRect/>
          </a:stretch>
        </p:blipFill>
        <p:spPr>
          <a:xfrm rot="21600000">
            <a:off x="1947875" y="2914446"/>
            <a:ext cx="81152" cy="83896"/>
          </a:xfrm>
          <a:prstGeom prst="rect">
            <a:avLst/>
          </a:prstGeom>
        </p:spPr>
      </p:pic>
      <p:pic>
        <p:nvPicPr>
          <p:cNvPr id="3396" name="picture 3396"/>
          <p:cNvPicPr>
            <a:picLocks noChangeAspect="1"/>
          </p:cNvPicPr>
          <p:nvPr>
            <p:custDataLst>
              <p:tags r:id="rId25"/>
            </p:custDataLst>
          </p:nvPr>
        </p:nvPicPr>
        <p:blipFill>
          <a:blip r:embed="rId26"/>
          <a:stretch>
            <a:fillRect/>
          </a:stretch>
        </p:blipFill>
        <p:spPr>
          <a:xfrm rot="21600000">
            <a:off x="1476743" y="2580063"/>
            <a:ext cx="89118" cy="79037"/>
          </a:xfrm>
          <a:prstGeom prst="rect">
            <a:avLst/>
          </a:prstGeom>
        </p:spPr>
      </p:pic>
      <p:pic>
        <p:nvPicPr>
          <p:cNvPr id="3398" name="picture 3398"/>
          <p:cNvPicPr>
            <a:picLocks noChangeAspect="1"/>
          </p:cNvPicPr>
          <p:nvPr>
            <p:custDataLst>
              <p:tags r:id="rId27"/>
            </p:custDataLst>
          </p:nvPr>
        </p:nvPicPr>
        <p:blipFill>
          <a:blip r:embed="rId28"/>
          <a:stretch>
            <a:fillRect/>
          </a:stretch>
        </p:blipFill>
        <p:spPr>
          <a:xfrm rot="21600000">
            <a:off x="1476718" y="2249556"/>
            <a:ext cx="88916" cy="78857"/>
          </a:xfrm>
          <a:prstGeom prst="rect">
            <a:avLst/>
          </a:prstGeom>
        </p:spPr>
      </p:pic>
      <p:sp>
        <p:nvSpPr>
          <p:cNvPr id="3402" name="textbox 3402"/>
          <p:cNvSpPr/>
          <p:nvPr>
            <p:custDataLst>
              <p:tags r:id="rId29"/>
            </p:custDataLst>
          </p:nvPr>
        </p:nvSpPr>
        <p:spPr>
          <a:xfrm>
            <a:off x="820528" y="503650"/>
            <a:ext cx="8724265"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流程方面，对发现问题的BTIT组织所涉及的六个方面的管理流程</a:t>
            </a:r>
            <a:r>
              <a:rPr sz="2000" b="1" kern="0" spc="-10" dirty="0">
                <a:solidFill>
                  <a:schemeClr val="dk1"/>
                </a:solidFill>
                <a:cs typeface="微软雅黑" panose="020B0503020204020204" charset="-122"/>
              </a:rPr>
              <a:t>进行优化改善</a:t>
            </a:r>
            <a:endParaRPr lang="en-US" altLang="en-US" sz="2000" b="1" kern="0" spc="-10" dirty="0">
              <a:solidFill>
                <a:schemeClr val="dk1"/>
              </a:solidFill>
              <a:cs typeface="微软雅黑" panose="020B0503020204020204" charset="-122"/>
            </a:endParaRPr>
          </a:p>
        </p:txBody>
      </p:sp>
      <p:sp>
        <p:nvSpPr>
          <p:cNvPr id="3404" name="textbox 3404"/>
          <p:cNvSpPr/>
          <p:nvPr>
            <p:custDataLst>
              <p:tags r:id="rId30"/>
            </p:custDataLst>
          </p:nvPr>
        </p:nvSpPr>
        <p:spPr>
          <a:xfrm>
            <a:off x="5657088" y="1530096"/>
            <a:ext cx="2089785"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7905" algn="l" rtl="0" eaLnBrk="0">
              <a:lnSpc>
                <a:spcPts val="1855"/>
              </a:lnSpc>
              <a:spcBef>
                <a:spcPts val="5"/>
              </a:spcBef>
            </a:pPr>
            <a:r>
              <a:rPr sz="1500" b="1" kern="0" spc="70" dirty="0">
                <a:solidFill>
                  <a:schemeClr val="tx1"/>
                </a:solidFill>
                <a:cs typeface="微软雅黑" panose="020B0503020204020204" charset="-122"/>
              </a:rPr>
              <a:t>开发</a:t>
            </a:r>
            <a:endParaRPr lang="en-US" altLang="en-US" sz="1500" b="1" kern="0" spc="70" dirty="0">
              <a:solidFill>
                <a:schemeClr val="tx1"/>
              </a:solidFill>
              <a:cs typeface="微软雅黑" panose="020B0503020204020204" charset="-122"/>
            </a:endParaRPr>
          </a:p>
        </p:txBody>
      </p:sp>
      <p:sp>
        <p:nvSpPr>
          <p:cNvPr id="3406" name="textbox 3406"/>
          <p:cNvSpPr/>
          <p:nvPr>
            <p:custDataLst>
              <p:tags r:id="rId31"/>
            </p:custDataLst>
          </p:nvPr>
        </p:nvSpPr>
        <p:spPr>
          <a:xfrm>
            <a:off x="3515867" y="1530096"/>
            <a:ext cx="2088514"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4730" algn="l" rtl="0" eaLnBrk="0">
              <a:lnSpc>
                <a:spcPts val="1860"/>
              </a:lnSpc>
              <a:spcBef>
                <a:spcPts val="5"/>
              </a:spcBef>
            </a:pPr>
            <a:r>
              <a:rPr sz="1500" b="1" kern="0" spc="80" dirty="0">
                <a:solidFill>
                  <a:schemeClr val="tx1"/>
                </a:solidFill>
                <a:cs typeface="微软雅黑" panose="020B0503020204020204" charset="-122"/>
              </a:rPr>
              <a:t>设计</a:t>
            </a:r>
            <a:endParaRPr lang="en-US" altLang="en-US" sz="1500" b="1" kern="0" spc="80" dirty="0">
              <a:solidFill>
                <a:schemeClr val="tx1"/>
              </a:solidFill>
              <a:cs typeface="微软雅黑" panose="020B0503020204020204" charset="-122"/>
            </a:endParaRPr>
          </a:p>
        </p:txBody>
      </p:sp>
      <p:sp>
        <p:nvSpPr>
          <p:cNvPr id="3408" name="textbox 3408"/>
          <p:cNvSpPr/>
          <p:nvPr>
            <p:custDataLst>
              <p:tags r:id="rId32"/>
            </p:custDataLst>
          </p:nvPr>
        </p:nvSpPr>
        <p:spPr>
          <a:xfrm>
            <a:off x="7799831" y="1530096"/>
            <a:ext cx="2088514"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1015365" algn="l" rtl="0" eaLnBrk="0">
              <a:lnSpc>
                <a:spcPts val="1860"/>
              </a:lnSpc>
              <a:spcBef>
                <a:spcPts val="5"/>
              </a:spcBef>
            </a:pPr>
            <a:r>
              <a:rPr sz="1500" b="1" kern="0" spc="80" dirty="0">
                <a:solidFill>
                  <a:schemeClr val="tx1"/>
                </a:solidFill>
                <a:cs typeface="微软雅黑" panose="020B0503020204020204" charset="-122"/>
              </a:rPr>
              <a:t>推行</a:t>
            </a:r>
            <a:endParaRPr lang="en-US" altLang="en-US" sz="1500" b="1" kern="0" spc="80" dirty="0">
              <a:solidFill>
                <a:schemeClr val="tx1"/>
              </a:solidFill>
              <a:cs typeface="微软雅黑" panose="020B0503020204020204" charset="-122"/>
            </a:endParaRPr>
          </a:p>
        </p:txBody>
      </p:sp>
      <p:sp>
        <p:nvSpPr>
          <p:cNvPr id="3410" name="textbox 3410"/>
          <p:cNvSpPr/>
          <p:nvPr>
            <p:custDataLst>
              <p:tags r:id="rId33"/>
            </p:custDataLst>
          </p:nvPr>
        </p:nvSpPr>
        <p:spPr>
          <a:xfrm>
            <a:off x="1374647" y="1530096"/>
            <a:ext cx="2086610" cy="431800"/>
          </a:xfrm>
          <a:prstGeom prst="rect">
            <a:avLst/>
          </a:prstGeom>
          <a:solidFill>
            <a:schemeClr val="accent1"/>
          </a:solidFill>
        </p:spPr>
        <p:txBody>
          <a:bodyPr vert="horz" wrap="square" lIns="0" tIns="0" rIns="0" bIns="0">
            <a:normAutofit/>
          </a:bodyPr>
          <a:lstStyle/>
          <a:p>
            <a:pPr algn="l" rtl="0" eaLnBrk="0">
              <a:lnSpc>
                <a:spcPct val="102000"/>
              </a:lnSpc>
            </a:pPr>
            <a:endParaRPr lang="en-US" altLang="en-US" sz="800" dirty="0">
              <a:solidFill>
                <a:schemeClr val="tx1"/>
              </a:solidFill>
            </a:endParaRPr>
          </a:p>
          <a:p>
            <a:pPr marL="822325" algn="l" rtl="0" eaLnBrk="0">
              <a:lnSpc>
                <a:spcPts val="1850"/>
              </a:lnSpc>
              <a:spcBef>
                <a:spcPts val="5"/>
              </a:spcBef>
            </a:pPr>
            <a:r>
              <a:rPr sz="1500" b="1" kern="0" spc="80" dirty="0">
                <a:solidFill>
                  <a:schemeClr val="tx1"/>
                </a:solidFill>
                <a:cs typeface="微软雅黑" panose="020B0503020204020204" charset="-122"/>
              </a:rPr>
              <a:t>规划</a:t>
            </a:r>
            <a:endParaRPr lang="en-US" altLang="en-US" sz="1500" b="1" kern="0" spc="80" dirty="0">
              <a:solidFill>
                <a:schemeClr val="tx1"/>
              </a:solidFill>
              <a:cs typeface="微软雅黑" panose="020B0503020204020204" charset="-122"/>
            </a:endParaRPr>
          </a:p>
        </p:txBody>
      </p:sp>
      <p:grpSp>
        <p:nvGrpSpPr>
          <p:cNvPr id="350" name="group 350"/>
          <p:cNvGrpSpPr/>
          <p:nvPr/>
        </p:nvGrpSpPr>
        <p:grpSpPr>
          <a:xfrm rot="21600000">
            <a:off x="10918360" y="634174"/>
            <a:ext cx="811441" cy="270890"/>
            <a:chOff x="0" y="0"/>
            <a:chExt cx="811441" cy="270890"/>
          </a:xfrm>
        </p:grpSpPr>
        <p:pic>
          <p:nvPicPr>
            <p:cNvPr id="3414" name="picture 3414"/>
            <p:cNvPicPr>
              <a:picLocks noChangeAspect="1"/>
            </p:cNvPicPr>
            <p:nvPr>
              <p:custDataLst>
                <p:tags r:id="rId34"/>
              </p:custDataLst>
            </p:nvPr>
          </p:nvPicPr>
          <p:blipFill>
            <a:blip r:embed="rId35"/>
            <a:stretch>
              <a:fillRect/>
            </a:stretch>
          </p:blipFill>
          <p:spPr>
            <a:xfrm rot="21600000">
              <a:off x="0" y="0"/>
              <a:ext cx="811441" cy="270890"/>
            </a:xfrm>
            <a:prstGeom prst="rect">
              <a:avLst/>
            </a:prstGeom>
          </p:spPr>
        </p:pic>
        <p:sp>
          <p:nvSpPr>
            <p:cNvPr id="3416" name="textbox 3416"/>
            <p:cNvSpPr/>
            <p:nvPr>
              <p:custDataLst>
                <p:tags r:id="rId36"/>
              </p:custDataLst>
            </p:nvPr>
          </p:nvSpPr>
          <p:spPr>
            <a:xfrm>
              <a:off x="-12700" y="-12700"/>
              <a:ext cx="836930" cy="308609"/>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306705" algn="l" rtl="0" eaLnBrk="0">
                <a:lnSpc>
                  <a:spcPct val="97000"/>
                </a:lnSpc>
                <a:spcBef>
                  <a:spcPts val="5"/>
                </a:spcBef>
              </a:pPr>
              <a:r>
                <a:rPr sz="900" kern="0" spc="-10" dirty="0">
                  <a:solidFill>
                    <a:schemeClr val="dk1"/>
                  </a:solidFill>
                  <a:cs typeface="微软雅黑" panose="020B0503020204020204" charset="-122"/>
                </a:rPr>
                <a:t>制度</a:t>
              </a:r>
              <a:endParaRPr lang="en-US" altLang="en-US" sz="900" kern="0" spc="-10" dirty="0">
                <a:solidFill>
                  <a:schemeClr val="dk1"/>
                </a:solidFill>
                <a:cs typeface="微软雅黑" panose="020B0503020204020204" charset="-122"/>
              </a:endParaRPr>
            </a:p>
          </p:txBody>
        </p:sp>
      </p:grpSp>
      <p:sp>
        <p:nvSpPr>
          <p:cNvPr id="3418" name="path"/>
          <p:cNvSpPr/>
          <p:nvPr/>
        </p:nvSpPr>
        <p:spPr>
          <a:xfrm>
            <a:off x="10923523" y="895858"/>
            <a:ext cx="800607" cy="12700"/>
          </a:xfrm>
          <a:custGeom>
            <a:avLst/>
            <a:gdLst/>
            <a:ahLst/>
            <a:cxnLst/>
            <a:rect l="0" t="0" r="0" b="0"/>
            <a:pathLst>
              <a:path w="1260" h="20">
                <a:moveTo>
                  <a:pt x="1260" y="10"/>
                </a:moveTo>
                <a:lnTo>
                  <a:pt x="0" y="10"/>
                </a:lnTo>
                <a:moveTo>
                  <a:pt x="0" y="10"/>
                </a:moveTo>
                <a:lnTo>
                  <a:pt x="1259"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352" name="group 352"/>
          <p:cNvGrpSpPr/>
          <p:nvPr/>
        </p:nvGrpSpPr>
        <p:grpSpPr>
          <a:xfrm rot="21600000">
            <a:off x="10784248" y="899350"/>
            <a:ext cx="1078141" cy="270890"/>
            <a:chOff x="0" y="0"/>
            <a:chExt cx="1078141" cy="270890"/>
          </a:xfrm>
        </p:grpSpPr>
        <p:grpSp>
          <p:nvGrpSpPr>
            <p:cNvPr id="354" name="group 354"/>
            <p:cNvGrpSpPr/>
            <p:nvPr/>
          </p:nvGrpSpPr>
          <p:grpSpPr>
            <a:xfrm rot="21600000">
              <a:off x="0" y="0"/>
              <a:ext cx="1078141" cy="270890"/>
              <a:chOff x="0" y="0"/>
              <a:chExt cx="1078141" cy="270890"/>
            </a:xfrm>
          </p:grpSpPr>
          <p:sp>
            <p:nvSpPr>
              <p:cNvPr id="3420" name="path"/>
              <p:cNvSpPr/>
              <p:nvPr/>
            </p:nvSpPr>
            <p:spPr>
              <a:xfrm>
                <a:off x="5670" y="2857"/>
                <a:ext cx="1066800" cy="265176"/>
              </a:xfrm>
              <a:custGeom>
                <a:avLst/>
                <a:gdLst/>
                <a:ahLst/>
                <a:cxnLst/>
                <a:rect l="0" t="0" r="0" b="0"/>
                <a:pathLst>
                  <a:path w="1680" h="417">
                    <a:moveTo>
                      <a:pt x="0" y="417"/>
                    </a:moveTo>
                    <a:lnTo>
                      <a:pt x="210" y="0"/>
                    </a:lnTo>
                    <a:lnTo>
                      <a:pt x="1469" y="0"/>
                    </a:lnTo>
                    <a:lnTo>
                      <a:pt x="1680" y="417"/>
                    </a:lnTo>
                    <a:lnTo>
                      <a:pt x="0" y="417"/>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422" name="path"/>
              <p:cNvSpPr/>
              <p:nvPr/>
            </p:nvSpPr>
            <p:spPr>
              <a:xfrm>
                <a:off x="0" y="0"/>
                <a:ext cx="1078141" cy="270890"/>
              </a:xfrm>
              <a:custGeom>
                <a:avLst/>
                <a:gdLst/>
                <a:ahLst/>
                <a:cxnLst/>
                <a:rect l="0" t="0" r="0" b="0"/>
                <a:pathLst>
                  <a:path w="1697" h="426">
                    <a:moveTo>
                      <a:pt x="8" y="422"/>
                    </a:moveTo>
                    <a:lnTo>
                      <a:pt x="219" y="4"/>
                    </a:lnTo>
                    <a:moveTo>
                      <a:pt x="1478" y="4"/>
                    </a:moveTo>
                    <a:lnTo>
                      <a:pt x="1688" y="422"/>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424" name="textbox 3424"/>
            <p:cNvSpPr/>
            <p:nvPr>
              <p:custDataLst>
                <p:tags r:id="rId37"/>
              </p:custDataLst>
            </p:nvPr>
          </p:nvSpPr>
          <p:spPr>
            <a:xfrm>
              <a:off x="-12700" y="-12700"/>
              <a:ext cx="1103630" cy="308609"/>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40690" algn="l" rtl="0" eaLnBrk="0">
                <a:lnSpc>
                  <a:spcPct val="97000"/>
                </a:lnSpc>
                <a:spcBef>
                  <a:spcPts val="5"/>
                </a:spcBef>
              </a:pPr>
              <a:r>
                <a:rPr sz="900" kern="0" spc="-10" dirty="0">
                  <a:solidFill>
                    <a:schemeClr val="dk1"/>
                  </a:solidFill>
                  <a:cs typeface="微软雅黑" panose="020B0503020204020204" charset="-122"/>
                </a:rPr>
                <a:t>流程</a:t>
              </a:r>
              <a:endParaRPr lang="en-US" altLang="en-US" sz="900" kern="0" spc="-10" dirty="0">
                <a:solidFill>
                  <a:schemeClr val="dk1"/>
                </a:solidFill>
                <a:cs typeface="微软雅黑" panose="020B0503020204020204" charset="-122"/>
              </a:endParaRPr>
            </a:p>
          </p:txBody>
        </p:sp>
      </p:grpSp>
      <p:sp>
        <p:nvSpPr>
          <p:cNvPr id="3426" name="rect"/>
          <p:cNvSpPr/>
          <p:nvPr/>
        </p:nvSpPr>
        <p:spPr>
          <a:xfrm>
            <a:off x="10789919" y="1161034"/>
            <a:ext cx="10668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428" name="picture 3428"/>
          <p:cNvPicPr>
            <a:picLocks noChangeAspect="1"/>
          </p:cNvPicPr>
          <p:nvPr>
            <p:custDataLst>
              <p:tags r:id="rId38"/>
            </p:custDataLst>
          </p:nvPr>
        </p:nvPicPr>
        <p:blipFill>
          <a:blip r:embed="rId39"/>
          <a:stretch>
            <a:fillRect/>
          </a:stretch>
        </p:blipFill>
        <p:spPr>
          <a:xfrm rot="21600000">
            <a:off x="10651660" y="1164526"/>
            <a:ext cx="1339170" cy="270890"/>
          </a:xfrm>
          <a:prstGeom prst="rect">
            <a:avLst/>
          </a:prstGeom>
        </p:spPr>
      </p:pic>
      <p:sp>
        <p:nvSpPr>
          <p:cNvPr id="3430" name="textbox 3430"/>
          <p:cNvSpPr/>
          <p:nvPr>
            <p:custDataLst>
              <p:tags r:id="rId40"/>
            </p:custDataLst>
          </p:nvPr>
        </p:nvSpPr>
        <p:spPr>
          <a:xfrm>
            <a:off x="10643361" y="1029603"/>
            <a:ext cx="1365885" cy="3752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7320" algn="l" rtl="0" eaLnBrk="0">
              <a:lnSpc>
                <a:spcPts val="1205"/>
              </a:lnSpc>
              <a:tabLst>
                <a:tab pos="121348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11000"/>
              </a:lnSpc>
            </a:pPr>
            <a:endParaRPr lang="en-US" altLang="en-US" sz="300" dirty="0">
              <a:solidFill>
                <a:schemeClr val="dk1"/>
              </a:solidFill>
            </a:endParaRPr>
          </a:p>
          <a:p>
            <a:pPr marL="12700" algn="l" rtl="0" eaLnBrk="0">
              <a:lnSpc>
                <a:spcPct val="97000"/>
              </a:lnSpc>
              <a:tabLst>
                <a:tab pos="570865" algn="l"/>
                <a:tab pos="1348105"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工具</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grpSp>
        <p:nvGrpSpPr>
          <p:cNvPr id="356" name="group 356"/>
          <p:cNvGrpSpPr/>
          <p:nvPr/>
        </p:nvGrpSpPr>
        <p:grpSpPr>
          <a:xfrm rot="21600000">
            <a:off x="10517548" y="1429702"/>
            <a:ext cx="1613066" cy="269366"/>
            <a:chOff x="0" y="0"/>
            <a:chExt cx="1613066" cy="269366"/>
          </a:xfrm>
        </p:grpSpPr>
        <p:pic>
          <p:nvPicPr>
            <p:cNvPr id="3432" name="picture 3432"/>
            <p:cNvPicPr>
              <a:picLocks noChangeAspect="1"/>
            </p:cNvPicPr>
            <p:nvPr>
              <p:custDataLst>
                <p:tags r:id="rId41"/>
              </p:custDataLst>
            </p:nvPr>
          </p:nvPicPr>
          <p:blipFill>
            <a:blip r:embed="rId42"/>
            <a:stretch>
              <a:fillRect/>
            </a:stretch>
          </p:blipFill>
          <p:spPr>
            <a:xfrm rot="21600000">
              <a:off x="0" y="0"/>
              <a:ext cx="1613066" cy="269366"/>
            </a:xfrm>
            <a:prstGeom prst="rect">
              <a:avLst/>
            </a:prstGeom>
          </p:spPr>
        </p:pic>
        <p:sp>
          <p:nvSpPr>
            <p:cNvPr id="3434" name="textbox 3434"/>
            <p:cNvSpPr/>
            <p:nvPr>
              <p:custDataLst>
                <p:tags r:id="rId43"/>
              </p:custDataLst>
            </p:nvPr>
          </p:nvSpPr>
          <p:spPr>
            <a:xfrm>
              <a:off x="-12700" y="-12700"/>
              <a:ext cx="1638935" cy="306704"/>
            </a:xfrm>
            <a:prstGeom prst="rect">
              <a:avLst/>
            </a:prstGeom>
          </p:spPr>
          <p:txBody>
            <a:bodyPr vert="horz" wrap="square" lIns="0" tIns="0" rIns="0" bIns="0">
              <a:normAutofit/>
            </a:bodyPr>
            <a:lstStyle/>
            <a:p>
              <a:pPr algn="l" rtl="0" eaLnBrk="0">
                <a:lnSpc>
                  <a:spcPct val="102000"/>
                </a:lnSpc>
              </a:pPr>
              <a:endParaRPr lang="en-US" altLang="en-US" sz="600" dirty="0">
                <a:solidFill>
                  <a:schemeClr val="dk1"/>
                </a:solidFill>
              </a:endParaRPr>
            </a:p>
            <a:p>
              <a:pPr marL="707390" algn="l" rtl="0" eaLnBrk="0">
                <a:lnSpc>
                  <a:spcPct val="97000"/>
                </a:lnSpc>
                <a:spcBef>
                  <a:spcPts val="5"/>
                </a:spcBef>
              </a:pPr>
              <a:r>
                <a:rPr sz="900" kern="0" spc="-10" dirty="0">
                  <a:solidFill>
                    <a:schemeClr val="dk1"/>
                  </a:solidFill>
                  <a:cs typeface="微软雅黑" panose="020B0503020204020204" charset="-122"/>
                </a:rPr>
                <a:t>技能</a:t>
              </a:r>
              <a:endParaRPr lang="en-US" altLang="en-US" sz="900" kern="0" spc="-10" dirty="0">
                <a:solidFill>
                  <a:schemeClr val="dk1"/>
                </a:solidFill>
                <a:cs typeface="微软雅黑" panose="020B0503020204020204" charset="-122"/>
              </a:endParaRPr>
            </a:p>
          </p:txBody>
        </p:sp>
      </p:grpSp>
      <p:grpSp>
        <p:nvGrpSpPr>
          <p:cNvPr id="358" name="group 358"/>
          <p:cNvGrpSpPr/>
          <p:nvPr/>
        </p:nvGrpSpPr>
        <p:grpSpPr>
          <a:xfrm rot="21600000">
            <a:off x="11185060" y="105346"/>
            <a:ext cx="278041" cy="269366"/>
            <a:chOff x="0" y="0"/>
            <a:chExt cx="278041" cy="269366"/>
          </a:xfrm>
        </p:grpSpPr>
        <p:pic>
          <p:nvPicPr>
            <p:cNvPr id="3436" name="picture 3436"/>
            <p:cNvPicPr>
              <a:picLocks noChangeAspect="1"/>
            </p:cNvPicPr>
            <p:nvPr>
              <p:custDataLst>
                <p:tags r:id="rId44"/>
              </p:custDataLst>
            </p:nvPr>
          </p:nvPicPr>
          <p:blipFill>
            <a:blip r:embed="rId45"/>
            <a:stretch>
              <a:fillRect/>
            </a:stretch>
          </p:blipFill>
          <p:spPr>
            <a:xfrm rot="21600000">
              <a:off x="0" y="0"/>
              <a:ext cx="278041" cy="269366"/>
            </a:xfrm>
            <a:prstGeom prst="rect">
              <a:avLst/>
            </a:prstGeom>
          </p:spPr>
        </p:pic>
        <p:sp>
          <p:nvSpPr>
            <p:cNvPr id="3438" name="textbox 3438"/>
            <p:cNvSpPr/>
            <p:nvPr>
              <p:custDataLst>
                <p:tags r:id="rId46"/>
              </p:custDataLst>
            </p:nvPr>
          </p:nvSpPr>
          <p:spPr>
            <a:xfrm>
              <a:off x="-12700" y="-12700"/>
              <a:ext cx="303529" cy="306704"/>
            </a:xfrm>
            <a:prstGeom prst="rect">
              <a:avLst/>
            </a:prstGeom>
          </p:spPr>
          <p:txBody>
            <a:bodyPr vert="horz" wrap="square" lIns="0" tIns="0" rIns="0" bIns="0">
              <a:normAutofit/>
            </a:bodyPr>
            <a:lstStyle/>
            <a:p>
              <a:pPr algn="l" rtl="0" eaLnBrk="0">
                <a:lnSpc>
                  <a:spcPct val="102000"/>
                </a:lnSpc>
              </a:pPr>
              <a:endParaRPr lang="en-US" altLang="en-US" sz="600" dirty="0">
                <a:solidFill>
                  <a:schemeClr val="dk1"/>
                </a:solidFill>
              </a:endParaRPr>
            </a:p>
            <a:p>
              <a:pPr marL="40005" algn="l" rtl="0" eaLnBrk="0">
                <a:lnSpc>
                  <a:spcPct val="97000"/>
                </a:lnSpc>
                <a:spcBef>
                  <a:spcPts val="0"/>
                </a:spcBef>
              </a:pPr>
              <a:r>
                <a:rPr sz="900" kern="0" spc="-10" dirty="0">
                  <a:solidFill>
                    <a:schemeClr val="dk1"/>
                  </a:solidFill>
                  <a:cs typeface="微软雅黑" panose="020B0503020204020204" charset="-122"/>
                </a:rPr>
                <a:t>绩效</a:t>
              </a:r>
              <a:endParaRPr lang="en-US" altLang="en-US" sz="900" kern="0" spc="-10" dirty="0">
                <a:solidFill>
                  <a:schemeClr val="dk1"/>
                </a:solidFill>
                <a:cs typeface="微软雅黑" panose="020B0503020204020204" charset="-122"/>
              </a:endParaRPr>
            </a:p>
          </p:txBody>
        </p:sp>
      </p:grpSp>
      <p:sp>
        <p:nvSpPr>
          <p:cNvPr id="3440" name="rect"/>
          <p:cNvSpPr/>
          <p:nvPr/>
        </p:nvSpPr>
        <p:spPr>
          <a:xfrm>
            <a:off x="11190731" y="365505"/>
            <a:ext cx="2667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442" name="picture 3442"/>
          <p:cNvPicPr>
            <a:picLocks noChangeAspect="1"/>
          </p:cNvPicPr>
          <p:nvPr>
            <p:custDataLst>
              <p:tags r:id="rId47"/>
            </p:custDataLst>
          </p:nvPr>
        </p:nvPicPr>
        <p:blipFill>
          <a:blip r:embed="rId48"/>
          <a:stretch>
            <a:fillRect/>
          </a:stretch>
        </p:blipFill>
        <p:spPr>
          <a:xfrm rot="21600000">
            <a:off x="11050948" y="368998"/>
            <a:ext cx="539070" cy="270890"/>
          </a:xfrm>
          <a:prstGeom prst="rect">
            <a:avLst/>
          </a:prstGeom>
        </p:spPr>
      </p:pic>
      <p:sp>
        <p:nvSpPr>
          <p:cNvPr id="3444" name="textbox 3444"/>
          <p:cNvSpPr/>
          <p:nvPr>
            <p:custDataLst>
              <p:tags r:id="rId49"/>
            </p:custDataLst>
          </p:nvPr>
        </p:nvSpPr>
        <p:spPr>
          <a:xfrm>
            <a:off x="11043919" y="234075"/>
            <a:ext cx="564515" cy="37655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41211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10000"/>
              </a:lnSpc>
            </a:pPr>
            <a:endParaRPr lang="en-US" altLang="en-US" sz="300" dirty="0">
              <a:solidFill>
                <a:schemeClr val="dk1"/>
              </a:solidFill>
            </a:endParaRPr>
          </a:p>
          <a:p>
            <a:pPr marL="12700" algn="l" rtl="0" eaLnBrk="0">
              <a:lnSpc>
                <a:spcPct val="98000"/>
              </a:lnSpc>
              <a:tabLst>
                <a:tab pos="168910" algn="l"/>
                <a:tab pos="546100"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组织</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446" name="rect"/>
          <p:cNvSpPr/>
          <p:nvPr/>
        </p:nvSpPr>
        <p:spPr>
          <a:xfrm>
            <a:off x="10523219" y="1689861"/>
            <a:ext cx="1601724"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3448" name="rect"/>
          <p:cNvSpPr/>
          <p:nvPr/>
        </p:nvSpPr>
        <p:spPr>
          <a:xfrm>
            <a:off x="11323573" y="101853"/>
            <a:ext cx="1016"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Tree>
    <p:custDataLst>
      <p:tags r:id="rId50"/>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 name="textbox 3450"/>
          <p:cNvSpPr/>
          <p:nvPr>
            <p:custDataLst>
              <p:tags r:id="rId1"/>
            </p:custDataLst>
          </p:nvPr>
        </p:nvSpPr>
        <p:spPr>
          <a:xfrm>
            <a:off x="1068500" y="4412500"/>
            <a:ext cx="9843769" cy="74866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5"/>
              </a:lnSpc>
            </a:pPr>
            <a:r>
              <a:rPr sz="1500" kern="0" spc="90" dirty="0">
                <a:solidFill>
                  <a:schemeClr val="dk1"/>
                </a:solidFill>
                <a:cs typeface="Arial" panose="020B0604020202020204"/>
              </a:rPr>
              <a:t>•</a:t>
            </a:r>
            <a:r>
              <a:rPr sz="1500" kern="0" spc="10" dirty="0">
                <a:solidFill>
                  <a:schemeClr val="dk1"/>
                </a:solidFill>
                <a:cs typeface="Arial" panose="020B0604020202020204"/>
              </a:rPr>
              <a:t>    </a:t>
            </a:r>
            <a:r>
              <a:rPr sz="1500" kern="0" spc="90" dirty="0">
                <a:solidFill>
                  <a:schemeClr val="dk1"/>
                </a:solidFill>
                <a:cs typeface="微软雅黑" panose="020B0503020204020204" charset="-122"/>
              </a:rPr>
              <a:t>细化需求管理的各个状态，设置异常状</a:t>
            </a:r>
            <a:r>
              <a:rPr sz="1500" kern="0" spc="80" dirty="0">
                <a:solidFill>
                  <a:schemeClr val="dk1"/>
                </a:solidFill>
                <a:cs typeface="微软雅黑" panose="020B0503020204020204" charset="-122"/>
              </a:rPr>
              <a:t>态监控</a:t>
            </a:r>
            <a:endParaRPr lang="en-US" altLang="en-US" sz="1500" dirty="0">
              <a:solidFill>
                <a:schemeClr val="dk1"/>
              </a:solidFill>
            </a:endParaRPr>
          </a:p>
          <a:p>
            <a:pPr marL="299720" indent="-287020" algn="l" rtl="0" eaLnBrk="0">
              <a:lnSpc>
                <a:spcPct val="105000"/>
              </a:lnSpc>
              <a:spcBef>
                <a:spcPts val="55"/>
              </a:spcBef>
            </a:pPr>
            <a:r>
              <a:rPr sz="1500" kern="0" spc="100" dirty="0">
                <a:solidFill>
                  <a:schemeClr val="dk1"/>
                </a:solidFill>
                <a:cs typeface="Arial" panose="020B0604020202020204"/>
              </a:rPr>
              <a:t>•</a:t>
            </a:r>
            <a:r>
              <a:rPr sz="1500" kern="0" spc="10" dirty="0">
                <a:solidFill>
                  <a:schemeClr val="dk1"/>
                </a:solidFill>
                <a:cs typeface="Arial" panose="020B0604020202020204"/>
              </a:rPr>
              <a:t>    </a:t>
            </a:r>
            <a:r>
              <a:rPr sz="1500" kern="0" spc="100" dirty="0">
                <a:solidFill>
                  <a:schemeClr val="dk1"/>
                </a:solidFill>
                <a:cs typeface="微软雅黑" panose="020B0503020204020204" charset="-122"/>
              </a:rPr>
              <a:t>通过管控平台工具，能够让需求管理过程更加更加</a:t>
            </a:r>
            <a:r>
              <a:rPr sz="1500" kern="0" spc="90" dirty="0">
                <a:solidFill>
                  <a:schemeClr val="dk1"/>
                </a:solidFill>
                <a:cs typeface="微软雅黑" panose="020B0503020204020204" charset="-122"/>
              </a:rPr>
              <a:t>精细化，各方责任人能够监控需求从提出到处理各个环节</a:t>
            </a:r>
            <a:r>
              <a:rPr sz="1500" kern="0" spc="10" dirty="0">
                <a:solidFill>
                  <a:schemeClr val="dk1"/>
                </a:solidFill>
                <a:cs typeface="微软雅黑" panose="020B0503020204020204" charset="-122"/>
              </a:rPr>
              <a:t> </a:t>
            </a:r>
            <a:r>
              <a:rPr sz="1500" kern="0" spc="100" dirty="0">
                <a:solidFill>
                  <a:schemeClr val="dk1"/>
                </a:solidFill>
                <a:cs typeface="微软雅黑" panose="020B0503020204020204" charset="-122"/>
              </a:rPr>
              <a:t>的状态以及处理时间，并且能</a:t>
            </a:r>
            <a:r>
              <a:rPr sz="1500" kern="0" spc="90" dirty="0">
                <a:solidFill>
                  <a:schemeClr val="dk1"/>
                </a:solidFill>
                <a:cs typeface="微软雅黑" panose="020B0503020204020204" charset="-122"/>
              </a:rPr>
              <a:t>够通过平台统计出各个环节的工作实效</a:t>
            </a:r>
            <a:endParaRPr lang="en-US" altLang="en-US" sz="1500" kern="0" spc="90" dirty="0">
              <a:solidFill>
                <a:schemeClr val="dk1"/>
              </a:solidFill>
              <a:cs typeface="微软雅黑" panose="020B0503020204020204" charset="-122"/>
            </a:endParaRPr>
          </a:p>
        </p:txBody>
      </p:sp>
      <p:sp>
        <p:nvSpPr>
          <p:cNvPr id="3454" name="textbox 3454"/>
          <p:cNvSpPr/>
          <p:nvPr>
            <p:custDataLst>
              <p:tags r:id="rId2"/>
            </p:custDataLst>
          </p:nvPr>
        </p:nvSpPr>
        <p:spPr>
          <a:xfrm>
            <a:off x="819256" y="424021"/>
            <a:ext cx="9681209" cy="627380"/>
          </a:xfrm>
          <a:prstGeom prst="rect">
            <a:avLst/>
          </a:prstGeom>
        </p:spPr>
        <p:txBody>
          <a:bodyPr vert="horz" wrap="square" lIns="0" tIns="0" rIns="0" bIns="0">
            <a:normAutofit/>
          </a:bodyPr>
          <a:lstStyle/>
          <a:p>
            <a:pPr algn="l" rtl="0" eaLnBrk="0">
              <a:lnSpc>
                <a:spcPct val="74000"/>
              </a:lnSpc>
            </a:pPr>
            <a:endParaRPr lang="en-US" altLang="en-US" sz="100" dirty="0">
              <a:solidFill>
                <a:schemeClr val="dk1"/>
              </a:solidFill>
            </a:endParaRPr>
          </a:p>
          <a:p>
            <a:pPr marL="12700" indent="2540" algn="l" rtl="0" eaLnBrk="0">
              <a:lnSpc>
                <a:spcPct val="99000"/>
              </a:lnSpc>
            </a:pPr>
            <a:r>
              <a:rPr sz="2000" b="1" kern="0" spc="0" dirty="0">
                <a:solidFill>
                  <a:schemeClr val="dk1"/>
                </a:solidFill>
                <a:cs typeface="微软雅黑" panose="020B0503020204020204" charset="-122"/>
              </a:rPr>
              <a:t>评估明确功能适合的管控工具能够更精细化地在统一的平台对需求的全生命周期进行</a:t>
            </a:r>
            <a:r>
              <a:rPr sz="2000" b="1" kern="0" spc="-10" dirty="0">
                <a:solidFill>
                  <a:schemeClr val="dk1"/>
                </a:solidFill>
                <a:cs typeface="微软雅黑" panose="020B0503020204020204" charset="-122"/>
              </a:rPr>
              <a:t>有</a:t>
            </a:r>
            <a:r>
              <a:rPr sz="2000" b="1" kern="0" spc="0" dirty="0">
                <a:solidFill>
                  <a:schemeClr val="dk1"/>
                </a:solidFill>
                <a:cs typeface="微软雅黑" panose="020B0503020204020204" charset="-122"/>
              </a:rPr>
              <a:t> 效管控，确保各个环节的质量和时效的达成</a:t>
            </a:r>
            <a:endParaRPr lang="en-US" altLang="en-US" sz="2000" b="1" kern="0" spc="0" dirty="0">
              <a:solidFill>
                <a:schemeClr val="dk1"/>
              </a:solidFill>
              <a:cs typeface="微软雅黑" panose="020B0503020204020204" charset="-122"/>
            </a:endParaRPr>
          </a:p>
        </p:txBody>
      </p:sp>
      <p:sp>
        <p:nvSpPr>
          <p:cNvPr id="3456" name="textbox 3456"/>
          <p:cNvSpPr/>
          <p:nvPr>
            <p:custDataLst>
              <p:tags r:id="rId3"/>
            </p:custDataLst>
          </p:nvPr>
        </p:nvSpPr>
        <p:spPr>
          <a:xfrm>
            <a:off x="2513667" y="2331663"/>
            <a:ext cx="8371840" cy="568959"/>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100000"/>
              </a:lnSpc>
            </a:pPr>
            <a:r>
              <a:rPr sz="1100" kern="0" spc="0" dirty="0">
                <a:solidFill>
                  <a:schemeClr val="dk1"/>
                </a:solidFill>
                <a:cs typeface="微软雅黑" panose="020B0503020204020204" charset="-122"/>
              </a:rPr>
              <a:t>响应超时                        需求确订                        开发超时                         测试超时                        UAT超时                       </a:t>
            </a:r>
            <a:r>
              <a:rPr sz="1100" kern="0" spc="-10" dirty="0">
                <a:solidFill>
                  <a:schemeClr val="dk1"/>
                </a:solidFill>
                <a:cs typeface="微软雅黑" panose="020B0503020204020204" charset="-122"/>
              </a:rPr>
              <a:t> 上线超时</a:t>
            </a:r>
            <a:endParaRPr lang="en-US" altLang="en-US" sz="1100" dirty="0">
              <a:solidFill>
                <a:schemeClr val="dk1"/>
              </a:solidFill>
            </a:endParaRPr>
          </a:p>
          <a:p>
            <a:pPr marL="451485" algn="l" rtl="0" eaLnBrk="0">
              <a:lnSpc>
                <a:spcPct val="97000"/>
              </a:lnSpc>
              <a:spcBef>
                <a:spcPts val="15"/>
              </a:spcBef>
              <a:tabLst>
                <a:tab pos="1725295" algn="l"/>
              </a:tabLst>
            </a:pPr>
            <a:r>
              <a:rPr sz="1100" kern="0" spc="0" dirty="0">
                <a:solidFill>
                  <a:schemeClr val="dk1"/>
                </a:solidFill>
                <a:cs typeface="微软雅黑" panose="020B0503020204020204" charset="-122"/>
              </a:rPr>
              <a:t>	超时                                                                                                                     </a:t>
            </a:r>
            <a:r>
              <a:rPr sz="1100" kern="0" spc="-10" dirty="0">
                <a:solidFill>
                  <a:schemeClr val="dk1"/>
                </a:solidFill>
                <a:cs typeface="微软雅黑" panose="020B0503020204020204" charset="-122"/>
              </a:rPr>
              <a:t>                           </a:t>
            </a:r>
            <a:endParaRPr lang="en-US" altLang="en-US" sz="1100" kern="0" spc="-10" dirty="0">
              <a:solidFill>
                <a:schemeClr val="dk1"/>
              </a:solidFill>
              <a:cs typeface="微软雅黑" panose="020B0503020204020204" charset="-122"/>
            </a:endParaRPr>
          </a:p>
        </p:txBody>
      </p:sp>
      <p:grpSp>
        <p:nvGrpSpPr>
          <p:cNvPr id="360" name="group 360"/>
          <p:cNvGrpSpPr/>
          <p:nvPr/>
        </p:nvGrpSpPr>
        <p:grpSpPr>
          <a:xfrm rot="21600000">
            <a:off x="10431898" y="2546350"/>
            <a:ext cx="328351" cy="326181"/>
            <a:chOff x="0" y="0"/>
            <a:chExt cx="328351" cy="326181"/>
          </a:xfrm>
        </p:grpSpPr>
        <p:sp>
          <p:nvSpPr>
            <p:cNvPr id="3458" name="path"/>
            <p:cNvSpPr/>
            <p:nvPr/>
          </p:nvSpPr>
          <p:spPr>
            <a:xfrm>
              <a:off x="5679" y="6350"/>
              <a:ext cx="316992" cy="316991"/>
            </a:xfrm>
            <a:custGeom>
              <a:avLst/>
              <a:gdLst/>
              <a:ahLst/>
              <a:cxnLst/>
              <a:rect l="0" t="0" r="0" b="0"/>
              <a:pathLst>
                <a:path w="499" h="499">
                  <a:moveTo>
                    <a:pt x="0" y="0"/>
                  </a:moveTo>
                  <a:lnTo>
                    <a:pt x="499" y="0"/>
                  </a:lnTo>
                  <a:lnTo>
                    <a:pt x="249" y="499"/>
                  </a:lnTo>
                  <a:lnTo>
                    <a:pt x="0" y="0"/>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460" name="path"/>
            <p:cNvSpPr/>
            <p:nvPr/>
          </p:nvSpPr>
          <p:spPr>
            <a:xfrm>
              <a:off x="0" y="0"/>
              <a:ext cx="328351" cy="326181"/>
            </a:xfrm>
            <a:custGeom>
              <a:avLst/>
              <a:gdLst/>
              <a:ahLst/>
              <a:cxnLst/>
              <a:rect l="0" t="0" r="0" b="0"/>
              <a:pathLst>
                <a:path w="517" h="513">
                  <a:moveTo>
                    <a:pt x="8" y="10"/>
                  </a:moveTo>
                  <a:lnTo>
                    <a:pt x="508" y="10"/>
                  </a:lnTo>
                  <a:lnTo>
                    <a:pt x="258" y="509"/>
                  </a:lnTo>
                  <a:lnTo>
                    <a:pt x="8" y="10"/>
                  </a:lnTo>
                  <a:close/>
                </a:path>
              </a:pathLst>
            </a:custGeom>
            <a:noFill/>
            <a:ln w="12700" cap="flat">
              <a:solidFill>
                <a:srgbClr val="FFC000">
                  <a:alpha val="100000"/>
                </a:srgbClr>
              </a:solidFill>
              <a:prstDash val="solid"/>
              <a:miter lim="1000000"/>
            </a:ln>
          </p:spPr>
          <p:txBody>
            <a:bodyPr rtlCol="0"/>
            <a:lstStyle/>
            <a:p>
              <a:pPr algn="ctr"/>
              <a:endParaRPr lang="zh-CN" altLang="en-US"/>
            </a:p>
          </p:txBody>
        </p:sp>
      </p:grpSp>
      <p:grpSp>
        <p:nvGrpSpPr>
          <p:cNvPr id="362" name="group 362"/>
          <p:cNvGrpSpPr/>
          <p:nvPr/>
        </p:nvGrpSpPr>
        <p:grpSpPr>
          <a:xfrm rot="21600000">
            <a:off x="8869793" y="2546350"/>
            <a:ext cx="326837" cy="326170"/>
            <a:chOff x="0" y="0"/>
            <a:chExt cx="326837" cy="326170"/>
          </a:xfrm>
        </p:grpSpPr>
        <p:sp>
          <p:nvSpPr>
            <p:cNvPr id="3462" name="path"/>
            <p:cNvSpPr/>
            <p:nvPr/>
          </p:nvSpPr>
          <p:spPr>
            <a:xfrm>
              <a:off x="5684" y="6350"/>
              <a:ext cx="315467" cy="316991"/>
            </a:xfrm>
            <a:custGeom>
              <a:avLst/>
              <a:gdLst/>
              <a:ahLst/>
              <a:cxnLst/>
              <a:rect l="0" t="0" r="0" b="0"/>
              <a:pathLst>
                <a:path w="496" h="499">
                  <a:moveTo>
                    <a:pt x="0" y="0"/>
                  </a:moveTo>
                  <a:lnTo>
                    <a:pt x="496" y="0"/>
                  </a:lnTo>
                  <a:lnTo>
                    <a:pt x="248" y="499"/>
                  </a:lnTo>
                  <a:lnTo>
                    <a:pt x="0" y="0"/>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464" name="path"/>
            <p:cNvSpPr/>
            <p:nvPr/>
          </p:nvSpPr>
          <p:spPr>
            <a:xfrm>
              <a:off x="0" y="0"/>
              <a:ext cx="326837" cy="326170"/>
            </a:xfrm>
            <a:custGeom>
              <a:avLst/>
              <a:gdLst/>
              <a:ahLst/>
              <a:cxnLst/>
              <a:rect l="0" t="0" r="0" b="0"/>
              <a:pathLst>
                <a:path w="514" h="513">
                  <a:moveTo>
                    <a:pt x="8" y="10"/>
                  </a:moveTo>
                  <a:lnTo>
                    <a:pt x="505" y="10"/>
                  </a:lnTo>
                  <a:lnTo>
                    <a:pt x="257" y="509"/>
                  </a:lnTo>
                  <a:lnTo>
                    <a:pt x="8" y="10"/>
                  </a:lnTo>
                  <a:close/>
                </a:path>
              </a:pathLst>
            </a:custGeom>
            <a:noFill/>
            <a:ln w="12700" cap="flat">
              <a:solidFill>
                <a:srgbClr val="FFC000">
                  <a:alpha val="100000"/>
                </a:srgbClr>
              </a:solidFill>
              <a:prstDash val="solid"/>
              <a:miter lim="1000000"/>
            </a:ln>
          </p:spPr>
          <p:txBody>
            <a:bodyPr rtlCol="0"/>
            <a:lstStyle/>
            <a:p>
              <a:pPr algn="ctr"/>
              <a:endParaRPr lang="zh-CN" altLang="en-US"/>
            </a:p>
          </p:txBody>
        </p:sp>
      </p:grpSp>
      <p:grpSp>
        <p:nvGrpSpPr>
          <p:cNvPr id="364" name="group 364"/>
          <p:cNvGrpSpPr/>
          <p:nvPr/>
        </p:nvGrpSpPr>
        <p:grpSpPr>
          <a:xfrm rot="21600000">
            <a:off x="7325981" y="2537205"/>
            <a:ext cx="326837" cy="326170"/>
            <a:chOff x="0" y="0"/>
            <a:chExt cx="326837" cy="326170"/>
          </a:xfrm>
        </p:grpSpPr>
        <p:sp>
          <p:nvSpPr>
            <p:cNvPr id="3466" name="path"/>
            <p:cNvSpPr/>
            <p:nvPr/>
          </p:nvSpPr>
          <p:spPr>
            <a:xfrm>
              <a:off x="5684" y="6350"/>
              <a:ext cx="315467" cy="316991"/>
            </a:xfrm>
            <a:custGeom>
              <a:avLst/>
              <a:gdLst/>
              <a:ahLst/>
              <a:cxnLst/>
              <a:rect l="0" t="0" r="0" b="0"/>
              <a:pathLst>
                <a:path w="496" h="499">
                  <a:moveTo>
                    <a:pt x="0" y="0"/>
                  </a:moveTo>
                  <a:lnTo>
                    <a:pt x="496" y="0"/>
                  </a:lnTo>
                  <a:lnTo>
                    <a:pt x="248" y="499"/>
                  </a:lnTo>
                  <a:lnTo>
                    <a:pt x="0" y="0"/>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468" name="path"/>
            <p:cNvSpPr/>
            <p:nvPr/>
          </p:nvSpPr>
          <p:spPr>
            <a:xfrm>
              <a:off x="0" y="0"/>
              <a:ext cx="326837" cy="326170"/>
            </a:xfrm>
            <a:custGeom>
              <a:avLst/>
              <a:gdLst/>
              <a:ahLst/>
              <a:cxnLst/>
              <a:rect l="0" t="0" r="0" b="0"/>
              <a:pathLst>
                <a:path w="514" h="513">
                  <a:moveTo>
                    <a:pt x="8" y="10"/>
                  </a:moveTo>
                  <a:lnTo>
                    <a:pt x="505" y="10"/>
                  </a:lnTo>
                  <a:lnTo>
                    <a:pt x="257" y="509"/>
                  </a:lnTo>
                  <a:lnTo>
                    <a:pt x="8" y="10"/>
                  </a:lnTo>
                  <a:close/>
                </a:path>
              </a:pathLst>
            </a:custGeom>
            <a:noFill/>
            <a:ln w="12700" cap="flat">
              <a:solidFill>
                <a:srgbClr val="FFC000">
                  <a:alpha val="100000"/>
                </a:srgbClr>
              </a:solidFill>
              <a:prstDash val="solid"/>
              <a:miter lim="1000000"/>
            </a:ln>
          </p:spPr>
          <p:txBody>
            <a:bodyPr rtlCol="0"/>
            <a:lstStyle/>
            <a:p>
              <a:pPr algn="ctr"/>
              <a:endParaRPr lang="zh-CN" altLang="en-US"/>
            </a:p>
          </p:txBody>
        </p:sp>
      </p:grpSp>
      <p:grpSp>
        <p:nvGrpSpPr>
          <p:cNvPr id="366" name="group 366"/>
          <p:cNvGrpSpPr/>
          <p:nvPr/>
        </p:nvGrpSpPr>
        <p:grpSpPr>
          <a:xfrm rot="21600000">
            <a:off x="5754737" y="2546350"/>
            <a:ext cx="326837" cy="326170"/>
            <a:chOff x="0" y="0"/>
            <a:chExt cx="326837" cy="326170"/>
          </a:xfrm>
        </p:grpSpPr>
        <p:sp>
          <p:nvSpPr>
            <p:cNvPr id="3470" name="path"/>
            <p:cNvSpPr/>
            <p:nvPr/>
          </p:nvSpPr>
          <p:spPr>
            <a:xfrm>
              <a:off x="5684" y="6350"/>
              <a:ext cx="315467" cy="316991"/>
            </a:xfrm>
            <a:custGeom>
              <a:avLst/>
              <a:gdLst/>
              <a:ahLst/>
              <a:cxnLst/>
              <a:rect l="0" t="0" r="0" b="0"/>
              <a:pathLst>
                <a:path w="496" h="499">
                  <a:moveTo>
                    <a:pt x="0" y="0"/>
                  </a:moveTo>
                  <a:lnTo>
                    <a:pt x="496" y="0"/>
                  </a:lnTo>
                  <a:lnTo>
                    <a:pt x="248" y="499"/>
                  </a:lnTo>
                  <a:lnTo>
                    <a:pt x="0" y="0"/>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472" name="path"/>
            <p:cNvSpPr/>
            <p:nvPr/>
          </p:nvSpPr>
          <p:spPr>
            <a:xfrm>
              <a:off x="0" y="0"/>
              <a:ext cx="326837" cy="326170"/>
            </a:xfrm>
            <a:custGeom>
              <a:avLst/>
              <a:gdLst/>
              <a:ahLst/>
              <a:cxnLst/>
              <a:rect l="0" t="0" r="0" b="0"/>
              <a:pathLst>
                <a:path w="514" h="513">
                  <a:moveTo>
                    <a:pt x="8" y="10"/>
                  </a:moveTo>
                  <a:lnTo>
                    <a:pt x="505" y="10"/>
                  </a:lnTo>
                  <a:lnTo>
                    <a:pt x="257" y="509"/>
                  </a:lnTo>
                  <a:lnTo>
                    <a:pt x="8" y="10"/>
                  </a:lnTo>
                  <a:close/>
                </a:path>
              </a:pathLst>
            </a:custGeom>
            <a:noFill/>
            <a:ln w="12700" cap="flat">
              <a:solidFill>
                <a:srgbClr val="FFC000">
                  <a:alpha val="100000"/>
                </a:srgbClr>
              </a:solidFill>
              <a:prstDash val="solid"/>
              <a:miter lim="1000000"/>
            </a:ln>
          </p:spPr>
          <p:txBody>
            <a:bodyPr rtlCol="0"/>
            <a:lstStyle/>
            <a:p>
              <a:pPr algn="ctr"/>
              <a:endParaRPr lang="zh-CN" altLang="en-US"/>
            </a:p>
          </p:txBody>
        </p:sp>
      </p:grpSp>
      <p:grpSp>
        <p:nvGrpSpPr>
          <p:cNvPr id="368" name="group 368"/>
          <p:cNvGrpSpPr/>
          <p:nvPr/>
        </p:nvGrpSpPr>
        <p:grpSpPr>
          <a:xfrm rot="21600000">
            <a:off x="2638454" y="2537205"/>
            <a:ext cx="326838" cy="326170"/>
            <a:chOff x="0" y="0"/>
            <a:chExt cx="326838" cy="326170"/>
          </a:xfrm>
        </p:grpSpPr>
        <p:sp>
          <p:nvSpPr>
            <p:cNvPr id="3474" name="path"/>
            <p:cNvSpPr/>
            <p:nvPr/>
          </p:nvSpPr>
          <p:spPr>
            <a:xfrm>
              <a:off x="5685" y="6350"/>
              <a:ext cx="315467" cy="316991"/>
            </a:xfrm>
            <a:custGeom>
              <a:avLst/>
              <a:gdLst/>
              <a:ahLst/>
              <a:cxnLst/>
              <a:rect l="0" t="0" r="0" b="0"/>
              <a:pathLst>
                <a:path w="496" h="499">
                  <a:moveTo>
                    <a:pt x="0" y="0"/>
                  </a:moveTo>
                  <a:lnTo>
                    <a:pt x="496" y="0"/>
                  </a:lnTo>
                  <a:lnTo>
                    <a:pt x="248" y="499"/>
                  </a:lnTo>
                  <a:lnTo>
                    <a:pt x="0" y="0"/>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476" name="path"/>
            <p:cNvSpPr/>
            <p:nvPr/>
          </p:nvSpPr>
          <p:spPr>
            <a:xfrm>
              <a:off x="0" y="0"/>
              <a:ext cx="326838" cy="326170"/>
            </a:xfrm>
            <a:custGeom>
              <a:avLst/>
              <a:gdLst/>
              <a:ahLst/>
              <a:cxnLst/>
              <a:rect l="0" t="0" r="0" b="0"/>
              <a:pathLst>
                <a:path w="514" h="513">
                  <a:moveTo>
                    <a:pt x="8" y="10"/>
                  </a:moveTo>
                  <a:lnTo>
                    <a:pt x="505" y="10"/>
                  </a:lnTo>
                  <a:lnTo>
                    <a:pt x="257" y="509"/>
                  </a:lnTo>
                  <a:lnTo>
                    <a:pt x="8" y="10"/>
                  </a:lnTo>
                  <a:close/>
                </a:path>
              </a:pathLst>
            </a:custGeom>
            <a:noFill/>
            <a:ln w="12700" cap="flat">
              <a:solidFill>
                <a:srgbClr val="FFC000">
                  <a:alpha val="100000"/>
                </a:srgbClr>
              </a:solidFill>
              <a:prstDash val="solid"/>
              <a:miter lim="1000000"/>
            </a:ln>
          </p:spPr>
          <p:txBody>
            <a:bodyPr rtlCol="0"/>
            <a:lstStyle/>
            <a:p>
              <a:pPr algn="ctr"/>
              <a:endParaRPr lang="zh-CN" altLang="en-US"/>
            </a:p>
          </p:txBody>
        </p:sp>
      </p:grpSp>
      <p:grpSp>
        <p:nvGrpSpPr>
          <p:cNvPr id="370" name="group 370"/>
          <p:cNvGrpSpPr/>
          <p:nvPr/>
        </p:nvGrpSpPr>
        <p:grpSpPr>
          <a:xfrm rot="21600000">
            <a:off x="5518067" y="2875983"/>
            <a:ext cx="791983" cy="971131"/>
            <a:chOff x="0" y="0"/>
            <a:chExt cx="791983" cy="971131"/>
          </a:xfrm>
        </p:grpSpPr>
        <p:pic>
          <p:nvPicPr>
            <p:cNvPr id="3480" name="picture 3480"/>
            <p:cNvPicPr>
              <a:picLocks noChangeAspect="1"/>
            </p:cNvPicPr>
            <p:nvPr>
              <p:custDataLst>
                <p:tags r:id="rId4"/>
              </p:custDataLst>
            </p:nvPr>
          </p:nvPicPr>
          <p:blipFill>
            <a:blip r:embed="rId5"/>
            <a:stretch>
              <a:fillRect/>
            </a:stretch>
          </p:blipFill>
          <p:spPr>
            <a:xfrm rot="21600000">
              <a:off x="0" y="0"/>
              <a:ext cx="791983" cy="971131"/>
            </a:xfrm>
            <a:prstGeom prst="rect">
              <a:avLst/>
            </a:prstGeom>
          </p:spPr>
        </p:pic>
        <p:sp>
          <p:nvSpPr>
            <p:cNvPr id="3482" name="textbox 3482"/>
            <p:cNvSpPr/>
            <p:nvPr>
              <p:custDataLst>
                <p:tags r:id="rId6"/>
              </p:custDataLst>
            </p:nvPr>
          </p:nvSpPr>
          <p:spPr>
            <a:xfrm>
              <a:off x="-12700" y="-12700"/>
              <a:ext cx="817880" cy="1021714"/>
            </a:xfrm>
            <a:prstGeom prst="rect">
              <a:avLst/>
            </a:prstGeom>
          </p:spPr>
          <p:txBody>
            <a:bodyPr vert="horz" wrap="square" lIns="0" tIns="0" rIns="0" bIns="0">
              <a:normAutofit/>
            </a:bodyPr>
            <a:lstStyle/>
            <a:p>
              <a:pPr algn="l" rtl="0" eaLnBrk="0">
                <a:lnSpc>
                  <a:spcPct val="101000"/>
                </a:lnSpc>
              </a:pPr>
              <a:endParaRPr lang="en-US" altLang="en-US" sz="1000" dirty="0">
                <a:solidFill>
                  <a:schemeClr val="lt1"/>
                </a:solidFill>
              </a:endParaRPr>
            </a:p>
            <a:p>
              <a:pPr algn="l" rtl="0" eaLnBrk="0">
                <a:lnSpc>
                  <a:spcPct val="102000"/>
                </a:lnSpc>
              </a:pPr>
              <a:endParaRPr lang="en-US" altLang="en-US" sz="1000" dirty="0">
                <a:solidFill>
                  <a:schemeClr val="lt1"/>
                </a:solidFill>
              </a:endParaRPr>
            </a:p>
            <a:p>
              <a:pPr marL="224790" algn="l" rtl="0" eaLnBrk="0">
                <a:lnSpc>
                  <a:spcPct val="95000"/>
                </a:lnSpc>
                <a:spcBef>
                  <a:spcPts val="0"/>
                </a:spcBef>
              </a:pPr>
              <a:r>
                <a:rPr sz="1500" kern="0" spc="-10" dirty="0">
                  <a:solidFill>
                    <a:schemeClr val="lt1"/>
                  </a:solidFill>
                  <a:cs typeface="黑体" panose="02010609060101010101" charset="-122"/>
                </a:rPr>
                <a:t>研发</a:t>
              </a:r>
              <a:endParaRPr lang="en-US" altLang="en-US" sz="1500" kern="0" spc="-10" dirty="0">
                <a:solidFill>
                  <a:schemeClr val="lt1"/>
                </a:solidFill>
                <a:cs typeface="黑体" panose="02010609060101010101" charset="-122"/>
              </a:endParaRPr>
            </a:p>
          </p:txBody>
        </p:sp>
      </p:grpSp>
      <p:grpSp>
        <p:nvGrpSpPr>
          <p:cNvPr id="372" name="group 372"/>
          <p:cNvGrpSpPr/>
          <p:nvPr/>
        </p:nvGrpSpPr>
        <p:grpSpPr>
          <a:xfrm rot="21600000">
            <a:off x="8630687" y="2875983"/>
            <a:ext cx="791983" cy="971131"/>
            <a:chOff x="0" y="0"/>
            <a:chExt cx="791983" cy="971131"/>
          </a:xfrm>
        </p:grpSpPr>
        <p:pic>
          <p:nvPicPr>
            <p:cNvPr id="3484" name="picture 3484"/>
            <p:cNvPicPr>
              <a:picLocks noChangeAspect="1"/>
            </p:cNvPicPr>
            <p:nvPr>
              <p:custDataLst>
                <p:tags r:id="rId7"/>
              </p:custDataLst>
            </p:nvPr>
          </p:nvPicPr>
          <p:blipFill>
            <a:blip r:embed="rId8"/>
            <a:stretch>
              <a:fillRect/>
            </a:stretch>
          </p:blipFill>
          <p:spPr>
            <a:xfrm rot="21600000">
              <a:off x="0" y="0"/>
              <a:ext cx="791983" cy="971131"/>
            </a:xfrm>
            <a:prstGeom prst="rect">
              <a:avLst/>
            </a:prstGeom>
          </p:spPr>
        </p:pic>
        <p:sp>
          <p:nvSpPr>
            <p:cNvPr id="3486" name="textbox 3486"/>
            <p:cNvSpPr/>
            <p:nvPr>
              <p:custDataLst>
                <p:tags r:id="rId9"/>
              </p:custDataLst>
            </p:nvPr>
          </p:nvSpPr>
          <p:spPr>
            <a:xfrm>
              <a:off x="-12700" y="-12700"/>
              <a:ext cx="817880" cy="1040764"/>
            </a:xfrm>
            <a:prstGeom prst="rect">
              <a:avLst/>
            </a:prstGeom>
          </p:spPr>
          <p:txBody>
            <a:bodyPr vert="horz" wrap="square" lIns="0" tIns="0" rIns="0" bIns="0">
              <a:normAutofit/>
            </a:bodyPr>
            <a:lstStyle/>
            <a:p>
              <a:pPr algn="l" rtl="0" eaLnBrk="0">
                <a:lnSpc>
                  <a:spcPct val="113000"/>
                </a:lnSpc>
              </a:pPr>
              <a:endParaRPr lang="en-US" altLang="en-US" sz="1000" dirty="0">
                <a:solidFill>
                  <a:schemeClr val="lt1"/>
                </a:solidFill>
              </a:endParaRPr>
            </a:p>
            <a:p>
              <a:pPr algn="l" rtl="0" eaLnBrk="0">
                <a:lnSpc>
                  <a:spcPct val="114000"/>
                </a:lnSpc>
              </a:pPr>
              <a:endParaRPr lang="en-US" altLang="en-US" sz="1000" dirty="0">
                <a:solidFill>
                  <a:schemeClr val="lt1"/>
                </a:solidFill>
              </a:endParaRPr>
            </a:p>
            <a:p>
              <a:pPr marL="266065" algn="l" rtl="0" eaLnBrk="0">
                <a:lnSpc>
                  <a:spcPct val="73000"/>
                </a:lnSpc>
                <a:spcBef>
                  <a:spcPts val="5"/>
                </a:spcBef>
              </a:pPr>
              <a:r>
                <a:rPr sz="1500" kern="0" spc="-40" dirty="0">
                  <a:solidFill>
                    <a:schemeClr val="lt1"/>
                  </a:solidFill>
                  <a:cs typeface="Calibri" panose="020F0502020204030204"/>
                </a:rPr>
                <a:t>UAT</a:t>
              </a:r>
              <a:endParaRPr lang="en-US" altLang="en-US" sz="1500" kern="0" spc="-40" dirty="0">
                <a:solidFill>
                  <a:schemeClr val="lt1"/>
                </a:solidFill>
                <a:cs typeface="Calibri" panose="020F0502020204030204"/>
              </a:endParaRPr>
            </a:p>
          </p:txBody>
        </p:sp>
      </p:grpSp>
      <p:grpSp>
        <p:nvGrpSpPr>
          <p:cNvPr id="374" name="group 374"/>
          <p:cNvGrpSpPr/>
          <p:nvPr/>
        </p:nvGrpSpPr>
        <p:grpSpPr>
          <a:xfrm rot="21600000">
            <a:off x="849138" y="2875983"/>
            <a:ext cx="791887" cy="971131"/>
            <a:chOff x="0" y="0"/>
            <a:chExt cx="791887" cy="971131"/>
          </a:xfrm>
        </p:grpSpPr>
        <p:pic>
          <p:nvPicPr>
            <p:cNvPr id="3488" name="picture 3488"/>
            <p:cNvPicPr>
              <a:picLocks noChangeAspect="1"/>
            </p:cNvPicPr>
            <p:nvPr>
              <p:custDataLst>
                <p:tags r:id="rId10"/>
              </p:custDataLst>
            </p:nvPr>
          </p:nvPicPr>
          <p:blipFill>
            <a:blip r:embed="rId11"/>
            <a:stretch>
              <a:fillRect/>
            </a:stretch>
          </p:blipFill>
          <p:spPr>
            <a:xfrm rot="21600000">
              <a:off x="0" y="0"/>
              <a:ext cx="791887" cy="971131"/>
            </a:xfrm>
            <a:prstGeom prst="rect">
              <a:avLst/>
            </a:prstGeom>
          </p:spPr>
        </p:pic>
        <p:sp>
          <p:nvSpPr>
            <p:cNvPr id="3490" name="textbox 3490"/>
            <p:cNvSpPr/>
            <p:nvPr>
              <p:custDataLst>
                <p:tags r:id="rId12"/>
              </p:custDataLst>
            </p:nvPr>
          </p:nvSpPr>
          <p:spPr>
            <a:xfrm>
              <a:off x="-12700" y="-12700"/>
              <a:ext cx="817880" cy="1026794"/>
            </a:xfrm>
            <a:prstGeom prst="rect">
              <a:avLst/>
            </a:prstGeom>
          </p:spPr>
          <p:txBody>
            <a:bodyPr vert="horz" wrap="square" lIns="0" tIns="0" rIns="0" bIns="0">
              <a:normAutofit/>
            </a:bodyPr>
            <a:lstStyle/>
            <a:p>
              <a:pPr algn="l" rtl="0" eaLnBrk="0">
                <a:lnSpc>
                  <a:spcPct val="112000"/>
                </a:lnSpc>
              </a:pPr>
              <a:endParaRPr lang="en-US" altLang="en-US" sz="1000" dirty="0">
                <a:solidFill>
                  <a:schemeClr val="lt1"/>
                </a:solidFill>
              </a:endParaRPr>
            </a:p>
            <a:p>
              <a:pPr algn="l" rtl="0" eaLnBrk="0">
                <a:lnSpc>
                  <a:spcPct val="10000"/>
                </a:lnSpc>
              </a:pPr>
              <a:endParaRPr lang="en-US" altLang="en-US" sz="100" dirty="0">
                <a:solidFill>
                  <a:schemeClr val="lt1"/>
                </a:solidFill>
              </a:endParaRPr>
            </a:p>
            <a:p>
              <a:pPr marL="321310" indent="-194310" algn="l" rtl="0" eaLnBrk="0">
                <a:lnSpc>
                  <a:spcPct val="104000"/>
                </a:lnSpc>
              </a:pPr>
              <a:r>
                <a:rPr sz="1500" kern="0" spc="-10" dirty="0">
                  <a:solidFill>
                    <a:schemeClr val="lt1"/>
                  </a:solidFill>
                  <a:cs typeface="黑体" panose="02010609060101010101" charset="-122"/>
                </a:rPr>
                <a:t>接交需</a:t>
              </a:r>
              <a:r>
                <a:rPr sz="1500" kern="0" spc="0" dirty="0">
                  <a:solidFill>
                    <a:schemeClr val="lt1"/>
                  </a:solidFill>
                  <a:cs typeface="黑体" panose="02010609060101010101" charset="-122"/>
                </a:rPr>
                <a:t>  </a:t>
              </a:r>
              <a:r>
                <a:rPr sz="1500" kern="0" spc="-10" dirty="0">
                  <a:solidFill>
                    <a:schemeClr val="lt1"/>
                  </a:solidFill>
                  <a:cs typeface="黑体" panose="02010609060101010101" charset="-122"/>
                </a:rPr>
                <a:t>求</a:t>
              </a:r>
              <a:endParaRPr lang="en-US" altLang="en-US" sz="1500" kern="0" spc="-10" dirty="0">
                <a:solidFill>
                  <a:schemeClr val="lt1"/>
                </a:solidFill>
                <a:cs typeface="黑体" panose="02010609060101010101" charset="-122"/>
              </a:endParaRPr>
            </a:p>
          </p:txBody>
        </p:sp>
      </p:grpSp>
      <p:grpSp>
        <p:nvGrpSpPr>
          <p:cNvPr id="376" name="group 376"/>
          <p:cNvGrpSpPr/>
          <p:nvPr/>
        </p:nvGrpSpPr>
        <p:grpSpPr>
          <a:xfrm rot="21600000">
            <a:off x="3961826" y="2875983"/>
            <a:ext cx="791846" cy="971131"/>
            <a:chOff x="0" y="0"/>
            <a:chExt cx="791846" cy="971131"/>
          </a:xfrm>
        </p:grpSpPr>
        <p:pic>
          <p:nvPicPr>
            <p:cNvPr id="3492" name="picture 3492"/>
            <p:cNvPicPr>
              <a:picLocks noChangeAspect="1"/>
            </p:cNvPicPr>
            <p:nvPr>
              <p:custDataLst>
                <p:tags r:id="rId13"/>
              </p:custDataLst>
            </p:nvPr>
          </p:nvPicPr>
          <p:blipFill>
            <a:blip r:embed="rId14"/>
            <a:stretch>
              <a:fillRect/>
            </a:stretch>
          </p:blipFill>
          <p:spPr>
            <a:xfrm rot="21600000">
              <a:off x="0" y="0"/>
              <a:ext cx="791846" cy="971131"/>
            </a:xfrm>
            <a:prstGeom prst="rect">
              <a:avLst/>
            </a:prstGeom>
          </p:spPr>
        </p:pic>
        <p:sp>
          <p:nvSpPr>
            <p:cNvPr id="3494" name="textbox 3494"/>
            <p:cNvSpPr/>
            <p:nvPr>
              <p:custDataLst>
                <p:tags r:id="rId15"/>
              </p:custDataLst>
            </p:nvPr>
          </p:nvSpPr>
          <p:spPr>
            <a:xfrm>
              <a:off x="-12700" y="-12700"/>
              <a:ext cx="817880" cy="1024255"/>
            </a:xfrm>
            <a:prstGeom prst="rect">
              <a:avLst/>
            </a:prstGeom>
          </p:spPr>
          <p:txBody>
            <a:bodyPr vert="horz" wrap="square" lIns="0" tIns="0" rIns="0" bIns="0">
              <a:normAutofit/>
            </a:bodyPr>
            <a:lstStyle/>
            <a:p>
              <a:pPr algn="l" rtl="0" eaLnBrk="0">
                <a:lnSpc>
                  <a:spcPct val="114000"/>
                </a:lnSpc>
              </a:pPr>
              <a:endParaRPr lang="en-US" altLang="en-US" sz="1000" dirty="0">
                <a:solidFill>
                  <a:schemeClr val="lt1"/>
                </a:solidFill>
              </a:endParaRPr>
            </a:p>
            <a:p>
              <a:pPr marL="324485" indent="-188595" algn="l" rtl="0" eaLnBrk="0">
                <a:lnSpc>
                  <a:spcPct val="103000"/>
                </a:lnSpc>
              </a:pPr>
              <a:r>
                <a:rPr sz="1500" kern="0" spc="-30" dirty="0">
                  <a:solidFill>
                    <a:schemeClr val="lt1"/>
                  </a:solidFill>
                  <a:cs typeface="黑体" panose="02010609060101010101" charset="-122"/>
                </a:rPr>
                <a:t>需求确</a:t>
              </a:r>
              <a:r>
                <a:rPr sz="1500" kern="0" spc="10" dirty="0">
                  <a:solidFill>
                    <a:schemeClr val="lt1"/>
                  </a:solidFill>
                  <a:cs typeface="黑体" panose="02010609060101010101" charset="-122"/>
                </a:rPr>
                <a:t>  </a:t>
              </a:r>
              <a:r>
                <a:rPr sz="1500" kern="0" spc="-10" dirty="0">
                  <a:solidFill>
                    <a:schemeClr val="lt1"/>
                  </a:solidFill>
                  <a:cs typeface="黑体" panose="02010609060101010101" charset="-122"/>
                </a:rPr>
                <a:t>认</a:t>
              </a:r>
              <a:endParaRPr lang="en-US" altLang="en-US" sz="1500" kern="0" spc="-10" dirty="0">
                <a:solidFill>
                  <a:schemeClr val="lt1"/>
                </a:solidFill>
                <a:cs typeface="黑体" panose="02010609060101010101" charset="-122"/>
              </a:endParaRPr>
            </a:p>
          </p:txBody>
        </p:sp>
      </p:grpSp>
      <p:grpSp>
        <p:nvGrpSpPr>
          <p:cNvPr id="378" name="group 378"/>
          <p:cNvGrpSpPr/>
          <p:nvPr/>
        </p:nvGrpSpPr>
        <p:grpSpPr>
          <a:xfrm rot="21600000">
            <a:off x="2405448" y="2875983"/>
            <a:ext cx="791846" cy="971131"/>
            <a:chOff x="0" y="0"/>
            <a:chExt cx="791846" cy="971131"/>
          </a:xfrm>
        </p:grpSpPr>
        <p:pic>
          <p:nvPicPr>
            <p:cNvPr id="3496" name="picture 3496"/>
            <p:cNvPicPr>
              <a:picLocks noChangeAspect="1"/>
            </p:cNvPicPr>
            <p:nvPr>
              <p:custDataLst>
                <p:tags r:id="rId16"/>
              </p:custDataLst>
            </p:nvPr>
          </p:nvPicPr>
          <p:blipFill>
            <a:blip r:embed="rId17"/>
            <a:stretch>
              <a:fillRect/>
            </a:stretch>
          </p:blipFill>
          <p:spPr>
            <a:xfrm rot="21600000">
              <a:off x="0" y="0"/>
              <a:ext cx="791846" cy="971131"/>
            </a:xfrm>
            <a:prstGeom prst="rect">
              <a:avLst/>
            </a:prstGeom>
          </p:spPr>
        </p:pic>
        <p:sp>
          <p:nvSpPr>
            <p:cNvPr id="3498" name="textbox 3498"/>
            <p:cNvSpPr/>
            <p:nvPr>
              <p:custDataLst>
                <p:tags r:id="rId18"/>
              </p:custDataLst>
            </p:nvPr>
          </p:nvSpPr>
          <p:spPr>
            <a:xfrm>
              <a:off x="-12700" y="-12700"/>
              <a:ext cx="817880" cy="1024255"/>
            </a:xfrm>
            <a:prstGeom prst="rect">
              <a:avLst/>
            </a:prstGeom>
          </p:spPr>
          <p:txBody>
            <a:bodyPr vert="horz" wrap="square" lIns="0" tIns="0" rIns="0" bIns="0">
              <a:normAutofit/>
            </a:bodyPr>
            <a:lstStyle/>
            <a:p>
              <a:pPr algn="l" rtl="0" eaLnBrk="0">
                <a:lnSpc>
                  <a:spcPct val="114000"/>
                </a:lnSpc>
              </a:pPr>
              <a:endParaRPr lang="en-US" altLang="en-US" sz="1000" dirty="0">
                <a:solidFill>
                  <a:schemeClr val="lt1"/>
                </a:solidFill>
              </a:endParaRPr>
            </a:p>
            <a:p>
              <a:pPr marL="321945" indent="-187325" algn="l" rtl="0" eaLnBrk="0">
                <a:lnSpc>
                  <a:spcPct val="103000"/>
                </a:lnSpc>
              </a:pPr>
              <a:r>
                <a:rPr sz="1500" kern="0" spc="-30" dirty="0">
                  <a:solidFill>
                    <a:schemeClr val="lt1"/>
                  </a:solidFill>
                  <a:cs typeface="黑体" panose="02010609060101010101" charset="-122"/>
                </a:rPr>
                <a:t>需求响</a:t>
              </a:r>
              <a:r>
                <a:rPr sz="1500" kern="0" spc="0" dirty="0">
                  <a:solidFill>
                    <a:schemeClr val="lt1"/>
                  </a:solidFill>
                  <a:cs typeface="黑体" panose="02010609060101010101" charset="-122"/>
                </a:rPr>
                <a:t>  </a:t>
              </a:r>
              <a:r>
                <a:rPr sz="1500" kern="0" spc="-10" dirty="0">
                  <a:solidFill>
                    <a:schemeClr val="lt1"/>
                  </a:solidFill>
                  <a:cs typeface="黑体" panose="02010609060101010101" charset="-122"/>
                </a:rPr>
                <a:t>应</a:t>
              </a:r>
              <a:endParaRPr lang="en-US" altLang="en-US" sz="1500" kern="0" spc="-10" dirty="0">
                <a:solidFill>
                  <a:schemeClr val="lt1"/>
                </a:solidFill>
                <a:cs typeface="黑体" panose="02010609060101010101" charset="-122"/>
              </a:endParaRPr>
            </a:p>
          </p:txBody>
        </p:sp>
      </p:grpSp>
      <p:grpSp>
        <p:nvGrpSpPr>
          <p:cNvPr id="380" name="group 380"/>
          <p:cNvGrpSpPr/>
          <p:nvPr/>
        </p:nvGrpSpPr>
        <p:grpSpPr>
          <a:xfrm rot="21600000">
            <a:off x="10187065" y="2875984"/>
            <a:ext cx="791846" cy="971130"/>
            <a:chOff x="0" y="0"/>
            <a:chExt cx="791846" cy="971130"/>
          </a:xfrm>
        </p:grpSpPr>
        <p:pic>
          <p:nvPicPr>
            <p:cNvPr id="3500" name="picture 3500"/>
            <p:cNvPicPr>
              <a:picLocks noChangeAspect="1"/>
            </p:cNvPicPr>
            <p:nvPr>
              <p:custDataLst>
                <p:tags r:id="rId19"/>
              </p:custDataLst>
            </p:nvPr>
          </p:nvPicPr>
          <p:blipFill>
            <a:blip r:embed="rId20"/>
            <a:stretch>
              <a:fillRect/>
            </a:stretch>
          </p:blipFill>
          <p:spPr>
            <a:xfrm rot="21600000">
              <a:off x="0" y="0"/>
              <a:ext cx="791846" cy="971130"/>
            </a:xfrm>
            <a:prstGeom prst="rect">
              <a:avLst/>
            </a:prstGeom>
          </p:spPr>
        </p:pic>
        <p:sp>
          <p:nvSpPr>
            <p:cNvPr id="3502" name="textbox 3502"/>
            <p:cNvSpPr/>
            <p:nvPr>
              <p:custDataLst>
                <p:tags r:id="rId21"/>
              </p:custDataLst>
            </p:nvPr>
          </p:nvSpPr>
          <p:spPr>
            <a:xfrm>
              <a:off x="-12700" y="-12700"/>
              <a:ext cx="817880" cy="1020444"/>
            </a:xfrm>
            <a:prstGeom prst="rect">
              <a:avLst/>
            </a:prstGeom>
          </p:spPr>
          <p:txBody>
            <a:bodyPr vert="horz" wrap="square" lIns="0" tIns="0" rIns="0" bIns="0">
              <a:normAutofit/>
            </a:bodyPr>
            <a:lstStyle/>
            <a:p>
              <a:pPr algn="l" rtl="0" eaLnBrk="0">
                <a:lnSpc>
                  <a:spcPct val="114000"/>
                </a:lnSpc>
              </a:pPr>
              <a:endParaRPr lang="en-US" altLang="en-US" sz="1000" dirty="0">
                <a:solidFill>
                  <a:schemeClr val="lt1"/>
                </a:solidFill>
              </a:endParaRPr>
            </a:p>
            <a:p>
              <a:pPr marL="324485" indent="-186055" algn="l" rtl="0" eaLnBrk="0">
                <a:lnSpc>
                  <a:spcPct val="102000"/>
                </a:lnSpc>
                <a:spcBef>
                  <a:spcPts val="5"/>
                </a:spcBef>
              </a:pPr>
              <a:r>
                <a:rPr sz="1500" kern="0" spc="-20" dirty="0">
                  <a:solidFill>
                    <a:schemeClr val="lt1"/>
                  </a:solidFill>
                  <a:cs typeface="黑体" panose="02010609060101010101" charset="-122"/>
                </a:rPr>
                <a:t>部署上</a:t>
              </a:r>
              <a:r>
                <a:rPr sz="1500" kern="0" spc="0" dirty="0">
                  <a:solidFill>
                    <a:schemeClr val="lt1"/>
                  </a:solidFill>
                  <a:cs typeface="黑体" panose="02010609060101010101" charset="-122"/>
                </a:rPr>
                <a:t>  </a:t>
              </a:r>
              <a:r>
                <a:rPr sz="1500" kern="0" spc="-10" dirty="0">
                  <a:solidFill>
                    <a:schemeClr val="lt1"/>
                  </a:solidFill>
                  <a:cs typeface="黑体" panose="02010609060101010101" charset="-122"/>
                </a:rPr>
                <a:t>线</a:t>
              </a:r>
              <a:endParaRPr lang="en-US" altLang="en-US" sz="1500" kern="0" spc="-10" dirty="0">
                <a:solidFill>
                  <a:schemeClr val="lt1"/>
                </a:solidFill>
                <a:cs typeface="黑体" panose="02010609060101010101" charset="-122"/>
              </a:endParaRPr>
            </a:p>
          </p:txBody>
        </p:sp>
      </p:grpSp>
      <p:grpSp>
        <p:nvGrpSpPr>
          <p:cNvPr id="382" name="group 382"/>
          <p:cNvGrpSpPr/>
          <p:nvPr/>
        </p:nvGrpSpPr>
        <p:grpSpPr>
          <a:xfrm rot="21600000">
            <a:off x="7074446" y="2875983"/>
            <a:ext cx="791845" cy="971131"/>
            <a:chOff x="0" y="0"/>
            <a:chExt cx="791845" cy="971131"/>
          </a:xfrm>
        </p:grpSpPr>
        <p:pic>
          <p:nvPicPr>
            <p:cNvPr id="3504" name="picture 3504"/>
            <p:cNvPicPr>
              <a:picLocks noChangeAspect="1"/>
            </p:cNvPicPr>
            <p:nvPr>
              <p:custDataLst>
                <p:tags r:id="rId22"/>
              </p:custDataLst>
            </p:nvPr>
          </p:nvPicPr>
          <p:blipFill>
            <a:blip r:embed="rId23"/>
            <a:stretch>
              <a:fillRect/>
            </a:stretch>
          </p:blipFill>
          <p:spPr>
            <a:xfrm rot="21600000">
              <a:off x="0" y="0"/>
              <a:ext cx="791845" cy="971131"/>
            </a:xfrm>
            <a:prstGeom prst="rect">
              <a:avLst/>
            </a:prstGeom>
          </p:spPr>
        </p:pic>
        <p:sp>
          <p:nvSpPr>
            <p:cNvPr id="3506" name="textbox 3506"/>
            <p:cNvSpPr/>
            <p:nvPr>
              <p:custDataLst>
                <p:tags r:id="rId24"/>
              </p:custDataLst>
            </p:nvPr>
          </p:nvSpPr>
          <p:spPr>
            <a:xfrm>
              <a:off x="-12700" y="-12700"/>
              <a:ext cx="817880" cy="1021714"/>
            </a:xfrm>
            <a:prstGeom prst="rect">
              <a:avLst/>
            </a:prstGeom>
          </p:spPr>
          <p:txBody>
            <a:bodyPr vert="horz" wrap="square" lIns="0" tIns="0" rIns="0" bIns="0">
              <a:normAutofit/>
            </a:bodyPr>
            <a:lstStyle/>
            <a:p>
              <a:pPr algn="l" rtl="0" eaLnBrk="0">
                <a:lnSpc>
                  <a:spcPct val="101000"/>
                </a:lnSpc>
              </a:pPr>
              <a:endParaRPr lang="en-US" altLang="en-US" sz="1000" dirty="0">
                <a:solidFill>
                  <a:schemeClr val="lt1"/>
                </a:solidFill>
              </a:endParaRPr>
            </a:p>
            <a:p>
              <a:pPr algn="l" rtl="0" eaLnBrk="0">
                <a:lnSpc>
                  <a:spcPct val="102000"/>
                </a:lnSpc>
              </a:pPr>
              <a:endParaRPr lang="en-US" altLang="en-US" sz="1000" dirty="0">
                <a:solidFill>
                  <a:schemeClr val="lt1"/>
                </a:solidFill>
              </a:endParaRPr>
            </a:p>
            <a:p>
              <a:pPr marL="226695" algn="l" rtl="0" eaLnBrk="0">
                <a:lnSpc>
                  <a:spcPct val="95000"/>
                </a:lnSpc>
                <a:spcBef>
                  <a:spcPts val="0"/>
                </a:spcBef>
              </a:pPr>
              <a:r>
                <a:rPr sz="1500" kern="0" spc="-10" dirty="0">
                  <a:solidFill>
                    <a:schemeClr val="lt1"/>
                  </a:solidFill>
                  <a:cs typeface="黑体" panose="02010609060101010101" charset="-122"/>
                </a:rPr>
                <a:t>测试</a:t>
              </a:r>
              <a:endParaRPr lang="en-US" altLang="en-US" sz="1500" kern="0" spc="-10" dirty="0">
                <a:solidFill>
                  <a:schemeClr val="lt1"/>
                </a:solidFill>
                <a:cs typeface="黑体" panose="02010609060101010101" charset="-122"/>
              </a:endParaRPr>
            </a:p>
          </p:txBody>
        </p:sp>
      </p:grpSp>
      <p:grpSp>
        <p:nvGrpSpPr>
          <p:cNvPr id="384" name="group 384"/>
          <p:cNvGrpSpPr/>
          <p:nvPr/>
        </p:nvGrpSpPr>
        <p:grpSpPr>
          <a:xfrm rot="21600000">
            <a:off x="10517548" y="1348930"/>
            <a:ext cx="1613066" cy="270890"/>
            <a:chOff x="0" y="0"/>
            <a:chExt cx="1613066" cy="270890"/>
          </a:xfrm>
        </p:grpSpPr>
        <p:pic>
          <p:nvPicPr>
            <p:cNvPr id="3508" name="picture 3508"/>
            <p:cNvPicPr>
              <a:picLocks noChangeAspect="1"/>
            </p:cNvPicPr>
            <p:nvPr>
              <p:custDataLst>
                <p:tags r:id="rId25"/>
              </p:custDataLst>
            </p:nvPr>
          </p:nvPicPr>
          <p:blipFill>
            <a:blip r:embed="rId26"/>
            <a:stretch>
              <a:fillRect/>
            </a:stretch>
          </p:blipFill>
          <p:spPr>
            <a:xfrm rot="21600000">
              <a:off x="0" y="0"/>
              <a:ext cx="1613066" cy="270890"/>
            </a:xfrm>
            <a:prstGeom prst="rect">
              <a:avLst/>
            </a:prstGeom>
          </p:spPr>
        </p:pic>
        <p:sp>
          <p:nvSpPr>
            <p:cNvPr id="3510" name="textbox 3510"/>
            <p:cNvSpPr/>
            <p:nvPr>
              <p:custDataLst>
                <p:tags r:id="rId27"/>
              </p:custDataLst>
            </p:nvPr>
          </p:nvSpPr>
          <p:spPr>
            <a:xfrm>
              <a:off x="-12700" y="-12700"/>
              <a:ext cx="1638935" cy="307975"/>
            </a:xfrm>
            <a:prstGeom prst="rect">
              <a:avLst/>
            </a:prstGeom>
          </p:spPr>
          <p:txBody>
            <a:bodyPr vert="horz" wrap="square" lIns="0" tIns="0" rIns="0" bIns="0">
              <a:normAutofit/>
            </a:bodyPr>
            <a:lstStyle/>
            <a:p>
              <a:pPr algn="l" rtl="0" eaLnBrk="0">
                <a:lnSpc>
                  <a:spcPct val="104000"/>
                </a:lnSpc>
              </a:pPr>
              <a:endParaRPr lang="en-US" altLang="en-US" sz="600" dirty="0">
                <a:solidFill>
                  <a:schemeClr val="dk1"/>
                </a:solidFill>
              </a:endParaRPr>
            </a:p>
            <a:p>
              <a:pPr marL="707390" algn="l" rtl="0" eaLnBrk="0">
                <a:lnSpc>
                  <a:spcPct val="97000"/>
                </a:lnSpc>
                <a:spcBef>
                  <a:spcPts val="0"/>
                </a:spcBef>
              </a:pPr>
              <a:r>
                <a:rPr sz="900" kern="0" spc="-10" dirty="0">
                  <a:solidFill>
                    <a:schemeClr val="dk1"/>
                  </a:solidFill>
                  <a:cs typeface="微软雅黑" panose="020B0503020204020204" charset="-122"/>
                </a:rPr>
                <a:t>技能</a:t>
              </a:r>
              <a:endParaRPr lang="en-US" altLang="en-US" sz="900" kern="0" spc="-10" dirty="0">
                <a:solidFill>
                  <a:schemeClr val="dk1"/>
                </a:solidFill>
                <a:cs typeface="微软雅黑" panose="020B0503020204020204" charset="-122"/>
              </a:endParaRPr>
            </a:p>
          </p:txBody>
        </p:sp>
      </p:grpSp>
      <p:grpSp>
        <p:nvGrpSpPr>
          <p:cNvPr id="386" name="group 386"/>
          <p:cNvGrpSpPr/>
          <p:nvPr/>
        </p:nvGrpSpPr>
        <p:grpSpPr>
          <a:xfrm rot="21600000">
            <a:off x="10918360" y="554926"/>
            <a:ext cx="811441" cy="270890"/>
            <a:chOff x="0" y="0"/>
            <a:chExt cx="811441" cy="270890"/>
          </a:xfrm>
        </p:grpSpPr>
        <p:pic>
          <p:nvPicPr>
            <p:cNvPr id="3512" name="picture 3512"/>
            <p:cNvPicPr>
              <a:picLocks noChangeAspect="1"/>
            </p:cNvPicPr>
            <p:nvPr>
              <p:custDataLst>
                <p:tags r:id="rId28"/>
              </p:custDataLst>
            </p:nvPr>
          </p:nvPicPr>
          <p:blipFill>
            <a:blip r:embed="rId29"/>
            <a:stretch>
              <a:fillRect/>
            </a:stretch>
          </p:blipFill>
          <p:spPr>
            <a:xfrm rot="21600000">
              <a:off x="0" y="0"/>
              <a:ext cx="811441" cy="270890"/>
            </a:xfrm>
            <a:prstGeom prst="rect">
              <a:avLst/>
            </a:prstGeom>
          </p:spPr>
        </p:pic>
        <p:sp>
          <p:nvSpPr>
            <p:cNvPr id="3514" name="textbox 3514"/>
            <p:cNvSpPr/>
            <p:nvPr>
              <p:custDataLst>
                <p:tags r:id="rId30"/>
              </p:custDataLst>
            </p:nvPr>
          </p:nvSpPr>
          <p:spPr>
            <a:xfrm>
              <a:off x="-12700" y="-12700"/>
              <a:ext cx="836930" cy="308609"/>
            </a:xfrm>
            <a:prstGeom prst="rect">
              <a:avLst/>
            </a:prstGeom>
          </p:spPr>
          <p:txBody>
            <a:bodyPr vert="horz" wrap="square" lIns="0" tIns="0" rIns="0" bIns="0">
              <a:normAutofit/>
            </a:bodyPr>
            <a:lstStyle/>
            <a:p>
              <a:pPr algn="l" rtl="0" eaLnBrk="0">
                <a:lnSpc>
                  <a:spcPct val="102000"/>
                </a:lnSpc>
              </a:pPr>
              <a:endParaRPr lang="en-US" altLang="en-US" sz="600" dirty="0">
                <a:solidFill>
                  <a:schemeClr val="dk1"/>
                </a:solidFill>
              </a:endParaRPr>
            </a:p>
            <a:p>
              <a:pPr marL="306705" algn="l" rtl="0" eaLnBrk="0">
                <a:lnSpc>
                  <a:spcPct val="98000"/>
                </a:lnSpc>
                <a:spcBef>
                  <a:spcPts val="0"/>
                </a:spcBef>
              </a:pPr>
              <a:r>
                <a:rPr sz="900" kern="0" spc="-10" dirty="0">
                  <a:solidFill>
                    <a:schemeClr val="dk1"/>
                  </a:solidFill>
                  <a:cs typeface="微软雅黑" panose="020B0503020204020204" charset="-122"/>
                </a:rPr>
                <a:t>制度</a:t>
              </a:r>
              <a:endParaRPr lang="en-US" altLang="en-US" sz="900" kern="0" spc="-10" dirty="0">
                <a:solidFill>
                  <a:schemeClr val="dk1"/>
                </a:solidFill>
                <a:cs typeface="微软雅黑" panose="020B0503020204020204" charset="-122"/>
              </a:endParaRPr>
            </a:p>
          </p:txBody>
        </p:sp>
      </p:grpSp>
      <p:sp>
        <p:nvSpPr>
          <p:cNvPr id="3516" name="path"/>
          <p:cNvSpPr/>
          <p:nvPr/>
        </p:nvSpPr>
        <p:spPr>
          <a:xfrm>
            <a:off x="10923523" y="816609"/>
            <a:ext cx="800607" cy="12700"/>
          </a:xfrm>
          <a:custGeom>
            <a:avLst/>
            <a:gdLst/>
            <a:ahLst/>
            <a:cxnLst/>
            <a:rect l="0" t="0" r="0" b="0"/>
            <a:pathLst>
              <a:path w="1260" h="20">
                <a:moveTo>
                  <a:pt x="1260" y="10"/>
                </a:moveTo>
                <a:lnTo>
                  <a:pt x="0" y="10"/>
                </a:lnTo>
                <a:moveTo>
                  <a:pt x="0" y="10"/>
                </a:moveTo>
                <a:lnTo>
                  <a:pt x="1259"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388" name="group 388"/>
          <p:cNvGrpSpPr/>
          <p:nvPr/>
        </p:nvGrpSpPr>
        <p:grpSpPr>
          <a:xfrm rot="21600000">
            <a:off x="10784248" y="820102"/>
            <a:ext cx="1078141" cy="270890"/>
            <a:chOff x="0" y="0"/>
            <a:chExt cx="1078141" cy="270890"/>
          </a:xfrm>
        </p:grpSpPr>
        <p:pic>
          <p:nvPicPr>
            <p:cNvPr id="3518" name="picture 3518"/>
            <p:cNvPicPr>
              <a:picLocks noChangeAspect="1"/>
            </p:cNvPicPr>
            <p:nvPr>
              <p:custDataLst>
                <p:tags r:id="rId31"/>
              </p:custDataLst>
            </p:nvPr>
          </p:nvPicPr>
          <p:blipFill>
            <a:blip r:embed="rId32"/>
            <a:stretch>
              <a:fillRect/>
            </a:stretch>
          </p:blipFill>
          <p:spPr>
            <a:xfrm rot="21600000">
              <a:off x="0" y="0"/>
              <a:ext cx="1078141" cy="270890"/>
            </a:xfrm>
            <a:prstGeom prst="rect">
              <a:avLst/>
            </a:prstGeom>
          </p:spPr>
        </p:pic>
        <p:sp>
          <p:nvSpPr>
            <p:cNvPr id="3520" name="textbox 3520"/>
            <p:cNvSpPr/>
            <p:nvPr>
              <p:custDataLst>
                <p:tags r:id="rId33"/>
              </p:custDataLst>
            </p:nvPr>
          </p:nvSpPr>
          <p:spPr>
            <a:xfrm>
              <a:off x="-12700" y="-12700"/>
              <a:ext cx="1103630" cy="308609"/>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40690" algn="l" rtl="0" eaLnBrk="0">
                <a:lnSpc>
                  <a:spcPct val="97000"/>
                </a:lnSpc>
                <a:spcBef>
                  <a:spcPts val="5"/>
                </a:spcBef>
              </a:pPr>
              <a:r>
                <a:rPr sz="900" kern="0" spc="-10" dirty="0">
                  <a:solidFill>
                    <a:schemeClr val="dk1"/>
                  </a:solidFill>
                  <a:cs typeface="微软雅黑" panose="020B0503020204020204" charset="-122"/>
                </a:rPr>
                <a:t>流程</a:t>
              </a:r>
              <a:endParaRPr lang="en-US" altLang="en-US" sz="900" kern="0" spc="-10" dirty="0">
                <a:solidFill>
                  <a:schemeClr val="dk1"/>
                </a:solidFill>
                <a:cs typeface="微软雅黑" panose="020B0503020204020204" charset="-122"/>
              </a:endParaRPr>
            </a:p>
          </p:txBody>
        </p:sp>
      </p:grpSp>
      <p:sp>
        <p:nvSpPr>
          <p:cNvPr id="3522" name="rect"/>
          <p:cNvSpPr/>
          <p:nvPr/>
        </p:nvSpPr>
        <p:spPr>
          <a:xfrm>
            <a:off x="10789919" y="1081786"/>
            <a:ext cx="10668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grpSp>
        <p:nvGrpSpPr>
          <p:cNvPr id="390" name="group 390"/>
          <p:cNvGrpSpPr/>
          <p:nvPr/>
        </p:nvGrpSpPr>
        <p:grpSpPr>
          <a:xfrm rot="21600000">
            <a:off x="10651660" y="1085279"/>
            <a:ext cx="1339170" cy="269366"/>
            <a:chOff x="0" y="0"/>
            <a:chExt cx="1339170" cy="269366"/>
          </a:xfrm>
        </p:grpSpPr>
        <p:sp>
          <p:nvSpPr>
            <p:cNvPr id="3524" name="path"/>
            <p:cNvSpPr/>
            <p:nvPr/>
          </p:nvSpPr>
          <p:spPr>
            <a:xfrm>
              <a:off x="5670" y="2857"/>
              <a:ext cx="1333500" cy="263651"/>
            </a:xfrm>
            <a:custGeom>
              <a:avLst/>
              <a:gdLst/>
              <a:ahLst/>
              <a:cxnLst/>
              <a:rect l="0" t="0" r="0" b="0"/>
              <a:pathLst>
                <a:path w="2100" h="415">
                  <a:moveTo>
                    <a:pt x="0" y="415"/>
                  </a:moveTo>
                  <a:lnTo>
                    <a:pt x="209" y="0"/>
                  </a:lnTo>
                  <a:lnTo>
                    <a:pt x="1890" y="0"/>
                  </a:lnTo>
                  <a:lnTo>
                    <a:pt x="2100" y="415"/>
                  </a:lnTo>
                  <a:lnTo>
                    <a:pt x="0" y="415"/>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3526" name="path"/>
            <p:cNvSpPr/>
            <p:nvPr/>
          </p:nvSpPr>
          <p:spPr>
            <a:xfrm>
              <a:off x="0" y="0"/>
              <a:ext cx="144184" cy="269366"/>
            </a:xfrm>
            <a:custGeom>
              <a:avLst/>
              <a:gdLst/>
              <a:ahLst/>
              <a:cxnLst/>
              <a:rect l="0" t="0" r="0" b="0"/>
              <a:pathLst>
                <a:path w="227" h="424">
                  <a:moveTo>
                    <a:pt x="8" y="419"/>
                  </a:moveTo>
                  <a:lnTo>
                    <a:pt x="218" y="4"/>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528" name="textbox 3528"/>
          <p:cNvSpPr/>
          <p:nvPr>
            <p:custDataLst>
              <p:tags r:id="rId34"/>
            </p:custDataLst>
          </p:nvPr>
        </p:nvSpPr>
        <p:spPr>
          <a:xfrm>
            <a:off x="10644123" y="950355"/>
            <a:ext cx="1365250" cy="3752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121348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10000"/>
              </a:lnSpc>
            </a:pPr>
            <a:endParaRPr lang="en-US" altLang="en-US" sz="300" dirty="0">
              <a:solidFill>
                <a:schemeClr val="dk1"/>
              </a:solidFill>
            </a:endParaRPr>
          </a:p>
          <a:p>
            <a:pPr marL="12700" algn="l" rtl="0" eaLnBrk="0">
              <a:lnSpc>
                <a:spcPct val="97000"/>
              </a:lnSpc>
              <a:spcBef>
                <a:spcPts val="0"/>
              </a:spcBef>
              <a:tabLst>
                <a:tab pos="570230" algn="l"/>
                <a:tab pos="1346835"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工具</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grpSp>
        <p:nvGrpSpPr>
          <p:cNvPr id="392" name="group 392"/>
          <p:cNvGrpSpPr/>
          <p:nvPr/>
        </p:nvGrpSpPr>
        <p:grpSpPr>
          <a:xfrm rot="21600000">
            <a:off x="11185058" y="24579"/>
            <a:ext cx="278046" cy="270880"/>
            <a:chOff x="0" y="0"/>
            <a:chExt cx="278046" cy="270880"/>
          </a:xfrm>
        </p:grpSpPr>
        <p:pic>
          <p:nvPicPr>
            <p:cNvPr id="3530" name="picture 3530"/>
            <p:cNvPicPr>
              <a:picLocks noChangeAspect="1"/>
            </p:cNvPicPr>
            <p:nvPr>
              <p:custDataLst>
                <p:tags r:id="rId35"/>
              </p:custDataLst>
            </p:nvPr>
          </p:nvPicPr>
          <p:blipFill>
            <a:blip r:embed="rId36"/>
            <a:stretch>
              <a:fillRect/>
            </a:stretch>
          </p:blipFill>
          <p:spPr>
            <a:xfrm rot="21600000">
              <a:off x="0" y="0"/>
              <a:ext cx="278046" cy="270880"/>
            </a:xfrm>
            <a:prstGeom prst="rect">
              <a:avLst/>
            </a:prstGeom>
          </p:spPr>
        </p:pic>
        <p:sp>
          <p:nvSpPr>
            <p:cNvPr id="3532" name="textbox 3532"/>
            <p:cNvSpPr/>
            <p:nvPr>
              <p:custDataLst>
                <p:tags r:id="rId37"/>
              </p:custDataLst>
            </p:nvPr>
          </p:nvSpPr>
          <p:spPr>
            <a:xfrm>
              <a:off x="-12700" y="-12700"/>
              <a:ext cx="303529" cy="307975"/>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0005" algn="l" rtl="0" eaLnBrk="0">
                <a:lnSpc>
                  <a:spcPct val="97000"/>
                </a:lnSpc>
                <a:spcBef>
                  <a:spcPts val="5"/>
                </a:spcBef>
              </a:pPr>
              <a:r>
                <a:rPr sz="900" kern="0" spc="-10" dirty="0">
                  <a:solidFill>
                    <a:schemeClr val="dk1"/>
                  </a:solidFill>
                  <a:cs typeface="微软雅黑" panose="020B0503020204020204" charset="-122"/>
                </a:rPr>
                <a:t>绩效</a:t>
              </a:r>
              <a:endParaRPr lang="en-US" altLang="en-US" sz="900" kern="0" spc="-10" dirty="0">
                <a:solidFill>
                  <a:schemeClr val="dk1"/>
                </a:solidFill>
                <a:cs typeface="微软雅黑" panose="020B0503020204020204" charset="-122"/>
              </a:endParaRPr>
            </a:p>
          </p:txBody>
        </p:sp>
      </p:grpSp>
      <p:sp>
        <p:nvSpPr>
          <p:cNvPr id="3534" name="rect"/>
          <p:cNvSpPr/>
          <p:nvPr/>
        </p:nvSpPr>
        <p:spPr>
          <a:xfrm>
            <a:off x="11190731" y="286257"/>
            <a:ext cx="2667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536" name="picture 3536"/>
          <p:cNvPicPr>
            <a:picLocks noChangeAspect="1"/>
          </p:cNvPicPr>
          <p:nvPr>
            <p:custDataLst>
              <p:tags r:id="rId38"/>
            </p:custDataLst>
          </p:nvPr>
        </p:nvPicPr>
        <p:blipFill>
          <a:blip r:embed="rId39"/>
          <a:stretch>
            <a:fillRect/>
          </a:stretch>
        </p:blipFill>
        <p:spPr>
          <a:xfrm rot="21600000">
            <a:off x="11050948" y="289750"/>
            <a:ext cx="539070" cy="270890"/>
          </a:xfrm>
          <a:prstGeom prst="rect">
            <a:avLst/>
          </a:prstGeom>
        </p:spPr>
      </p:pic>
      <p:sp>
        <p:nvSpPr>
          <p:cNvPr id="3538" name="textbox 3538"/>
          <p:cNvSpPr/>
          <p:nvPr>
            <p:custDataLst>
              <p:tags r:id="rId40"/>
            </p:custDataLst>
          </p:nvPr>
        </p:nvSpPr>
        <p:spPr>
          <a:xfrm>
            <a:off x="11043919" y="154826"/>
            <a:ext cx="564515" cy="3759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41211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09000"/>
              </a:lnSpc>
            </a:pPr>
            <a:endParaRPr lang="en-US" altLang="en-US" sz="300" dirty="0">
              <a:solidFill>
                <a:schemeClr val="dk1"/>
              </a:solidFill>
            </a:endParaRPr>
          </a:p>
          <a:p>
            <a:pPr marL="12700" algn="l" rtl="0" eaLnBrk="0">
              <a:lnSpc>
                <a:spcPct val="98000"/>
              </a:lnSpc>
              <a:spcBef>
                <a:spcPts val="0"/>
              </a:spcBef>
              <a:tabLst>
                <a:tab pos="168910" algn="l"/>
                <a:tab pos="546100"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组织</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540" name="rect"/>
          <p:cNvSpPr/>
          <p:nvPr/>
        </p:nvSpPr>
        <p:spPr>
          <a:xfrm>
            <a:off x="10523219" y="1610614"/>
            <a:ext cx="1601724"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3542" name="rect"/>
          <p:cNvSpPr/>
          <p:nvPr/>
        </p:nvSpPr>
        <p:spPr>
          <a:xfrm>
            <a:off x="3183568" y="3264238"/>
            <a:ext cx="707432" cy="13696"/>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544" name="rect"/>
          <p:cNvSpPr/>
          <p:nvPr/>
        </p:nvSpPr>
        <p:spPr>
          <a:xfrm>
            <a:off x="1627300" y="3264238"/>
            <a:ext cx="707322" cy="13696"/>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546" name="rect"/>
          <p:cNvSpPr/>
          <p:nvPr/>
        </p:nvSpPr>
        <p:spPr>
          <a:xfrm>
            <a:off x="7852566" y="3264238"/>
            <a:ext cx="707295" cy="13696"/>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548" name="rect"/>
          <p:cNvSpPr/>
          <p:nvPr/>
        </p:nvSpPr>
        <p:spPr>
          <a:xfrm>
            <a:off x="4739947" y="3264238"/>
            <a:ext cx="707295" cy="13696"/>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550" name="rect"/>
          <p:cNvSpPr/>
          <p:nvPr/>
        </p:nvSpPr>
        <p:spPr>
          <a:xfrm>
            <a:off x="6296325" y="3264238"/>
            <a:ext cx="707295" cy="13696"/>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552" name="rect"/>
          <p:cNvSpPr/>
          <p:nvPr/>
        </p:nvSpPr>
        <p:spPr>
          <a:xfrm>
            <a:off x="9408945" y="3264238"/>
            <a:ext cx="707294" cy="13696"/>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554" name="path"/>
          <p:cNvSpPr/>
          <p:nvPr/>
        </p:nvSpPr>
        <p:spPr>
          <a:xfrm>
            <a:off x="2315681" y="3222874"/>
            <a:ext cx="96630" cy="96423"/>
          </a:xfrm>
          <a:custGeom>
            <a:avLst/>
            <a:gdLst/>
            <a:ahLst/>
            <a:cxnLst/>
            <a:rect l="0" t="0" r="0" b="0"/>
            <a:pathLst>
              <a:path w="152" h="151">
                <a:moveTo>
                  <a:pt x="0" y="0"/>
                </a:moveTo>
                <a:lnTo>
                  <a:pt x="152" y="75"/>
                </a:lnTo>
                <a:lnTo>
                  <a:pt x="0" y="151"/>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556" name="path"/>
          <p:cNvSpPr/>
          <p:nvPr/>
        </p:nvSpPr>
        <p:spPr>
          <a:xfrm>
            <a:off x="3872059" y="3222874"/>
            <a:ext cx="96630" cy="96423"/>
          </a:xfrm>
          <a:custGeom>
            <a:avLst/>
            <a:gdLst/>
            <a:ahLst/>
            <a:cxnLst/>
            <a:rect l="0" t="0" r="0" b="0"/>
            <a:pathLst>
              <a:path w="152" h="151">
                <a:moveTo>
                  <a:pt x="0" y="0"/>
                </a:moveTo>
                <a:lnTo>
                  <a:pt x="152" y="75"/>
                </a:lnTo>
                <a:lnTo>
                  <a:pt x="0" y="151"/>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558" name="path"/>
          <p:cNvSpPr/>
          <p:nvPr/>
        </p:nvSpPr>
        <p:spPr>
          <a:xfrm>
            <a:off x="5428300" y="3222874"/>
            <a:ext cx="96629" cy="96423"/>
          </a:xfrm>
          <a:custGeom>
            <a:avLst/>
            <a:gdLst/>
            <a:ahLst/>
            <a:cxnLst/>
            <a:rect l="0" t="0" r="0" b="0"/>
            <a:pathLst>
              <a:path w="152" h="151">
                <a:moveTo>
                  <a:pt x="0" y="0"/>
                </a:moveTo>
                <a:lnTo>
                  <a:pt x="152" y="75"/>
                </a:lnTo>
                <a:lnTo>
                  <a:pt x="0" y="151"/>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560" name="path"/>
          <p:cNvSpPr/>
          <p:nvPr/>
        </p:nvSpPr>
        <p:spPr>
          <a:xfrm>
            <a:off x="6984679" y="3222874"/>
            <a:ext cx="96629" cy="96423"/>
          </a:xfrm>
          <a:custGeom>
            <a:avLst/>
            <a:gdLst/>
            <a:ahLst/>
            <a:cxnLst/>
            <a:rect l="0" t="0" r="0" b="0"/>
            <a:pathLst>
              <a:path w="152" h="151">
                <a:moveTo>
                  <a:pt x="0" y="0"/>
                </a:moveTo>
                <a:lnTo>
                  <a:pt x="152" y="75"/>
                </a:lnTo>
                <a:lnTo>
                  <a:pt x="0" y="151"/>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562" name="path"/>
          <p:cNvSpPr/>
          <p:nvPr/>
        </p:nvSpPr>
        <p:spPr>
          <a:xfrm>
            <a:off x="8540919" y="3222874"/>
            <a:ext cx="96629" cy="96423"/>
          </a:xfrm>
          <a:custGeom>
            <a:avLst/>
            <a:gdLst/>
            <a:ahLst/>
            <a:cxnLst/>
            <a:rect l="0" t="0" r="0" b="0"/>
            <a:pathLst>
              <a:path w="152" h="151">
                <a:moveTo>
                  <a:pt x="0" y="0"/>
                </a:moveTo>
                <a:lnTo>
                  <a:pt x="152" y="75"/>
                </a:lnTo>
                <a:lnTo>
                  <a:pt x="0" y="151"/>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564" name="path"/>
          <p:cNvSpPr/>
          <p:nvPr/>
        </p:nvSpPr>
        <p:spPr>
          <a:xfrm>
            <a:off x="10097298" y="3222874"/>
            <a:ext cx="96629" cy="96423"/>
          </a:xfrm>
          <a:custGeom>
            <a:avLst/>
            <a:gdLst/>
            <a:ahLst/>
            <a:cxnLst/>
            <a:rect l="0" t="0" r="0" b="0"/>
            <a:pathLst>
              <a:path w="152" h="151">
                <a:moveTo>
                  <a:pt x="0" y="0"/>
                </a:moveTo>
                <a:lnTo>
                  <a:pt x="152" y="75"/>
                </a:lnTo>
                <a:lnTo>
                  <a:pt x="0" y="151"/>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Tree>
    <p:custDataLst>
      <p:tags r:id="rId4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6" name="rect"/>
          <p:cNvSpPr/>
          <p:nvPr/>
        </p:nvSpPr>
        <p:spPr>
          <a:xfrm>
            <a:off x="1288745" y="3928272"/>
            <a:ext cx="4715026" cy="2198502"/>
          </a:xfrm>
          <a:prstGeom prst="rect">
            <a:avLst/>
          </a:prstGeom>
          <a:solidFill>
            <a:srgbClr val="000000">
              <a:alpha val="39607"/>
            </a:srgbClr>
          </a:solidFill>
          <a:ln cap="flat">
            <a:noFill/>
            <a:prstDash val="solid"/>
            <a:miter lim="0"/>
          </a:ln>
        </p:spPr>
        <p:txBody>
          <a:bodyPr rtlCol="0"/>
          <a:lstStyle/>
          <a:p>
            <a:pPr algn="ctr"/>
            <a:endParaRPr lang="zh-CN" altLang="en-US"/>
          </a:p>
        </p:txBody>
      </p:sp>
      <p:graphicFrame>
        <p:nvGraphicFramePr>
          <p:cNvPr id="3568" name="table 3568"/>
          <p:cNvGraphicFramePr>
            <a:graphicFrameLocks noGrp="1"/>
          </p:cNvGraphicFramePr>
          <p:nvPr>
            <p:custDataLst>
              <p:tags r:id="rId1"/>
            </p:custDataLst>
          </p:nvPr>
        </p:nvGraphicFramePr>
        <p:xfrm>
          <a:off x="1288745" y="3928272"/>
          <a:ext cx="4714875" cy="2146300"/>
        </p:xfrm>
        <a:graphic>
          <a:graphicData uri="http://schemas.openxmlformats.org/drawingml/2006/table">
            <a:tbl>
              <a:tblPr/>
              <a:tblGrid>
                <a:gridCol w="1172845"/>
                <a:gridCol w="1165225"/>
                <a:gridCol w="1165225"/>
                <a:gridCol w="1211580"/>
              </a:tblGrid>
              <a:tr h="311150">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5000"/>
                        </a:lnSpc>
                      </a:pPr>
                      <a:endParaRPr lang="en-US" altLang="en-US" sz="500" dirty="0"/>
                    </a:p>
                    <a:p>
                      <a:pPr marL="229870" algn="l" rtl="0" eaLnBrk="0">
                        <a:lnSpc>
                          <a:spcPct val="97000"/>
                        </a:lnSpc>
                        <a:spcBef>
                          <a:spcPts val="5"/>
                        </a:spcBef>
                      </a:pPr>
                      <a:r>
                        <a:rPr sz="1400" b="1" kern="0" spc="-10" dirty="0">
                          <a:solidFill>
                            <a:srgbClr val="FFFFFF">
                              <a:alpha val="100000"/>
                            </a:srgbClr>
                          </a:solidFill>
                          <a:cs typeface="微软雅黑" panose="020B0503020204020204" charset="-122"/>
                        </a:rPr>
                        <a:t>员工能力</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3000"/>
                        </a:lnSpc>
                      </a:pPr>
                      <a:endParaRPr lang="en-US" altLang="en-US" sz="500" dirty="0"/>
                    </a:p>
                    <a:p>
                      <a:pPr marL="229870" algn="l" rtl="0" eaLnBrk="0">
                        <a:lnSpc>
                          <a:spcPct val="98000"/>
                        </a:lnSpc>
                        <a:spcBef>
                          <a:spcPts val="5"/>
                        </a:spcBef>
                      </a:pPr>
                      <a:r>
                        <a:rPr sz="1400" b="1" kern="0" spc="-10" dirty="0">
                          <a:solidFill>
                            <a:srgbClr val="FFFFFF">
                              <a:alpha val="100000"/>
                            </a:srgbClr>
                          </a:solidFill>
                          <a:cs typeface="微软雅黑" panose="020B0503020204020204" charset="-122"/>
                        </a:rPr>
                        <a:t>员工思维</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3000"/>
                        </a:lnSpc>
                      </a:pPr>
                      <a:endParaRPr lang="en-US" altLang="en-US" sz="500" dirty="0"/>
                    </a:p>
                    <a:p>
                      <a:pPr marL="230505" algn="l" rtl="0" eaLnBrk="0">
                        <a:lnSpc>
                          <a:spcPct val="98000"/>
                        </a:lnSpc>
                        <a:spcBef>
                          <a:spcPts val="5"/>
                        </a:spcBef>
                      </a:pPr>
                      <a:r>
                        <a:rPr sz="1400" b="1" kern="0" spc="-10" dirty="0">
                          <a:solidFill>
                            <a:srgbClr val="FFFFFF">
                              <a:alpha val="100000"/>
                            </a:srgbClr>
                          </a:solidFill>
                          <a:cs typeface="微软雅黑" panose="020B0503020204020204" charset="-122"/>
                        </a:rPr>
                        <a:t>员工冶理</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C000"/>
                    </a:solidFill>
                  </a:tcPr>
                </a:tc>
              </a:tr>
              <a:tr h="304800">
                <a:tc>
                  <a:txBody>
                    <a:bodyPr/>
                    <a:lstStyle/>
                    <a:p>
                      <a:pPr algn="l" rtl="0" eaLnBrk="0">
                        <a:lnSpc>
                          <a:spcPct val="120000"/>
                        </a:lnSpc>
                      </a:pPr>
                      <a:endParaRPr lang="en-US" altLang="en-US" sz="400" dirty="0"/>
                    </a:p>
                    <a:p>
                      <a:pPr marL="101600" algn="l" rtl="0" eaLnBrk="0">
                        <a:lnSpc>
                          <a:spcPct val="97000"/>
                        </a:lnSpc>
                        <a:spcBef>
                          <a:spcPts val="5"/>
                        </a:spcBef>
                      </a:pPr>
                      <a:r>
                        <a:rPr sz="1400" kern="0" spc="-10" dirty="0">
                          <a:solidFill>
                            <a:srgbClr val="000000">
                              <a:alpha val="100000"/>
                            </a:srgbClr>
                          </a:solidFill>
                          <a:cs typeface="微软雅黑" panose="020B0503020204020204" charset="-122"/>
                        </a:rPr>
                        <a:t>人员配置</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F9000"/>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r>
              <a:tr h="304800">
                <a:tc>
                  <a:txBody>
                    <a:bodyPr/>
                    <a:lstStyle/>
                    <a:p>
                      <a:pPr algn="l" rtl="0" eaLnBrk="0">
                        <a:lnSpc>
                          <a:spcPct val="119000"/>
                        </a:lnSpc>
                      </a:pPr>
                      <a:endParaRPr lang="en-US" altLang="en-US" sz="400" dirty="0"/>
                    </a:p>
                    <a:p>
                      <a:pPr marL="100965" algn="l" rtl="0" eaLnBrk="0">
                        <a:lnSpc>
                          <a:spcPct val="98000"/>
                        </a:lnSpc>
                        <a:spcBef>
                          <a:spcPts val="5"/>
                        </a:spcBef>
                      </a:pPr>
                      <a:r>
                        <a:rPr sz="1400" kern="0" spc="-10" dirty="0">
                          <a:solidFill>
                            <a:srgbClr val="000000">
                              <a:alpha val="100000"/>
                            </a:srgbClr>
                          </a:solidFill>
                          <a:cs typeface="微软雅黑" panose="020B0503020204020204" charset="-122"/>
                        </a:rPr>
                        <a:t>发展</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F9000"/>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r>
              <a:tr h="304800">
                <a:tc>
                  <a:txBody>
                    <a:bodyPr/>
                    <a:lstStyle/>
                    <a:p>
                      <a:pPr algn="l" rtl="0" eaLnBrk="0">
                        <a:lnSpc>
                          <a:spcPct val="120000"/>
                        </a:lnSpc>
                      </a:pPr>
                      <a:endParaRPr lang="en-US" altLang="en-US" sz="400" dirty="0"/>
                    </a:p>
                    <a:p>
                      <a:pPr marL="101600" algn="l" rtl="0" eaLnBrk="0">
                        <a:lnSpc>
                          <a:spcPct val="98000"/>
                        </a:lnSpc>
                        <a:spcBef>
                          <a:spcPts val="0"/>
                        </a:spcBef>
                      </a:pPr>
                      <a:r>
                        <a:rPr sz="1400" kern="0" spc="-10" dirty="0">
                          <a:solidFill>
                            <a:srgbClr val="000000">
                              <a:alpha val="100000"/>
                            </a:srgbClr>
                          </a:solidFill>
                          <a:cs typeface="微软雅黑" panose="020B0503020204020204" charset="-122"/>
                        </a:rPr>
                        <a:t>评估</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F9000"/>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r>
              <a:tr h="304800">
                <a:tc>
                  <a:txBody>
                    <a:bodyPr/>
                    <a:lstStyle/>
                    <a:p>
                      <a:pPr algn="l" rtl="0" eaLnBrk="0">
                        <a:lnSpc>
                          <a:spcPct val="119000"/>
                        </a:lnSpc>
                      </a:pPr>
                      <a:endParaRPr lang="en-US" altLang="en-US" sz="400" dirty="0"/>
                    </a:p>
                    <a:p>
                      <a:pPr marL="101600" algn="l" rtl="0" eaLnBrk="0">
                        <a:lnSpc>
                          <a:spcPct val="98000"/>
                        </a:lnSpc>
                      </a:pPr>
                      <a:r>
                        <a:rPr sz="1400" kern="0" spc="-10" dirty="0">
                          <a:solidFill>
                            <a:srgbClr val="000000">
                              <a:alpha val="100000"/>
                            </a:srgbClr>
                          </a:solidFill>
                          <a:cs typeface="微软雅黑" panose="020B0503020204020204" charset="-122"/>
                        </a:rPr>
                        <a:t>奖励</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F9000"/>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r>
              <a:tr h="304800">
                <a:tc>
                  <a:txBody>
                    <a:bodyPr/>
                    <a:lstStyle/>
                    <a:p>
                      <a:pPr algn="l" rtl="0" eaLnBrk="0">
                        <a:lnSpc>
                          <a:spcPct val="119000"/>
                        </a:lnSpc>
                      </a:pPr>
                      <a:endParaRPr lang="en-US" altLang="en-US" sz="400" dirty="0"/>
                    </a:p>
                    <a:p>
                      <a:pPr marL="102235" algn="l" rtl="0" eaLnBrk="0">
                        <a:lnSpc>
                          <a:spcPct val="98000"/>
                        </a:lnSpc>
                        <a:spcBef>
                          <a:spcPts val="0"/>
                        </a:spcBef>
                      </a:pPr>
                      <a:r>
                        <a:rPr sz="1400" kern="0" spc="-10" dirty="0">
                          <a:solidFill>
                            <a:srgbClr val="000000">
                              <a:alpha val="100000"/>
                            </a:srgbClr>
                          </a:solidFill>
                          <a:cs typeface="微软雅黑" panose="020B0503020204020204" charset="-122"/>
                        </a:rPr>
                        <a:t>组织设计</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8CB"/>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F9000"/>
                    </a:solidFill>
                  </a:tcPr>
                </a:tc>
              </a:tr>
              <a:tr h="311150">
                <a:tc>
                  <a:txBody>
                    <a:bodyPr/>
                    <a:lstStyle/>
                    <a:p>
                      <a:pPr algn="l" rtl="0" eaLnBrk="0">
                        <a:lnSpc>
                          <a:spcPct val="119000"/>
                        </a:lnSpc>
                      </a:pPr>
                      <a:endParaRPr lang="en-US" altLang="en-US" sz="400" dirty="0"/>
                    </a:p>
                    <a:p>
                      <a:pPr marL="101600" algn="l" rtl="0" eaLnBrk="0">
                        <a:lnSpc>
                          <a:spcPct val="98000"/>
                        </a:lnSpc>
                        <a:spcBef>
                          <a:spcPts val="0"/>
                        </a:spcBef>
                      </a:pPr>
                      <a:r>
                        <a:rPr sz="1400" kern="0" spc="-10" dirty="0">
                          <a:solidFill>
                            <a:srgbClr val="000000">
                              <a:alpha val="100000"/>
                            </a:srgbClr>
                          </a:solidFill>
                          <a:cs typeface="微软雅黑" panose="020B0503020204020204" charset="-122"/>
                        </a:rPr>
                        <a:t>资讯传送</a:t>
                      </a:r>
                      <a:endParaRPr lang="en-US" altLang="en-US" sz="14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4E7"/>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F9000"/>
                    </a:solidFill>
                  </a:tcPr>
                </a:tc>
              </a:tr>
            </a:tbl>
          </a:graphicData>
        </a:graphic>
      </p:graphicFrame>
      <p:sp>
        <p:nvSpPr>
          <p:cNvPr id="3572" name="textbox 3572"/>
          <p:cNvSpPr/>
          <p:nvPr>
            <p:custDataLst>
              <p:tags r:id="rId2"/>
            </p:custDataLst>
          </p:nvPr>
        </p:nvSpPr>
        <p:spPr>
          <a:xfrm>
            <a:off x="821037" y="424021"/>
            <a:ext cx="9679305" cy="628015"/>
          </a:xfrm>
          <a:prstGeom prst="rect">
            <a:avLst/>
          </a:prstGeom>
        </p:spPr>
        <p:txBody>
          <a:bodyPr vert="horz" wrap="square" lIns="0" tIns="0" rIns="0" bIns="0">
            <a:normAutofit/>
          </a:bodyPr>
          <a:lstStyle/>
          <a:p>
            <a:pPr algn="l" rtl="0" eaLnBrk="0">
              <a:lnSpc>
                <a:spcPct val="77000"/>
              </a:lnSpc>
            </a:pPr>
            <a:endParaRPr lang="en-US" altLang="en-US" sz="100" dirty="0">
              <a:solidFill>
                <a:schemeClr val="dk1"/>
              </a:solidFill>
            </a:endParaRPr>
          </a:p>
          <a:p>
            <a:pPr marL="12700" indent="-635" algn="l" rtl="0" eaLnBrk="0">
              <a:lnSpc>
                <a:spcPct val="99000"/>
              </a:lnSpc>
            </a:pPr>
            <a:r>
              <a:rPr sz="2000" b="1" kern="0" spc="-20" dirty="0">
                <a:solidFill>
                  <a:schemeClr val="dk1"/>
                </a:solidFill>
                <a:cs typeface="微软雅黑" panose="020B0503020204020204" charset="-122"/>
              </a:rPr>
              <a:t>技能方面，制定能力模型和发展路径，</a:t>
            </a:r>
            <a:r>
              <a:rPr sz="2000" b="1" kern="0" spc="310" dirty="0">
                <a:solidFill>
                  <a:schemeClr val="dk1"/>
                </a:solidFill>
                <a:cs typeface="微软雅黑" panose="020B0503020204020204" charset="-122"/>
              </a:rPr>
              <a:t> </a:t>
            </a:r>
            <a:r>
              <a:rPr sz="2000" b="1" kern="0" spc="-20" dirty="0">
                <a:solidFill>
                  <a:schemeClr val="dk1"/>
                </a:solidFill>
                <a:cs typeface="微软雅黑" panose="020B0503020204020204" charset="-122"/>
              </a:rPr>
              <a:t>进一步明确</a:t>
            </a:r>
            <a:r>
              <a:rPr sz="2000" b="1" kern="0" spc="-30" dirty="0">
                <a:solidFill>
                  <a:schemeClr val="dk1"/>
                </a:solidFill>
                <a:cs typeface="微软雅黑" panose="020B0503020204020204" charset="-122"/>
              </a:rPr>
              <a:t>人员要求，通过组织能力建设提升人</a:t>
            </a:r>
            <a:r>
              <a:rPr sz="2000" b="1" kern="0" spc="0" dirty="0">
                <a:solidFill>
                  <a:schemeClr val="dk1"/>
                </a:solidFill>
                <a:cs typeface="微软雅黑" panose="020B0503020204020204" charset="-122"/>
              </a:rPr>
              <a:t> </a:t>
            </a:r>
            <a:r>
              <a:rPr sz="2000" b="1" kern="0" spc="-10" dirty="0">
                <a:solidFill>
                  <a:schemeClr val="dk1"/>
                </a:solidFill>
                <a:cs typeface="微软雅黑" panose="020B0503020204020204" charset="-122"/>
              </a:rPr>
              <a:t>员技能</a:t>
            </a:r>
            <a:endParaRPr lang="en-US" altLang="en-US" sz="2000" b="1" kern="0" spc="-10" dirty="0">
              <a:solidFill>
                <a:schemeClr val="dk1"/>
              </a:solidFill>
              <a:cs typeface="微软雅黑" panose="020B0503020204020204" charset="-122"/>
            </a:endParaRPr>
          </a:p>
        </p:txBody>
      </p:sp>
      <p:grpSp>
        <p:nvGrpSpPr>
          <p:cNvPr id="394" name="group 394"/>
          <p:cNvGrpSpPr/>
          <p:nvPr/>
        </p:nvGrpSpPr>
        <p:grpSpPr>
          <a:xfrm rot="21600000">
            <a:off x="7697714" y="4032884"/>
            <a:ext cx="2583326" cy="1462277"/>
            <a:chOff x="0" y="0"/>
            <a:chExt cx="2583326" cy="1462277"/>
          </a:xfrm>
        </p:grpSpPr>
        <p:sp>
          <p:nvSpPr>
            <p:cNvPr id="3574" name="path"/>
            <p:cNvSpPr/>
            <p:nvPr/>
          </p:nvSpPr>
          <p:spPr>
            <a:xfrm>
              <a:off x="515883" y="9525"/>
              <a:ext cx="1397508" cy="1443227"/>
            </a:xfrm>
            <a:custGeom>
              <a:avLst/>
              <a:gdLst/>
              <a:ahLst/>
              <a:cxnLst/>
              <a:rect l="0" t="0" r="0" b="0"/>
              <a:pathLst>
                <a:path w="2200" h="2272">
                  <a:moveTo>
                    <a:pt x="0" y="1136"/>
                  </a:moveTo>
                  <a:lnTo>
                    <a:pt x="1100" y="0"/>
                  </a:lnTo>
                  <a:lnTo>
                    <a:pt x="2200" y="1136"/>
                  </a:lnTo>
                  <a:lnTo>
                    <a:pt x="1100" y="2272"/>
                  </a:lnTo>
                  <a:lnTo>
                    <a:pt x="0" y="1136"/>
                  </a:lnTo>
                  <a:close/>
                </a:path>
              </a:pathLst>
            </a:custGeom>
            <a:solidFill>
              <a:srgbClr val="FFFFFF">
                <a:alpha val="100000"/>
              </a:srgbClr>
            </a:solidFill>
            <a:ln cap="flat">
              <a:noFill/>
              <a:prstDash val="solid"/>
              <a:miter lim="0"/>
            </a:ln>
          </p:spPr>
          <p:txBody>
            <a:bodyPr rtlCol="0"/>
            <a:lstStyle/>
            <a:p>
              <a:pPr algn="ctr"/>
              <a:endParaRPr lang="zh-CN" altLang="en-US"/>
            </a:p>
          </p:txBody>
        </p:sp>
        <p:sp>
          <p:nvSpPr>
            <p:cNvPr id="3576" name="path"/>
            <p:cNvSpPr/>
            <p:nvPr/>
          </p:nvSpPr>
          <p:spPr>
            <a:xfrm>
              <a:off x="506358" y="0"/>
              <a:ext cx="1416558" cy="1462277"/>
            </a:xfrm>
            <a:custGeom>
              <a:avLst/>
              <a:gdLst/>
              <a:ahLst/>
              <a:cxnLst/>
              <a:rect l="0" t="0" r="0" b="0"/>
              <a:pathLst>
                <a:path w="2230" h="2302">
                  <a:moveTo>
                    <a:pt x="15" y="1151"/>
                  </a:moveTo>
                  <a:lnTo>
                    <a:pt x="1115" y="15"/>
                  </a:lnTo>
                  <a:lnTo>
                    <a:pt x="2215" y="1151"/>
                  </a:lnTo>
                  <a:lnTo>
                    <a:pt x="1115" y="2287"/>
                  </a:lnTo>
                  <a:lnTo>
                    <a:pt x="15" y="1151"/>
                  </a:lnTo>
                  <a:close/>
                </a:path>
              </a:pathLst>
            </a:custGeom>
            <a:noFill/>
            <a:ln w="19050" cap="flat">
              <a:solidFill>
                <a:srgbClr val="BDD7EE">
                  <a:alpha val="100000"/>
                </a:srgbClr>
              </a:solidFill>
              <a:prstDash val="solid"/>
              <a:miter lim="800000"/>
            </a:ln>
          </p:spPr>
          <p:txBody>
            <a:bodyPr rtlCol="0"/>
            <a:lstStyle/>
            <a:p>
              <a:pPr algn="ctr"/>
              <a:endParaRPr lang="zh-CN" altLang="en-US"/>
            </a:p>
          </p:txBody>
        </p:sp>
        <p:sp>
          <p:nvSpPr>
            <p:cNvPr id="3578" name="path"/>
            <p:cNvSpPr/>
            <p:nvPr/>
          </p:nvSpPr>
          <p:spPr>
            <a:xfrm>
              <a:off x="0" y="724915"/>
              <a:ext cx="2583326" cy="13843"/>
            </a:xfrm>
            <a:custGeom>
              <a:avLst/>
              <a:gdLst/>
              <a:ahLst/>
              <a:cxnLst/>
              <a:rect l="0" t="0" r="0" b="0"/>
              <a:pathLst>
                <a:path w="4068" h="21">
                  <a:moveTo>
                    <a:pt x="0" y="5"/>
                  </a:moveTo>
                  <a:lnTo>
                    <a:pt x="4068" y="16"/>
                  </a:lnTo>
                </a:path>
              </a:pathLst>
            </a:custGeom>
            <a:noFill/>
            <a:ln w="6350" cap="flat">
              <a:solidFill>
                <a:srgbClr val="5B9BD5">
                  <a:alpha val="100000"/>
                </a:srgbClr>
              </a:solidFill>
              <a:prstDash val="dash"/>
              <a:miter lim="800000"/>
            </a:ln>
          </p:spPr>
          <p:txBody>
            <a:bodyPr rtlCol="0"/>
            <a:lstStyle/>
            <a:p>
              <a:pPr algn="ctr"/>
              <a:endParaRPr lang="zh-CN" altLang="en-US"/>
            </a:p>
          </p:txBody>
        </p:sp>
      </p:grpSp>
      <p:sp>
        <p:nvSpPr>
          <p:cNvPr id="3580" name="textbox 3580"/>
          <p:cNvSpPr/>
          <p:nvPr>
            <p:custDataLst>
              <p:tags r:id="rId3"/>
            </p:custDataLst>
          </p:nvPr>
        </p:nvSpPr>
        <p:spPr>
          <a:xfrm>
            <a:off x="972058" y="1473454"/>
            <a:ext cx="2329179" cy="539750"/>
          </a:xfrm>
          <a:prstGeom prst="rect">
            <a:avLst/>
          </a:prstGeom>
          <a:solidFill>
            <a:schemeClr val="accent2"/>
          </a:solidFill>
        </p:spPr>
        <p:txBody>
          <a:bodyPr vert="horz" wrap="square" lIns="0" tIns="0" rIns="0" bIns="0">
            <a:normAutofit/>
          </a:bodyPr>
          <a:lstStyle/>
          <a:p>
            <a:pPr algn="l" rtl="0" eaLnBrk="0">
              <a:lnSpc>
                <a:spcPct val="105000"/>
              </a:lnSpc>
            </a:pPr>
            <a:endParaRPr lang="en-US" altLang="en-US" sz="800" dirty="0">
              <a:solidFill>
                <a:schemeClr val="tx1"/>
              </a:solidFill>
            </a:endParaRPr>
          </a:p>
          <a:p>
            <a:pPr algn="l" rtl="0" eaLnBrk="0">
              <a:lnSpc>
                <a:spcPct val="7000"/>
              </a:lnSpc>
            </a:pPr>
            <a:endParaRPr lang="en-US" altLang="en-US" sz="100" dirty="0">
              <a:solidFill>
                <a:schemeClr val="tx1"/>
              </a:solidFill>
            </a:endParaRPr>
          </a:p>
          <a:p>
            <a:pPr marL="86360" algn="l" rtl="0" eaLnBrk="0">
              <a:lnSpc>
                <a:spcPct val="97000"/>
              </a:lnSpc>
            </a:pPr>
            <a:r>
              <a:rPr sz="1100" b="1" kern="0" spc="0" dirty="0">
                <a:solidFill>
                  <a:schemeClr val="tx1"/>
                </a:solidFill>
                <a:cs typeface="微软雅黑" panose="020B0503020204020204" charset="-122"/>
              </a:rPr>
              <a:t>服务提供者阶段</a:t>
            </a:r>
            <a:endParaRPr lang="en-US" altLang="en-US" sz="1100" b="1" kern="0" spc="0" dirty="0">
              <a:solidFill>
                <a:schemeClr val="tx1"/>
              </a:solidFill>
              <a:cs typeface="微软雅黑" panose="020B0503020204020204" charset="-122"/>
            </a:endParaRPr>
          </a:p>
        </p:txBody>
      </p:sp>
      <p:sp>
        <p:nvSpPr>
          <p:cNvPr id="3582" name="path"/>
          <p:cNvSpPr/>
          <p:nvPr/>
        </p:nvSpPr>
        <p:spPr>
          <a:xfrm>
            <a:off x="972058" y="1953514"/>
            <a:ext cx="2329179" cy="66040"/>
          </a:xfrm>
          <a:custGeom>
            <a:avLst/>
            <a:gdLst/>
            <a:ahLst/>
            <a:cxnLst/>
            <a:rect l="0" t="0" r="0" b="0"/>
            <a:pathLst>
              <a:path w="3667" h="104">
                <a:moveTo>
                  <a:pt x="3657" y="10"/>
                </a:moveTo>
                <a:cubicBezTo>
                  <a:pt x="3657" y="56"/>
                  <a:pt x="3620" y="94"/>
                  <a:pt x="3573" y="94"/>
                </a:cubicBezTo>
                <a:lnTo>
                  <a:pt x="93" y="94"/>
                </a:lnTo>
                <a:cubicBezTo>
                  <a:pt x="47" y="94"/>
                  <a:pt x="10" y="56"/>
                  <a:pt x="10" y="10"/>
                </a:cubicBezTo>
              </a:path>
            </a:pathLst>
          </a:custGeom>
          <a:noFill/>
          <a:ln w="12700" cap="flat">
            <a:solidFill>
              <a:srgbClr val="FFFFFF">
                <a:alpha val="100000"/>
              </a:srgbClr>
            </a:solidFill>
            <a:prstDash val="solid"/>
            <a:miter lim="800000"/>
          </a:ln>
        </p:spPr>
        <p:txBody>
          <a:bodyPr rtlCol="0"/>
          <a:lstStyle/>
          <a:p>
            <a:pPr algn="ctr"/>
            <a:endParaRPr lang="zh-CN" altLang="en-US"/>
          </a:p>
        </p:txBody>
      </p:sp>
      <p:sp>
        <p:nvSpPr>
          <p:cNvPr id="3584" name="path"/>
          <p:cNvSpPr/>
          <p:nvPr/>
        </p:nvSpPr>
        <p:spPr>
          <a:xfrm>
            <a:off x="1452372" y="1834896"/>
            <a:ext cx="2318003" cy="1606295"/>
          </a:xfrm>
          <a:custGeom>
            <a:avLst/>
            <a:gdLst/>
            <a:ahLst/>
            <a:cxnLst/>
            <a:rect l="0" t="0" r="0" b="0"/>
            <a:pathLst>
              <a:path w="3650" h="2529">
                <a:moveTo>
                  <a:pt x="0" y="252"/>
                </a:moveTo>
                <a:moveTo>
                  <a:pt x="0" y="252"/>
                </a:moveTo>
                <a:cubicBezTo>
                  <a:pt x="0" y="113"/>
                  <a:pt x="113" y="0"/>
                  <a:pt x="253" y="0"/>
                </a:cubicBezTo>
                <a:lnTo>
                  <a:pt x="3397" y="0"/>
                </a:lnTo>
                <a:cubicBezTo>
                  <a:pt x="3537" y="0"/>
                  <a:pt x="3650" y="113"/>
                  <a:pt x="3650" y="252"/>
                </a:cubicBezTo>
                <a:lnTo>
                  <a:pt x="3650" y="2276"/>
                </a:lnTo>
                <a:cubicBezTo>
                  <a:pt x="3650" y="2416"/>
                  <a:pt x="3537" y="2529"/>
                  <a:pt x="3397" y="2529"/>
                </a:cubicBezTo>
                <a:lnTo>
                  <a:pt x="253" y="2529"/>
                </a:lnTo>
                <a:cubicBezTo>
                  <a:pt x="113" y="2529"/>
                  <a:pt x="0" y="2416"/>
                  <a:pt x="0" y="2276"/>
                </a:cubicBezTo>
                <a:lnTo>
                  <a:pt x="0" y="252"/>
                </a:lnTo>
                <a:close/>
              </a:path>
            </a:pathLst>
          </a:custGeom>
          <a:solidFill>
            <a:srgbClr val="FFFFFF">
              <a:alpha val="90196"/>
            </a:srgbClr>
          </a:solidFill>
          <a:ln cap="flat">
            <a:noFill/>
            <a:prstDash val="solid"/>
            <a:miter lim="0"/>
          </a:ln>
        </p:spPr>
        <p:txBody>
          <a:bodyPr rtlCol="0"/>
          <a:lstStyle/>
          <a:p>
            <a:pPr algn="ctr"/>
            <a:endParaRPr lang="zh-CN" altLang="en-US"/>
          </a:p>
        </p:txBody>
      </p:sp>
      <p:graphicFrame>
        <p:nvGraphicFramePr>
          <p:cNvPr id="3586" name="table 3586"/>
          <p:cNvGraphicFramePr>
            <a:graphicFrameLocks noGrp="1"/>
          </p:cNvGraphicFramePr>
          <p:nvPr>
            <p:custDataLst>
              <p:tags r:id="rId4"/>
            </p:custDataLst>
          </p:nvPr>
        </p:nvGraphicFramePr>
        <p:xfrm>
          <a:off x="1446022" y="1828546"/>
          <a:ext cx="2330449" cy="1618615"/>
        </p:xfrm>
        <a:graphic>
          <a:graphicData uri="http://schemas.openxmlformats.org/drawingml/2006/table">
            <a:tbl>
              <a:tblPr/>
              <a:tblGrid>
                <a:gridCol w="2330449"/>
              </a:tblGrid>
              <a:tr h="1605915">
                <a:tc>
                  <a:txBody>
                    <a:bodyPr/>
                    <a:lstStyle/>
                    <a:p>
                      <a:pPr algn="l" rtl="0" eaLnBrk="0">
                        <a:lnSpc>
                          <a:spcPct val="113000"/>
                        </a:lnSpc>
                      </a:pPr>
                      <a:endParaRPr lang="en-US" altLang="en-US" sz="1000" dirty="0"/>
                    </a:p>
                    <a:p>
                      <a:pPr algn="l" rtl="0" eaLnBrk="0">
                        <a:lnSpc>
                          <a:spcPct val="9000"/>
                        </a:lnSpc>
                      </a:pPr>
                      <a:endParaRPr lang="en-US" altLang="en-US" sz="100" dirty="0"/>
                    </a:p>
                    <a:p>
                      <a:pPr marL="193040" indent="-53340" algn="l" rtl="0" eaLnBrk="0">
                        <a:lnSpc>
                          <a:spcPct val="119000"/>
                        </a:lnSpc>
                      </a:pPr>
                      <a:r>
                        <a:rPr sz="1100" kern="0" spc="0" dirty="0">
                          <a:solidFill>
                            <a:srgbClr val="000000">
                              <a:alpha val="100000"/>
                            </a:srgbClr>
                          </a:solidFill>
                          <a:cs typeface="Arial" panose="020B0604020202020204"/>
                        </a:rPr>
                        <a:t>•</a:t>
                      </a:r>
                      <a:r>
                        <a:rPr sz="1100" kern="0" spc="0" dirty="0">
                          <a:solidFill>
                            <a:srgbClr val="000000">
                              <a:alpha val="100000"/>
                            </a:srgbClr>
                          </a:solidFill>
                          <a:cs typeface="微软雅黑" panose="020B0503020204020204" charset="-122"/>
                        </a:rPr>
                        <a:t>主要管理需求的全生命周</a:t>
                      </a:r>
                      <a:r>
                        <a:rPr sz="1100" kern="0" spc="-10" dirty="0">
                          <a:solidFill>
                            <a:srgbClr val="000000">
                              <a:alpha val="100000"/>
                            </a:srgbClr>
                          </a:solidFill>
                          <a:cs typeface="微软雅黑" panose="020B0503020204020204" charset="-122"/>
                        </a:rPr>
                        <a:t>期。需     </a:t>
                      </a:r>
                      <a:r>
                        <a:rPr sz="1100" kern="0" spc="0" dirty="0">
                          <a:solidFill>
                            <a:srgbClr val="000000">
                              <a:alpha val="100000"/>
                            </a:srgbClr>
                          </a:solidFill>
                          <a:cs typeface="微软雅黑" panose="020B0503020204020204" charset="-122"/>
                        </a:rPr>
                        <a:t>求50%中下层级的员工独立承</a:t>
                      </a:r>
                      <a:r>
                        <a:rPr sz="1100" kern="0" spc="-10" dirty="0">
                          <a:solidFill>
                            <a:srgbClr val="000000">
                              <a:alpha val="100000"/>
                            </a:srgbClr>
                          </a:solidFill>
                          <a:cs typeface="微软雅黑" panose="020B0503020204020204" charset="-122"/>
                        </a:rPr>
                        <a:t>需     </a:t>
                      </a:r>
                      <a:r>
                        <a:rPr sz="1100" kern="0" spc="0" dirty="0">
                          <a:solidFill>
                            <a:srgbClr val="000000">
                              <a:alpha val="100000"/>
                            </a:srgbClr>
                          </a:solidFill>
                          <a:cs typeface="微软雅黑" panose="020B0503020204020204" charset="-122"/>
                        </a:rPr>
                        <a:t>求管理流程执行和监控优化</a:t>
                      </a:r>
                      <a:endParaRPr lang="en-US" altLang="en-US" sz="1100" dirty="0"/>
                    </a:p>
                  </a:txBody>
                  <a:tcPr marL="0" marR="0" marT="0" marB="0" vert="horz">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ED7D31"/>
                      </a:solidFill>
                      <a:prstDash val="solid"/>
                      <a:round/>
                      <a:headEnd type="none" w="med" len="med"/>
                      <a:tailEnd type="none" w="med" len="med"/>
                    </a:lnT>
                    <a:lnB w="12700" cap="flat" cmpd="sng" algn="ctr">
                      <a:solidFill>
                        <a:srgbClr val="ED7D31"/>
                      </a:solidFill>
                      <a:prstDash val="solid"/>
                      <a:round/>
                      <a:headEnd type="none" w="med" len="med"/>
                      <a:tailEnd type="none" w="med" len="med"/>
                    </a:lnB>
                  </a:tcPr>
                </a:tc>
              </a:tr>
            </a:tbl>
          </a:graphicData>
        </a:graphic>
      </p:graphicFrame>
      <p:sp>
        <p:nvSpPr>
          <p:cNvPr id="3588" name="textbox 3588"/>
          <p:cNvSpPr/>
          <p:nvPr>
            <p:custDataLst>
              <p:tags r:id="rId5"/>
            </p:custDataLst>
          </p:nvPr>
        </p:nvSpPr>
        <p:spPr>
          <a:xfrm>
            <a:off x="4693665" y="1473454"/>
            <a:ext cx="2329814" cy="539750"/>
          </a:xfrm>
          <a:prstGeom prst="rect">
            <a:avLst/>
          </a:prstGeom>
          <a:solidFill>
            <a:schemeClr val="accent3"/>
          </a:solidFill>
        </p:spPr>
        <p:txBody>
          <a:bodyPr vert="horz" wrap="square" lIns="0" tIns="0" rIns="0" bIns="0">
            <a:normAutofit/>
          </a:bodyPr>
          <a:lstStyle/>
          <a:p>
            <a:pPr algn="l" rtl="0" eaLnBrk="0">
              <a:lnSpc>
                <a:spcPct val="105000"/>
              </a:lnSpc>
            </a:pPr>
            <a:endParaRPr lang="en-US" altLang="en-US" sz="800" dirty="0">
              <a:solidFill>
                <a:schemeClr val="tx1"/>
              </a:solidFill>
            </a:endParaRPr>
          </a:p>
          <a:p>
            <a:pPr algn="l" rtl="0" eaLnBrk="0">
              <a:lnSpc>
                <a:spcPct val="7000"/>
              </a:lnSpc>
            </a:pPr>
            <a:endParaRPr lang="en-US" altLang="en-US" sz="100" dirty="0">
              <a:solidFill>
                <a:schemeClr val="tx1"/>
              </a:solidFill>
            </a:endParaRPr>
          </a:p>
          <a:p>
            <a:pPr marL="86995" algn="l" rtl="0" eaLnBrk="0">
              <a:lnSpc>
                <a:spcPct val="97000"/>
              </a:lnSpc>
            </a:pPr>
            <a:r>
              <a:rPr sz="1100" b="1" kern="0" spc="0" dirty="0">
                <a:solidFill>
                  <a:schemeClr val="tx1"/>
                </a:solidFill>
                <a:cs typeface="微软雅黑" panose="020B0503020204020204" charset="-122"/>
              </a:rPr>
              <a:t>解决方案提供者阶段</a:t>
            </a:r>
            <a:endParaRPr lang="en-US" altLang="en-US" sz="1100" b="1" kern="0" spc="0" dirty="0">
              <a:solidFill>
                <a:schemeClr val="tx1"/>
              </a:solidFill>
              <a:cs typeface="微软雅黑" panose="020B0503020204020204" charset="-122"/>
            </a:endParaRPr>
          </a:p>
        </p:txBody>
      </p:sp>
      <p:sp>
        <p:nvSpPr>
          <p:cNvPr id="3590" name="path"/>
          <p:cNvSpPr/>
          <p:nvPr/>
        </p:nvSpPr>
        <p:spPr>
          <a:xfrm>
            <a:off x="4693665" y="1953514"/>
            <a:ext cx="2329180" cy="66040"/>
          </a:xfrm>
          <a:custGeom>
            <a:avLst/>
            <a:gdLst/>
            <a:ahLst/>
            <a:cxnLst/>
            <a:rect l="0" t="0" r="0" b="0"/>
            <a:pathLst>
              <a:path w="3668" h="104">
                <a:moveTo>
                  <a:pt x="3658" y="10"/>
                </a:moveTo>
                <a:cubicBezTo>
                  <a:pt x="3658" y="56"/>
                  <a:pt x="3620" y="94"/>
                  <a:pt x="3574" y="94"/>
                </a:cubicBezTo>
                <a:lnTo>
                  <a:pt x="94" y="94"/>
                </a:lnTo>
                <a:cubicBezTo>
                  <a:pt x="47" y="94"/>
                  <a:pt x="10" y="56"/>
                  <a:pt x="10" y="10"/>
                </a:cubicBezTo>
              </a:path>
            </a:pathLst>
          </a:custGeom>
          <a:noFill/>
          <a:ln w="12700" cap="flat">
            <a:solidFill>
              <a:srgbClr val="FFFFFF">
                <a:alpha val="100000"/>
              </a:srgbClr>
            </a:solidFill>
            <a:prstDash val="solid"/>
            <a:miter lim="800000"/>
          </a:ln>
        </p:spPr>
        <p:txBody>
          <a:bodyPr rtlCol="0"/>
          <a:lstStyle/>
          <a:p>
            <a:pPr algn="ctr"/>
            <a:endParaRPr lang="zh-CN" altLang="en-US"/>
          </a:p>
        </p:txBody>
      </p:sp>
      <p:sp>
        <p:nvSpPr>
          <p:cNvPr id="3592" name="path"/>
          <p:cNvSpPr/>
          <p:nvPr/>
        </p:nvSpPr>
        <p:spPr>
          <a:xfrm>
            <a:off x="5175503" y="1834896"/>
            <a:ext cx="2316480" cy="1606295"/>
          </a:xfrm>
          <a:custGeom>
            <a:avLst/>
            <a:gdLst/>
            <a:ahLst/>
            <a:cxnLst/>
            <a:rect l="0" t="0" r="0" b="0"/>
            <a:pathLst>
              <a:path w="3648" h="2529">
                <a:moveTo>
                  <a:pt x="0" y="252"/>
                </a:moveTo>
                <a:moveTo>
                  <a:pt x="0" y="252"/>
                </a:moveTo>
                <a:cubicBezTo>
                  <a:pt x="0" y="113"/>
                  <a:pt x="113" y="0"/>
                  <a:pt x="253" y="0"/>
                </a:cubicBezTo>
                <a:lnTo>
                  <a:pt x="3395" y="0"/>
                </a:lnTo>
                <a:cubicBezTo>
                  <a:pt x="3534" y="0"/>
                  <a:pt x="3648" y="113"/>
                  <a:pt x="3648" y="252"/>
                </a:cubicBezTo>
                <a:lnTo>
                  <a:pt x="3648" y="2276"/>
                </a:lnTo>
                <a:cubicBezTo>
                  <a:pt x="3648" y="2416"/>
                  <a:pt x="3534" y="2529"/>
                  <a:pt x="3395" y="2529"/>
                </a:cubicBezTo>
                <a:lnTo>
                  <a:pt x="253" y="2529"/>
                </a:lnTo>
                <a:cubicBezTo>
                  <a:pt x="113" y="2529"/>
                  <a:pt x="0" y="2416"/>
                  <a:pt x="0" y="2276"/>
                </a:cubicBezTo>
                <a:lnTo>
                  <a:pt x="0" y="252"/>
                </a:lnTo>
                <a:close/>
              </a:path>
            </a:pathLst>
          </a:custGeom>
          <a:solidFill>
            <a:srgbClr val="FFFFFF">
              <a:alpha val="90196"/>
            </a:srgbClr>
          </a:solidFill>
          <a:ln cap="flat">
            <a:noFill/>
            <a:prstDash val="solid"/>
            <a:miter lim="0"/>
          </a:ln>
        </p:spPr>
        <p:txBody>
          <a:bodyPr rtlCol="0"/>
          <a:lstStyle/>
          <a:p>
            <a:pPr algn="ctr"/>
            <a:endParaRPr lang="zh-CN" altLang="en-US"/>
          </a:p>
        </p:txBody>
      </p:sp>
      <p:graphicFrame>
        <p:nvGraphicFramePr>
          <p:cNvPr id="3594" name="table 3594"/>
          <p:cNvGraphicFramePr>
            <a:graphicFrameLocks noGrp="1"/>
          </p:cNvGraphicFramePr>
          <p:nvPr>
            <p:custDataLst>
              <p:tags r:id="rId6"/>
            </p:custDataLst>
          </p:nvPr>
        </p:nvGraphicFramePr>
        <p:xfrm>
          <a:off x="5169153" y="1828546"/>
          <a:ext cx="2329179" cy="1618615"/>
        </p:xfrm>
        <a:graphic>
          <a:graphicData uri="http://schemas.openxmlformats.org/drawingml/2006/table">
            <a:tbl>
              <a:tblPr/>
              <a:tblGrid>
                <a:gridCol w="2329179"/>
              </a:tblGrid>
              <a:tr h="1605915">
                <a:tc>
                  <a:txBody>
                    <a:bodyPr/>
                    <a:lstStyle/>
                    <a:p>
                      <a:pPr algn="l" rtl="0" eaLnBrk="0">
                        <a:lnSpc>
                          <a:spcPct val="115000"/>
                        </a:lnSpc>
                      </a:pPr>
                      <a:endParaRPr lang="en-US" altLang="en-US" sz="1000" dirty="0"/>
                    </a:p>
                    <a:p>
                      <a:pPr algn="l" rtl="0" eaLnBrk="0">
                        <a:lnSpc>
                          <a:spcPct val="6000"/>
                        </a:lnSpc>
                      </a:pPr>
                      <a:endParaRPr lang="en-US" altLang="en-US" sz="100" dirty="0"/>
                    </a:p>
                    <a:p>
                      <a:pPr marL="190500" indent="-52070" algn="l" rtl="0" eaLnBrk="0">
                        <a:lnSpc>
                          <a:spcPct val="113000"/>
                        </a:lnSpc>
                      </a:pPr>
                      <a:r>
                        <a:rPr sz="1100" kern="0" spc="0" dirty="0">
                          <a:solidFill>
                            <a:srgbClr val="000000">
                              <a:alpha val="100000"/>
                            </a:srgbClr>
                          </a:solidFill>
                          <a:cs typeface="Arial" panose="020B0604020202020204"/>
                        </a:rPr>
                        <a:t>•</a:t>
                      </a:r>
                      <a:r>
                        <a:rPr sz="1100" kern="0" spc="0" dirty="0">
                          <a:solidFill>
                            <a:srgbClr val="000000">
                              <a:alpha val="100000"/>
                            </a:srgbClr>
                          </a:solidFill>
                          <a:cs typeface="微软雅黑" panose="020B0503020204020204" charset="-122"/>
                        </a:rPr>
                        <a:t>主要提供深度的解决方案</a:t>
                      </a:r>
                      <a:r>
                        <a:rPr sz="1100" kern="0" spc="-10" dirty="0">
                          <a:solidFill>
                            <a:srgbClr val="000000">
                              <a:alpha val="100000"/>
                            </a:srgbClr>
                          </a:solidFill>
                          <a:cs typeface="微软雅黑" panose="020B0503020204020204" charset="-122"/>
                        </a:rPr>
                        <a:t>，需要     </a:t>
                      </a:r>
                      <a:r>
                        <a:rPr sz="1100" kern="0" spc="0" dirty="0">
                          <a:solidFill>
                            <a:srgbClr val="000000">
                              <a:alpha val="100000"/>
                            </a:srgbClr>
                          </a:solidFill>
                          <a:cs typeface="微软雅黑" panose="020B0503020204020204" charset="-122"/>
                        </a:rPr>
                        <a:t>大量精通业务的专业人才，</a:t>
                      </a:r>
                      <a:r>
                        <a:rPr sz="1100" kern="0" spc="-10" dirty="0">
                          <a:solidFill>
                            <a:srgbClr val="000000">
                              <a:alpha val="100000"/>
                            </a:srgbClr>
                          </a:solidFill>
                          <a:cs typeface="微软雅黑" panose="020B0503020204020204" charset="-122"/>
                        </a:rPr>
                        <a:t>占</a:t>
                      </a:r>
                      <a:endParaRPr lang="en-US" altLang="en-US" sz="1100" dirty="0"/>
                    </a:p>
                    <a:p>
                      <a:pPr marL="190500" algn="l" rtl="0" eaLnBrk="0">
                        <a:lnSpc>
                          <a:spcPct val="98000"/>
                        </a:lnSpc>
                        <a:spcBef>
                          <a:spcPts val="410"/>
                        </a:spcBef>
                      </a:pPr>
                      <a:r>
                        <a:rPr sz="1100" kern="0" spc="0" dirty="0">
                          <a:solidFill>
                            <a:srgbClr val="000000">
                              <a:alpha val="100000"/>
                            </a:srgbClr>
                          </a:solidFill>
                          <a:cs typeface="微软雅黑" panose="020B0503020204020204" charset="-122"/>
                        </a:rPr>
                        <a:t>40%中层人才发挥骨干作用</a:t>
                      </a:r>
                      <a:endParaRPr lang="en-US" altLang="en-US" sz="1100" dirty="0"/>
                    </a:p>
                    <a:p>
                      <a:pPr algn="l" rtl="0" eaLnBrk="0">
                        <a:lnSpc>
                          <a:spcPct val="118000"/>
                        </a:lnSpc>
                      </a:pPr>
                      <a:endParaRPr lang="en-US" altLang="en-US" sz="500" dirty="0"/>
                    </a:p>
                    <a:p>
                      <a:pPr marL="191135" indent="-48260" algn="l" rtl="0" eaLnBrk="0">
                        <a:lnSpc>
                          <a:spcPct val="118000"/>
                        </a:lnSpc>
                      </a:pPr>
                      <a:r>
                        <a:rPr sz="1100" kern="0" spc="-10" dirty="0">
                          <a:solidFill>
                            <a:srgbClr val="000000">
                              <a:alpha val="100000"/>
                            </a:srgbClr>
                          </a:solidFill>
                          <a:cs typeface="微软雅黑" panose="020B0503020204020204" charset="-122"/>
                        </a:rPr>
                        <a:t>•需要10%的专家，进行企业解略</a:t>
                      </a:r>
                      <a:r>
                        <a:rPr sz="1100" kern="0" spc="10" dirty="0">
                          <a:solidFill>
                            <a:srgbClr val="000000">
                              <a:alpha val="100000"/>
                            </a:srgbClr>
                          </a:solidFill>
                          <a:cs typeface="微软雅黑" panose="020B0503020204020204" charset="-122"/>
                        </a:rPr>
                        <a:t>     </a:t>
                      </a:r>
                      <a:r>
                        <a:rPr sz="1100" kern="0" spc="-10" dirty="0">
                          <a:solidFill>
                            <a:srgbClr val="000000">
                              <a:alpha val="100000"/>
                            </a:srgbClr>
                          </a:solidFill>
                          <a:cs typeface="微软雅黑" panose="020B0503020204020204" charset="-122"/>
                        </a:rPr>
                        <a:t>的解读，结合行业最佳实践和最     </a:t>
                      </a:r>
                      <a:r>
                        <a:rPr sz="1100" kern="0" spc="0" dirty="0">
                          <a:solidFill>
                            <a:srgbClr val="000000">
                              <a:alpha val="100000"/>
                            </a:srgbClr>
                          </a:solidFill>
                          <a:cs typeface="微软雅黑" panose="020B0503020204020204" charset="-122"/>
                        </a:rPr>
                        <a:t>新的技术，对IT进行规划</a:t>
                      </a:r>
                      <a:endParaRPr lang="en-US" altLang="en-US" sz="1100" dirty="0"/>
                    </a:p>
                  </a:txBody>
                  <a:tcPr marL="0" marR="0" marT="0" marB="0" vert="horz">
                    <a:lnL w="12700" cap="flat" cmpd="sng" algn="ctr">
                      <a:solidFill>
                        <a:srgbClr val="C48170"/>
                      </a:solidFill>
                      <a:prstDash val="solid"/>
                      <a:round/>
                      <a:headEnd type="none" w="med" len="med"/>
                      <a:tailEnd type="none" w="med" len="med"/>
                    </a:lnL>
                    <a:lnR w="12700" cap="flat" cmpd="sng" algn="ctr">
                      <a:solidFill>
                        <a:srgbClr val="C48170"/>
                      </a:solidFill>
                      <a:prstDash val="solid"/>
                      <a:round/>
                      <a:headEnd type="none" w="med" len="med"/>
                      <a:tailEnd type="none" w="med" len="med"/>
                    </a:lnR>
                    <a:lnT w="12700" cap="flat" cmpd="sng" algn="ctr">
                      <a:solidFill>
                        <a:srgbClr val="C48170"/>
                      </a:solidFill>
                      <a:prstDash val="solid"/>
                      <a:round/>
                      <a:headEnd type="none" w="med" len="med"/>
                      <a:tailEnd type="none" w="med" len="med"/>
                    </a:lnT>
                    <a:lnB w="12700" cap="flat" cmpd="sng" algn="ctr">
                      <a:solidFill>
                        <a:srgbClr val="C48170"/>
                      </a:solidFill>
                      <a:prstDash val="solid"/>
                      <a:round/>
                      <a:headEnd type="none" w="med" len="med"/>
                      <a:tailEnd type="none" w="med" len="med"/>
                    </a:lnB>
                  </a:tcPr>
                </a:tc>
              </a:tr>
            </a:tbl>
          </a:graphicData>
        </a:graphic>
      </p:graphicFrame>
      <p:grpSp>
        <p:nvGrpSpPr>
          <p:cNvPr id="396" name="group 396"/>
          <p:cNvGrpSpPr/>
          <p:nvPr/>
        </p:nvGrpSpPr>
        <p:grpSpPr>
          <a:xfrm rot="21600000">
            <a:off x="10517548" y="1348930"/>
            <a:ext cx="1613066" cy="270890"/>
            <a:chOff x="0" y="0"/>
            <a:chExt cx="1613066" cy="270890"/>
          </a:xfrm>
        </p:grpSpPr>
        <p:grpSp>
          <p:nvGrpSpPr>
            <p:cNvPr id="398" name="group 398"/>
            <p:cNvGrpSpPr/>
            <p:nvPr/>
          </p:nvGrpSpPr>
          <p:grpSpPr>
            <a:xfrm rot="21600000">
              <a:off x="0" y="0"/>
              <a:ext cx="1613066" cy="270890"/>
              <a:chOff x="0" y="0"/>
              <a:chExt cx="1613066" cy="270890"/>
            </a:xfrm>
          </p:grpSpPr>
          <p:sp>
            <p:nvSpPr>
              <p:cNvPr id="3596" name="path"/>
              <p:cNvSpPr/>
              <p:nvPr/>
            </p:nvSpPr>
            <p:spPr>
              <a:xfrm>
                <a:off x="5670" y="2857"/>
                <a:ext cx="1601724" cy="265176"/>
              </a:xfrm>
              <a:custGeom>
                <a:avLst/>
                <a:gdLst/>
                <a:ahLst/>
                <a:cxnLst/>
                <a:rect l="0" t="0" r="0" b="0"/>
                <a:pathLst>
                  <a:path w="2522" h="417">
                    <a:moveTo>
                      <a:pt x="0" y="417"/>
                    </a:moveTo>
                    <a:lnTo>
                      <a:pt x="210" y="0"/>
                    </a:lnTo>
                    <a:lnTo>
                      <a:pt x="2312" y="0"/>
                    </a:lnTo>
                    <a:lnTo>
                      <a:pt x="2522" y="417"/>
                    </a:lnTo>
                    <a:lnTo>
                      <a:pt x="0" y="417"/>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598" name="path"/>
              <p:cNvSpPr/>
              <p:nvPr/>
            </p:nvSpPr>
            <p:spPr>
              <a:xfrm>
                <a:off x="0" y="0"/>
                <a:ext cx="1613066" cy="270890"/>
              </a:xfrm>
              <a:custGeom>
                <a:avLst/>
                <a:gdLst/>
                <a:ahLst/>
                <a:cxnLst/>
                <a:rect l="0" t="0" r="0" b="0"/>
                <a:pathLst>
                  <a:path w="2540" h="426">
                    <a:moveTo>
                      <a:pt x="8" y="422"/>
                    </a:moveTo>
                    <a:lnTo>
                      <a:pt x="219" y="4"/>
                    </a:lnTo>
                    <a:moveTo>
                      <a:pt x="2320" y="4"/>
                    </a:moveTo>
                    <a:lnTo>
                      <a:pt x="2531" y="422"/>
                    </a:lnTo>
                  </a:path>
                </a:pathLst>
              </a:custGeom>
              <a:noFill/>
              <a:ln w="12700" cap="flat">
                <a:solidFill>
                  <a:srgbClr val="FFFFFF">
                    <a:alpha val="100000"/>
                  </a:srgbClr>
                </a:solidFill>
                <a:prstDash val="solid"/>
                <a:miter lim="1000000"/>
              </a:ln>
            </p:spPr>
            <p:txBody>
              <a:bodyPr rtlCol="0"/>
              <a:lstStyle/>
              <a:p>
                <a:pPr algn="ctr"/>
                <a:endParaRPr lang="zh-CN" altLang="en-US"/>
              </a:p>
            </p:txBody>
          </p:sp>
        </p:grpSp>
        <p:sp>
          <p:nvSpPr>
            <p:cNvPr id="3600" name="textbox 3600"/>
            <p:cNvSpPr/>
            <p:nvPr>
              <p:custDataLst>
                <p:tags r:id="rId7"/>
              </p:custDataLst>
            </p:nvPr>
          </p:nvSpPr>
          <p:spPr>
            <a:xfrm>
              <a:off x="-12700" y="-12700"/>
              <a:ext cx="1638935" cy="307975"/>
            </a:xfrm>
            <a:prstGeom prst="rect">
              <a:avLst/>
            </a:prstGeom>
          </p:spPr>
          <p:txBody>
            <a:bodyPr vert="horz" wrap="square" lIns="0" tIns="0" rIns="0" bIns="0">
              <a:normAutofit/>
            </a:bodyPr>
            <a:lstStyle/>
            <a:p>
              <a:pPr algn="l" rtl="0" eaLnBrk="0">
                <a:lnSpc>
                  <a:spcPct val="104000"/>
                </a:lnSpc>
              </a:pPr>
              <a:endParaRPr lang="en-US" altLang="en-US" sz="600" dirty="0">
                <a:solidFill>
                  <a:schemeClr val="dk1"/>
                </a:solidFill>
              </a:endParaRPr>
            </a:p>
            <a:p>
              <a:pPr marL="707390" algn="l" rtl="0" eaLnBrk="0">
                <a:lnSpc>
                  <a:spcPct val="97000"/>
                </a:lnSpc>
                <a:spcBef>
                  <a:spcPts val="0"/>
                </a:spcBef>
              </a:pPr>
              <a:r>
                <a:rPr sz="900" kern="0" spc="-10" dirty="0">
                  <a:solidFill>
                    <a:schemeClr val="dk1"/>
                  </a:solidFill>
                  <a:cs typeface="微软雅黑" panose="020B0503020204020204" charset="-122"/>
                </a:rPr>
                <a:t>技能</a:t>
              </a:r>
              <a:endParaRPr lang="en-US" altLang="en-US" sz="900" kern="0" spc="-10" dirty="0">
                <a:solidFill>
                  <a:schemeClr val="dk1"/>
                </a:solidFill>
                <a:cs typeface="微软雅黑" panose="020B0503020204020204" charset="-122"/>
              </a:endParaRPr>
            </a:p>
          </p:txBody>
        </p:sp>
      </p:grpSp>
      <p:sp>
        <p:nvSpPr>
          <p:cNvPr id="3602" name="rect"/>
          <p:cNvSpPr/>
          <p:nvPr/>
        </p:nvSpPr>
        <p:spPr>
          <a:xfrm>
            <a:off x="10523219" y="1610614"/>
            <a:ext cx="1601724" cy="1270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3604" name="textbox 3604"/>
          <p:cNvSpPr/>
          <p:nvPr>
            <p:custDataLst>
              <p:tags r:id="rId8"/>
            </p:custDataLst>
          </p:nvPr>
        </p:nvSpPr>
        <p:spPr>
          <a:xfrm>
            <a:off x="8415273" y="1473454"/>
            <a:ext cx="2331085" cy="539750"/>
          </a:xfrm>
          <a:prstGeom prst="rect">
            <a:avLst/>
          </a:prstGeom>
          <a:solidFill>
            <a:srgbClr val="A5A5A5"/>
          </a:solidFill>
        </p:spPr>
        <p:txBody>
          <a:bodyPr vert="horz" wrap="square" lIns="0" tIns="0" rIns="0" bIns="0">
            <a:normAutofit/>
          </a:bodyPr>
          <a:lstStyle/>
          <a:p>
            <a:pPr algn="l" rtl="0" eaLnBrk="0">
              <a:lnSpc>
                <a:spcPct val="105000"/>
              </a:lnSpc>
            </a:pPr>
            <a:endParaRPr lang="en-US" altLang="en-US" sz="800" dirty="0">
              <a:solidFill>
                <a:schemeClr val="lt1"/>
              </a:solidFill>
            </a:endParaRPr>
          </a:p>
          <a:p>
            <a:pPr marL="88900" algn="l" rtl="0" eaLnBrk="0">
              <a:lnSpc>
                <a:spcPct val="98000"/>
              </a:lnSpc>
            </a:pPr>
            <a:r>
              <a:rPr sz="1100" b="1" kern="0" spc="-10" dirty="0">
                <a:solidFill>
                  <a:schemeClr val="lt1"/>
                </a:solidFill>
                <a:cs typeface="微软雅黑" panose="020B0503020204020204" charset="-122"/>
              </a:rPr>
              <a:t>业务设计者阶段</a:t>
            </a:r>
            <a:endParaRPr lang="en-US" altLang="en-US" sz="1100" b="1" kern="0" spc="-10" dirty="0">
              <a:solidFill>
                <a:schemeClr val="lt1"/>
              </a:solidFill>
              <a:cs typeface="微软雅黑" panose="020B0503020204020204" charset="-122"/>
            </a:endParaRPr>
          </a:p>
        </p:txBody>
      </p:sp>
      <p:sp>
        <p:nvSpPr>
          <p:cNvPr id="3606" name="path"/>
          <p:cNvSpPr/>
          <p:nvPr/>
        </p:nvSpPr>
        <p:spPr>
          <a:xfrm>
            <a:off x="8415273" y="1953514"/>
            <a:ext cx="2330703" cy="66040"/>
          </a:xfrm>
          <a:custGeom>
            <a:avLst/>
            <a:gdLst/>
            <a:ahLst/>
            <a:cxnLst/>
            <a:rect l="0" t="0" r="0" b="0"/>
            <a:pathLst>
              <a:path w="3670" h="104">
                <a:moveTo>
                  <a:pt x="3660" y="10"/>
                </a:moveTo>
                <a:cubicBezTo>
                  <a:pt x="3660" y="56"/>
                  <a:pt x="3622" y="94"/>
                  <a:pt x="3576" y="94"/>
                </a:cubicBezTo>
                <a:lnTo>
                  <a:pt x="94" y="94"/>
                </a:lnTo>
                <a:cubicBezTo>
                  <a:pt x="47" y="94"/>
                  <a:pt x="10" y="56"/>
                  <a:pt x="10" y="10"/>
                </a:cubicBezTo>
              </a:path>
            </a:pathLst>
          </a:custGeom>
          <a:noFill/>
          <a:ln w="12700" cap="flat">
            <a:solidFill>
              <a:srgbClr val="FFFFFF">
                <a:alpha val="100000"/>
              </a:srgbClr>
            </a:solidFill>
            <a:prstDash val="solid"/>
            <a:miter lim="800000"/>
          </a:ln>
        </p:spPr>
        <p:txBody>
          <a:bodyPr rtlCol="0"/>
          <a:lstStyle/>
          <a:p>
            <a:pPr algn="ctr"/>
            <a:endParaRPr lang="zh-CN" altLang="en-US"/>
          </a:p>
        </p:txBody>
      </p:sp>
      <p:sp>
        <p:nvSpPr>
          <p:cNvPr id="3608" name="path"/>
          <p:cNvSpPr/>
          <p:nvPr/>
        </p:nvSpPr>
        <p:spPr>
          <a:xfrm>
            <a:off x="8897111" y="1834896"/>
            <a:ext cx="2316480" cy="1606295"/>
          </a:xfrm>
          <a:custGeom>
            <a:avLst/>
            <a:gdLst/>
            <a:ahLst/>
            <a:cxnLst/>
            <a:rect l="0" t="0" r="0" b="0"/>
            <a:pathLst>
              <a:path w="3648" h="2529">
                <a:moveTo>
                  <a:pt x="0" y="252"/>
                </a:moveTo>
                <a:moveTo>
                  <a:pt x="0" y="252"/>
                </a:moveTo>
                <a:cubicBezTo>
                  <a:pt x="0" y="113"/>
                  <a:pt x="113" y="0"/>
                  <a:pt x="253" y="0"/>
                </a:cubicBezTo>
                <a:lnTo>
                  <a:pt x="3395" y="0"/>
                </a:lnTo>
                <a:cubicBezTo>
                  <a:pt x="3534" y="0"/>
                  <a:pt x="3648" y="113"/>
                  <a:pt x="3648" y="252"/>
                </a:cubicBezTo>
                <a:lnTo>
                  <a:pt x="3648" y="2276"/>
                </a:lnTo>
                <a:cubicBezTo>
                  <a:pt x="3648" y="2416"/>
                  <a:pt x="3534" y="2529"/>
                  <a:pt x="3395" y="2529"/>
                </a:cubicBezTo>
                <a:lnTo>
                  <a:pt x="253" y="2529"/>
                </a:lnTo>
                <a:cubicBezTo>
                  <a:pt x="113" y="2529"/>
                  <a:pt x="0" y="2416"/>
                  <a:pt x="0" y="2276"/>
                </a:cubicBezTo>
                <a:lnTo>
                  <a:pt x="0" y="252"/>
                </a:lnTo>
                <a:close/>
              </a:path>
            </a:pathLst>
          </a:custGeom>
          <a:solidFill>
            <a:srgbClr val="FFFFFF">
              <a:alpha val="90196"/>
            </a:srgbClr>
          </a:solidFill>
          <a:ln cap="flat">
            <a:noFill/>
            <a:prstDash val="solid"/>
            <a:miter lim="0"/>
          </a:ln>
        </p:spPr>
        <p:txBody>
          <a:bodyPr rtlCol="0"/>
          <a:lstStyle/>
          <a:p>
            <a:pPr algn="ctr"/>
            <a:endParaRPr lang="zh-CN" altLang="en-US"/>
          </a:p>
        </p:txBody>
      </p:sp>
      <p:graphicFrame>
        <p:nvGraphicFramePr>
          <p:cNvPr id="3610" name="table 3610"/>
          <p:cNvGraphicFramePr>
            <a:graphicFrameLocks noGrp="1"/>
          </p:cNvGraphicFramePr>
          <p:nvPr>
            <p:custDataLst>
              <p:tags r:id="rId9"/>
            </p:custDataLst>
          </p:nvPr>
        </p:nvGraphicFramePr>
        <p:xfrm>
          <a:off x="8890761" y="1828546"/>
          <a:ext cx="2329180" cy="1618615"/>
        </p:xfrm>
        <a:graphic>
          <a:graphicData uri="http://schemas.openxmlformats.org/drawingml/2006/table">
            <a:tbl>
              <a:tblPr/>
              <a:tblGrid>
                <a:gridCol w="2329180"/>
              </a:tblGrid>
              <a:tr h="1605915">
                <a:tc>
                  <a:txBody>
                    <a:bodyPr/>
                    <a:lstStyle/>
                    <a:p>
                      <a:pPr algn="l" rtl="0" eaLnBrk="0">
                        <a:lnSpc>
                          <a:spcPct val="115000"/>
                        </a:lnSpc>
                      </a:pPr>
                      <a:endParaRPr lang="en-US" altLang="en-US" sz="1000" dirty="0"/>
                    </a:p>
                    <a:p>
                      <a:pPr marL="191135" indent="-47625" algn="l" rtl="0" eaLnBrk="0">
                        <a:lnSpc>
                          <a:spcPct val="121000"/>
                        </a:lnSpc>
                        <a:spcBef>
                          <a:spcPts val="5"/>
                        </a:spcBef>
                      </a:pPr>
                      <a:r>
                        <a:rPr sz="1100" kern="0" spc="-10" dirty="0">
                          <a:solidFill>
                            <a:srgbClr val="000000">
                              <a:alpha val="100000"/>
                            </a:srgbClr>
                          </a:solidFill>
                          <a:cs typeface="微软雅黑" panose="020B0503020204020204" charset="-122"/>
                        </a:rPr>
                        <a:t>•本阶阶主要任务是通过技术创新   </a:t>
                      </a:r>
                      <a:r>
                        <a:rPr sz="1100" kern="0" spc="-20" dirty="0">
                          <a:solidFill>
                            <a:srgbClr val="000000">
                              <a:alpha val="100000"/>
                            </a:srgbClr>
                          </a:solidFill>
                          <a:cs typeface="微软雅黑" panose="020B0503020204020204" charset="-122"/>
                        </a:rPr>
                        <a:t>  </a:t>
                      </a:r>
                      <a:r>
                        <a:rPr sz="1100" kern="0" spc="0" dirty="0">
                          <a:solidFill>
                            <a:srgbClr val="000000">
                              <a:alpha val="100000"/>
                            </a:srgbClr>
                          </a:solidFill>
                          <a:cs typeface="微软雅黑" panose="020B0503020204020204" charset="-122"/>
                        </a:rPr>
                        <a:t>带动业务增长，需要40%以上的</a:t>
                      </a:r>
                      <a:r>
                        <a:rPr sz="1100" kern="0" spc="-10" dirty="0">
                          <a:solidFill>
                            <a:srgbClr val="000000">
                              <a:alpha val="100000"/>
                            </a:srgbClr>
                          </a:solidFill>
                          <a:cs typeface="微软雅黑" panose="020B0503020204020204" charset="-122"/>
                        </a:rPr>
                        <a:t>     高端人才作为团队的核心对业务     进行规划</a:t>
                      </a:r>
                      <a:endParaRPr lang="en-US" altLang="en-US" sz="1100" dirty="0"/>
                    </a:p>
                  </a:txBody>
                  <a:tcPr marL="0" marR="0" marT="0" marB="0" vert="horz">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tcPr>
                </a:tc>
              </a:tr>
            </a:tbl>
          </a:graphicData>
        </a:graphic>
      </p:graphicFrame>
      <p:sp>
        <p:nvSpPr>
          <p:cNvPr id="3612" name="textbox 3612"/>
          <p:cNvSpPr/>
          <p:nvPr>
            <p:custDataLst>
              <p:tags r:id="rId10"/>
            </p:custDataLst>
          </p:nvPr>
        </p:nvSpPr>
        <p:spPr>
          <a:xfrm>
            <a:off x="8479612" y="3797884"/>
            <a:ext cx="1056005" cy="203834"/>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7000"/>
              </a:lnSpc>
            </a:pPr>
            <a:r>
              <a:rPr sz="1200" kern="0" spc="-20" dirty="0">
                <a:solidFill>
                  <a:schemeClr val="dk1"/>
                </a:solidFill>
                <a:cs typeface="微软雅黑" panose="020B0503020204020204" charset="-122"/>
              </a:rPr>
              <a:t>IT解决方案能力</a:t>
            </a:r>
            <a:endParaRPr lang="en-US" altLang="en-US" sz="1200" kern="0" spc="-20" dirty="0">
              <a:solidFill>
                <a:schemeClr val="dk1"/>
              </a:solidFill>
              <a:cs typeface="微软雅黑" panose="020B0503020204020204" charset="-122"/>
            </a:endParaRPr>
          </a:p>
        </p:txBody>
      </p:sp>
      <p:sp>
        <p:nvSpPr>
          <p:cNvPr id="3614" name="rect"/>
          <p:cNvSpPr/>
          <p:nvPr/>
        </p:nvSpPr>
        <p:spPr>
          <a:xfrm>
            <a:off x="8901556" y="3578342"/>
            <a:ext cx="13589" cy="2497829"/>
          </a:xfrm>
          <a:prstGeom prst="rect">
            <a:avLst/>
          </a:prstGeom>
          <a:solidFill>
            <a:schemeClr val="accent4">
              <a:alpha val="100000"/>
            </a:schemeClr>
          </a:solidFill>
          <a:ln cap="flat">
            <a:noFill/>
            <a:prstDash val="solid"/>
            <a:miter lim="0"/>
          </a:ln>
        </p:spPr>
        <p:txBody>
          <a:bodyPr rtlCol="0"/>
          <a:lstStyle/>
          <a:p>
            <a:pPr algn="ctr"/>
            <a:endParaRPr lang="zh-CN" altLang="en-US"/>
          </a:p>
        </p:txBody>
      </p:sp>
      <p:pic>
        <p:nvPicPr>
          <p:cNvPr id="3616" name="picture 3616"/>
          <p:cNvPicPr>
            <a:picLocks noChangeAspect="1"/>
          </p:cNvPicPr>
          <p:nvPr>
            <p:custDataLst>
              <p:tags r:id="rId11"/>
            </p:custDataLst>
          </p:nvPr>
        </p:nvPicPr>
        <p:blipFill>
          <a:blip r:embed="rId12"/>
          <a:stretch>
            <a:fillRect/>
          </a:stretch>
        </p:blipFill>
        <p:spPr>
          <a:xfrm rot="21600000">
            <a:off x="8381238" y="4235195"/>
            <a:ext cx="1085342" cy="1085342"/>
          </a:xfrm>
          <a:prstGeom prst="rect">
            <a:avLst/>
          </a:prstGeom>
        </p:spPr>
      </p:pic>
      <p:sp>
        <p:nvSpPr>
          <p:cNvPr id="3620" name="textbox 3620"/>
          <p:cNvSpPr/>
          <p:nvPr>
            <p:custDataLst>
              <p:tags r:id="rId13"/>
            </p:custDataLst>
          </p:nvPr>
        </p:nvSpPr>
        <p:spPr>
          <a:xfrm>
            <a:off x="8392870" y="5677668"/>
            <a:ext cx="1080769" cy="554355"/>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231775" algn="l" rtl="0" eaLnBrk="0">
              <a:lnSpc>
                <a:spcPct val="97000"/>
              </a:lnSpc>
            </a:pPr>
            <a:r>
              <a:rPr sz="1200" kern="0" spc="-10" dirty="0">
                <a:solidFill>
                  <a:schemeClr val="dk1"/>
                </a:solidFill>
                <a:cs typeface="微软雅黑" panose="020B0503020204020204" charset="-122"/>
              </a:rPr>
              <a:t>通用能力</a:t>
            </a:r>
            <a:endParaRPr lang="en-US" altLang="en-US" sz="1200" dirty="0">
              <a:solidFill>
                <a:schemeClr val="dk1"/>
              </a:solidFill>
            </a:endParaRPr>
          </a:p>
          <a:p>
            <a:pPr algn="l" rtl="0" eaLnBrk="0">
              <a:lnSpc>
                <a:spcPct val="103000"/>
              </a:lnSpc>
            </a:pPr>
            <a:endParaRPr lang="en-US" altLang="en-US" sz="900" dirty="0">
              <a:solidFill>
                <a:schemeClr val="dk1"/>
              </a:solidFill>
            </a:endParaRPr>
          </a:p>
          <a:p>
            <a:pPr marL="12700" algn="l" rtl="0" eaLnBrk="0">
              <a:lnSpc>
                <a:spcPct val="98000"/>
              </a:lnSpc>
              <a:spcBef>
                <a:spcPts val="5"/>
              </a:spcBef>
            </a:pPr>
            <a:r>
              <a:rPr sz="1400" kern="0" spc="-30" dirty="0">
                <a:solidFill>
                  <a:schemeClr val="dk1"/>
                </a:solidFill>
                <a:cs typeface="微软雅黑" panose="020B0503020204020204" charset="-122"/>
              </a:rPr>
              <a:t>BTIT能力要求</a:t>
            </a:r>
            <a:endParaRPr lang="en-US" altLang="en-US" sz="1400" kern="0" spc="-30" dirty="0">
              <a:solidFill>
                <a:schemeClr val="dk1"/>
              </a:solidFill>
              <a:cs typeface="微软雅黑" panose="020B0503020204020204" charset="-122"/>
            </a:endParaRPr>
          </a:p>
        </p:txBody>
      </p:sp>
      <p:grpSp>
        <p:nvGrpSpPr>
          <p:cNvPr id="400" name="group 400"/>
          <p:cNvGrpSpPr/>
          <p:nvPr/>
        </p:nvGrpSpPr>
        <p:grpSpPr>
          <a:xfrm rot="21600000">
            <a:off x="10651660" y="1085279"/>
            <a:ext cx="1344841" cy="269366"/>
            <a:chOff x="0" y="0"/>
            <a:chExt cx="1344841" cy="269366"/>
          </a:xfrm>
        </p:grpSpPr>
        <p:pic>
          <p:nvPicPr>
            <p:cNvPr id="3622" name="picture 3622"/>
            <p:cNvPicPr>
              <a:picLocks noChangeAspect="1"/>
            </p:cNvPicPr>
            <p:nvPr>
              <p:custDataLst>
                <p:tags r:id="rId14"/>
              </p:custDataLst>
            </p:nvPr>
          </p:nvPicPr>
          <p:blipFill>
            <a:blip r:embed="rId15"/>
            <a:stretch>
              <a:fillRect/>
            </a:stretch>
          </p:blipFill>
          <p:spPr>
            <a:xfrm rot="21600000">
              <a:off x="0" y="0"/>
              <a:ext cx="1344841" cy="269366"/>
            </a:xfrm>
            <a:prstGeom prst="rect">
              <a:avLst/>
            </a:prstGeom>
          </p:spPr>
        </p:pic>
        <p:sp>
          <p:nvSpPr>
            <p:cNvPr id="3624" name="textbox 3624"/>
            <p:cNvSpPr/>
            <p:nvPr>
              <p:custDataLst>
                <p:tags r:id="rId16"/>
              </p:custDataLst>
            </p:nvPr>
          </p:nvSpPr>
          <p:spPr>
            <a:xfrm>
              <a:off x="-12700" y="-12700"/>
              <a:ext cx="1370330" cy="306704"/>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575310" algn="l" rtl="0" eaLnBrk="0">
                <a:lnSpc>
                  <a:spcPct val="97000"/>
                </a:lnSpc>
                <a:spcBef>
                  <a:spcPts val="0"/>
                </a:spcBef>
              </a:pPr>
              <a:r>
                <a:rPr sz="900" kern="0" spc="-20" dirty="0">
                  <a:solidFill>
                    <a:schemeClr val="dk1"/>
                  </a:solidFill>
                  <a:cs typeface="微软雅黑" panose="020B0503020204020204" charset="-122"/>
                </a:rPr>
                <a:t>工具</a:t>
              </a:r>
              <a:endParaRPr lang="en-US" altLang="en-US" sz="900" kern="0" spc="-20" dirty="0">
                <a:solidFill>
                  <a:schemeClr val="dk1"/>
                </a:solidFill>
                <a:cs typeface="微软雅黑" panose="020B0503020204020204" charset="-122"/>
              </a:endParaRPr>
            </a:p>
          </p:txBody>
        </p:sp>
      </p:grpSp>
      <p:grpSp>
        <p:nvGrpSpPr>
          <p:cNvPr id="402" name="group 402"/>
          <p:cNvGrpSpPr/>
          <p:nvPr/>
        </p:nvGrpSpPr>
        <p:grpSpPr>
          <a:xfrm rot="21600000">
            <a:off x="10918360" y="554926"/>
            <a:ext cx="811441" cy="270890"/>
            <a:chOff x="0" y="0"/>
            <a:chExt cx="811441" cy="270890"/>
          </a:xfrm>
        </p:grpSpPr>
        <p:pic>
          <p:nvPicPr>
            <p:cNvPr id="3626" name="picture 3626"/>
            <p:cNvPicPr>
              <a:picLocks noChangeAspect="1"/>
            </p:cNvPicPr>
            <p:nvPr>
              <p:custDataLst>
                <p:tags r:id="rId17"/>
              </p:custDataLst>
            </p:nvPr>
          </p:nvPicPr>
          <p:blipFill>
            <a:blip r:embed="rId18"/>
            <a:stretch>
              <a:fillRect/>
            </a:stretch>
          </p:blipFill>
          <p:spPr>
            <a:xfrm rot="21600000">
              <a:off x="0" y="0"/>
              <a:ext cx="811441" cy="270890"/>
            </a:xfrm>
            <a:prstGeom prst="rect">
              <a:avLst/>
            </a:prstGeom>
          </p:spPr>
        </p:pic>
        <p:sp>
          <p:nvSpPr>
            <p:cNvPr id="3628" name="textbox 3628"/>
            <p:cNvSpPr/>
            <p:nvPr>
              <p:custDataLst>
                <p:tags r:id="rId19"/>
              </p:custDataLst>
            </p:nvPr>
          </p:nvSpPr>
          <p:spPr>
            <a:xfrm>
              <a:off x="-12700" y="-12700"/>
              <a:ext cx="836930" cy="308609"/>
            </a:xfrm>
            <a:prstGeom prst="rect">
              <a:avLst/>
            </a:prstGeom>
          </p:spPr>
          <p:txBody>
            <a:bodyPr vert="horz" wrap="square" lIns="0" tIns="0" rIns="0" bIns="0">
              <a:normAutofit/>
            </a:bodyPr>
            <a:lstStyle/>
            <a:p>
              <a:pPr algn="l" rtl="0" eaLnBrk="0">
                <a:lnSpc>
                  <a:spcPct val="102000"/>
                </a:lnSpc>
              </a:pPr>
              <a:endParaRPr lang="en-US" altLang="en-US" sz="600" dirty="0">
                <a:solidFill>
                  <a:schemeClr val="dk1"/>
                </a:solidFill>
              </a:endParaRPr>
            </a:p>
            <a:p>
              <a:pPr marL="306705" algn="l" rtl="0" eaLnBrk="0">
                <a:lnSpc>
                  <a:spcPct val="98000"/>
                </a:lnSpc>
                <a:spcBef>
                  <a:spcPts val="0"/>
                </a:spcBef>
              </a:pPr>
              <a:r>
                <a:rPr sz="900" kern="0" spc="-10" dirty="0">
                  <a:solidFill>
                    <a:schemeClr val="dk1"/>
                  </a:solidFill>
                  <a:cs typeface="微软雅黑" panose="020B0503020204020204" charset="-122"/>
                </a:rPr>
                <a:t>制度</a:t>
              </a:r>
              <a:endParaRPr lang="en-US" altLang="en-US" sz="900" kern="0" spc="-10" dirty="0">
                <a:solidFill>
                  <a:schemeClr val="dk1"/>
                </a:solidFill>
                <a:cs typeface="微软雅黑" panose="020B0503020204020204" charset="-122"/>
              </a:endParaRPr>
            </a:p>
          </p:txBody>
        </p:sp>
      </p:grpSp>
      <p:sp>
        <p:nvSpPr>
          <p:cNvPr id="3630" name="path"/>
          <p:cNvSpPr/>
          <p:nvPr/>
        </p:nvSpPr>
        <p:spPr>
          <a:xfrm>
            <a:off x="10923523" y="816609"/>
            <a:ext cx="800607" cy="12700"/>
          </a:xfrm>
          <a:custGeom>
            <a:avLst/>
            <a:gdLst/>
            <a:ahLst/>
            <a:cxnLst/>
            <a:rect l="0" t="0" r="0" b="0"/>
            <a:pathLst>
              <a:path w="1260" h="20">
                <a:moveTo>
                  <a:pt x="1260" y="10"/>
                </a:moveTo>
                <a:lnTo>
                  <a:pt x="0" y="10"/>
                </a:lnTo>
                <a:moveTo>
                  <a:pt x="0" y="10"/>
                </a:moveTo>
                <a:lnTo>
                  <a:pt x="1259" y="10"/>
                </a:lnTo>
              </a:path>
            </a:pathLst>
          </a:custGeom>
          <a:noFill/>
          <a:ln w="12700" cap="flat">
            <a:solidFill>
              <a:srgbClr val="FFFFFF">
                <a:alpha val="100000"/>
              </a:srgbClr>
            </a:solidFill>
            <a:prstDash val="solid"/>
            <a:miter lim="1000000"/>
          </a:ln>
        </p:spPr>
        <p:txBody>
          <a:bodyPr rtlCol="0"/>
          <a:lstStyle/>
          <a:p>
            <a:pPr algn="ctr"/>
            <a:endParaRPr lang="zh-CN" altLang="en-US"/>
          </a:p>
        </p:txBody>
      </p:sp>
      <p:grpSp>
        <p:nvGrpSpPr>
          <p:cNvPr id="404" name="group 404"/>
          <p:cNvGrpSpPr/>
          <p:nvPr/>
        </p:nvGrpSpPr>
        <p:grpSpPr>
          <a:xfrm rot="21600000">
            <a:off x="10784248" y="820102"/>
            <a:ext cx="1078141" cy="270890"/>
            <a:chOff x="0" y="0"/>
            <a:chExt cx="1078141" cy="270890"/>
          </a:xfrm>
        </p:grpSpPr>
        <p:pic>
          <p:nvPicPr>
            <p:cNvPr id="3632" name="picture 3632"/>
            <p:cNvPicPr>
              <a:picLocks noChangeAspect="1"/>
            </p:cNvPicPr>
            <p:nvPr>
              <p:custDataLst>
                <p:tags r:id="rId20"/>
              </p:custDataLst>
            </p:nvPr>
          </p:nvPicPr>
          <p:blipFill>
            <a:blip r:embed="rId21"/>
            <a:stretch>
              <a:fillRect/>
            </a:stretch>
          </p:blipFill>
          <p:spPr>
            <a:xfrm rot="21600000">
              <a:off x="0" y="0"/>
              <a:ext cx="1078141" cy="270890"/>
            </a:xfrm>
            <a:prstGeom prst="rect">
              <a:avLst/>
            </a:prstGeom>
          </p:spPr>
        </p:pic>
        <p:sp>
          <p:nvSpPr>
            <p:cNvPr id="3634" name="textbox 3634"/>
            <p:cNvSpPr/>
            <p:nvPr>
              <p:custDataLst>
                <p:tags r:id="rId22"/>
              </p:custDataLst>
            </p:nvPr>
          </p:nvSpPr>
          <p:spPr>
            <a:xfrm>
              <a:off x="-12700" y="-12700"/>
              <a:ext cx="1103630" cy="308609"/>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40690" algn="l" rtl="0" eaLnBrk="0">
                <a:lnSpc>
                  <a:spcPct val="97000"/>
                </a:lnSpc>
                <a:spcBef>
                  <a:spcPts val="5"/>
                </a:spcBef>
              </a:pPr>
              <a:r>
                <a:rPr sz="900" kern="0" spc="-10" dirty="0">
                  <a:solidFill>
                    <a:schemeClr val="dk1"/>
                  </a:solidFill>
                  <a:cs typeface="微软雅黑" panose="020B0503020204020204" charset="-122"/>
                </a:rPr>
                <a:t>流程</a:t>
              </a:r>
              <a:endParaRPr lang="en-US" altLang="en-US" sz="900" kern="0" spc="-10" dirty="0">
                <a:solidFill>
                  <a:schemeClr val="dk1"/>
                </a:solidFill>
                <a:cs typeface="微软雅黑" panose="020B0503020204020204" charset="-122"/>
              </a:endParaRPr>
            </a:p>
          </p:txBody>
        </p:sp>
      </p:grpSp>
      <p:sp>
        <p:nvSpPr>
          <p:cNvPr id="3636" name="textbox 3636"/>
          <p:cNvSpPr/>
          <p:nvPr>
            <p:custDataLst>
              <p:tags r:id="rId23"/>
            </p:custDataLst>
          </p:nvPr>
        </p:nvSpPr>
        <p:spPr>
          <a:xfrm>
            <a:off x="1426529" y="3571118"/>
            <a:ext cx="1237614"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5"/>
              </a:lnSpc>
            </a:pPr>
            <a:r>
              <a:rPr sz="1500" kern="0" spc="80" dirty="0">
                <a:solidFill>
                  <a:schemeClr val="dk1"/>
                </a:solidFill>
                <a:cs typeface="微软雅黑" panose="020B0503020204020204" charset="-122"/>
              </a:rPr>
              <a:t>组织能力建设</a:t>
            </a:r>
            <a:endParaRPr lang="en-US" altLang="en-US" sz="1500" kern="0" spc="80" dirty="0">
              <a:solidFill>
                <a:schemeClr val="dk1"/>
              </a:solidFill>
              <a:cs typeface="微软雅黑" panose="020B0503020204020204" charset="-122"/>
            </a:endParaRPr>
          </a:p>
        </p:txBody>
      </p:sp>
      <p:sp>
        <p:nvSpPr>
          <p:cNvPr id="3638" name="path"/>
          <p:cNvSpPr/>
          <p:nvPr/>
        </p:nvSpPr>
        <p:spPr>
          <a:xfrm>
            <a:off x="7274052" y="1546859"/>
            <a:ext cx="934211" cy="262128"/>
          </a:xfrm>
          <a:custGeom>
            <a:avLst/>
            <a:gdLst/>
            <a:ahLst/>
            <a:cxnLst/>
            <a:rect l="0" t="0" r="0" b="0"/>
            <a:pathLst>
              <a:path w="1471" h="412">
                <a:moveTo>
                  <a:pt x="0" y="330"/>
                </a:moveTo>
                <a:lnTo>
                  <a:pt x="1264" y="330"/>
                </a:lnTo>
                <a:lnTo>
                  <a:pt x="1264" y="412"/>
                </a:lnTo>
                <a:lnTo>
                  <a:pt x="1471" y="206"/>
                </a:lnTo>
                <a:lnTo>
                  <a:pt x="1264" y="0"/>
                </a:lnTo>
                <a:lnTo>
                  <a:pt x="1264" y="82"/>
                </a:lnTo>
                <a:lnTo>
                  <a:pt x="0" y="82"/>
                </a:lnTo>
                <a:lnTo>
                  <a:pt x="0" y="330"/>
                </a:lnTo>
                <a:close/>
              </a:path>
            </a:pathLst>
          </a:custGeom>
          <a:solidFill>
            <a:srgbClr val="A5A5A5">
              <a:alpha val="100000"/>
            </a:srgbClr>
          </a:solidFill>
          <a:ln cap="flat">
            <a:noFill/>
            <a:prstDash val="solid"/>
            <a:miter lim="0"/>
          </a:ln>
        </p:spPr>
        <p:txBody>
          <a:bodyPr rtlCol="0"/>
          <a:lstStyle/>
          <a:p>
            <a:pPr algn="ctr"/>
            <a:endParaRPr lang="zh-CN" altLang="en-US"/>
          </a:p>
        </p:txBody>
      </p:sp>
      <p:sp>
        <p:nvSpPr>
          <p:cNvPr id="3640" name="path"/>
          <p:cNvSpPr/>
          <p:nvPr/>
        </p:nvSpPr>
        <p:spPr>
          <a:xfrm>
            <a:off x="3570732" y="1571244"/>
            <a:ext cx="896111" cy="251460"/>
          </a:xfrm>
          <a:custGeom>
            <a:avLst/>
            <a:gdLst/>
            <a:ahLst/>
            <a:cxnLst/>
            <a:rect l="0" t="0" r="0" b="0"/>
            <a:pathLst>
              <a:path w="1411" h="396">
                <a:moveTo>
                  <a:pt x="0" y="316"/>
                </a:moveTo>
                <a:lnTo>
                  <a:pt x="1213" y="316"/>
                </a:lnTo>
                <a:lnTo>
                  <a:pt x="1213" y="396"/>
                </a:lnTo>
                <a:lnTo>
                  <a:pt x="1411" y="198"/>
                </a:lnTo>
                <a:lnTo>
                  <a:pt x="1213" y="0"/>
                </a:lnTo>
                <a:lnTo>
                  <a:pt x="1213" y="79"/>
                </a:lnTo>
                <a:lnTo>
                  <a:pt x="0" y="79"/>
                </a:lnTo>
                <a:lnTo>
                  <a:pt x="0" y="316"/>
                </a:lnTo>
                <a:close/>
              </a:path>
            </a:pathLst>
          </a:custGeom>
          <a:solidFill>
            <a:schemeClr val="accent2">
              <a:alpha val="100000"/>
            </a:schemeClr>
          </a:solidFill>
          <a:ln cap="flat">
            <a:noFill/>
            <a:prstDash val="solid"/>
            <a:miter lim="0"/>
          </a:ln>
        </p:spPr>
        <p:txBody>
          <a:bodyPr rtlCol="0"/>
          <a:lstStyle/>
          <a:p>
            <a:pPr algn="ctr"/>
            <a:endParaRPr lang="zh-CN" altLang="en-US"/>
          </a:p>
        </p:txBody>
      </p:sp>
      <p:grpSp>
        <p:nvGrpSpPr>
          <p:cNvPr id="406" name="group 406"/>
          <p:cNvGrpSpPr/>
          <p:nvPr/>
        </p:nvGrpSpPr>
        <p:grpSpPr>
          <a:xfrm rot="21600000">
            <a:off x="6466078" y="4597989"/>
            <a:ext cx="667684" cy="300064"/>
            <a:chOff x="0" y="0"/>
            <a:chExt cx="667684" cy="300064"/>
          </a:xfrm>
        </p:grpSpPr>
        <p:sp>
          <p:nvSpPr>
            <p:cNvPr id="3642" name="path"/>
            <p:cNvSpPr/>
            <p:nvPr/>
          </p:nvSpPr>
          <p:spPr>
            <a:xfrm>
              <a:off x="6350" y="4490"/>
              <a:ext cx="656843" cy="291083"/>
            </a:xfrm>
            <a:custGeom>
              <a:avLst/>
              <a:gdLst/>
              <a:ahLst/>
              <a:cxnLst/>
              <a:rect l="0" t="0" r="0" b="0"/>
              <a:pathLst>
                <a:path w="1034" h="458">
                  <a:moveTo>
                    <a:pt x="0" y="114"/>
                  </a:moveTo>
                  <a:lnTo>
                    <a:pt x="805" y="114"/>
                  </a:lnTo>
                  <a:lnTo>
                    <a:pt x="805" y="0"/>
                  </a:lnTo>
                  <a:lnTo>
                    <a:pt x="1034" y="229"/>
                  </a:lnTo>
                  <a:lnTo>
                    <a:pt x="805" y="458"/>
                  </a:lnTo>
                  <a:lnTo>
                    <a:pt x="805" y="343"/>
                  </a:lnTo>
                  <a:lnTo>
                    <a:pt x="0" y="343"/>
                  </a:lnTo>
                  <a:lnTo>
                    <a:pt x="0" y="114"/>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644" name="path"/>
            <p:cNvSpPr/>
            <p:nvPr/>
          </p:nvSpPr>
          <p:spPr>
            <a:xfrm>
              <a:off x="0" y="0"/>
              <a:ext cx="667684" cy="300064"/>
            </a:xfrm>
            <a:custGeom>
              <a:avLst/>
              <a:gdLst/>
              <a:ahLst/>
              <a:cxnLst/>
              <a:rect l="0" t="0" r="0" b="0"/>
              <a:pathLst>
                <a:path w="1051" h="472">
                  <a:moveTo>
                    <a:pt x="10" y="121"/>
                  </a:moveTo>
                  <a:lnTo>
                    <a:pt x="815" y="121"/>
                  </a:lnTo>
                  <a:lnTo>
                    <a:pt x="815" y="7"/>
                  </a:lnTo>
                  <a:lnTo>
                    <a:pt x="1044" y="236"/>
                  </a:lnTo>
                  <a:lnTo>
                    <a:pt x="815" y="465"/>
                  </a:lnTo>
                  <a:lnTo>
                    <a:pt x="815" y="350"/>
                  </a:lnTo>
                  <a:lnTo>
                    <a:pt x="10" y="350"/>
                  </a:lnTo>
                  <a:lnTo>
                    <a:pt x="10" y="121"/>
                  </a:lnTo>
                  <a:close/>
                </a:path>
              </a:pathLst>
            </a:custGeom>
            <a:noFill/>
            <a:ln w="12700" cap="flat">
              <a:solidFill>
                <a:srgbClr val="BC8C00">
                  <a:alpha val="100000"/>
                </a:srgbClr>
              </a:solidFill>
              <a:prstDash val="solid"/>
              <a:miter lim="800000"/>
            </a:ln>
          </p:spPr>
          <p:txBody>
            <a:bodyPr rtlCol="0"/>
            <a:lstStyle/>
            <a:p>
              <a:pPr algn="ctr"/>
              <a:endParaRPr lang="zh-CN" altLang="en-US"/>
            </a:p>
          </p:txBody>
        </p:sp>
      </p:grpSp>
      <p:grpSp>
        <p:nvGrpSpPr>
          <p:cNvPr id="408" name="group 408"/>
          <p:cNvGrpSpPr/>
          <p:nvPr/>
        </p:nvGrpSpPr>
        <p:grpSpPr>
          <a:xfrm rot="21600000">
            <a:off x="11185058" y="24579"/>
            <a:ext cx="278046" cy="270880"/>
            <a:chOff x="0" y="0"/>
            <a:chExt cx="278046" cy="270880"/>
          </a:xfrm>
        </p:grpSpPr>
        <p:pic>
          <p:nvPicPr>
            <p:cNvPr id="3646" name="picture 3646"/>
            <p:cNvPicPr>
              <a:picLocks noChangeAspect="1"/>
            </p:cNvPicPr>
            <p:nvPr>
              <p:custDataLst>
                <p:tags r:id="rId24"/>
              </p:custDataLst>
            </p:nvPr>
          </p:nvPicPr>
          <p:blipFill>
            <a:blip r:embed="rId25"/>
            <a:stretch>
              <a:fillRect/>
            </a:stretch>
          </p:blipFill>
          <p:spPr>
            <a:xfrm rot="21600000">
              <a:off x="0" y="0"/>
              <a:ext cx="278046" cy="270880"/>
            </a:xfrm>
            <a:prstGeom prst="rect">
              <a:avLst/>
            </a:prstGeom>
          </p:spPr>
        </p:pic>
        <p:sp>
          <p:nvSpPr>
            <p:cNvPr id="3648" name="textbox 3648"/>
            <p:cNvSpPr/>
            <p:nvPr>
              <p:custDataLst>
                <p:tags r:id="rId26"/>
              </p:custDataLst>
            </p:nvPr>
          </p:nvSpPr>
          <p:spPr>
            <a:xfrm>
              <a:off x="-12700" y="-12700"/>
              <a:ext cx="303529" cy="307975"/>
            </a:xfrm>
            <a:prstGeom prst="rect">
              <a:avLst/>
            </a:prstGeom>
          </p:spPr>
          <p:txBody>
            <a:bodyPr vert="horz" wrap="square" lIns="0" tIns="0" rIns="0" bIns="0">
              <a:normAutofit/>
            </a:bodyPr>
            <a:lstStyle/>
            <a:p>
              <a:pPr algn="l" rtl="0" eaLnBrk="0">
                <a:lnSpc>
                  <a:spcPct val="103000"/>
                </a:lnSpc>
              </a:pPr>
              <a:endParaRPr lang="en-US" altLang="en-US" sz="600" dirty="0">
                <a:solidFill>
                  <a:schemeClr val="dk1"/>
                </a:solidFill>
              </a:endParaRPr>
            </a:p>
            <a:p>
              <a:pPr marL="40005" algn="l" rtl="0" eaLnBrk="0">
                <a:lnSpc>
                  <a:spcPct val="97000"/>
                </a:lnSpc>
                <a:spcBef>
                  <a:spcPts val="5"/>
                </a:spcBef>
              </a:pPr>
              <a:r>
                <a:rPr sz="900" kern="0" spc="-10" dirty="0">
                  <a:solidFill>
                    <a:schemeClr val="dk1"/>
                  </a:solidFill>
                  <a:cs typeface="微软雅黑" panose="020B0503020204020204" charset="-122"/>
                </a:rPr>
                <a:t>绩效</a:t>
              </a:r>
              <a:endParaRPr lang="en-US" altLang="en-US" sz="900" kern="0" spc="-10" dirty="0">
                <a:solidFill>
                  <a:schemeClr val="dk1"/>
                </a:solidFill>
                <a:cs typeface="微软雅黑" panose="020B0503020204020204" charset="-122"/>
              </a:endParaRPr>
            </a:p>
          </p:txBody>
        </p:sp>
      </p:grpSp>
      <p:sp>
        <p:nvSpPr>
          <p:cNvPr id="3650" name="rect"/>
          <p:cNvSpPr/>
          <p:nvPr/>
        </p:nvSpPr>
        <p:spPr>
          <a:xfrm>
            <a:off x="11190731" y="286257"/>
            <a:ext cx="266700" cy="12700"/>
          </a:xfrm>
          <a:prstGeom prst="rect">
            <a:avLst/>
          </a:prstGeom>
          <a:solidFill>
            <a:srgbClr val="FFFFFF">
              <a:alpha val="100000"/>
            </a:srgbClr>
          </a:solidFill>
          <a:ln cap="flat">
            <a:noFill/>
            <a:prstDash val="solid"/>
            <a:miter lim="0"/>
          </a:ln>
        </p:spPr>
        <p:txBody>
          <a:bodyPr rtlCol="0"/>
          <a:lstStyle/>
          <a:p>
            <a:pPr algn="ctr"/>
            <a:endParaRPr lang="zh-CN" altLang="en-US"/>
          </a:p>
        </p:txBody>
      </p:sp>
      <p:pic>
        <p:nvPicPr>
          <p:cNvPr id="3652" name="picture 3652"/>
          <p:cNvPicPr>
            <a:picLocks noChangeAspect="1"/>
          </p:cNvPicPr>
          <p:nvPr>
            <p:custDataLst>
              <p:tags r:id="rId27"/>
            </p:custDataLst>
          </p:nvPr>
        </p:nvPicPr>
        <p:blipFill>
          <a:blip r:embed="rId28"/>
          <a:stretch>
            <a:fillRect/>
          </a:stretch>
        </p:blipFill>
        <p:spPr>
          <a:xfrm rot="21600000">
            <a:off x="11050948" y="289750"/>
            <a:ext cx="539070" cy="270890"/>
          </a:xfrm>
          <a:prstGeom prst="rect">
            <a:avLst/>
          </a:prstGeom>
        </p:spPr>
      </p:pic>
      <p:sp>
        <p:nvSpPr>
          <p:cNvPr id="3654" name="textbox 3654"/>
          <p:cNvSpPr/>
          <p:nvPr>
            <p:custDataLst>
              <p:tags r:id="rId29"/>
            </p:custDataLst>
          </p:nvPr>
        </p:nvSpPr>
        <p:spPr>
          <a:xfrm>
            <a:off x="11043919" y="154826"/>
            <a:ext cx="564515" cy="3759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46050" algn="l" rtl="0" eaLnBrk="0">
              <a:lnSpc>
                <a:spcPts val="1205"/>
              </a:lnSpc>
              <a:tabLst>
                <a:tab pos="412115" algn="l"/>
              </a:tabLst>
            </a:pPr>
            <a:r>
              <a:rPr sz="1000" u="sng" kern="0" spc="0" dirty="0">
                <a:solidFill>
                  <a:schemeClr val="dk1"/>
                </a:solidFill>
                <a:cs typeface="Arial" panose="020B0604020202020204"/>
              </a:rPr>
              <a:t>	</a:t>
            </a:r>
            <a:endParaRPr lang="en-US" altLang="en-US" sz="1000" dirty="0">
              <a:solidFill>
                <a:schemeClr val="dk1"/>
              </a:solidFill>
            </a:endParaRPr>
          </a:p>
          <a:p>
            <a:pPr algn="l" rtl="0" eaLnBrk="0">
              <a:lnSpc>
                <a:spcPct val="109000"/>
              </a:lnSpc>
            </a:pPr>
            <a:endParaRPr lang="en-US" altLang="en-US" sz="300" dirty="0">
              <a:solidFill>
                <a:schemeClr val="dk1"/>
              </a:solidFill>
            </a:endParaRPr>
          </a:p>
          <a:p>
            <a:pPr marL="12700" algn="l" rtl="0" eaLnBrk="0">
              <a:lnSpc>
                <a:spcPct val="98000"/>
              </a:lnSpc>
              <a:spcBef>
                <a:spcPts val="0"/>
              </a:spcBef>
              <a:tabLst>
                <a:tab pos="168910" algn="l"/>
                <a:tab pos="546100" algn="l"/>
              </a:tabLst>
            </a:pPr>
            <a:r>
              <a:rPr sz="900" u="sng" kern="0" spc="0" dirty="0">
                <a:solidFill>
                  <a:schemeClr val="dk1"/>
                </a:solidFill>
                <a:uFill>
                  <a:solidFill>
                    <a:srgbClr val="FFFFFF"/>
                  </a:solidFill>
                </a:uFill>
                <a:cs typeface="微软雅黑" panose="020B0503020204020204" charset="-122"/>
              </a:rPr>
              <a:t>	</a:t>
            </a:r>
            <a:r>
              <a:rPr sz="900" u="sng" kern="0" spc="-20" dirty="0">
                <a:solidFill>
                  <a:schemeClr val="dk1"/>
                </a:solidFill>
                <a:uFill>
                  <a:solidFill>
                    <a:srgbClr val="FFFFFF"/>
                  </a:solidFill>
                </a:uFill>
                <a:cs typeface="微软雅黑" panose="020B0503020204020204" charset="-122"/>
              </a:rPr>
              <a:t>组织</a:t>
            </a:r>
            <a:r>
              <a:rPr sz="900" u="sng" kern="0" spc="0" dirty="0">
                <a:solidFill>
                  <a:schemeClr val="dk1"/>
                </a:solidFill>
                <a:uFill>
                  <a:solidFill>
                    <a:srgbClr val="FFFFFF"/>
                  </a:solidFill>
                </a:uFill>
                <a:cs typeface="微软雅黑" panose="020B0503020204020204" charset="-122"/>
              </a:rPr>
              <a:t>	</a:t>
            </a:r>
            <a:r>
              <a:rPr sz="900" kern="0" spc="-10" dirty="0">
                <a:solidFill>
                  <a:schemeClr val="dk1"/>
                </a:solidFill>
                <a:cs typeface="微软雅黑" panose="020B0503020204020204" charset="-122"/>
              </a:rPr>
              <a:t> </a:t>
            </a:r>
            <a:endParaRPr lang="en-US" altLang="en-US" sz="900" kern="0" spc="-10" dirty="0">
              <a:solidFill>
                <a:schemeClr val="dk1"/>
              </a:solidFill>
              <a:cs typeface="微软雅黑" panose="020B0503020204020204" charset="-122"/>
            </a:endParaRPr>
          </a:p>
        </p:txBody>
      </p:sp>
      <p:sp>
        <p:nvSpPr>
          <p:cNvPr id="3656" name="path"/>
          <p:cNvSpPr/>
          <p:nvPr/>
        </p:nvSpPr>
        <p:spPr>
          <a:xfrm>
            <a:off x="8415273" y="1473454"/>
            <a:ext cx="2330703" cy="66039"/>
          </a:xfrm>
          <a:custGeom>
            <a:avLst/>
            <a:gdLst/>
            <a:ahLst/>
            <a:cxnLst/>
            <a:rect l="0" t="0" r="0" b="0"/>
            <a:pathLst>
              <a:path w="3670" h="103">
                <a:moveTo>
                  <a:pt x="10" y="93"/>
                </a:moveTo>
                <a:cubicBezTo>
                  <a:pt x="10" y="47"/>
                  <a:pt x="47" y="10"/>
                  <a:pt x="94" y="10"/>
                </a:cubicBezTo>
                <a:moveTo>
                  <a:pt x="3576" y="10"/>
                </a:moveTo>
                <a:cubicBezTo>
                  <a:pt x="3622" y="10"/>
                  <a:pt x="3660" y="47"/>
                  <a:pt x="3660" y="93"/>
                </a:cubicBezTo>
              </a:path>
            </a:pathLst>
          </a:custGeom>
          <a:noFill/>
          <a:ln w="12700" cap="flat">
            <a:solidFill>
              <a:srgbClr val="FFFFFF">
                <a:alpha val="100000"/>
              </a:srgbClr>
            </a:solidFill>
            <a:prstDash val="solid"/>
            <a:miter lim="800000"/>
          </a:ln>
        </p:spPr>
        <p:txBody>
          <a:bodyPr rtlCol="0"/>
          <a:lstStyle/>
          <a:p>
            <a:pPr algn="ctr"/>
            <a:endParaRPr lang="zh-CN" altLang="en-US"/>
          </a:p>
        </p:txBody>
      </p:sp>
      <p:sp>
        <p:nvSpPr>
          <p:cNvPr id="3658" name="path"/>
          <p:cNvSpPr/>
          <p:nvPr/>
        </p:nvSpPr>
        <p:spPr>
          <a:xfrm>
            <a:off x="4693665" y="1473454"/>
            <a:ext cx="2329180" cy="66039"/>
          </a:xfrm>
          <a:custGeom>
            <a:avLst/>
            <a:gdLst/>
            <a:ahLst/>
            <a:cxnLst/>
            <a:rect l="0" t="0" r="0" b="0"/>
            <a:pathLst>
              <a:path w="3668" h="103">
                <a:moveTo>
                  <a:pt x="10" y="93"/>
                </a:moveTo>
                <a:cubicBezTo>
                  <a:pt x="10" y="47"/>
                  <a:pt x="47" y="10"/>
                  <a:pt x="94" y="10"/>
                </a:cubicBezTo>
                <a:moveTo>
                  <a:pt x="3574" y="10"/>
                </a:moveTo>
                <a:cubicBezTo>
                  <a:pt x="3620" y="10"/>
                  <a:pt x="3658" y="47"/>
                  <a:pt x="3658" y="93"/>
                </a:cubicBezTo>
              </a:path>
            </a:pathLst>
          </a:custGeom>
          <a:noFill/>
          <a:ln w="12700" cap="flat">
            <a:solidFill>
              <a:srgbClr val="FFFFFF">
                <a:alpha val="100000"/>
              </a:srgbClr>
            </a:solidFill>
            <a:prstDash val="solid"/>
            <a:miter lim="800000"/>
          </a:ln>
        </p:spPr>
        <p:txBody>
          <a:bodyPr rtlCol="0"/>
          <a:lstStyle/>
          <a:p>
            <a:pPr algn="ctr"/>
            <a:endParaRPr lang="zh-CN" altLang="en-US"/>
          </a:p>
        </p:txBody>
      </p:sp>
      <p:sp>
        <p:nvSpPr>
          <p:cNvPr id="3660" name="path"/>
          <p:cNvSpPr/>
          <p:nvPr/>
        </p:nvSpPr>
        <p:spPr>
          <a:xfrm>
            <a:off x="972058" y="1473454"/>
            <a:ext cx="2329179" cy="66039"/>
          </a:xfrm>
          <a:custGeom>
            <a:avLst/>
            <a:gdLst/>
            <a:ahLst/>
            <a:cxnLst/>
            <a:rect l="0" t="0" r="0" b="0"/>
            <a:pathLst>
              <a:path w="3667" h="103">
                <a:moveTo>
                  <a:pt x="10" y="93"/>
                </a:moveTo>
                <a:cubicBezTo>
                  <a:pt x="10" y="47"/>
                  <a:pt x="47" y="10"/>
                  <a:pt x="93" y="10"/>
                </a:cubicBezTo>
                <a:moveTo>
                  <a:pt x="3573" y="10"/>
                </a:moveTo>
                <a:cubicBezTo>
                  <a:pt x="3620" y="10"/>
                  <a:pt x="3657" y="47"/>
                  <a:pt x="3657" y="93"/>
                </a:cubicBezTo>
              </a:path>
            </a:pathLst>
          </a:custGeom>
          <a:noFill/>
          <a:ln w="12700" cap="flat">
            <a:solidFill>
              <a:srgbClr val="FFFFFF">
                <a:alpha val="100000"/>
              </a:srgbClr>
            </a:solidFill>
            <a:prstDash val="solid"/>
            <a:miter lim="800000"/>
          </a:ln>
        </p:spPr>
        <p:txBody>
          <a:bodyPr rtlCol="0"/>
          <a:lstStyle/>
          <a:p>
            <a:pPr algn="ctr"/>
            <a:endParaRPr lang="zh-CN" altLang="en-US"/>
          </a:p>
        </p:txBody>
      </p:sp>
      <p:sp>
        <p:nvSpPr>
          <p:cNvPr id="3662" name="textbox 3662"/>
          <p:cNvSpPr/>
          <p:nvPr>
            <p:custDataLst>
              <p:tags r:id="rId30"/>
            </p:custDataLst>
          </p:nvPr>
        </p:nvSpPr>
        <p:spPr>
          <a:xfrm>
            <a:off x="7453833" y="4659833"/>
            <a:ext cx="633094" cy="203834"/>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7000"/>
              </a:lnSpc>
            </a:pPr>
            <a:r>
              <a:rPr sz="1200" kern="0" spc="-10" dirty="0">
                <a:solidFill>
                  <a:schemeClr val="dk1"/>
                </a:solidFill>
                <a:cs typeface="微软雅黑" panose="020B0503020204020204" charset="-122"/>
              </a:rPr>
              <a:t>流程能力</a:t>
            </a:r>
            <a:endParaRPr lang="en-US" altLang="en-US" sz="1200" kern="0" spc="-10" dirty="0">
              <a:solidFill>
                <a:schemeClr val="dk1"/>
              </a:solidFill>
              <a:cs typeface="微软雅黑" panose="020B0503020204020204" charset="-122"/>
            </a:endParaRPr>
          </a:p>
        </p:txBody>
      </p:sp>
      <p:sp>
        <p:nvSpPr>
          <p:cNvPr id="3664" name="textbox 3664"/>
          <p:cNvSpPr/>
          <p:nvPr>
            <p:custDataLst>
              <p:tags r:id="rId31"/>
            </p:custDataLst>
          </p:nvPr>
        </p:nvSpPr>
        <p:spPr>
          <a:xfrm>
            <a:off x="9721190" y="4659833"/>
            <a:ext cx="632459" cy="203200"/>
          </a:xfrm>
          <a:prstGeom prst="rect">
            <a:avLst/>
          </a:prstGeom>
        </p:spPr>
        <p:txBody>
          <a:bodyPr vert="horz" wrap="square" lIns="0" tIns="0" rIns="0" bIns="0">
            <a:normAutofit/>
          </a:bodyPr>
          <a:lstStyle/>
          <a:p>
            <a:pPr algn="l" rtl="0" eaLnBrk="0">
              <a:lnSpc>
                <a:spcPct val="84000"/>
              </a:lnSpc>
            </a:pPr>
            <a:endParaRPr lang="en-US" altLang="en-US" sz="100" dirty="0">
              <a:solidFill>
                <a:schemeClr val="dk1"/>
              </a:solidFill>
            </a:endParaRPr>
          </a:p>
          <a:p>
            <a:pPr marL="12700" algn="l" rtl="0" eaLnBrk="0">
              <a:lnSpc>
                <a:spcPct val="97000"/>
              </a:lnSpc>
            </a:pPr>
            <a:r>
              <a:rPr sz="1200" kern="0" spc="-10" dirty="0">
                <a:solidFill>
                  <a:schemeClr val="dk1"/>
                </a:solidFill>
                <a:cs typeface="微软雅黑" panose="020B0503020204020204" charset="-122"/>
              </a:rPr>
              <a:t>业务能力</a:t>
            </a:r>
            <a:endParaRPr lang="en-US" altLang="en-US" sz="1200" kern="0" spc="-10" dirty="0">
              <a:solidFill>
                <a:schemeClr val="dk1"/>
              </a:solidFill>
              <a:cs typeface="微软雅黑" panose="020B0503020204020204" charset="-122"/>
            </a:endParaRPr>
          </a:p>
        </p:txBody>
      </p:sp>
      <p:sp>
        <p:nvSpPr>
          <p:cNvPr id="3666" name="path"/>
          <p:cNvSpPr/>
          <p:nvPr/>
        </p:nvSpPr>
        <p:spPr>
          <a:xfrm>
            <a:off x="10656823" y="1345438"/>
            <a:ext cx="1334516" cy="12700"/>
          </a:xfrm>
          <a:custGeom>
            <a:avLst/>
            <a:gdLst/>
            <a:ahLst/>
            <a:cxnLst/>
            <a:rect l="0" t="0" r="0" b="0"/>
            <a:pathLst>
              <a:path w="2101" h="20">
                <a:moveTo>
                  <a:pt x="2100" y="10"/>
                </a:moveTo>
                <a:lnTo>
                  <a:pt x="0" y="10"/>
                </a:lnTo>
                <a:moveTo>
                  <a:pt x="0" y="10"/>
                </a:moveTo>
                <a:lnTo>
                  <a:pt x="2101" y="10"/>
                </a:ln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3668" name="path"/>
          <p:cNvSpPr/>
          <p:nvPr/>
        </p:nvSpPr>
        <p:spPr>
          <a:xfrm>
            <a:off x="10789919" y="1081786"/>
            <a:ext cx="1068070" cy="12700"/>
          </a:xfrm>
          <a:custGeom>
            <a:avLst/>
            <a:gdLst/>
            <a:ahLst/>
            <a:cxnLst/>
            <a:rect l="0" t="0" r="0" b="0"/>
            <a:pathLst>
              <a:path w="1682" h="20">
                <a:moveTo>
                  <a:pt x="1680" y="10"/>
                </a:moveTo>
                <a:lnTo>
                  <a:pt x="0" y="10"/>
                </a:lnTo>
                <a:moveTo>
                  <a:pt x="0" y="10"/>
                </a:moveTo>
                <a:lnTo>
                  <a:pt x="1682" y="10"/>
                </a:lnTo>
              </a:path>
            </a:pathLst>
          </a:custGeom>
          <a:noFill/>
          <a:ln w="12700" cap="flat">
            <a:solidFill>
              <a:srgbClr val="FFFFFF">
                <a:alpha val="100000"/>
              </a:srgbClr>
            </a:solidFill>
            <a:prstDash val="solid"/>
            <a:miter lim="1000000"/>
          </a:ln>
        </p:spPr>
        <p:txBody>
          <a:bodyPr rtlCol="0"/>
          <a:lstStyle/>
          <a:p>
            <a:pPr algn="ctr"/>
            <a:endParaRPr lang="zh-CN" altLang="en-US"/>
          </a:p>
        </p:txBody>
      </p:sp>
    </p:spTree>
    <p:custDataLst>
      <p:tags r:id="rId32"/>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72" name="table 3672"/>
          <p:cNvGraphicFramePr>
            <a:graphicFrameLocks noGrp="1"/>
          </p:cNvGraphicFramePr>
          <p:nvPr>
            <p:custDataLst>
              <p:tags r:id="rId1"/>
            </p:custDataLst>
          </p:nvPr>
        </p:nvGraphicFramePr>
        <p:xfrm>
          <a:off x="2421382" y="1275334"/>
          <a:ext cx="7216139" cy="477520"/>
        </p:xfrm>
        <a:graphic>
          <a:graphicData uri="http://schemas.openxmlformats.org/drawingml/2006/table">
            <a:tbl>
              <a:tblPr>
                <a:solidFill>
                  <a:srgbClr val="FFD966"/>
                </a:solidFill>
              </a:tblPr>
              <a:tblGrid>
                <a:gridCol w="7216139"/>
              </a:tblGrid>
              <a:tr h="464820">
                <a:tc>
                  <a:txBody>
                    <a:bodyPr/>
                    <a:lstStyle/>
                    <a:p>
                      <a:pPr algn="l" rtl="0" eaLnBrk="0">
                        <a:lnSpc>
                          <a:spcPct val="103000"/>
                        </a:lnSpc>
                      </a:pPr>
                      <a:endParaRPr lang="en-US" altLang="en-US" sz="900" dirty="0"/>
                    </a:p>
                    <a:p>
                      <a:pPr marL="88900" algn="l" rtl="0" eaLnBrk="0">
                        <a:lnSpc>
                          <a:spcPct val="97000"/>
                        </a:lnSpc>
                        <a:spcBef>
                          <a:spcPts val="5"/>
                        </a:spcBef>
                      </a:pPr>
                      <a:r>
                        <a:rPr sz="1500" b="1" kern="0" spc="-10" dirty="0">
                          <a:solidFill>
                            <a:srgbClr val="FFFFFF">
                              <a:alpha val="100000"/>
                            </a:srgbClr>
                          </a:solidFill>
                          <a:cs typeface="微软雅黑" panose="020B0503020204020204" charset="-122"/>
                        </a:rPr>
                        <a:t>组织优化设计</a:t>
                      </a:r>
                      <a:endParaRPr lang="en-US" altLang="en-US" sz="15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966"/>
                    </a:solidFill>
                  </a:tcPr>
                </a:tc>
              </a:tr>
            </a:tbl>
          </a:graphicData>
        </a:graphic>
      </p:graphicFrame>
      <p:graphicFrame>
        <p:nvGraphicFramePr>
          <p:cNvPr id="3674" name="table 3674"/>
          <p:cNvGraphicFramePr>
            <a:graphicFrameLocks noGrp="1"/>
          </p:cNvGraphicFramePr>
          <p:nvPr>
            <p:custDataLst>
              <p:tags r:id="rId2"/>
            </p:custDataLst>
          </p:nvPr>
        </p:nvGraphicFramePr>
        <p:xfrm>
          <a:off x="2421382" y="2610358"/>
          <a:ext cx="7216139" cy="477520"/>
        </p:xfrm>
        <a:graphic>
          <a:graphicData uri="http://schemas.openxmlformats.org/drawingml/2006/table">
            <a:tbl>
              <a:tblPr>
                <a:solidFill>
                  <a:srgbClr val="FFC000"/>
                </a:solidFill>
              </a:tblPr>
              <a:tblGrid>
                <a:gridCol w="7216139"/>
              </a:tblGrid>
              <a:tr h="464820">
                <a:tc>
                  <a:txBody>
                    <a:bodyPr/>
                    <a:lstStyle/>
                    <a:p>
                      <a:pPr algn="l" rtl="0" eaLnBrk="0">
                        <a:lnSpc>
                          <a:spcPct val="103000"/>
                        </a:lnSpc>
                      </a:pPr>
                      <a:endParaRPr lang="en-US" altLang="en-US" sz="900" dirty="0"/>
                    </a:p>
                    <a:p>
                      <a:pPr algn="l" rtl="0" eaLnBrk="0">
                        <a:lnSpc>
                          <a:spcPct val="9000"/>
                        </a:lnSpc>
                      </a:pPr>
                      <a:endParaRPr lang="en-US" altLang="en-US" sz="100" dirty="0"/>
                    </a:p>
                    <a:p>
                      <a:pPr marL="89535" algn="l" rtl="0" eaLnBrk="0">
                        <a:lnSpc>
                          <a:spcPct val="97000"/>
                        </a:lnSpc>
                      </a:pPr>
                      <a:r>
                        <a:rPr sz="1500" b="1" kern="0" spc="-10" dirty="0">
                          <a:solidFill>
                            <a:srgbClr val="FFFFFF">
                              <a:alpha val="100000"/>
                            </a:srgbClr>
                          </a:solidFill>
                          <a:cs typeface="微软雅黑" panose="020B0503020204020204" charset="-122"/>
                        </a:rPr>
                        <a:t>流程和协同机制设计</a:t>
                      </a:r>
                      <a:endParaRPr lang="en-US" altLang="en-US" sz="15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r>
            </a:tbl>
          </a:graphicData>
        </a:graphic>
      </p:graphicFrame>
      <p:graphicFrame>
        <p:nvGraphicFramePr>
          <p:cNvPr id="3676" name="table 3676"/>
          <p:cNvGraphicFramePr>
            <a:graphicFrameLocks noGrp="1"/>
          </p:cNvGraphicFramePr>
          <p:nvPr>
            <p:custDataLst>
              <p:tags r:id="rId3"/>
            </p:custDataLst>
          </p:nvPr>
        </p:nvGraphicFramePr>
        <p:xfrm>
          <a:off x="2421382" y="3945382"/>
          <a:ext cx="7216139" cy="477520"/>
        </p:xfrm>
        <a:graphic>
          <a:graphicData uri="http://schemas.openxmlformats.org/drawingml/2006/table">
            <a:tbl>
              <a:tblPr>
                <a:solidFill>
                  <a:srgbClr val="AFABAB"/>
                </a:solidFill>
              </a:tblPr>
              <a:tblGrid>
                <a:gridCol w="7216139"/>
              </a:tblGrid>
              <a:tr h="464820">
                <a:tc>
                  <a:txBody>
                    <a:bodyPr/>
                    <a:lstStyle/>
                    <a:p>
                      <a:pPr algn="l" rtl="0" eaLnBrk="0">
                        <a:lnSpc>
                          <a:spcPct val="103000"/>
                        </a:lnSpc>
                      </a:pPr>
                      <a:endParaRPr lang="en-US" altLang="en-US" sz="900" dirty="0"/>
                    </a:p>
                    <a:p>
                      <a:pPr marL="90170" algn="l" rtl="0" eaLnBrk="0">
                        <a:lnSpc>
                          <a:spcPct val="97000"/>
                        </a:lnSpc>
                        <a:spcBef>
                          <a:spcPts val="5"/>
                        </a:spcBef>
                      </a:pPr>
                      <a:r>
                        <a:rPr sz="1500" b="1" kern="0" spc="-10" dirty="0">
                          <a:solidFill>
                            <a:srgbClr val="FFFFFF">
                              <a:alpha val="100000"/>
                            </a:srgbClr>
                          </a:solidFill>
                          <a:cs typeface="微软雅黑" panose="020B0503020204020204" charset="-122"/>
                        </a:rPr>
                        <a:t>能力模型设计</a:t>
                      </a:r>
                      <a:endParaRPr lang="en-US" altLang="en-US" sz="15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FABAB"/>
                    </a:solidFill>
                  </a:tcPr>
                </a:tc>
              </a:tr>
            </a:tbl>
          </a:graphicData>
        </a:graphic>
      </p:graphicFrame>
      <p:graphicFrame>
        <p:nvGraphicFramePr>
          <p:cNvPr id="3678" name="table 3678"/>
          <p:cNvGraphicFramePr>
            <a:graphicFrameLocks noGrp="1"/>
          </p:cNvGraphicFramePr>
          <p:nvPr>
            <p:custDataLst>
              <p:tags r:id="rId4"/>
            </p:custDataLst>
          </p:nvPr>
        </p:nvGraphicFramePr>
        <p:xfrm>
          <a:off x="2421382" y="4984750"/>
          <a:ext cx="7216139" cy="476885"/>
        </p:xfrm>
        <a:graphic>
          <a:graphicData uri="http://schemas.openxmlformats.org/drawingml/2006/table">
            <a:tbl>
              <a:tblPr>
                <a:solidFill>
                  <a:srgbClr val="595959"/>
                </a:solidFill>
              </a:tblPr>
              <a:tblGrid>
                <a:gridCol w="7216139"/>
              </a:tblGrid>
              <a:tr h="464185">
                <a:tc>
                  <a:txBody>
                    <a:bodyPr/>
                    <a:lstStyle/>
                    <a:p>
                      <a:pPr algn="l" rtl="0" eaLnBrk="0">
                        <a:lnSpc>
                          <a:spcPct val="103000"/>
                        </a:lnSpc>
                      </a:pPr>
                      <a:endParaRPr lang="en-US" altLang="en-US" sz="900" dirty="0"/>
                    </a:p>
                    <a:p>
                      <a:pPr marL="92075" algn="l" rtl="0" eaLnBrk="0">
                        <a:lnSpc>
                          <a:spcPct val="97000"/>
                        </a:lnSpc>
                        <a:spcBef>
                          <a:spcPts val="5"/>
                        </a:spcBef>
                      </a:pPr>
                      <a:r>
                        <a:rPr sz="1500" b="1" kern="0" spc="-10" dirty="0">
                          <a:solidFill>
                            <a:srgbClr val="FFFFFF">
                              <a:alpha val="100000"/>
                            </a:srgbClr>
                          </a:solidFill>
                          <a:cs typeface="微软雅黑" panose="020B0503020204020204" charset="-122"/>
                        </a:rPr>
                        <a:t>需求辅助落地</a:t>
                      </a:r>
                      <a:endParaRPr lang="en-US" altLang="en-US" sz="15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95959"/>
                    </a:solidFill>
                  </a:tcPr>
                </a:tc>
              </a:tr>
            </a:tbl>
          </a:graphicData>
        </a:graphic>
      </p:graphicFrame>
      <p:sp>
        <p:nvSpPr>
          <p:cNvPr id="3680" name="textbox 3680"/>
          <p:cNvSpPr/>
          <p:nvPr>
            <p:custDataLst>
              <p:tags r:id="rId5"/>
            </p:custDataLst>
          </p:nvPr>
        </p:nvSpPr>
        <p:spPr>
          <a:xfrm>
            <a:off x="823837" y="424021"/>
            <a:ext cx="9990455" cy="321945"/>
          </a:xfrm>
          <a:prstGeom prst="rect">
            <a:avLst/>
          </a:prstGeom>
        </p:spPr>
        <p:txBody>
          <a:bodyPr vert="horz" wrap="square" lIns="0" tIns="0" rIns="0" bIns="0"/>
          <a:lstStyle/>
          <a:p>
            <a:pPr algn="l" rtl="0" eaLnBrk="0">
              <a:lnSpc>
                <a:spcPct val="85000"/>
              </a:lnSpc>
            </a:pPr>
            <a:endParaRPr lang="en-US" altLang="en-US" sz="100" dirty="0">
              <a:solidFill>
                <a:schemeClr val="dk1"/>
              </a:solidFill>
            </a:endParaRPr>
          </a:p>
          <a:p>
            <a:pPr marL="12700" algn="l" rtl="0" eaLnBrk="0">
              <a:lnSpc>
                <a:spcPct val="97000"/>
              </a:lnSpc>
            </a:pPr>
            <a:r>
              <a:rPr sz="2000" b="1" kern="0" spc="-30" dirty="0">
                <a:solidFill>
                  <a:schemeClr val="dk1"/>
                </a:solidFill>
                <a:cs typeface="微软雅黑" panose="020B0503020204020204" charset="-122"/>
              </a:rPr>
              <a:t>下一阶段的BTIT项目组主要工作是开展具体的绩效、组织、制定、流程，  工具技能的设计</a:t>
            </a:r>
            <a:endParaRPr lang="en-US" altLang="en-US" sz="2000" b="1" kern="0" spc="-30" dirty="0">
              <a:solidFill>
                <a:schemeClr val="dk1"/>
              </a:solidFill>
              <a:cs typeface="微软雅黑" panose="020B0503020204020204" charset="-122"/>
            </a:endParaRPr>
          </a:p>
        </p:txBody>
      </p:sp>
      <p:sp>
        <p:nvSpPr>
          <p:cNvPr id="3682" name="textbox 3682"/>
          <p:cNvSpPr/>
          <p:nvPr>
            <p:custDataLst>
              <p:tags r:id="rId6"/>
            </p:custDataLst>
          </p:nvPr>
        </p:nvSpPr>
        <p:spPr>
          <a:xfrm>
            <a:off x="2657017" y="3172409"/>
            <a:ext cx="2566035" cy="60579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7000"/>
              </a:lnSpc>
            </a:pPr>
            <a:r>
              <a:rPr sz="1200" kern="0" spc="0" dirty="0">
                <a:solidFill>
                  <a:schemeClr val="dk1"/>
                </a:solidFill>
                <a:cs typeface="微软雅黑" panose="020B0503020204020204" charset="-122"/>
              </a:rPr>
              <a:t>• 制定需求管理生</a:t>
            </a:r>
            <a:r>
              <a:rPr sz="1200" kern="0" spc="-10" dirty="0">
                <a:solidFill>
                  <a:schemeClr val="dk1"/>
                </a:solidFill>
                <a:cs typeface="微软雅黑" panose="020B0503020204020204" charset="-122"/>
              </a:rPr>
              <a:t>命周期相流程及制度</a:t>
            </a:r>
            <a:endParaRPr lang="en-US" altLang="en-US" sz="1200" dirty="0">
              <a:solidFill>
                <a:schemeClr val="dk1"/>
              </a:solidFill>
            </a:endParaRPr>
          </a:p>
          <a:p>
            <a:pPr marL="12700" algn="l" rtl="0" eaLnBrk="0">
              <a:lnSpc>
                <a:spcPct val="97000"/>
              </a:lnSpc>
              <a:spcBef>
                <a:spcPts val="190"/>
              </a:spcBef>
            </a:pPr>
            <a:r>
              <a:rPr sz="1200" kern="0" spc="0" dirty="0">
                <a:solidFill>
                  <a:schemeClr val="dk1"/>
                </a:solidFill>
                <a:cs typeface="微软雅黑" panose="020B0503020204020204" charset="-122"/>
              </a:rPr>
              <a:t>• 确定优化需求管</a:t>
            </a:r>
            <a:r>
              <a:rPr sz="1200" kern="0" spc="-10" dirty="0">
                <a:solidFill>
                  <a:schemeClr val="dk1"/>
                </a:solidFill>
                <a:cs typeface="微软雅黑" panose="020B0503020204020204" charset="-122"/>
              </a:rPr>
              <a:t>理平台以及需求管理</a:t>
            </a:r>
            <a:endParaRPr lang="en-US" altLang="en-US" sz="1200" dirty="0">
              <a:solidFill>
                <a:schemeClr val="dk1"/>
              </a:solidFill>
            </a:endParaRPr>
          </a:p>
          <a:p>
            <a:pPr marL="12700" algn="l" rtl="0" eaLnBrk="0">
              <a:lnSpc>
                <a:spcPct val="98000"/>
              </a:lnSpc>
              <a:spcBef>
                <a:spcPts val="175"/>
              </a:spcBef>
            </a:pPr>
            <a:r>
              <a:rPr sz="1200" kern="0" spc="-10" dirty="0">
                <a:solidFill>
                  <a:schemeClr val="dk1"/>
                </a:solidFill>
                <a:cs typeface="微软雅黑" panose="020B0503020204020204" charset="-122"/>
              </a:rPr>
              <a:t>• 制定需求管理各节点的规范与要求</a:t>
            </a:r>
            <a:endParaRPr lang="en-US" altLang="en-US" sz="1200" kern="0" spc="-10" dirty="0">
              <a:solidFill>
                <a:schemeClr val="dk1"/>
              </a:solidFill>
              <a:cs typeface="微软雅黑" panose="020B0503020204020204" charset="-122"/>
            </a:endParaRPr>
          </a:p>
        </p:txBody>
      </p:sp>
      <p:sp>
        <p:nvSpPr>
          <p:cNvPr id="3684" name="textbox 3684"/>
          <p:cNvSpPr/>
          <p:nvPr>
            <p:custDataLst>
              <p:tags r:id="rId7"/>
            </p:custDataLst>
          </p:nvPr>
        </p:nvSpPr>
        <p:spPr>
          <a:xfrm>
            <a:off x="2657017" y="5537098"/>
            <a:ext cx="2265679" cy="605155"/>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7000"/>
              </a:lnSpc>
            </a:pPr>
            <a:r>
              <a:rPr sz="1200" kern="0" spc="-10" dirty="0">
                <a:solidFill>
                  <a:schemeClr val="dk1"/>
                </a:solidFill>
                <a:cs typeface="微软雅黑" panose="020B0503020204020204" charset="-122"/>
              </a:rPr>
              <a:t>• 需求整理计划跟踪</a:t>
            </a:r>
            <a:endParaRPr lang="en-US" altLang="en-US" sz="1200" dirty="0">
              <a:solidFill>
                <a:schemeClr val="dk1"/>
              </a:solidFill>
            </a:endParaRPr>
          </a:p>
          <a:p>
            <a:pPr marL="12700" algn="l" rtl="0" eaLnBrk="0">
              <a:lnSpc>
                <a:spcPct val="97000"/>
              </a:lnSpc>
              <a:spcBef>
                <a:spcPts val="175"/>
              </a:spcBef>
            </a:pPr>
            <a:r>
              <a:rPr sz="1200" kern="0" spc="-10" dirty="0">
                <a:solidFill>
                  <a:schemeClr val="dk1"/>
                </a:solidFill>
                <a:cs typeface="微软雅黑" panose="020B0503020204020204" charset="-122"/>
              </a:rPr>
              <a:t>• 以BTIT模式承接需求和参与项目</a:t>
            </a:r>
            <a:endParaRPr lang="en-US" altLang="en-US" sz="1200" dirty="0">
              <a:solidFill>
                <a:schemeClr val="dk1"/>
              </a:solidFill>
            </a:endParaRPr>
          </a:p>
          <a:p>
            <a:pPr marL="12700" algn="l" rtl="0" eaLnBrk="0">
              <a:lnSpc>
                <a:spcPct val="97000"/>
              </a:lnSpc>
              <a:spcBef>
                <a:spcPts val="190"/>
              </a:spcBef>
            </a:pPr>
            <a:r>
              <a:rPr sz="1200" kern="0" spc="-20" dirty="0">
                <a:solidFill>
                  <a:schemeClr val="dk1"/>
                </a:solidFill>
                <a:cs typeface="微软雅黑" panose="020B0503020204020204" charset="-122"/>
              </a:rPr>
              <a:t>•</a:t>
            </a:r>
            <a:r>
              <a:rPr sz="1200" kern="0" spc="130" dirty="0">
                <a:solidFill>
                  <a:schemeClr val="dk1"/>
                </a:solidFill>
                <a:cs typeface="微软雅黑" panose="020B0503020204020204" charset="-122"/>
              </a:rPr>
              <a:t> </a:t>
            </a:r>
            <a:r>
              <a:rPr sz="1200" kern="0" spc="-20" dirty="0">
                <a:solidFill>
                  <a:schemeClr val="dk1"/>
                </a:solidFill>
                <a:cs typeface="微软雅黑" panose="020B0503020204020204" charset="-122"/>
              </a:rPr>
              <a:t>BTIT团队成员的能</a:t>
            </a:r>
            <a:r>
              <a:rPr sz="1200" kern="0" spc="-30" dirty="0">
                <a:solidFill>
                  <a:schemeClr val="dk1"/>
                </a:solidFill>
                <a:cs typeface="微软雅黑" panose="020B0503020204020204" charset="-122"/>
              </a:rPr>
              <a:t>力培养</a:t>
            </a:r>
            <a:endParaRPr lang="en-US" altLang="en-US" sz="1200" kern="0" spc="-30" dirty="0">
              <a:solidFill>
                <a:schemeClr val="dk1"/>
              </a:solidFill>
              <a:cs typeface="微软雅黑" panose="020B0503020204020204" charset="-122"/>
            </a:endParaRPr>
          </a:p>
        </p:txBody>
      </p:sp>
      <p:sp>
        <p:nvSpPr>
          <p:cNvPr id="3688" name="textbox 3688"/>
          <p:cNvSpPr/>
          <p:nvPr>
            <p:custDataLst>
              <p:tags r:id="rId8"/>
            </p:custDataLst>
          </p:nvPr>
        </p:nvSpPr>
        <p:spPr>
          <a:xfrm>
            <a:off x="2657017" y="1827733"/>
            <a:ext cx="1348739" cy="605790"/>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7000"/>
              </a:lnSpc>
            </a:pPr>
            <a:r>
              <a:rPr sz="1200" kern="0" spc="-20" dirty="0">
                <a:solidFill>
                  <a:schemeClr val="dk1"/>
                </a:solidFill>
                <a:cs typeface="微软雅黑" panose="020B0503020204020204" charset="-122"/>
              </a:rPr>
              <a:t>• 设立BTIT组织架构</a:t>
            </a:r>
            <a:endParaRPr lang="en-US" altLang="en-US" sz="1200" dirty="0">
              <a:solidFill>
                <a:schemeClr val="dk1"/>
              </a:solidFill>
            </a:endParaRPr>
          </a:p>
          <a:p>
            <a:pPr marL="12700" algn="l" rtl="0" eaLnBrk="0">
              <a:lnSpc>
                <a:spcPct val="97000"/>
              </a:lnSpc>
              <a:spcBef>
                <a:spcPts val="185"/>
              </a:spcBef>
            </a:pPr>
            <a:r>
              <a:rPr sz="1200" kern="0" spc="-20" dirty="0">
                <a:solidFill>
                  <a:schemeClr val="dk1"/>
                </a:solidFill>
                <a:cs typeface="微软雅黑" panose="020B0503020204020204" charset="-122"/>
              </a:rPr>
              <a:t>• 确定BTIT组织职责</a:t>
            </a:r>
            <a:endParaRPr lang="en-US" altLang="en-US" sz="1200" dirty="0">
              <a:solidFill>
                <a:schemeClr val="dk1"/>
              </a:solidFill>
            </a:endParaRPr>
          </a:p>
          <a:p>
            <a:pPr marL="12700" algn="l" rtl="0" eaLnBrk="0">
              <a:lnSpc>
                <a:spcPct val="97000"/>
              </a:lnSpc>
              <a:spcBef>
                <a:spcPts val="185"/>
              </a:spcBef>
            </a:pPr>
            <a:r>
              <a:rPr sz="1200" kern="0" spc="-20" dirty="0">
                <a:solidFill>
                  <a:schemeClr val="dk1"/>
                </a:solidFill>
                <a:cs typeface="微软雅黑" panose="020B0503020204020204" charset="-122"/>
              </a:rPr>
              <a:t>• 制定BTIT考核绩效</a:t>
            </a:r>
            <a:endParaRPr lang="en-US" altLang="en-US" sz="1200" kern="0" spc="-20" dirty="0">
              <a:solidFill>
                <a:schemeClr val="dk1"/>
              </a:solidFill>
              <a:cs typeface="微软雅黑" panose="020B0503020204020204" charset="-122"/>
            </a:endParaRPr>
          </a:p>
        </p:txBody>
      </p:sp>
      <p:sp>
        <p:nvSpPr>
          <p:cNvPr id="3690" name="textbox 3690"/>
          <p:cNvSpPr/>
          <p:nvPr>
            <p:custDataLst>
              <p:tags r:id="rId9"/>
            </p:custDataLst>
          </p:nvPr>
        </p:nvSpPr>
        <p:spPr>
          <a:xfrm>
            <a:off x="2657017" y="4487367"/>
            <a:ext cx="1956435" cy="405129"/>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7000"/>
              </a:lnSpc>
            </a:pPr>
            <a:r>
              <a:rPr sz="1200" kern="0" spc="-10" dirty="0">
                <a:solidFill>
                  <a:schemeClr val="dk1"/>
                </a:solidFill>
                <a:cs typeface="微软雅黑" panose="020B0503020204020204" charset="-122"/>
              </a:rPr>
              <a:t>• 能力模型和发展路径的设计</a:t>
            </a:r>
            <a:endParaRPr lang="en-US" altLang="en-US" sz="1200" dirty="0">
              <a:solidFill>
                <a:schemeClr val="dk1"/>
              </a:solidFill>
            </a:endParaRPr>
          </a:p>
          <a:p>
            <a:pPr marL="12700" algn="l" rtl="0" eaLnBrk="0">
              <a:lnSpc>
                <a:spcPct val="97000"/>
              </a:lnSpc>
              <a:spcBef>
                <a:spcPts val="185"/>
              </a:spcBef>
            </a:pPr>
            <a:r>
              <a:rPr sz="1200" kern="0" spc="-10" dirty="0">
                <a:solidFill>
                  <a:schemeClr val="dk1"/>
                </a:solidFill>
                <a:cs typeface="微软雅黑" panose="020B0503020204020204" charset="-122"/>
              </a:rPr>
              <a:t>• 能力差距分析与获取策略</a:t>
            </a:r>
            <a:endParaRPr lang="en-US" altLang="en-US" sz="1200" kern="0" spc="-10" dirty="0">
              <a:solidFill>
                <a:schemeClr val="dk1"/>
              </a:solidFill>
              <a:cs typeface="微软雅黑" panose="020B0503020204020204" charset="-122"/>
            </a:endParaRPr>
          </a:p>
        </p:txBody>
      </p:sp>
    </p:spTree>
    <p:custDataLst>
      <p:tags r:id="rId10"/>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0" name="group 410"/>
          <p:cNvGrpSpPr/>
          <p:nvPr/>
        </p:nvGrpSpPr>
        <p:grpSpPr>
          <a:xfrm rot="21600000">
            <a:off x="5730240" y="1822704"/>
            <a:ext cx="4518659" cy="390143"/>
            <a:chOff x="0" y="0"/>
            <a:chExt cx="4518659" cy="390143"/>
          </a:xfrm>
        </p:grpSpPr>
        <p:sp>
          <p:nvSpPr>
            <p:cNvPr id="3692" name="rect"/>
            <p:cNvSpPr/>
            <p:nvPr/>
          </p:nvSpPr>
          <p:spPr>
            <a:xfrm>
              <a:off x="4571" y="0"/>
              <a:ext cx="4514088"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694" name="textbox 3694"/>
            <p:cNvSpPr/>
            <p:nvPr>
              <p:custDataLst>
                <p:tags r:id="rId1"/>
              </p:custDataLst>
            </p:nvPr>
          </p:nvSpPr>
          <p:spPr>
            <a:xfrm>
              <a:off x="1313183" y="58642"/>
              <a:ext cx="2314575"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kern="0" spc="0" dirty="0">
                  <a:solidFill>
                    <a:schemeClr val="dk1"/>
                  </a:solidFill>
                  <a:cs typeface="微软雅黑" panose="020B0503020204020204" charset="-122"/>
                </a:rPr>
                <a:t>项目进展与工作方法</a:t>
              </a:r>
              <a:endParaRPr lang="en-US" altLang="en-US" sz="2000" kern="0" spc="0" dirty="0">
                <a:solidFill>
                  <a:schemeClr val="dk1"/>
                </a:solidFill>
                <a:cs typeface="微软雅黑" panose="020B0503020204020204" charset="-122"/>
              </a:endParaRPr>
            </a:p>
          </p:txBody>
        </p:sp>
        <p:pic>
          <p:nvPicPr>
            <p:cNvPr id="3696" name="picture 3696"/>
            <p:cNvPicPr>
              <a:picLocks noChangeAspect="1"/>
            </p:cNvPicPr>
            <p:nvPr>
              <p:custDataLst>
                <p:tags r:id="rId2"/>
              </p:custDataLst>
            </p:nvPr>
          </p:nvPicPr>
          <p:blipFill>
            <a:blip r:embed="rId3"/>
            <a:stretch>
              <a:fillRect/>
            </a:stretch>
          </p:blipFill>
          <p:spPr>
            <a:xfrm rot="21600000">
              <a:off x="0" y="0"/>
              <a:ext cx="798576" cy="390143"/>
            </a:xfrm>
            <a:prstGeom prst="rect">
              <a:avLst/>
            </a:prstGeom>
          </p:spPr>
        </p:pic>
      </p:grpSp>
      <p:grpSp>
        <p:nvGrpSpPr>
          <p:cNvPr id="412" name="group 412"/>
          <p:cNvGrpSpPr/>
          <p:nvPr/>
        </p:nvGrpSpPr>
        <p:grpSpPr>
          <a:xfrm rot="21600000">
            <a:off x="5737859" y="5084064"/>
            <a:ext cx="4511040" cy="390144"/>
            <a:chOff x="0" y="0"/>
            <a:chExt cx="4511040" cy="390144"/>
          </a:xfrm>
        </p:grpSpPr>
        <p:sp>
          <p:nvSpPr>
            <p:cNvPr id="3698" name="rect"/>
            <p:cNvSpPr/>
            <p:nvPr/>
          </p:nvSpPr>
          <p:spPr>
            <a:xfrm>
              <a:off x="4572" y="0"/>
              <a:ext cx="4506467"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700" name="textbox 3700"/>
            <p:cNvSpPr/>
            <p:nvPr>
              <p:custDataLst>
                <p:tags r:id="rId4"/>
              </p:custDataLst>
            </p:nvPr>
          </p:nvSpPr>
          <p:spPr>
            <a:xfrm>
              <a:off x="1185429" y="60166"/>
              <a:ext cx="2564129"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下一步工作方法和计划</a:t>
              </a:r>
              <a:endParaRPr lang="en-US" altLang="en-US" sz="2000" kern="0" spc="-10" dirty="0">
                <a:solidFill>
                  <a:schemeClr val="dk1"/>
                </a:solidFill>
                <a:cs typeface="微软雅黑" panose="020B0503020204020204" charset="-122"/>
              </a:endParaRPr>
            </a:p>
          </p:txBody>
        </p:sp>
        <p:pic>
          <p:nvPicPr>
            <p:cNvPr id="3702" name="picture 3702"/>
            <p:cNvPicPr>
              <a:picLocks noChangeAspect="1"/>
            </p:cNvPicPr>
            <p:nvPr>
              <p:custDataLst>
                <p:tags r:id="rId5"/>
              </p:custDataLst>
            </p:nvPr>
          </p:nvPicPr>
          <p:blipFill>
            <a:blip r:embed="rId6"/>
            <a:stretch>
              <a:fillRect/>
            </a:stretch>
          </p:blipFill>
          <p:spPr>
            <a:xfrm rot="21600000">
              <a:off x="0" y="0"/>
              <a:ext cx="797052" cy="390144"/>
            </a:xfrm>
            <a:prstGeom prst="rect">
              <a:avLst/>
            </a:prstGeom>
          </p:spPr>
        </p:pic>
      </p:grpSp>
      <p:grpSp>
        <p:nvGrpSpPr>
          <p:cNvPr id="414" name="group 414"/>
          <p:cNvGrpSpPr/>
          <p:nvPr/>
        </p:nvGrpSpPr>
        <p:grpSpPr>
          <a:xfrm rot="21600000">
            <a:off x="5730240" y="4416552"/>
            <a:ext cx="4512564" cy="388620"/>
            <a:chOff x="0" y="0"/>
            <a:chExt cx="4512564" cy="388620"/>
          </a:xfrm>
        </p:grpSpPr>
        <p:sp>
          <p:nvSpPr>
            <p:cNvPr id="3704" name="rect"/>
            <p:cNvSpPr/>
            <p:nvPr/>
          </p:nvSpPr>
          <p:spPr>
            <a:xfrm>
              <a:off x="4571" y="0"/>
              <a:ext cx="4507992" cy="385572"/>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706" name="textbox 3706"/>
            <p:cNvSpPr/>
            <p:nvPr>
              <p:custDataLst>
                <p:tags r:id="rId7"/>
              </p:custDataLst>
            </p:nvPr>
          </p:nvSpPr>
          <p:spPr>
            <a:xfrm>
              <a:off x="1691900" y="58896"/>
              <a:ext cx="1549400" cy="323215"/>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12700" algn="l" rtl="0" eaLnBrk="0">
                <a:lnSpc>
                  <a:spcPct val="98000"/>
                </a:lnSpc>
              </a:pPr>
              <a:r>
                <a:rPr sz="2000" kern="0" spc="-10" dirty="0">
                  <a:solidFill>
                    <a:schemeClr val="dk1"/>
                  </a:solidFill>
                  <a:cs typeface="微软雅黑" panose="020B0503020204020204" charset="-122"/>
                </a:rPr>
                <a:t>框架体系设计</a:t>
              </a:r>
              <a:endParaRPr lang="en-US" altLang="en-US" sz="2000" kern="0" spc="-10" dirty="0">
                <a:solidFill>
                  <a:schemeClr val="dk1"/>
                </a:solidFill>
                <a:cs typeface="微软雅黑" panose="020B0503020204020204" charset="-122"/>
              </a:endParaRPr>
            </a:p>
          </p:txBody>
        </p:sp>
        <p:pic>
          <p:nvPicPr>
            <p:cNvPr id="3708" name="picture 3708"/>
            <p:cNvPicPr>
              <a:picLocks noChangeAspect="1"/>
            </p:cNvPicPr>
            <p:nvPr>
              <p:custDataLst>
                <p:tags r:id="rId8"/>
              </p:custDataLst>
            </p:nvPr>
          </p:nvPicPr>
          <p:blipFill>
            <a:blip r:embed="rId9"/>
            <a:stretch>
              <a:fillRect/>
            </a:stretch>
          </p:blipFill>
          <p:spPr>
            <a:xfrm rot="21600000">
              <a:off x="0" y="0"/>
              <a:ext cx="797052" cy="388619"/>
            </a:xfrm>
            <a:prstGeom prst="rect">
              <a:avLst/>
            </a:prstGeom>
          </p:spPr>
        </p:pic>
      </p:grpSp>
      <p:grpSp>
        <p:nvGrpSpPr>
          <p:cNvPr id="416" name="group 416"/>
          <p:cNvGrpSpPr/>
          <p:nvPr/>
        </p:nvGrpSpPr>
        <p:grpSpPr>
          <a:xfrm rot="21600000">
            <a:off x="5730240" y="2471928"/>
            <a:ext cx="4512564" cy="388619"/>
            <a:chOff x="0" y="0"/>
            <a:chExt cx="4512564" cy="388619"/>
          </a:xfrm>
        </p:grpSpPr>
        <p:sp>
          <p:nvSpPr>
            <p:cNvPr id="3710" name="rect"/>
            <p:cNvSpPr/>
            <p:nvPr/>
          </p:nvSpPr>
          <p:spPr>
            <a:xfrm>
              <a:off x="4571" y="0"/>
              <a:ext cx="4507992" cy="385571"/>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3712" name="textbox 3712"/>
            <p:cNvSpPr/>
            <p:nvPr>
              <p:custDataLst>
                <p:tags r:id="rId10"/>
              </p:custDataLst>
            </p:nvPr>
          </p:nvSpPr>
          <p:spPr>
            <a:xfrm>
              <a:off x="1309122" y="58261"/>
              <a:ext cx="2312670"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现状分析及初步建议</a:t>
              </a:r>
              <a:endParaRPr lang="en-US" altLang="en-US" sz="2000" kern="0" spc="-10" dirty="0">
                <a:solidFill>
                  <a:schemeClr val="dk1"/>
                </a:solidFill>
                <a:cs typeface="微软雅黑" panose="020B0503020204020204" charset="-122"/>
              </a:endParaRPr>
            </a:p>
          </p:txBody>
        </p:sp>
        <p:pic>
          <p:nvPicPr>
            <p:cNvPr id="3714" name="picture 3714"/>
            <p:cNvPicPr>
              <a:picLocks noChangeAspect="1"/>
            </p:cNvPicPr>
            <p:nvPr>
              <p:custDataLst>
                <p:tags r:id="rId11"/>
              </p:custDataLst>
            </p:nvPr>
          </p:nvPicPr>
          <p:blipFill>
            <a:blip r:embed="rId12"/>
            <a:stretch>
              <a:fillRect/>
            </a:stretch>
          </p:blipFill>
          <p:spPr>
            <a:xfrm rot="21600000">
              <a:off x="0" y="0"/>
              <a:ext cx="797052" cy="388619"/>
            </a:xfrm>
            <a:prstGeom prst="rect">
              <a:avLst/>
            </a:prstGeom>
          </p:spPr>
        </p:pic>
      </p:grpSp>
      <p:grpSp>
        <p:nvGrpSpPr>
          <p:cNvPr id="418" name="group 418"/>
          <p:cNvGrpSpPr/>
          <p:nvPr/>
        </p:nvGrpSpPr>
        <p:grpSpPr>
          <a:xfrm rot="21600000">
            <a:off x="6527292" y="3764279"/>
            <a:ext cx="3721607" cy="387095"/>
            <a:chOff x="0" y="0"/>
            <a:chExt cx="3721607" cy="387095"/>
          </a:xfrm>
        </p:grpSpPr>
        <p:sp>
          <p:nvSpPr>
            <p:cNvPr id="3716" name="rect"/>
            <p:cNvSpPr/>
            <p:nvPr/>
          </p:nvSpPr>
          <p:spPr>
            <a:xfrm>
              <a:off x="47243" y="0"/>
              <a:ext cx="3674364" cy="387095"/>
            </a:xfrm>
            <a:prstGeom prst="rect">
              <a:avLst/>
            </a:prstGeom>
            <a:solidFill>
              <a:schemeClr val="accent2">
                <a:alpha val="100000"/>
              </a:schemeClr>
            </a:solidFill>
            <a:ln cap="flat">
              <a:noFill/>
              <a:prstDash val="solid"/>
              <a:miter lim="0"/>
            </a:ln>
          </p:spPr>
          <p:txBody>
            <a:bodyPr rtlCol="0"/>
            <a:lstStyle/>
            <a:p>
              <a:pPr algn="ctr"/>
              <a:endParaRPr lang="zh-CN" altLang="en-US"/>
            </a:p>
          </p:txBody>
        </p:sp>
        <p:pic>
          <p:nvPicPr>
            <p:cNvPr id="3718" name="picture 3718"/>
            <p:cNvPicPr>
              <a:picLocks noChangeAspect="1"/>
            </p:cNvPicPr>
            <p:nvPr>
              <p:custDataLst>
                <p:tags r:id="rId13"/>
              </p:custDataLst>
            </p:nvPr>
          </p:nvPicPr>
          <p:blipFill>
            <a:blip r:embed="rId14"/>
            <a:stretch>
              <a:fillRect/>
            </a:stretch>
          </p:blipFill>
          <p:spPr>
            <a:xfrm rot="21600000">
              <a:off x="0" y="4572"/>
              <a:ext cx="612647" cy="367283"/>
            </a:xfrm>
            <a:prstGeom prst="rect">
              <a:avLst/>
            </a:prstGeom>
          </p:spPr>
        </p:pic>
        <p:sp>
          <p:nvSpPr>
            <p:cNvPr id="3720" name="textbox 3720"/>
            <p:cNvSpPr/>
            <p:nvPr>
              <p:custDataLst>
                <p:tags r:id="rId15"/>
              </p:custDataLst>
            </p:nvPr>
          </p:nvSpPr>
          <p:spPr>
            <a:xfrm>
              <a:off x="1672255" y="48266"/>
              <a:ext cx="834389" cy="25971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40"/>
                </a:lnSpc>
              </a:pPr>
              <a:r>
                <a:rPr sz="1500" kern="0" spc="80" dirty="0">
                  <a:solidFill>
                    <a:schemeClr val="dk1"/>
                  </a:solidFill>
                  <a:cs typeface="微软雅黑" panose="020B0503020204020204" charset="-122"/>
                </a:rPr>
                <a:t>数据治理</a:t>
              </a:r>
              <a:endParaRPr lang="en-US" altLang="en-US" sz="1500" kern="0" spc="80" dirty="0">
                <a:solidFill>
                  <a:schemeClr val="dk1"/>
                </a:solidFill>
                <a:cs typeface="微软雅黑" panose="020B0503020204020204" charset="-122"/>
              </a:endParaRPr>
            </a:p>
          </p:txBody>
        </p:sp>
      </p:grpSp>
      <p:grpSp>
        <p:nvGrpSpPr>
          <p:cNvPr id="420" name="group 420"/>
          <p:cNvGrpSpPr/>
          <p:nvPr/>
        </p:nvGrpSpPr>
        <p:grpSpPr>
          <a:xfrm rot="21600000">
            <a:off x="6534911" y="2923032"/>
            <a:ext cx="3713988" cy="373379"/>
            <a:chOff x="0" y="0"/>
            <a:chExt cx="3713988" cy="373379"/>
          </a:xfrm>
        </p:grpSpPr>
        <p:sp>
          <p:nvSpPr>
            <p:cNvPr id="3722" name="rect"/>
            <p:cNvSpPr/>
            <p:nvPr/>
          </p:nvSpPr>
          <p:spPr>
            <a:xfrm>
              <a:off x="3047" y="0"/>
              <a:ext cx="3710940" cy="373379"/>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3724" name="picture 3724"/>
            <p:cNvPicPr>
              <a:picLocks noChangeAspect="1"/>
            </p:cNvPicPr>
            <p:nvPr>
              <p:custDataLst>
                <p:tags r:id="rId16"/>
              </p:custDataLst>
            </p:nvPr>
          </p:nvPicPr>
          <p:blipFill>
            <a:blip r:embed="rId17"/>
            <a:stretch>
              <a:fillRect/>
            </a:stretch>
          </p:blipFill>
          <p:spPr>
            <a:xfrm rot="21600000">
              <a:off x="0" y="3047"/>
              <a:ext cx="612647" cy="368808"/>
            </a:xfrm>
            <a:prstGeom prst="rect">
              <a:avLst/>
            </a:prstGeom>
          </p:spPr>
        </p:pic>
        <p:sp>
          <p:nvSpPr>
            <p:cNvPr id="3726" name="textbox 3726"/>
            <p:cNvSpPr/>
            <p:nvPr>
              <p:custDataLst>
                <p:tags r:id="rId18"/>
              </p:custDataLst>
            </p:nvPr>
          </p:nvSpPr>
          <p:spPr>
            <a:xfrm>
              <a:off x="1829613" y="80730"/>
              <a:ext cx="493394" cy="227329"/>
            </a:xfrm>
            <a:prstGeom prst="rect">
              <a:avLst/>
            </a:prstGeom>
          </p:spPr>
          <p:txBody>
            <a:bodyPr vert="horz" wrap="square" lIns="0" tIns="0" rIns="0" bIns="0"/>
            <a:lstStyle/>
            <a:p>
              <a:pPr algn="l" rtl="0" eaLnBrk="0">
                <a:lnSpc>
                  <a:spcPct val="86000"/>
                </a:lnSpc>
              </a:pPr>
              <a:endParaRPr lang="en-US" altLang="en-US" sz="100" dirty="0">
                <a:solidFill>
                  <a:schemeClr val="dk1"/>
                </a:solidFill>
              </a:endParaRPr>
            </a:p>
            <a:p>
              <a:pPr marL="12700" algn="l" rtl="0" eaLnBrk="0">
                <a:lnSpc>
                  <a:spcPct val="88000"/>
                </a:lnSpc>
              </a:pPr>
              <a:r>
                <a:rPr sz="1500" kern="0" spc="20" dirty="0">
                  <a:solidFill>
                    <a:schemeClr val="dk1"/>
                  </a:solidFill>
                  <a:cs typeface="微软雅黑" panose="020B0503020204020204" charset="-122"/>
                </a:rPr>
                <a:t>PMO</a:t>
              </a:r>
              <a:endParaRPr lang="en-US" altLang="en-US" sz="1500" kern="0" spc="20" dirty="0">
                <a:solidFill>
                  <a:schemeClr val="dk1"/>
                </a:solidFill>
                <a:cs typeface="微软雅黑" panose="020B0503020204020204" charset="-122"/>
              </a:endParaRPr>
            </a:p>
          </p:txBody>
        </p:sp>
      </p:grpSp>
      <p:sp>
        <p:nvSpPr>
          <p:cNvPr id="3728" name="rect"/>
          <p:cNvSpPr/>
          <p:nvPr/>
        </p:nvSpPr>
        <p:spPr>
          <a:xfrm>
            <a:off x="6542531" y="3343655"/>
            <a:ext cx="3710940" cy="373379"/>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730" name="textbox 3730"/>
          <p:cNvSpPr/>
          <p:nvPr>
            <p:custDataLst>
              <p:tags r:id="rId19"/>
            </p:custDataLst>
          </p:nvPr>
        </p:nvSpPr>
        <p:spPr>
          <a:xfrm>
            <a:off x="2369741" y="3210832"/>
            <a:ext cx="1443355" cy="894714"/>
          </a:xfrm>
          <a:prstGeom prst="rect">
            <a:avLst/>
          </a:prstGeom>
        </p:spPr>
        <p:txBody>
          <a:bodyPr vert="horz" wrap="square" lIns="0" tIns="0" rIns="0" bIns="0"/>
          <a:lstStyle/>
          <a:p>
            <a:pPr algn="l" rtl="0" eaLnBrk="0">
              <a:lnSpc>
                <a:spcPct val="77000"/>
              </a:lnSpc>
            </a:pPr>
            <a:endParaRPr lang="en-US" altLang="en-US" sz="100" dirty="0">
              <a:solidFill>
                <a:schemeClr val="dk1"/>
              </a:solidFill>
            </a:endParaRPr>
          </a:p>
          <a:p>
            <a:pPr algn="r" rtl="0" eaLnBrk="0">
              <a:lnSpc>
                <a:spcPct val="93000"/>
              </a:lnSpc>
            </a:pPr>
            <a:r>
              <a:rPr sz="2200" b="1" kern="0" spc="-130" dirty="0">
                <a:solidFill>
                  <a:schemeClr val="dk1"/>
                </a:solidFill>
                <a:cs typeface="Arial" panose="020B0604020202020204"/>
              </a:rPr>
              <a:t>C</a:t>
            </a:r>
            <a:r>
              <a:rPr sz="2200" b="1" kern="0" spc="-120" dirty="0">
                <a:solidFill>
                  <a:schemeClr val="dk1"/>
                </a:solidFill>
                <a:cs typeface="Arial" panose="020B0604020202020204"/>
              </a:rPr>
              <a:t>ONTENT</a:t>
            </a:r>
            <a:r>
              <a:rPr sz="2200" b="1" kern="0" spc="-110" dirty="0">
                <a:solidFill>
                  <a:schemeClr val="dk1"/>
                </a:solidFill>
                <a:cs typeface="Arial" panose="020B0604020202020204"/>
              </a:rPr>
              <a:t>S</a:t>
            </a:r>
            <a:endParaRPr lang="en-US" altLang="en-US" sz="2200" dirty="0">
              <a:solidFill>
                <a:schemeClr val="dk1"/>
              </a:solidFill>
            </a:endParaRPr>
          </a:p>
          <a:p>
            <a:pPr marL="376555" algn="l" rtl="0" eaLnBrk="0">
              <a:lnSpc>
                <a:spcPts val="4395"/>
              </a:lnSpc>
            </a:pPr>
            <a:r>
              <a:rPr sz="3200" kern="0" spc="-150" dirty="0">
                <a:ln w="11625" cap="flat" cmpd="sng">
                  <a:solidFill>
                    <a:srgbClr val="000000">
                      <a:alpha val="100000"/>
                    </a:srgbClr>
                  </a:solidFill>
                  <a:prstDash val="solid"/>
                  <a:miter lim="10"/>
                </a:ln>
                <a:solidFill>
                  <a:schemeClr val="dk1"/>
                </a:solidFill>
                <a:cs typeface="微软雅黑" panose="020B0503020204020204" charset="-122"/>
              </a:rPr>
              <a:t>目录</a:t>
            </a:r>
            <a:endParaRPr lang="en-US" altLang="en-US" sz="3200" kern="0" spc="-150" dirty="0">
              <a:ln w="11625" cap="flat" cmpd="sng">
                <a:solidFill>
                  <a:srgbClr val="000000">
                    <a:alpha val="100000"/>
                  </a:srgbClr>
                </a:solidFill>
                <a:prstDash val="solid"/>
                <a:miter lim="10"/>
              </a:ln>
              <a:solidFill>
                <a:schemeClr val="dk1"/>
              </a:solidFill>
              <a:cs typeface="微软雅黑" panose="020B0503020204020204" charset="-122"/>
            </a:endParaRPr>
          </a:p>
        </p:txBody>
      </p:sp>
      <p:sp>
        <p:nvSpPr>
          <p:cNvPr id="3736" name="path"/>
          <p:cNvSpPr/>
          <p:nvPr/>
        </p:nvSpPr>
        <p:spPr>
          <a:xfrm>
            <a:off x="512056" y="671957"/>
            <a:ext cx="9374775" cy="29972"/>
          </a:xfrm>
          <a:custGeom>
            <a:avLst/>
            <a:gdLst/>
            <a:ahLst/>
            <a:cxnLst/>
            <a:rect l="0" t="0" r="0" b="0"/>
            <a:pathLst>
              <a:path w="14763" h="47">
                <a:moveTo>
                  <a:pt x="0" y="42"/>
                </a:moveTo>
                <a:lnTo>
                  <a:pt x="14763" y="5"/>
                </a:lnTo>
              </a:path>
            </a:pathLst>
          </a:custGeom>
          <a:noFill/>
          <a:ln w="6350" cap="flat">
            <a:solidFill>
              <a:srgbClr val="7F7F7F">
                <a:alpha val="100000"/>
              </a:srgbClr>
            </a:solidFill>
            <a:prstDash val="solid"/>
            <a:miter lim="1000000"/>
          </a:ln>
        </p:spPr>
        <p:txBody>
          <a:bodyPr rtlCol="0"/>
          <a:lstStyle/>
          <a:p>
            <a:pPr algn="ctr"/>
            <a:endParaRPr lang="zh-CN" altLang="en-US"/>
          </a:p>
        </p:txBody>
      </p:sp>
      <p:grpSp>
        <p:nvGrpSpPr>
          <p:cNvPr id="422" name="group 422"/>
          <p:cNvGrpSpPr/>
          <p:nvPr/>
        </p:nvGrpSpPr>
        <p:grpSpPr>
          <a:xfrm rot="21600000">
            <a:off x="6537959" y="3348228"/>
            <a:ext cx="612647" cy="367283"/>
            <a:chOff x="0" y="0"/>
            <a:chExt cx="612647" cy="367283"/>
          </a:xfrm>
        </p:grpSpPr>
        <p:pic>
          <p:nvPicPr>
            <p:cNvPr id="3738" name="picture 3738"/>
            <p:cNvPicPr>
              <a:picLocks noChangeAspect="1"/>
            </p:cNvPicPr>
            <p:nvPr>
              <p:custDataLst>
                <p:tags r:id="rId20"/>
              </p:custDataLst>
            </p:nvPr>
          </p:nvPicPr>
          <p:blipFill>
            <a:blip r:embed="rId21"/>
            <a:stretch>
              <a:fillRect/>
            </a:stretch>
          </p:blipFill>
          <p:spPr>
            <a:xfrm rot="21600000">
              <a:off x="0" y="0"/>
              <a:ext cx="612647" cy="367283"/>
            </a:xfrm>
            <a:prstGeom prst="rect">
              <a:avLst/>
            </a:prstGeom>
          </p:spPr>
        </p:pic>
        <p:sp>
          <p:nvSpPr>
            <p:cNvPr id="3740" name="textbox 3740"/>
            <p:cNvSpPr/>
            <p:nvPr>
              <p:custDataLst>
                <p:tags r:id="rId22"/>
              </p:custDataLst>
            </p:nvPr>
          </p:nvSpPr>
          <p:spPr>
            <a:xfrm>
              <a:off x="-12700" y="-12700"/>
              <a:ext cx="638175" cy="436244"/>
            </a:xfrm>
            <a:prstGeom prst="rect">
              <a:avLst/>
            </a:prstGeom>
          </p:spPr>
          <p:txBody>
            <a:bodyPr vert="horz" wrap="square" lIns="0" tIns="0" rIns="0" bIns="0">
              <a:normAutofit/>
            </a:bodyPr>
            <a:lstStyle/>
            <a:p>
              <a:pPr algn="l" rtl="0" eaLnBrk="0">
                <a:lnSpc>
                  <a:spcPct val="100000"/>
                </a:lnSpc>
              </a:pPr>
              <a:endParaRPr lang="en-US" altLang="en-US" sz="700" dirty="0">
                <a:solidFill>
                  <a:schemeClr val="lt1"/>
                </a:solidFill>
              </a:endParaRPr>
            </a:p>
            <a:p>
              <a:pPr marL="154940" algn="l" rtl="0" eaLnBrk="0">
                <a:lnSpc>
                  <a:spcPct val="88000"/>
                </a:lnSpc>
                <a:spcBef>
                  <a:spcPts val="0"/>
                </a:spcBef>
              </a:pPr>
              <a:r>
                <a:rPr sz="1500" kern="0" spc="10" dirty="0">
                  <a:solidFill>
                    <a:schemeClr val="lt1"/>
                  </a:solidFill>
                  <a:cs typeface="微软雅黑" panose="020B0503020204020204" charset="-122"/>
                </a:rPr>
                <a:t>2.2</a:t>
              </a:r>
              <a:endParaRPr lang="en-US" altLang="en-US" sz="1500" kern="0" spc="10" dirty="0">
                <a:solidFill>
                  <a:schemeClr val="lt1"/>
                </a:solidFill>
                <a:cs typeface="微软雅黑" panose="020B0503020204020204" charset="-122"/>
              </a:endParaRPr>
            </a:p>
          </p:txBody>
        </p:sp>
      </p:grpSp>
      <p:sp>
        <p:nvSpPr>
          <p:cNvPr id="3742" name="path"/>
          <p:cNvSpPr/>
          <p:nvPr/>
        </p:nvSpPr>
        <p:spPr>
          <a:xfrm>
            <a:off x="4646421" y="1033271"/>
            <a:ext cx="12700" cy="5220005"/>
          </a:xfrm>
          <a:custGeom>
            <a:avLst/>
            <a:gdLst/>
            <a:ahLst/>
            <a:cxnLst/>
            <a:rect l="0" t="0" r="0" b="0"/>
            <a:pathLst>
              <a:path w="20" h="8220">
                <a:moveTo>
                  <a:pt x="10" y="0"/>
                </a:moveTo>
                <a:lnTo>
                  <a:pt x="10" y="8220"/>
                </a:lnTo>
              </a:path>
            </a:pathLst>
          </a:custGeom>
          <a:noFill/>
          <a:ln w="12700" cap="flat">
            <a:solidFill>
              <a:srgbClr val="000000">
                <a:alpha val="100000"/>
              </a:srgbClr>
            </a:solidFill>
            <a:prstDash val="solid"/>
            <a:miter lim="1000000"/>
          </a:ln>
        </p:spPr>
        <p:txBody>
          <a:bodyPr rtlCol="0"/>
          <a:lstStyle/>
          <a:p>
            <a:pPr algn="ctr"/>
            <a:endParaRPr lang="zh-CN" altLang="en-US"/>
          </a:p>
        </p:txBody>
      </p:sp>
      <p:sp>
        <p:nvSpPr>
          <p:cNvPr id="3744" name="textbox 3744"/>
          <p:cNvSpPr/>
          <p:nvPr>
            <p:custDataLst>
              <p:tags r:id="rId23"/>
            </p:custDataLst>
          </p:nvPr>
        </p:nvSpPr>
        <p:spPr>
          <a:xfrm>
            <a:off x="8402245" y="3436546"/>
            <a:ext cx="415290" cy="224790"/>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87000"/>
              </a:lnSpc>
            </a:pPr>
            <a:r>
              <a:rPr sz="1500" kern="0" spc="-20" dirty="0">
                <a:solidFill>
                  <a:schemeClr val="dk1"/>
                </a:solidFill>
                <a:cs typeface="微软雅黑" panose="020B0503020204020204" charset="-122"/>
              </a:rPr>
              <a:t>BTIT</a:t>
            </a:r>
            <a:endParaRPr lang="en-US" altLang="en-US" sz="1500" kern="0" spc="-20" dirty="0">
              <a:solidFill>
                <a:schemeClr val="dk1"/>
              </a:solidFill>
              <a:cs typeface="微软雅黑" panose="020B0503020204020204" charset="-122"/>
            </a:endParaRPr>
          </a:p>
        </p:txBody>
      </p:sp>
      <p:sp>
        <p:nvSpPr>
          <p:cNvPr id="3746" name="textbox 3746"/>
          <p:cNvSpPr/>
          <p:nvPr>
            <p:custDataLst>
              <p:tags r:id="rId24"/>
            </p:custDataLst>
          </p:nvPr>
        </p:nvSpPr>
        <p:spPr>
          <a:xfrm>
            <a:off x="5965867" y="5129047"/>
            <a:ext cx="221615" cy="360679"/>
          </a:xfrm>
          <a:prstGeom prst="rect">
            <a:avLst/>
          </a:prstGeom>
        </p:spPr>
        <p:txBody>
          <a:bodyPr vert="horz" wrap="square" lIns="0" tIns="0" rIns="0" bIns="0"/>
          <a:lstStyle/>
          <a:p>
            <a:pPr algn="l" rtl="0" eaLnBrk="0">
              <a:lnSpc>
                <a:spcPct val="73000"/>
              </a:lnSpc>
            </a:pPr>
            <a:endParaRPr lang="en-US" altLang="en-US" sz="100" dirty="0">
              <a:solidFill>
                <a:schemeClr val="lt1"/>
              </a:solidFill>
            </a:endParaRPr>
          </a:p>
          <a:p>
            <a:pPr marL="12700" algn="l" rtl="0" eaLnBrk="0">
              <a:lnSpc>
                <a:spcPct val="85000"/>
              </a:lnSpc>
            </a:pPr>
            <a:r>
              <a:rPr sz="2600" kern="0" spc="0" dirty="0">
                <a:solidFill>
                  <a:schemeClr val="lt1"/>
                </a:solidFill>
                <a:cs typeface="微软雅黑" panose="020B0503020204020204" charset="-122"/>
              </a:rPr>
              <a:t>4</a:t>
            </a:r>
            <a:endParaRPr lang="en-US" altLang="en-US" sz="2600" kern="0" spc="0" dirty="0">
              <a:solidFill>
                <a:schemeClr val="lt1"/>
              </a:solidFill>
              <a:cs typeface="微软雅黑" panose="020B0503020204020204" charset="-122"/>
            </a:endParaRPr>
          </a:p>
        </p:txBody>
      </p:sp>
      <p:sp>
        <p:nvSpPr>
          <p:cNvPr id="3748" name="textbox 3748"/>
          <p:cNvSpPr/>
          <p:nvPr>
            <p:custDataLst>
              <p:tags r:id="rId25"/>
            </p:custDataLst>
          </p:nvPr>
        </p:nvSpPr>
        <p:spPr>
          <a:xfrm>
            <a:off x="5975541" y="2510838"/>
            <a:ext cx="204470" cy="365125"/>
          </a:xfrm>
          <a:prstGeom prst="rect">
            <a:avLst/>
          </a:prstGeom>
        </p:spPr>
        <p:txBody>
          <a:bodyPr vert="horz" wrap="square" lIns="0" tIns="0" rIns="0" bIns="0"/>
          <a:lstStyle/>
          <a:p>
            <a:pPr algn="l" rtl="0" eaLnBrk="0">
              <a:lnSpc>
                <a:spcPct val="75000"/>
              </a:lnSpc>
            </a:pPr>
            <a:endParaRPr lang="en-US" altLang="en-US" sz="100" dirty="0">
              <a:solidFill>
                <a:schemeClr val="lt1"/>
              </a:solidFill>
            </a:endParaRPr>
          </a:p>
          <a:p>
            <a:pPr algn="r" rtl="0" eaLnBrk="0">
              <a:lnSpc>
                <a:spcPct val="86000"/>
              </a:lnSpc>
            </a:pPr>
            <a:r>
              <a:rPr sz="2600" kern="0" spc="-130" dirty="0">
                <a:solidFill>
                  <a:schemeClr val="lt1"/>
                </a:solidFill>
                <a:cs typeface="微软雅黑" panose="020B0503020204020204" charset="-122"/>
              </a:rPr>
              <a:t>2</a:t>
            </a:r>
            <a:endParaRPr lang="en-US" altLang="en-US" sz="2600" kern="0" spc="-130" dirty="0">
              <a:solidFill>
                <a:schemeClr val="lt1"/>
              </a:solidFill>
              <a:cs typeface="微软雅黑" panose="020B0503020204020204" charset="-122"/>
            </a:endParaRPr>
          </a:p>
        </p:txBody>
      </p:sp>
      <p:sp>
        <p:nvSpPr>
          <p:cNvPr id="3750" name="textbox 3750"/>
          <p:cNvSpPr/>
          <p:nvPr>
            <p:custDataLst>
              <p:tags r:id="rId26"/>
            </p:custDataLst>
          </p:nvPr>
        </p:nvSpPr>
        <p:spPr>
          <a:xfrm>
            <a:off x="5979623" y="4455863"/>
            <a:ext cx="200660" cy="362584"/>
          </a:xfrm>
          <a:prstGeom prst="rect">
            <a:avLst/>
          </a:prstGeom>
        </p:spPr>
        <p:txBody>
          <a:bodyPr vert="horz" wrap="square" lIns="0" tIns="0" rIns="0" bIns="0"/>
          <a:lstStyle/>
          <a:p>
            <a:pPr algn="l" rtl="0" eaLnBrk="0">
              <a:lnSpc>
                <a:spcPct val="92000"/>
              </a:lnSpc>
            </a:pPr>
            <a:endParaRPr lang="en-US" altLang="en-US" sz="100" dirty="0">
              <a:solidFill>
                <a:schemeClr val="lt1"/>
              </a:solidFill>
            </a:endParaRPr>
          </a:p>
          <a:p>
            <a:pPr algn="r" rtl="0" eaLnBrk="0">
              <a:lnSpc>
                <a:spcPct val="88000"/>
              </a:lnSpc>
            </a:pPr>
            <a:r>
              <a:rPr sz="2500" kern="0" spc="-100" dirty="0">
                <a:solidFill>
                  <a:schemeClr val="lt1"/>
                </a:solidFill>
                <a:cs typeface="微软雅黑" panose="020B0503020204020204" charset="-122"/>
              </a:rPr>
              <a:t>3</a:t>
            </a:r>
            <a:endParaRPr lang="en-US" altLang="en-US" sz="2500" kern="0" spc="-100" dirty="0">
              <a:solidFill>
                <a:schemeClr val="lt1"/>
              </a:solidFill>
              <a:cs typeface="微软雅黑" panose="020B0503020204020204" charset="-122"/>
            </a:endParaRPr>
          </a:p>
        </p:txBody>
      </p:sp>
      <p:sp>
        <p:nvSpPr>
          <p:cNvPr id="3752" name="textbox 3752"/>
          <p:cNvSpPr/>
          <p:nvPr>
            <p:custDataLst>
              <p:tags r:id="rId27"/>
            </p:custDataLst>
          </p:nvPr>
        </p:nvSpPr>
        <p:spPr>
          <a:xfrm>
            <a:off x="6667825" y="3007524"/>
            <a:ext cx="300354" cy="227965"/>
          </a:xfrm>
          <a:prstGeom prst="rect">
            <a:avLst/>
          </a:prstGeom>
        </p:spPr>
        <p:txBody>
          <a:bodyPr vert="horz" wrap="square" lIns="0" tIns="0" rIns="0" bIns="0"/>
          <a:lstStyle/>
          <a:p>
            <a:pPr algn="l" rtl="0" eaLnBrk="0">
              <a:lnSpc>
                <a:spcPct val="77000"/>
              </a:lnSpc>
            </a:pPr>
            <a:endParaRPr lang="en-US" altLang="en-US" sz="100" dirty="0">
              <a:solidFill>
                <a:schemeClr val="lt1"/>
              </a:solidFill>
            </a:endParaRPr>
          </a:p>
          <a:p>
            <a:pPr marL="12700" algn="l" rtl="0" eaLnBrk="0">
              <a:lnSpc>
                <a:spcPct val="89000"/>
              </a:lnSpc>
            </a:pPr>
            <a:r>
              <a:rPr sz="1500" kern="0" spc="10" dirty="0">
                <a:solidFill>
                  <a:schemeClr val="lt1"/>
                </a:solidFill>
                <a:cs typeface="微软雅黑" panose="020B0503020204020204" charset="-122"/>
              </a:rPr>
              <a:t>2.1</a:t>
            </a:r>
            <a:endParaRPr lang="en-US" altLang="en-US" sz="1500" kern="0" spc="10" dirty="0">
              <a:solidFill>
                <a:schemeClr val="lt1"/>
              </a:solidFill>
              <a:cs typeface="微软雅黑" panose="020B0503020204020204" charset="-122"/>
            </a:endParaRPr>
          </a:p>
        </p:txBody>
      </p:sp>
      <p:sp>
        <p:nvSpPr>
          <p:cNvPr id="3754" name="textbox 3754"/>
          <p:cNvSpPr/>
          <p:nvPr>
            <p:custDataLst>
              <p:tags r:id="rId28"/>
            </p:custDataLst>
          </p:nvPr>
        </p:nvSpPr>
        <p:spPr>
          <a:xfrm>
            <a:off x="5991740" y="1860642"/>
            <a:ext cx="188595" cy="360679"/>
          </a:xfrm>
          <a:prstGeom prst="rect">
            <a:avLst/>
          </a:prstGeom>
        </p:spPr>
        <p:txBody>
          <a:bodyPr vert="horz" wrap="square" lIns="0" tIns="0" rIns="0" bIns="0"/>
          <a:lstStyle/>
          <a:p>
            <a:pPr algn="l" rtl="0" eaLnBrk="0">
              <a:lnSpc>
                <a:spcPct val="72000"/>
              </a:lnSpc>
            </a:pPr>
            <a:endParaRPr lang="en-US" altLang="en-US" sz="100" dirty="0">
              <a:solidFill>
                <a:schemeClr val="lt1"/>
              </a:solidFill>
            </a:endParaRPr>
          </a:p>
          <a:p>
            <a:pPr algn="r" rtl="0" eaLnBrk="0">
              <a:lnSpc>
                <a:spcPct val="92000"/>
              </a:lnSpc>
            </a:pPr>
            <a:r>
              <a:rPr sz="2400" kern="0" spc="-140" dirty="0">
                <a:solidFill>
                  <a:schemeClr val="lt1"/>
                </a:solidFill>
                <a:cs typeface="微软雅黑" panose="020B0503020204020204" charset="-122"/>
              </a:rPr>
              <a:t>1</a:t>
            </a:r>
            <a:endParaRPr lang="en-US" altLang="en-US" sz="2400" kern="0" spc="-140" dirty="0">
              <a:solidFill>
                <a:schemeClr val="lt1"/>
              </a:solidFill>
              <a:cs typeface="微软雅黑" panose="020B0503020204020204" charset="-122"/>
            </a:endParaRPr>
          </a:p>
        </p:txBody>
      </p:sp>
      <p:sp>
        <p:nvSpPr>
          <p:cNvPr id="3756" name="textbox 3756"/>
          <p:cNvSpPr/>
          <p:nvPr>
            <p:custDataLst>
              <p:tags r:id="rId29"/>
            </p:custDataLst>
          </p:nvPr>
        </p:nvSpPr>
        <p:spPr>
          <a:xfrm>
            <a:off x="6701463" y="3844331"/>
            <a:ext cx="267970" cy="205104"/>
          </a:xfrm>
          <a:prstGeom prst="rect">
            <a:avLst/>
          </a:prstGeom>
        </p:spPr>
        <p:txBody>
          <a:bodyPr vert="horz" wrap="square" lIns="0" tIns="0" rIns="0" bIns="0"/>
          <a:lstStyle/>
          <a:p>
            <a:pPr algn="l" rtl="0" eaLnBrk="0">
              <a:lnSpc>
                <a:spcPct val="86000"/>
              </a:lnSpc>
            </a:pPr>
            <a:endParaRPr lang="en-US" altLang="en-US" sz="100" dirty="0">
              <a:solidFill>
                <a:schemeClr val="lt1"/>
              </a:solidFill>
            </a:endParaRPr>
          </a:p>
          <a:p>
            <a:pPr marL="12700" algn="l" rtl="0" eaLnBrk="0">
              <a:lnSpc>
                <a:spcPct val="84000"/>
              </a:lnSpc>
            </a:pPr>
            <a:r>
              <a:rPr sz="1400" kern="0" spc="-40" dirty="0">
                <a:solidFill>
                  <a:schemeClr val="lt1"/>
                </a:solidFill>
                <a:cs typeface="微软雅黑" panose="020B0503020204020204" charset="-122"/>
              </a:rPr>
              <a:t>2.3</a:t>
            </a:r>
            <a:endParaRPr lang="en-US" altLang="en-US" sz="1400" kern="0" spc="-40" dirty="0">
              <a:solidFill>
                <a:schemeClr val="lt1"/>
              </a:solidFill>
              <a:cs typeface="微软雅黑" panose="020B0503020204020204" charset="-122"/>
            </a:endParaRPr>
          </a:p>
        </p:txBody>
      </p:sp>
    </p:spTree>
    <p:custDataLst>
      <p:tags r:id="rId30"/>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58" name="table 3758"/>
          <p:cNvGraphicFramePr>
            <a:graphicFrameLocks noGrp="1"/>
          </p:cNvGraphicFramePr>
          <p:nvPr>
            <p:custDataLst>
              <p:tags r:id="rId1"/>
            </p:custDataLst>
          </p:nvPr>
        </p:nvGraphicFramePr>
        <p:xfrm>
          <a:off x="3023870" y="4730750"/>
          <a:ext cx="6782435" cy="1264285"/>
        </p:xfrm>
        <a:graphic>
          <a:graphicData uri="http://schemas.openxmlformats.org/drawingml/2006/table">
            <a:tbl>
              <a:tblPr>
                <a:solidFill>
                  <a:srgbClr val="EDEDED"/>
                </a:solidFill>
              </a:tblPr>
              <a:tblGrid>
                <a:gridCol w="6782435"/>
              </a:tblGrid>
              <a:tr h="1238885">
                <a:tc>
                  <a:txBody>
                    <a:bodyPr/>
                    <a:lstStyle/>
                    <a:p>
                      <a:pPr algn="l" rtl="0" eaLnBrk="0">
                        <a:lnSpc>
                          <a:spcPct val="125000"/>
                        </a:lnSpc>
                      </a:pPr>
                      <a:endParaRPr lang="en-US" altLang="en-US" sz="1000" dirty="0"/>
                    </a:p>
                    <a:p>
                      <a:pPr algn="l" rtl="0" eaLnBrk="0">
                        <a:lnSpc>
                          <a:spcPct val="125000"/>
                        </a:lnSpc>
                      </a:pPr>
                      <a:endParaRPr lang="en-US" altLang="en-US" sz="1000" dirty="0"/>
                    </a:p>
                    <a:p>
                      <a:pPr marL="172720" algn="l" rtl="0" eaLnBrk="0">
                        <a:lnSpc>
                          <a:spcPct val="94000"/>
                        </a:lnSpc>
                        <a:spcBef>
                          <a:spcPts val="0"/>
                        </a:spcBef>
                      </a:pPr>
                      <a:r>
                        <a:rPr sz="1200" kern="0" spc="-30" dirty="0">
                          <a:solidFill>
                            <a:srgbClr val="000000">
                              <a:alpha val="100000"/>
                            </a:srgbClr>
                          </a:solidFill>
                          <a:cs typeface="Arial" panose="020B0604020202020204"/>
                        </a:rPr>
                        <a:t>•     </a:t>
                      </a:r>
                      <a:r>
                        <a:rPr sz="1200" kern="0" spc="-30" dirty="0">
                          <a:solidFill>
                            <a:srgbClr val="000000">
                              <a:alpha val="100000"/>
                            </a:srgbClr>
                          </a:solidFill>
                          <a:cs typeface="微软雅黑" panose="020B0503020204020204" charset="-122"/>
                        </a:rPr>
                        <a:t>“标准很难统一  （</a:t>
                      </a:r>
                      <a:r>
                        <a:rPr sz="1200" kern="0" spc="-40" dirty="0">
                          <a:solidFill>
                            <a:srgbClr val="000000">
                              <a:alpha val="100000"/>
                            </a:srgbClr>
                          </a:solidFill>
                          <a:cs typeface="微软雅黑" panose="020B0503020204020204" charset="-122"/>
                        </a:rPr>
                        <a:t>操作货量），配载单数据最准的；系统中偷重偷方的比较多”</a:t>
                      </a:r>
                      <a:endParaRPr lang="en-US" altLang="en-US" sz="1200" dirty="0"/>
                    </a:p>
                    <a:p>
                      <a:pPr marL="172720" algn="l" rtl="0" eaLnBrk="0">
                        <a:lnSpc>
                          <a:spcPct val="97000"/>
                        </a:lnSpc>
                        <a:spcBef>
                          <a:spcPts val="80"/>
                        </a:spcBef>
                      </a:pPr>
                      <a:r>
                        <a:rPr sz="1200" kern="0" spc="-2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“做同行对比的时候都</a:t>
                      </a:r>
                      <a:r>
                        <a:rPr sz="1200" kern="0" spc="-30" dirty="0">
                          <a:solidFill>
                            <a:srgbClr val="000000">
                              <a:alpha val="100000"/>
                            </a:srgbClr>
                          </a:solidFill>
                          <a:cs typeface="微软雅黑" panose="020B0503020204020204" charset="-122"/>
                        </a:rPr>
                        <a:t>要重新拉出出发收入后进行单价测算”</a:t>
                      </a:r>
                      <a:endParaRPr lang="en-US" altLang="en-US" sz="1200" dirty="0"/>
                    </a:p>
                    <a:p>
                      <a:pPr marL="172720" algn="l" rtl="0" eaLnBrk="0">
                        <a:lnSpc>
                          <a:spcPct val="97000"/>
                        </a:lnSpc>
                        <a:spcBef>
                          <a:spcPts val="40"/>
                        </a:spcBef>
                      </a:pPr>
                      <a:r>
                        <a:rPr sz="1200" kern="0" spc="-10" dirty="0">
                          <a:solidFill>
                            <a:srgbClr val="000000">
                              <a:alpha val="100000"/>
                            </a:srgbClr>
                          </a:solidFill>
                          <a:cs typeface="Arial" panose="020B0604020202020204"/>
                        </a:rPr>
                        <a:t>•</a:t>
                      </a:r>
                      <a:r>
                        <a:rPr sz="1200" kern="0" spc="190" dirty="0">
                          <a:solidFill>
                            <a:srgbClr val="000000">
                              <a:alpha val="100000"/>
                            </a:srgbClr>
                          </a:solidFill>
                          <a:cs typeface="Arial" panose="020B0604020202020204"/>
                        </a:rPr>
                        <a:t>  </a:t>
                      </a:r>
                      <a:r>
                        <a:rPr sz="1200" kern="0" spc="-10" dirty="0">
                          <a:solidFill>
                            <a:srgbClr val="000000">
                              <a:alpha val="100000"/>
                            </a:srgbClr>
                          </a:solidFill>
                          <a:cs typeface="微软雅黑" panose="020B0503020204020204" charset="-122"/>
                        </a:rPr>
                        <a:t>”数据源的不一致导致数据的复用性没法实现“</a:t>
                      </a:r>
                      <a:endParaRPr lang="en-US" altLang="en-US" sz="1200" dirty="0"/>
                    </a:p>
                  </a:txBody>
                  <a:tcPr marL="0" marR="0" marT="0" marB="0" vert="horz">
                    <a:lnL w="25400" cap="flat" cmpd="sng" algn="ctr">
                      <a:solidFill>
                        <a:srgbClr val="E7E6E6"/>
                      </a:solidFill>
                      <a:prstDash val="solid"/>
                      <a:round/>
                      <a:headEnd type="none" w="med" len="med"/>
                      <a:tailEnd type="none" w="med" len="med"/>
                    </a:lnL>
                    <a:lnR w="25400" cap="flat" cmpd="sng" algn="ctr">
                      <a:solidFill>
                        <a:srgbClr val="E7E6E6"/>
                      </a:solidFill>
                      <a:prstDash val="solid"/>
                      <a:round/>
                      <a:headEnd type="none" w="med" len="med"/>
                      <a:tailEnd type="none" w="med" len="med"/>
                    </a:lnR>
                    <a:lnT w="25400" cap="flat" cmpd="sng" algn="ctr">
                      <a:solidFill>
                        <a:srgbClr val="E7E6E6"/>
                      </a:solidFill>
                      <a:prstDash val="solid"/>
                      <a:round/>
                      <a:headEnd type="none" w="med" len="med"/>
                      <a:tailEnd type="none" w="med" len="med"/>
                    </a:lnT>
                    <a:lnB w="25400" cap="flat" cmpd="sng" algn="ctr">
                      <a:solidFill>
                        <a:srgbClr val="E7E6E6"/>
                      </a:solidFill>
                      <a:prstDash val="solid"/>
                      <a:round/>
                      <a:headEnd type="none" w="med" len="med"/>
                      <a:tailEnd type="none" w="med" len="med"/>
                    </a:lnB>
                    <a:solidFill>
                      <a:srgbClr val="EDEDED"/>
                    </a:solidFill>
                  </a:tcPr>
                </a:tc>
              </a:tr>
            </a:tbl>
          </a:graphicData>
        </a:graphic>
      </p:graphicFrame>
      <p:graphicFrame>
        <p:nvGraphicFramePr>
          <p:cNvPr id="3760" name="table 3760"/>
          <p:cNvGraphicFramePr>
            <a:graphicFrameLocks noGrp="1"/>
          </p:cNvGraphicFramePr>
          <p:nvPr>
            <p:custDataLst>
              <p:tags r:id="rId2"/>
            </p:custDataLst>
          </p:nvPr>
        </p:nvGraphicFramePr>
        <p:xfrm>
          <a:off x="1984057" y="1261681"/>
          <a:ext cx="2601595" cy="3161030"/>
        </p:xfrm>
        <a:graphic>
          <a:graphicData uri="http://schemas.openxmlformats.org/drawingml/2006/table">
            <a:tbl>
              <a:tblPr/>
              <a:tblGrid>
                <a:gridCol w="2601595"/>
              </a:tblGrid>
              <a:tr h="248284">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745">
                <a:tc>
                  <a:txBody>
                    <a:bodyPr/>
                    <a:lstStyle/>
                    <a:p>
                      <a:pPr algn="l" rtl="0" eaLnBrk="0">
                        <a:lnSpc>
                          <a:spcPct val="118000"/>
                        </a:lnSpc>
                      </a:pPr>
                      <a:endParaRPr lang="en-US" altLang="en-US" sz="1000" dirty="0"/>
                    </a:p>
                    <a:p>
                      <a:pPr algn="l" rtl="0" eaLnBrk="0">
                        <a:lnSpc>
                          <a:spcPct val="119000"/>
                        </a:lnSpc>
                      </a:pPr>
                      <a:endParaRPr lang="en-US" altLang="en-US" sz="1000" dirty="0"/>
                    </a:p>
                    <a:p>
                      <a:pPr marL="205105" indent="-118745"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质量类指标总部按照率来管理，省</a:t>
                      </a:r>
                      <a:r>
                        <a:rPr sz="1200" kern="0" spc="0" dirty="0">
                          <a:solidFill>
                            <a:srgbClr val="000000">
                              <a:alpha val="100000"/>
                            </a:srgbClr>
                          </a:solidFill>
                          <a:cs typeface="微软雅黑" panose="020B0503020204020204" charset="-122"/>
                        </a:rPr>
                        <a:t>    </a:t>
                      </a:r>
                      <a:r>
                        <a:rPr sz="1200" kern="0" spc="-20" dirty="0">
                          <a:solidFill>
                            <a:srgbClr val="000000">
                              <a:alpha val="100000"/>
                            </a:srgbClr>
                          </a:solidFill>
                          <a:cs typeface="微软雅黑" panose="020B0503020204020204" charset="-122"/>
                        </a:rPr>
                        <a:t>区按照绝对值管理</a:t>
                      </a:r>
                      <a:endParaRPr lang="en-US" altLang="en-US" sz="1200" dirty="0"/>
                    </a:p>
                    <a:p>
                      <a:pPr marL="192405" indent="-106045" algn="l" rtl="0" eaLnBrk="0">
                        <a:lnSpc>
                          <a:spcPct val="99000"/>
                        </a:lnSpc>
                        <a:spcBef>
                          <a:spcPts val="65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收入分业务口径与预算口径，另外</a:t>
                      </a:r>
                      <a:r>
                        <a:rPr sz="1200" kern="0" spc="0" dirty="0">
                          <a:solidFill>
                            <a:srgbClr val="000000">
                              <a:alpha val="100000"/>
                            </a:srgbClr>
                          </a:solidFill>
                          <a:cs typeface="微软雅黑" panose="020B0503020204020204" charset="-122"/>
                        </a:rPr>
                        <a:t>    还有开单收入，每月省区会</a:t>
                      </a:r>
                      <a:r>
                        <a:rPr sz="1200" kern="0" spc="-10" dirty="0">
                          <a:solidFill>
                            <a:srgbClr val="000000">
                              <a:alpha val="100000"/>
                            </a:srgbClr>
                          </a:solidFill>
                          <a:cs typeface="微软雅黑" panose="020B0503020204020204" charset="-122"/>
                        </a:rPr>
                        <a:t>收到三</a:t>
                      </a:r>
                      <a:r>
                        <a:rPr sz="1200" kern="0" spc="0" dirty="0">
                          <a:solidFill>
                            <a:srgbClr val="000000">
                              <a:alpha val="100000"/>
                            </a:srgbClr>
                          </a:solidFill>
                          <a:cs typeface="微软雅黑" panose="020B0503020204020204" charset="-122"/>
                        </a:rPr>
                        <a:t>    份收入报表，导致省区总在</a:t>
                      </a:r>
                      <a:r>
                        <a:rPr sz="1200" kern="0" spc="-10" dirty="0">
                          <a:solidFill>
                            <a:srgbClr val="000000">
                              <a:alpha val="100000"/>
                            </a:srgbClr>
                          </a:solidFill>
                          <a:cs typeface="微软雅黑" panose="020B0503020204020204" charset="-122"/>
                        </a:rPr>
                        <a:t>核对收</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入口径时无所适从</a:t>
                      </a:r>
                      <a:endParaRPr lang="en-US" altLang="en-US" sz="1200" dirty="0"/>
                    </a:p>
                    <a:p>
                      <a:pPr algn="l" rtl="0" eaLnBrk="0">
                        <a:lnSpc>
                          <a:spcPct val="107000"/>
                        </a:lnSpc>
                      </a:pPr>
                      <a:endParaRPr lang="en-US" altLang="en-US" sz="500" dirty="0"/>
                    </a:p>
                    <a:p>
                      <a:pPr marL="191770" indent="-105410" algn="l" rtl="0" eaLnBrk="0">
                        <a:lnSpc>
                          <a:spcPct val="99000"/>
                        </a:lnSpc>
                        <a:spcBef>
                          <a:spcPts val="5"/>
                        </a:spcBef>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运营部门和质控部门对</a:t>
                      </a:r>
                      <a:r>
                        <a:rPr sz="1200" kern="0" spc="-110" dirty="0">
                          <a:solidFill>
                            <a:srgbClr val="000000">
                              <a:alpha val="100000"/>
                            </a:srgbClr>
                          </a:solidFill>
                          <a:cs typeface="微软雅黑" panose="020B0503020204020204" charset="-122"/>
                        </a:rPr>
                        <a:t>万票投诉率、</a:t>
                      </a:r>
                      <a:r>
                        <a:rPr sz="1200" kern="0" spc="0" dirty="0">
                          <a:solidFill>
                            <a:srgbClr val="000000">
                              <a:alpha val="100000"/>
                            </a:srgbClr>
                          </a:solidFill>
                          <a:cs typeface="微软雅黑" panose="020B0503020204020204" charset="-122"/>
                        </a:rPr>
                        <a:t>   十万件破损率，十万件投诉率</a:t>
                      </a:r>
                      <a:r>
                        <a:rPr sz="1200" kern="0" spc="-10" dirty="0">
                          <a:solidFill>
                            <a:srgbClr val="000000">
                              <a:alpha val="100000"/>
                            </a:srgbClr>
                          </a:solidFill>
                          <a:cs typeface="微软雅黑" panose="020B0503020204020204" charset="-122"/>
                        </a:rPr>
                        <a:t>的口    </a:t>
                      </a:r>
                      <a:r>
                        <a:rPr sz="1200" kern="0" spc="0" dirty="0">
                          <a:solidFill>
                            <a:srgbClr val="000000">
                              <a:alpha val="100000"/>
                            </a:srgbClr>
                          </a:solidFill>
                          <a:cs typeface="微软雅黑" panose="020B0503020204020204" charset="-122"/>
                        </a:rPr>
                        <a:t>径都提交IT修改且口</a:t>
                      </a:r>
                      <a:r>
                        <a:rPr sz="1200" kern="0" spc="-10" dirty="0">
                          <a:solidFill>
                            <a:srgbClr val="000000">
                              <a:alpha val="100000"/>
                            </a:srgbClr>
                          </a:solidFill>
                          <a:cs typeface="微软雅黑" panose="020B0503020204020204" charset="-122"/>
                        </a:rPr>
                        <a:t>径不同</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3762" name="table 3762"/>
          <p:cNvGraphicFramePr>
            <a:graphicFrameLocks noGrp="1"/>
          </p:cNvGraphicFramePr>
          <p:nvPr>
            <p:custDataLst>
              <p:tags r:id="rId3"/>
            </p:custDataLst>
          </p:nvPr>
        </p:nvGraphicFramePr>
        <p:xfrm>
          <a:off x="4929949" y="1254061"/>
          <a:ext cx="2463165" cy="3177540"/>
        </p:xfrm>
        <a:graphic>
          <a:graphicData uri="http://schemas.openxmlformats.org/drawingml/2006/table">
            <a:tbl>
              <a:tblPr/>
              <a:tblGrid>
                <a:gridCol w="2463164"/>
              </a:tblGrid>
              <a:tr h="265429">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09000"/>
                        </a:lnSpc>
                      </a:pPr>
                      <a:endParaRPr lang="en-US" altLang="en-US" sz="1000" dirty="0"/>
                    </a:p>
                    <a:p>
                      <a:pPr algn="l" rtl="0" eaLnBrk="0">
                        <a:lnSpc>
                          <a:spcPct val="109000"/>
                        </a:lnSpc>
                      </a:pPr>
                      <a:endParaRPr lang="en-US" altLang="en-US" sz="1000" dirty="0"/>
                    </a:p>
                    <a:p>
                      <a:pPr marL="109855" algn="l" rtl="0" eaLnBrk="0">
                        <a:lnSpc>
                          <a:spcPct val="97000"/>
                        </a:lnSpc>
                        <a:spcBef>
                          <a:spcPts val="5"/>
                        </a:spcBef>
                      </a:pPr>
                      <a:r>
                        <a:rPr sz="1200" kern="0" spc="-90" dirty="0">
                          <a:solidFill>
                            <a:srgbClr val="7F7F7F">
                              <a:alpha val="100000"/>
                            </a:srgbClr>
                          </a:solidFill>
                          <a:cs typeface="Wingdings" panose="05000000000000000000"/>
                        </a:rPr>
                        <a:t>.</a:t>
                      </a:r>
                      <a:r>
                        <a:rPr sz="1200" kern="0" spc="-90" dirty="0">
                          <a:solidFill>
                            <a:srgbClr val="000000">
                              <a:alpha val="100000"/>
                            </a:srgbClr>
                          </a:solidFill>
                          <a:cs typeface="微软雅黑" panose="020B0503020204020204" charset="-122"/>
                        </a:rPr>
                        <a:t>数据口径没有统一管理</a:t>
                      </a:r>
                      <a:endParaRPr lang="en-US" altLang="en-US" sz="1200" dirty="0"/>
                    </a:p>
                    <a:p>
                      <a:pPr marL="215900" indent="-106045" algn="l" rtl="0" eaLnBrk="0">
                        <a:lnSpc>
                          <a:spcPct val="99000"/>
                        </a:lnSpc>
                        <a:spcBef>
                          <a:spcPts val="65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各部门站在自己利益角度选</a:t>
                      </a:r>
                      <a:r>
                        <a:rPr sz="1200" kern="0" spc="-70" dirty="0">
                          <a:solidFill>
                            <a:srgbClr val="000000">
                              <a:alpha val="100000"/>
                            </a:srgbClr>
                          </a:solidFill>
                          <a:cs typeface="微软雅黑" panose="020B0503020204020204" charset="-122"/>
                        </a:rPr>
                        <a:t>用有</a:t>
                      </a:r>
                      <a:r>
                        <a:rPr sz="1200" kern="0" spc="-10" dirty="0">
                          <a:solidFill>
                            <a:srgbClr val="000000">
                              <a:alpha val="100000"/>
                            </a:srgbClr>
                          </a:solidFill>
                          <a:cs typeface="微软雅黑" panose="020B0503020204020204" charset="-122"/>
                        </a:rPr>
                        <a:t>   利于自己的口径</a:t>
                      </a:r>
                      <a:endParaRPr lang="en-US" altLang="en-US" sz="1200" dirty="0"/>
                    </a:p>
                    <a:p>
                      <a:pPr marL="109855" algn="l" rtl="0" eaLnBrk="0">
                        <a:lnSpc>
                          <a:spcPct val="97000"/>
                        </a:lnSpc>
                        <a:spcBef>
                          <a:spcPts val="635"/>
                        </a:spcBef>
                      </a:pPr>
                      <a:r>
                        <a:rPr sz="1200" kern="0" spc="-90" dirty="0">
                          <a:solidFill>
                            <a:srgbClr val="7F7F7F">
                              <a:alpha val="100000"/>
                            </a:srgbClr>
                          </a:solidFill>
                          <a:cs typeface="Wingdings" panose="05000000000000000000"/>
                        </a:rPr>
                        <a:t>.</a:t>
                      </a:r>
                      <a:r>
                        <a:rPr sz="1200" kern="0" spc="-90" dirty="0">
                          <a:solidFill>
                            <a:srgbClr val="000000">
                              <a:alpha val="100000"/>
                            </a:srgbClr>
                          </a:solidFill>
                          <a:cs typeface="微软雅黑" panose="020B0503020204020204" charset="-122"/>
                        </a:rPr>
                        <a:t>缺乏口径变更管控流程</a:t>
                      </a:r>
                      <a:endParaRPr lang="en-US" altLang="en-US" sz="1200" dirty="0"/>
                    </a:p>
                    <a:p>
                      <a:pPr algn="l" rtl="0" eaLnBrk="0">
                        <a:lnSpc>
                          <a:spcPct val="105000"/>
                        </a:lnSpc>
                      </a:pPr>
                      <a:endParaRPr lang="en-US" altLang="en-US" sz="500" dirty="0"/>
                    </a:p>
                    <a:p>
                      <a:pPr marL="109855" algn="l" rtl="0" eaLnBrk="0">
                        <a:lnSpc>
                          <a:spcPct val="97000"/>
                        </a:lnSpc>
                        <a:spcBef>
                          <a:spcPts val="5"/>
                        </a:spcBef>
                      </a:pPr>
                      <a:r>
                        <a:rPr sz="1200" kern="0" spc="-80" dirty="0">
                          <a:solidFill>
                            <a:srgbClr val="7F7F7F">
                              <a:alpha val="100000"/>
                            </a:srgbClr>
                          </a:solidFill>
                          <a:cs typeface="Wingdings" panose="05000000000000000000"/>
                        </a:rPr>
                        <a:t>.</a:t>
                      </a:r>
                      <a:r>
                        <a:rPr sz="1200" kern="0" spc="-80" dirty="0">
                          <a:solidFill>
                            <a:srgbClr val="000000">
                              <a:alpha val="100000"/>
                            </a:srgbClr>
                          </a:solidFill>
                          <a:cs typeface="微软雅黑" panose="020B0503020204020204" charset="-122"/>
                        </a:rPr>
                        <a:t>数据口径归口部门不清晰</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3764" name="table 3764"/>
          <p:cNvGraphicFramePr>
            <a:graphicFrameLocks noGrp="1"/>
          </p:cNvGraphicFramePr>
          <p:nvPr>
            <p:custDataLst>
              <p:tags r:id="rId4"/>
            </p:custDataLst>
          </p:nvPr>
        </p:nvGraphicFramePr>
        <p:xfrm>
          <a:off x="7726489" y="1255585"/>
          <a:ext cx="2414270" cy="3177540"/>
        </p:xfrm>
        <a:graphic>
          <a:graphicData uri="http://schemas.openxmlformats.org/drawingml/2006/table">
            <a:tbl>
              <a:tblPr/>
              <a:tblGrid>
                <a:gridCol w="2414270"/>
              </a:tblGrid>
              <a:tr h="265429">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06000"/>
                        </a:lnSpc>
                      </a:pPr>
                      <a:endParaRPr lang="en-US" altLang="en-US" sz="1000" dirty="0"/>
                    </a:p>
                    <a:p>
                      <a:pPr algn="l" rtl="0" eaLnBrk="0">
                        <a:lnSpc>
                          <a:spcPct val="107000"/>
                        </a:lnSpc>
                      </a:pPr>
                      <a:endParaRPr lang="en-US" altLang="en-US" sz="1000" dirty="0"/>
                    </a:p>
                    <a:p>
                      <a:pPr algn="l" rtl="0" eaLnBrk="0">
                        <a:lnSpc>
                          <a:spcPct val="9000"/>
                        </a:lnSpc>
                      </a:pPr>
                      <a:endParaRPr lang="en-US" altLang="en-US" sz="100" dirty="0"/>
                    </a:p>
                    <a:p>
                      <a:pPr marL="252095" indent="-106680" algn="l" rtl="0" eaLnBrk="0">
                        <a:lnSpc>
                          <a:spcPct val="97000"/>
                        </a:lnSpc>
                      </a:pPr>
                      <a:r>
                        <a:rPr sz="1200" kern="0" spc="-100" dirty="0">
                          <a:solidFill>
                            <a:srgbClr val="7F7F7F">
                              <a:alpha val="100000"/>
                            </a:srgbClr>
                          </a:solidFill>
                          <a:cs typeface="Wingdings" panose="05000000000000000000"/>
                        </a:rPr>
                        <a:t>.</a:t>
                      </a:r>
                      <a:r>
                        <a:rPr sz="1200" kern="0" spc="-700" dirty="0">
                          <a:solidFill>
                            <a:srgbClr val="7F7F7F">
                              <a:alpha val="100000"/>
                            </a:srgbClr>
                          </a:solidFill>
                          <a:cs typeface="Wingdings" panose="05000000000000000000"/>
                        </a:rPr>
                        <a:t> </a:t>
                      </a:r>
                      <a:r>
                        <a:rPr sz="1200" kern="0" spc="-100" dirty="0">
                          <a:solidFill>
                            <a:srgbClr val="000000">
                              <a:alpha val="100000"/>
                            </a:srgbClr>
                          </a:solidFill>
                          <a:cs typeface="微软雅黑" panose="020B0503020204020204" charset="-122"/>
                        </a:rPr>
                        <a:t>口径统一管理职责清晰化（数</a:t>
                      </a:r>
                      <a:r>
                        <a:rPr sz="1200" kern="0" spc="0" dirty="0">
                          <a:solidFill>
                            <a:srgbClr val="000000">
                              <a:alpha val="100000"/>
                            </a:srgbClr>
                          </a:solidFill>
                          <a:cs typeface="微软雅黑" panose="020B0503020204020204" charset="-122"/>
                        </a:rPr>
                        <a:t>     </a:t>
                      </a:r>
                      <a:r>
                        <a:rPr sz="1200" kern="0" spc="-40" dirty="0">
                          <a:solidFill>
                            <a:srgbClr val="000000">
                              <a:alpha val="100000"/>
                            </a:srgbClr>
                          </a:solidFill>
                          <a:cs typeface="微软雅黑" panose="020B0503020204020204" charset="-122"/>
                        </a:rPr>
                        <a:t>据管理部）</a:t>
                      </a:r>
                      <a:endParaRPr lang="en-US" altLang="en-US" sz="1200" dirty="0"/>
                    </a:p>
                    <a:p>
                      <a:pPr marL="145415" algn="l" rtl="0" eaLnBrk="0">
                        <a:lnSpc>
                          <a:spcPct val="97000"/>
                        </a:lnSpc>
                        <a:spcBef>
                          <a:spcPts val="68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业务部门要规范数</a:t>
                      </a:r>
                      <a:r>
                        <a:rPr sz="1200" kern="0" spc="-70" dirty="0">
                          <a:solidFill>
                            <a:srgbClr val="000000">
                              <a:alpha val="100000"/>
                            </a:srgbClr>
                          </a:solidFill>
                          <a:cs typeface="微软雅黑" panose="020B0503020204020204" charset="-122"/>
                        </a:rPr>
                        <a:t>据管控口径</a:t>
                      </a:r>
                      <a:endParaRPr lang="en-US" altLang="en-US" sz="1200" dirty="0"/>
                    </a:p>
                    <a:p>
                      <a:pPr marL="145415" algn="l" rtl="0" eaLnBrk="0">
                        <a:lnSpc>
                          <a:spcPct val="98000"/>
                        </a:lnSpc>
                        <a:spcBef>
                          <a:spcPts val="645"/>
                        </a:spcBef>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建立指标管理平台</a:t>
                      </a:r>
                      <a:endParaRPr lang="en-US" altLang="en-US" sz="1200" dirty="0"/>
                    </a:p>
                    <a:p>
                      <a:pPr algn="l" rtl="0" eaLnBrk="0">
                        <a:lnSpc>
                          <a:spcPct val="104000"/>
                        </a:lnSpc>
                      </a:pPr>
                      <a:endParaRPr lang="en-US" altLang="en-US" sz="500" dirty="0"/>
                    </a:p>
                    <a:p>
                      <a:pPr marL="145415" algn="l" rtl="0" eaLnBrk="0">
                        <a:lnSpc>
                          <a:spcPct val="97000"/>
                        </a:lnSpc>
                        <a:spcBef>
                          <a:spcPts val="5"/>
                        </a:spcBef>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建立数据治理体系</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sp>
        <p:nvSpPr>
          <p:cNvPr id="3768" name="textbox 3768"/>
          <p:cNvSpPr/>
          <p:nvPr>
            <p:custDataLst>
              <p:tags r:id="rId5"/>
            </p:custDataLst>
          </p:nvPr>
        </p:nvSpPr>
        <p:spPr>
          <a:xfrm>
            <a:off x="897592" y="435070"/>
            <a:ext cx="5517515" cy="322579"/>
          </a:xfrm>
          <a:prstGeom prst="rect">
            <a:avLst/>
          </a:prstGeom>
        </p:spPr>
        <p:txBody>
          <a:bodyPr vert="horz" wrap="square" lIns="0" tIns="0" rIns="0" bIns="0"/>
          <a:lstStyle/>
          <a:p>
            <a:pPr algn="l" rtl="0" eaLnBrk="0">
              <a:lnSpc>
                <a:spcPct val="92000"/>
              </a:lnSpc>
            </a:pPr>
            <a:endParaRPr lang="en-US" altLang="en-US" sz="100" dirty="0">
              <a:solidFill>
                <a:schemeClr val="dk1"/>
              </a:solidFill>
            </a:endParaRPr>
          </a:p>
          <a:p>
            <a:pPr marL="12700" algn="l" rtl="0" eaLnBrk="0">
              <a:lnSpc>
                <a:spcPct val="97000"/>
              </a:lnSpc>
            </a:pPr>
            <a:r>
              <a:rPr sz="2000" b="1" kern="0" spc="-20" dirty="0">
                <a:solidFill>
                  <a:schemeClr val="dk1"/>
                </a:solidFill>
                <a:cs typeface="微软雅黑" panose="020B0503020204020204" charset="-122"/>
              </a:rPr>
              <a:t>关键发现1：口径不</a:t>
            </a:r>
            <a:r>
              <a:rPr sz="2000" b="1" kern="0" spc="-30" dirty="0">
                <a:solidFill>
                  <a:schemeClr val="dk1"/>
                </a:solidFill>
                <a:cs typeface="微软雅黑" panose="020B0503020204020204" charset="-122"/>
              </a:rPr>
              <a:t>一致， 导致跨部门沟通成本高</a:t>
            </a:r>
            <a:endParaRPr lang="en-US" altLang="en-US" sz="2000" b="1" kern="0" spc="-30" dirty="0">
              <a:solidFill>
                <a:schemeClr val="dk1"/>
              </a:solidFill>
              <a:cs typeface="微软雅黑" panose="020B0503020204020204" charset="-122"/>
            </a:endParaRPr>
          </a:p>
        </p:txBody>
      </p:sp>
      <p:pic>
        <p:nvPicPr>
          <p:cNvPr id="3770" name="picture 3770"/>
          <p:cNvPicPr>
            <a:picLocks noChangeAspect="1"/>
          </p:cNvPicPr>
          <p:nvPr>
            <p:custDataLst>
              <p:tags r:id="rId6"/>
            </p:custDataLst>
          </p:nvPr>
        </p:nvPicPr>
        <p:blipFill>
          <a:blip r:embed="rId7"/>
          <a:stretch>
            <a:fillRect/>
          </a:stretch>
        </p:blipFill>
        <p:spPr>
          <a:xfrm rot="21600000">
            <a:off x="1988820" y="1266444"/>
            <a:ext cx="2592323" cy="496823"/>
          </a:xfrm>
          <a:prstGeom prst="rect">
            <a:avLst/>
          </a:prstGeom>
        </p:spPr>
      </p:pic>
      <p:pic>
        <p:nvPicPr>
          <p:cNvPr id="3772" name="picture 3772"/>
          <p:cNvPicPr>
            <a:picLocks noChangeAspect="1"/>
          </p:cNvPicPr>
          <p:nvPr>
            <p:custDataLst>
              <p:tags r:id="rId8"/>
            </p:custDataLst>
          </p:nvPr>
        </p:nvPicPr>
        <p:blipFill>
          <a:blip r:embed="rId9"/>
          <a:stretch>
            <a:fillRect/>
          </a:stretch>
        </p:blipFill>
        <p:spPr>
          <a:xfrm rot="21600000">
            <a:off x="4934711" y="1258824"/>
            <a:ext cx="2453640" cy="496823"/>
          </a:xfrm>
          <a:prstGeom prst="rect">
            <a:avLst/>
          </a:prstGeom>
        </p:spPr>
      </p:pic>
      <p:pic>
        <p:nvPicPr>
          <p:cNvPr id="3774" name="picture 3774"/>
          <p:cNvPicPr>
            <a:picLocks noChangeAspect="1"/>
          </p:cNvPicPr>
          <p:nvPr>
            <p:custDataLst>
              <p:tags r:id="rId10"/>
            </p:custDataLst>
          </p:nvPr>
        </p:nvPicPr>
        <p:blipFill>
          <a:blip r:embed="rId11"/>
          <a:stretch>
            <a:fillRect/>
          </a:stretch>
        </p:blipFill>
        <p:spPr>
          <a:xfrm rot="21600000">
            <a:off x="7731252" y="1260347"/>
            <a:ext cx="2404871" cy="496823"/>
          </a:xfrm>
          <a:prstGeom prst="rect">
            <a:avLst/>
          </a:prstGeom>
        </p:spPr>
      </p:pic>
      <p:pic>
        <p:nvPicPr>
          <p:cNvPr id="3778" name="picture 3778"/>
          <p:cNvPicPr>
            <a:picLocks noChangeAspect="1"/>
          </p:cNvPicPr>
          <p:nvPr>
            <p:custDataLst>
              <p:tags r:id="rId12"/>
            </p:custDataLst>
          </p:nvPr>
        </p:nvPicPr>
        <p:blipFill>
          <a:blip r:embed="rId13"/>
          <a:stretch>
            <a:fillRect/>
          </a:stretch>
        </p:blipFill>
        <p:spPr>
          <a:xfrm rot="21600000">
            <a:off x="4933766" y="1502568"/>
            <a:ext cx="2455530" cy="257747"/>
          </a:xfrm>
          <a:prstGeom prst="rect">
            <a:avLst/>
          </a:prstGeom>
        </p:spPr>
      </p:pic>
      <p:pic>
        <p:nvPicPr>
          <p:cNvPr id="3780" name="picture 3780"/>
          <p:cNvPicPr>
            <a:picLocks noChangeAspect="1"/>
          </p:cNvPicPr>
          <p:nvPr>
            <p:custDataLst>
              <p:tags r:id="rId14"/>
            </p:custDataLst>
          </p:nvPr>
        </p:nvPicPr>
        <p:blipFill>
          <a:blip r:embed="rId15"/>
          <a:stretch>
            <a:fillRect/>
          </a:stretch>
        </p:blipFill>
        <p:spPr>
          <a:xfrm rot="21600000">
            <a:off x="7730288" y="1504095"/>
            <a:ext cx="2406798" cy="257740"/>
          </a:xfrm>
          <a:prstGeom prst="rect">
            <a:avLst/>
          </a:prstGeom>
        </p:spPr>
      </p:pic>
      <p:sp>
        <p:nvSpPr>
          <p:cNvPr id="3782" name="textbox 3782"/>
          <p:cNvSpPr/>
          <p:nvPr>
            <p:custDataLst>
              <p:tags r:id="rId16"/>
            </p:custDataLst>
          </p:nvPr>
        </p:nvSpPr>
        <p:spPr>
          <a:xfrm>
            <a:off x="2357627" y="4789932"/>
            <a:ext cx="523240" cy="1103630"/>
          </a:xfrm>
          <a:prstGeom prst="rect">
            <a:avLst/>
          </a:prstGeom>
          <a:solidFill>
            <a:schemeClr val="accent1">
              <a:alpha val="97647"/>
            </a:schemeClr>
          </a:solidFill>
        </p:spPr>
        <p:txBody>
          <a:bodyPr vert="eaVert" wrap="square" lIns="0" tIns="0" rIns="0" bIns="0">
            <a:normAutofit/>
          </a:bodyPr>
          <a:lstStyle/>
          <a:p>
            <a:pPr algn="l" rtl="0" eaLnBrk="0">
              <a:lnSpc>
                <a:spcPct val="109000"/>
              </a:lnSpc>
            </a:pPr>
            <a:endParaRPr lang="en-US" altLang="en-US" sz="1000" dirty="0">
              <a:solidFill>
                <a:schemeClr val="tx1"/>
              </a:solidFill>
            </a:endParaRPr>
          </a:p>
          <a:p>
            <a:pPr marL="151765" algn="l" rtl="0" eaLnBrk="0">
              <a:lnSpc>
                <a:spcPct val="90000"/>
              </a:lnSpc>
              <a:spcBef>
                <a:spcPts val="5"/>
              </a:spcBef>
            </a:pPr>
            <a:r>
              <a:rPr sz="1400" b="1" kern="0" spc="230" dirty="0">
                <a:solidFill>
                  <a:schemeClr val="tx1"/>
                </a:solidFill>
                <a:cs typeface="微软雅黑" panose="020B0503020204020204" charset="-122"/>
              </a:rPr>
              <a:t>访谈摘要</a:t>
            </a:r>
            <a:endParaRPr lang="en-US" altLang="en-US" sz="1400" b="1" kern="0" spc="230" dirty="0">
              <a:solidFill>
                <a:schemeClr val="tx1"/>
              </a:solidFill>
              <a:cs typeface="微软雅黑" panose="020B0503020204020204" charset="-122"/>
            </a:endParaRPr>
          </a:p>
        </p:txBody>
      </p:sp>
      <p:sp>
        <p:nvSpPr>
          <p:cNvPr id="3784" name="textbox 3784"/>
          <p:cNvSpPr/>
          <p:nvPr>
            <p:custDataLst>
              <p:tags r:id="rId17"/>
            </p:custDataLst>
          </p:nvPr>
        </p:nvSpPr>
        <p:spPr>
          <a:xfrm>
            <a:off x="1975223" y="1403343"/>
            <a:ext cx="2620010"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tabLst>
                <a:tab pos="963930" algn="l"/>
              </a:tabLst>
            </a:pPr>
            <a:r>
              <a:rPr sz="1400" kern="0" spc="0" dirty="0">
                <a:solidFill>
                  <a:schemeClr val="tx1"/>
                </a:solidFill>
                <a:cs typeface="微软雅黑" panose="020B0503020204020204" charset="-122"/>
              </a:rPr>
              <a:t>	</a:t>
            </a:r>
            <a:r>
              <a:rPr sz="1400" b="1" kern="0" spc="0" dirty="0">
                <a:solidFill>
                  <a:schemeClr val="tx1"/>
                </a:solidFill>
                <a:cs typeface="微软雅黑" panose="020B0503020204020204" charset="-122"/>
              </a:rPr>
              <a:t>主要发现       </a:t>
            </a:r>
            <a:r>
              <a:rPr sz="1400" b="1" kern="0" spc="-10" dirty="0">
                <a:solidFill>
                  <a:schemeClr val="tx1"/>
                </a:solidFill>
                <a:cs typeface="微软雅黑" panose="020B0503020204020204" charset="-122"/>
              </a:rPr>
              <a:t>           </a:t>
            </a:r>
            <a:endParaRPr lang="en-US" altLang="en-US" sz="1400" b="1" kern="0" spc="-10" dirty="0">
              <a:solidFill>
                <a:schemeClr val="tx1"/>
              </a:solidFill>
              <a:cs typeface="微软雅黑" panose="020B0503020204020204" charset="-122"/>
            </a:endParaRPr>
          </a:p>
        </p:txBody>
      </p:sp>
      <p:sp>
        <p:nvSpPr>
          <p:cNvPr id="3786" name="textbox 3786"/>
          <p:cNvSpPr/>
          <p:nvPr>
            <p:custDataLst>
              <p:tags r:id="rId18"/>
            </p:custDataLst>
          </p:nvPr>
        </p:nvSpPr>
        <p:spPr>
          <a:xfrm>
            <a:off x="5890625" y="1412621"/>
            <a:ext cx="737234" cy="233045"/>
          </a:xfrm>
          <a:prstGeom prst="rect">
            <a:avLst/>
          </a:prstGeom>
        </p:spPr>
        <p:txBody>
          <a:bodyPr vert="horz" wrap="square" lIns="0" tIns="0" rIns="0" bIns="0">
            <a:normAutofit/>
          </a:bodyPr>
          <a:lstStyle/>
          <a:p>
            <a:pPr algn="l" rtl="0" eaLnBrk="0">
              <a:lnSpc>
                <a:spcPct val="87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sp>
        <p:nvSpPr>
          <p:cNvPr id="3788" name="textbox 3788"/>
          <p:cNvSpPr/>
          <p:nvPr>
            <p:custDataLst>
              <p:tags r:id="rId19"/>
            </p:custDataLst>
          </p:nvPr>
        </p:nvSpPr>
        <p:spPr>
          <a:xfrm>
            <a:off x="8571604" y="1414392"/>
            <a:ext cx="732155" cy="232409"/>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改进机会</a:t>
            </a:r>
            <a:endParaRPr lang="en-US" altLang="en-US" sz="1400" b="1" kern="0" spc="-10" dirty="0">
              <a:solidFill>
                <a:schemeClr val="tx1"/>
              </a:solidFill>
              <a:cs typeface="微软雅黑" panose="020B0503020204020204" charset="-122"/>
            </a:endParaRPr>
          </a:p>
        </p:txBody>
      </p:sp>
    </p:spTree>
    <p:custDataLst>
      <p:tags r:id="rId20"/>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90" name="table 3790"/>
          <p:cNvGraphicFramePr>
            <a:graphicFrameLocks noGrp="1"/>
          </p:cNvGraphicFramePr>
          <p:nvPr>
            <p:custDataLst>
              <p:tags r:id="rId1"/>
            </p:custDataLst>
          </p:nvPr>
        </p:nvGraphicFramePr>
        <p:xfrm>
          <a:off x="648792" y="3345307"/>
          <a:ext cx="8140700" cy="2607944"/>
        </p:xfrm>
        <a:graphic>
          <a:graphicData uri="http://schemas.openxmlformats.org/drawingml/2006/table">
            <a:tbl>
              <a:tblPr/>
              <a:tblGrid>
                <a:gridCol w="2715895"/>
                <a:gridCol w="2708910"/>
                <a:gridCol w="2715895"/>
              </a:tblGrid>
              <a:tr h="377189">
                <a:tc rowSpan="2">
                  <a:txBody>
                    <a:bodyPr/>
                    <a:lstStyle/>
                    <a:p>
                      <a:pPr algn="l" rtl="0" eaLnBrk="0">
                        <a:lnSpc>
                          <a:spcPct val="172000"/>
                        </a:lnSpc>
                      </a:pPr>
                      <a:endParaRPr lang="en-US" altLang="en-US" sz="1000" dirty="0"/>
                    </a:p>
                    <a:p>
                      <a:pPr marL="1142365" algn="l" rtl="0" eaLnBrk="0">
                        <a:lnSpc>
                          <a:spcPct val="95000"/>
                        </a:lnSpc>
                      </a:pPr>
                      <a:r>
                        <a:rPr sz="1800" kern="0" spc="-30" dirty="0">
                          <a:ln w="6531" cap="flat" cmpd="sng">
                            <a:solidFill>
                              <a:srgbClr val="FFFFFF">
                                <a:alpha val="100000"/>
                              </a:srgbClr>
                            </a:solidFill>
                            <a:prstDash val="solid"/>
                            <a:round/>
                          </a:ln>
                          <a:solidFill>
                            <a:srgbClr val="FFFFFF">
                              <a:alpha val="100000"/>
                            </a:srgbClr>
                          </a:solidFill>
                          <a:cs typeface="宋体" panose="02010600030101010101" pitchFamily="2" charset="-122"/>
                        </a:rPr>
                        <a:t>省区</a:t>
                      </a:r>
                      <a:endParaRPr lang="en-US" altLang="en-US" sz="1800" dirty="0"/>
                    </a:p>
                  </a:txBody>
                  <a:tcPr marL="0" marR="0" marT="0" marB="0" vert="horz">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gridSpan="2">
                  <a:txBody>
                    <a:bodyPr/>
                    <a:lstStyle/>
                    <a:p>
                      <a:pPr algn="l" rtl="0" eaLnBrk="0">
                        <a:lnSpc>
                          <a:spcPct val="100000"/>
                        </a:lnSpc>
                      </a:pPr>
                      <a:endParaRPr lang="en-US" altLang="en-US" sz="500" dirty="0"/>
                    </a:p>
                    <a:p>
                      <a:pPr marL="1800225" algn="l" rtl="0" eaLnBrk="0">
                        <a:lnSpc>
                          <a:spcPct val="95000"/>
                        </a:lnSpc>
                        <a:spcBef>
                          <a:spcPts val="5"/>
                        </a:spcBef>
                      </a:pPr>
                      <a:r>
                        <a:rPr sz="1800" kern="0" spc="-10" dirty="0">
                          <a:ln w="6540" cap="flat" cmpd="sng">
                            <a:solidFill>
                              <a:srgbClr val="FFFFFF">
                                <a:alpha val="100000"/>
                              </a:srgbClr>
                            </a:solidFill>
                            <a:prstDash val="solid"/>
                            <a:round/>
                          </a:ln>
                          <a:solidFill>
                            <a:srgbClr val="FFFFFF">
                              <a:alpha val="100000"/>
                            </a:srgbClr>
                          </a:solidFill>
                          <a:cs typeface="宋体" panose="02010600030101010101" pitchFamily="2" charset="-122"/>
                        </a:rPr>
                        <a:t>省区月度完成情况</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r>
              <a:tr h="370204">
                <a:tc vMerge="1">
                  <a:tcPr marL="0" marR="0" marT="0" marB="0" vert="horz">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rtl="0" eaLnBrk="0">
                        <a:lnSpc>
                          <a:spcPct val="115000"/>
                        </a:lnSpc>
                      </a:pPr>
                      <a:endParaRPr lang="en-US" altLang="en-US" sz="400" dirty="0"/>
                    </a:p>
                    <a:p>
                      <a:pPr marL="1061720" algn="l" rtl="0" eaLnBrk="0">
                        <a:lnSpc>
                          <a:spcPct val="95000"/>
                        </a:lnSpc>
                        <a:spcBef>
                          <a:spcPts val="5"/>
                        </a:spcBef>
                      </a:pPr>
                      <a:r>
                        <a:rPr sz="1800" kern="0" spc="-90" dirty="0">
                          <a:ln w="6540" cap="flat" cmpd="sng">
                            <a:solidFill>
                              <a:srgbClr val="FFFFFF">
                                <a:alpha val="100000"/>
                              </a:srgbClr>
                            </a:solidFill>
                            <a:prstDash val="solid"/>
                            <a:round/>
                          </a:ln>
                          <a:solidFill>
                            <a:srgbClr val="FFFFFF">
                              <a:alpha val="100000"/>
                            </a:srgbClr>
                          </a:solidFill>
                          <a:cs typeface="宋体" panose="02010600030101010101" pitchFamily="2" charset="-122"/>
                        </a:rPr>
                        <a:t>目标值</a:t>
                      </a:r>
                      <a:endParaRPr lang="en-US" altLang="en-US" sz="1800" dirty="0"/>
                    </a:p>
                  </a:txBody>
                  <a:tcPr marL="0" marR="0" marT="0" marB="0" vert="horz">
                    <a:lnL>
                      <a:no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00"/>
                    </a:solidFill>
                  </a:tcPr>
                </a:tc>
                <a:tc>
                  <a:txBody>
                    <a:bodyPr/>
                    <a:lstStyle/>
                    <a:p>
                      <a:pPr algn="l" rtl="0" eaLnBrk="0">
                        <a:lnSpc>
                          <a:spcPct val="115000"/>
                        </a:lnSpc>
                      </a:pPr>
                      <a:endParaRPr lang="en-US" altLang="en-US" sz="400" dirty="0"/>
                    </a:p>
                    <a:p>
                      <a:pPr marL="681990" algn="l" rtl="0" eaLnBrk="0">
                        <a:lnSpc>
                          <a:spcPct val="95000"/>
                        </a:lnSpc>
                        <a:spcBef>
                          <a:spcPts val="5"/>
                        </a:spcBef>
                      </a:pPr>
                      <a:r>
                        <a:rPr sz="1800" kern="0" spc="-20" dirty="0">
                          <a:ln w="6540" cap="flat" cmpd="sng">
                            <a:solidFill>
                              <a:srgbClr val="FF0000">
                                <a:alpha val="100000"/>
                              </a:srgbClr>
                            </a:solidFill>
                            <a:prstDash val="solid"/>
                            <a:round/>
                          </a:ln>
                          <a:solidFill>
                            <a:srgbClr val="FF0000">
                              <a:alpha val="100000"/>
                            </a:srgbClr>
                          </a:solidFill>
                          <a:cs typeface="宋体" panose="02010600030101010101" pitchFamily="2" charset="-122"/>
                        </a:rPr>
                        <a:t>累计遗失件数</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000000"/>
                    </a:solidFill>
                  </a:tcPr>
                </a:tc>
              </a:tr>
              <a:tr h="370840">
                <a:tc>
                  <a:txBody>
                    <a:bodyPr/>
                    <a:lstStyle/>
                    <a:p>
                      <a:pPr algn="l" rtl="0" eaLnBrk="0">
                        <a:lnSpc>
                          <a:spcPct val="114000"/>
                        </a:lnSpc>
                      </a:pPr>
                      <a:endParaRPr lang="en-US" altLang="en-US" sz="400" dirty="0"/>
                    </a:p>
                    <a:p>
                      <a:pPr marL="1144905" algn="l" rtl="0" eaLnBrk="0">
                        <a:lnSpc>
                          <a:spcPct val="95000"/>
                        </a:lnSpc>
                      </a:pPr>
                      <a:r>
                        <a:rPr sz="1800" kern="0" spc="-40" dirty="0">
                          <a:solidFill>
                            <a:srgbClr val="000000">
                              <a:alpha val="100000"/>
                            </a:srgbClr>
                          </a:solidFill>
                          <a:cs typeface="宋体" panose="02010600030101010101" pitchFamily="2" charset="-122"/>
                        </a:rPr>
                        <a:t>安徽</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7000"/>
                        </a:lnSpc>
                      </a:pPr>
                      <a:endParaRPr lang="en-US" altLang="en-US" sz="700" dirty="0"/>
                    </a:p>
                    <a:p>
                      <a:pPr algn="l" rtl="0" eaLnBrk="0">
                        <a:lnSpc>
                          <a:spcPct val="6000"/>
                        </a:lnSpc>
                      </a:pPr>
                      <a:endParaRPr lang="en-US" altLang="en-US" sz="100" dirty="0"/>
                    </a:p>
                    <a:p>
                      <a:pPr marL="1257300" algn="l" rtl="0" eaLnBrk="0">
                        <a:lnSpc>
                          <a:spcPct val="73000"/>
                        </a:lnSpc>
                      </a:pPr>
                      <a:r>
                        <a:rPr sz="1800" kern="0" spc="-50" dirty="0">
                          <a:solidFill>
                            <a:srgbClr val="000000">
                              <a:alpha val="100000"/>
                            </a:srgbClr>
                          </a:solidFill>
                          <a:cs typeface="Calibri" panose="020F0502020204030204"/>
                        </a:rPr>
                        <a:t>15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7000"/>
                        </a:lnSpc>
                      </a:pPr>
                      <a:endParaRPr lang="en-US" altLang="en-US" sz="700" dirty="0"/>
                    </a:p>
                    <a:p>
                      <a:pPr algn="l" rtl="0" eaLnBrk="0">
                        <a:lnSpc>
                          <a:spcPct val="6000"/>
                        </a:lnSpc>
                      </a:pPr>
                      <a:endParaRPr lang="en-US" altLang="en-US" sz="100" dirty="0"/>
                    </a:p>
                    <a:p>
                      <a:pPr marL="1221105" algn="l" rtl="0" eaLnBrk="0">
                        <a:lnSpc>
                          <a:spcPct val="73000"/>
                        </a:lnSpc>
                      </a:pPr>
                      <a:r>
                        <a:rPr sz="1800" kern="0" spc="-30" dirty="0">
                          <a:solidFill>
                            <a:srgbClr val="000000">
                              <a:alpha val="100000"/>
                            </a:srgbClr>
                          </a:solidFill>
                          <a:cs typeface="Calibri" panose="020F0502020204030204"/>
                        </a:rPr>
                        <a:t>3.5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rgbClr val="FFFFFF"/>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839">
                <a:tc>
                  <a:txBody>
                    <a:bodyPr/>
                    <a:lstStyle/>
                    <a:p>
                      <a:pPr algn="l" rtl="0" eaLnBrk="0">
                        <a:lnSpc>
                          <a:spcPct val="111000"/>
                        </a:lnSpc>
                      </a:pPr>
                      <a:endParaRPr lang="en-US" altLang="en-US" sz="400" dirty="0"/>
                    </a:p>
                    <a:p>
                      <a:pPr marL="1140460" algn="l" rtl="0" eaLnBrk="0">
                        <a:lnSpc>
                          <a:spcPct val="96000"/>
                        </a:lnSpc>
                        <a:spcBef>
                          <a:spcPts val="0"/>
                        </a:spcBef>
                      </a:pPr>
                      <a:r>
                        <a:rPr sz="1800" kern="0" spc="-30" dirty="0">
                          <a:solidFill>
                            <a:srgbClr val="000000">
                              <a:alpha val="100000"/>
                            </a:srgbClr>
                          </a:solidFill>
                          <a:cs typeface="宋体" panose="02010600030101010101" pitchFamily="2" charset="-122"/>
                        </a:rPr>
                        <a:t>广西</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7000"/>
                        </a:lnSpc>
                      </a:pPr>
                      <a:endParaRPr lang="en-US" altLang="en-US" sz="700" dirty="0"/>
                    </a:p>
                    <a:p>
                      <a:pPr algn="l" rtl="0" eaLnBrk="0">
                        <a:lnSpc>
                          <a:spcPct val="7000"/>
                        </a:lnSpc>
                      </a:pPr>
                      <a:endParaRPr lang="en-US" altLang="en-US" sz="100" dirty="0"/>
                    </a:p>
                    <a:p>
                      <a:pPr marL="1308100" algn="l" rtl="0" eaLnBrk="0">
                        <a:lnSpc>
                          <a:spcPct val="73000"/>
                        </a:lnSpc>
                      </a:pPr>
                      <a:r>
                        <a:rPr sz="1800" kern="0" spc="-20" dirty="0">
                          <a:solidFill>
                            <a:srgbClr val="000000">
                              <a:alpha val="100000"/>
                            </a:srgbClr>
                          </a:solidFill>
                          <a:cs typeface="Calibri" panose="020F0502020204030204"/>
                        </a:rPr>
                        <a:t>6</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7000"/>
                        </a:lnSpc>
                      </a:pPr>
                      <a:endParaRPr lang="en-US" altLang="en-US" sz="700" dirty="0"/>
                    </a:p>
                    <a:p>
                      <a:pPr algn="l" rtl="0" eaLnBrk="0">
                        <a:lnSpc>
                          <a:spcPct val="7000"/>
                        </a:lnSpc>
                      </a:pPr>
                      <a:endParaRPr lang="en-US" altLang="en-US" sz="100" dirty="0"/>
                    </a:p>
                    <a:p>
                      <a:pPr marL="1229360" algn="l" rtl="0" eaLnBrk="0">
                        <a:lnSpc>
                          <a:spcPct val="73000"/>
                        </a:lnSpc>
                      </a:pPr>
                      <a:r>
                        <a:rPr sz="1800" kern="0" spc="-40" dirty="0">
                          <a:solidFill>
                            <a:srgbClr val="000000">
                              <a:alpha val="100000"/>
                            </a:srgbClr>
                          </a:solidFill>
                          <a:cs typeface="Calibri" panose="020F0502020204030204"/>
                        </a:rPr>
                        <a:t>1.5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839">
                <a:tc>
                  <a:txBody>
                    <a:bodyPr/>
                    <a:lstStyle/>
                    <a:p>
                      <a:pPr algn="l" rtl="0" eaLnBrk="0">
                        <a:lnSpc>
                          <a:spcPct val="112000"/>
                        </a:lnSpc>
                      </a:pPr>
                      <a:endParaRPr lang="en-US" altLang="en-US" sz="400" dirty="0"/>
                    </a:p>
                    <a:p>
                      <a:pPr marL="1157605" algn="l" rtl="0" eaLnBrk="0">
                        <a:lnSpc>
                          <a:spcPct val="95000"/>
                        </a:lnSpc>
                        <a:spcBef>
                          <a:spcPts val="5"/>
                        </a:spcBef>
                      </a:pPr>
                      <a:r>
                        <a:rPr sz="1800" kern="0" spc="-60" dirty="0">
                          <a:solidFill>
                            <a:srgbClr val="000000">
                              <a:alpha val="100000"/>
                            </a:srgbClr>
                          </a:solidFill>
                          <a:cs typeface="宋体" panose="02010600030101010101" pitchFamily="2" charset="-122"/>
                        </a:rPr>
                        <a:t>陕西</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8000"/>
                        </a:lnSpc>
                      </a:pPr>
                      <a:endParaRPr lang="en-US" altLang="en-US" sz="700" dirty="0"/>
                    </a:p>
                    <a:p>
                      <a:pPr marL="1307465" algn="l" rtl="0" eaLnBrk="0">
                        <a:lnSpc>
                          <a:spcPct val="73000"/>
                        </a:lnSpc>
                        <a:spcBef>
                          <a:spcPts val="0"/>
                        </a:spcBef>
                      </a:pPr>
                      <a:r>
                        <a:rPr sz="1800" kern="0" spc="-20" dirty="0">
                          <a:solidFill>
                            <a:srgbClr val="000000">
                              <a:alpha val="100000"/>
                            </a:srgbClr>
                          </a:solidFill>
                          <a:cs typeface="Calibri" panose="020F0502020204030204"/>
                        </a:rPr>
                        <a:t>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700" dirty="0"/>
                    </a:p>
                    <a:p>
                      <a:pPr marL="1316355" algn="l" rtl="0" eaLnBrk="0">
                        <a:lnSpc>
                          <a:spcPct val="73000"/>
                        </a:lnSpc>
                        <a:spcBef>
                          <a:spcPts val="5"/>
                        </a:spcBef>
                      </a:pPr>
                      <a:r>
                        <a:rPr sz="1800" kern="0" spc="-20" dirty="0">
                          <a:solidFill>
                            <a:srgbClr val="000000">
                              <a:alpha val="100000"/>
                            </a:srgbClr>
                          </a:solidFill>
                          <a:cs typeface="Calibri" panose="020F0502020204030204"/>
                        </a:rPr>
                        <a:t>1</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839">
                <a:tc>
                  <a:txBody>
                    <a:bodyPr/>
                    <a:lstStyle/>
                    <a:p>
                      <a:pPr algn="l" rtl="0" eaLnBrk="0">
                        <a:lnSpc>
                          <a:spcPct val="114000"/>
                        </a:lnSpc>
                      </a:pPr>
                      <a:endParaRPr lang="en-US" altLang="en-US" sz="400" dirty="0"/>
                    </a:p>
                    <a:p>
                      <a:pPr marL="1141095" algn="l" rtl="0" eaLnBrk="0">
                        <a:lnSpc>
                          <a:spcPct val="95000"/>
                        </a:lnSpc>
                        <a:spcBef>
                          <a:spcPts val="5"/>
                        </a:spcBef>
                      </a:pPr>
                      <a:r>
                        <a:rPr sz="1800" kern="0" spc="-30" dirty="0">
                          <a:solidFill>
                            <a:srgbClr val="000000">
                              <a:alpha val="100000"/>
                            </a:srgbClr>
                          </a:solidFill>
                          <a:cs typeface="宋体" panose="02010600030101010101" pitchFamily="2" charset="-122"/>
                        </a:rPr>
                        <a:t>江苏</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08000"/>
                        </a:lnSpc>
                      </a:pPr>
                      <a:endParaRPr lang="en-US" altLang="en-US" sz="700" dirty="0"/>
                    </a:p>
                    <a:p>
                      <a:pPr marL="1249045" algn="l" rtl="0" eaLnBrk="0">
                        <a:lnSpc>
                          <a:spcPct val="73000"/>
                        </a:lnSpc>
                        <a:spcBef>
                          <a:spcPts val="0"/>
                        </a:spcBef>
                      </a:pPr>
                      <a:r>
                        <a:rPr sz="1800" kern="0" spc="-30" dirty="0">
                          <a:solidFill>
                            <a:srgbClr val="000000">
                              <a:alpha val="100000"/>
                            </a:srgbClr>
                          </a:solidFill>
                          <a:cs typeface="Calibri" panose="020F0502020204030204"/>
                        </a:rPr>
                        <a:t>54</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700" dirty="0"/>
                    </a:p>
                    <a:p>
                      <a:pPr marL="1258570" algn="l" rtl="0" eaLnBrk="0">
                        <a:lnSpc>
                          <a:spcPct val="73000"/>
                        </a:lnSpc>
                        <a:spcBef>
                          <a:spcPts val="5"/>
                        </a:spcBef>
                      </a:pPr>
                      <a:r>
                        <a:rPr sz="1800" kern="0" spc="-50" dirty="0">
                          <a:solidFill>
                            <a:srgbClr val="000000">
                              <a:alpha val="100000"/>
                            </a:srgbClr>
                          </a:solidFill>
                          <a:cs typeface="Calibri" panose="020F0502020204030204"/>
                        </a:rPr>
                        <a:t>11</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190">
                <a:tc>
                  <a:txBody>
                    <a:bodyPr/>
                    <a:lstStyle/>
                    <a:p>
                      <a:pPr algn="l" rtl="0" eaLnBrk="0">
                        <a:lnSpc>
                          <a:spcPct val="155000"/>
                        </a:lnSpc>
                      </a:pPr>
                      <a:endParaRPr lang="en-US" altLang="en-US" sz="1000" dirty="0"/>
                    </a:p>
                    <a:p>
                      <a:pPr marL="1297305" algn="l" rtl="0" eaLnBrk="0">
                        <a:lnSpc>
                          <a:spcPts val="625"/>
                        </a:lnSpc>
                      </a:pPr>
                      <a:r>
                        <a:rPr sz="1800" kern="0" spc="-20" dirty="0">
                          <a:solidFill>
                            <a:srgbClr val="000000">
                              <a:alpha val="100000"/>
                            </a:srgbClr>
                          </a:solidFill>
                          <a:cs typeface="Calibri" panose="020F0502020204030204"/>
                        </a:rPr>
                        <a:t>…</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000"/>
                    </a:solidFill>
                  </a:tcPr>
                </a:tc>
                <a:tc>
                  <a:txBody>
                    <a:bodyPr/>
                    <a:lstStyle/>
                    <a:p>
                      <a:pPr algn="l" rtl="0" eaLnBrk="0">
                        <a:lnSpc>
                          <a:spcPct val="155000"/>
                        </a:lnSpc>
                      </a:pPr>
                      <a:endParaRPr lang="en-US" altLang="en-US" sz="1000" dirty="0"/>
                    </a:p>
                    <a:p>
                      <a:pPr marL="1291590" algn="l" rtl="0" eaLnBrk="0">
                        <a:lnSpc>
                          <a:spcPts val="625"/>
                        </a:lnSpc>
                      </a:pPr>
                      <a:r>
                        <a:rPr sz="1800" kern="0" spc="-20" dirty="0">
                          <a:solidFill>
                            <a:srgbClr val="000000">
                              <a:alpha val="100000"/>
                            </a:srgbClr>
                          </a:solidFill>
                          <a:cs typeface="Calibri" panose="020F0502020204030204"/>
                        </a:rPr>
                        <a:t>…</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55000"/>
                        </a:lnSpc>
                      </a:pPr>
                      <a:endParaRPr lang="en-US" altLang="en-US" sz="1000" dirty="0"/>
                    </a:p>
                    <a:p>
                      <a:pPr marL="1292225" algn="l" rtl="0" eaLnBrk="0">
                        <a:lnSpc>
                          <a:spcPts val="625"/>
                        </a:lnSpc>
                      </a:pPr>
                      <a:r>
                        <a:rPr sz="1800" kern="0" spc="-20" dirty="0">
                          <a:solidFill>
                            <a:srgbClr val="000000">
                              <a:alpha val="100000"/>
                            </a:srgbClr>
                          </a:solidFill>
                          <a:cs typeface="Calibri" panose="020F0502020204030204"/>
                        </a:rPr>
                        <a:t>…</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794" name="table 3794"/>
          <p:cNvGraphicFramePr>
            <a:graphicFrameLocks noGrp="1"/>
          </p:cNvGraphicFramePr>
          <p:nvPr>
            <p:custDataLst>
              <p:tags r:id="rId2"/>
            </p:custDataLst>
          </p:nvPr>
        </p:nvGraphicFramePr>
        <p:xfrm>
          <a:off x="648792" y="1015619"/>
          <a:ext cx="8140700" cy="742315"/>
        </p:xfrm>
        <a:graphic>
          <a:graphicData uri="http://schemas.openxmlformats.org/drawingml/2006/table">
            <a:tbl>
              <a:tblPr>
                <a:solidFill>
                  <a:srgbClr val="000000"/>
                </a:solidFill>
              </a:tblPr>
              <a:tblGrid>
                <a:gridCol w="1631950"/>
                <a:gridCol w="1625600"/>
                <a:gridCol w="1625600"/>
                <a:gridCol w="1625600"/>
                <a:gridCol w="1631950"/>
              </a:tblGrid>
              <a:tr h="371475">
                <a:tc rowSpan="2">
                  <a:txBody>
                    <a:bodyPr/>
                    <a:lstStyle/>
                    <a:p>
                      <a:pPr algn="l" rtl="0" eaLnBrk="0">
                        <a:lnSpc>
                          <a:spcPct val="170000"/>
                        </a:lnSpc>
                      </a:pPr>
                      <a:endParaRPr lang="en-US" altLang="en-US" sz="1000" dirty="0"/>
                    </a:p>
                    <a:p>
                      <a:pPr marL="598170" algn="l" rtl="0" eaLnBrk="0">
                        <a:lnSpc>
                          <a:spcPct val="96000"/>
                        </a:lnSpc>
                        <a:spcBef>
                          <a:spcPts val="5"/>
                        </a:spcBef>
                      </a:pPr>
                      <a:r>
                        <a:rPr sz="1800" kern="0" spc="-20" dirty="0">
                          <a:ln w="6531" cap="flat" cmpd="sng">
                            <a:solidFill>
                              <a:srgbClr val="FFFFFF">
                                <a:alpha val="100000"/>
                              </a:srgbClr>
                            </a:solidFill>
                            <a:prstDash val="solid"/>
                            <a:round/>
                          </a:ln>
                          <a:solidFill>
                            <a:srgbClr val="FFFFFF">
                              <a:alpha val="100000"/>
                            </a:srgbClr>
                          </a:solidFill>
                          <a:cs typeface="宋体" panose="02010600030101010101" pitchFamily="2" charset="-122"/>
                        </a:rPr>
                        <a:t>全国</a:t>
                      </a:r>
                      <a:endParaRPr lang="en-US" altLang="en-US" sz="1800" dirty="0"/>
                    </a:p>
                  </a:txBody>
                  <a:tcPr marL="0" marR="0" marT="0" marB="0" vert="horz">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a:noFill/>
                    </a:lnB>
                    <a:solidFill>
                      <a:srgbClr val="000000"/>
                    </a:solidFill>
                  </a:tcPr>
                </a:tc>
                <a:tc gridSpan="4">
                  <a:txBody>
                    <a:bodyPr/>
                    <a:lstStyle/>
                    <a:p>
                      <a:pPr algn="l" rtl="0" eaLnBrk="0">
                        <a:lnSpc>
                          <a:spcPct val="120000"/>
                        </a:lnSpc>
                      </a:pPr>
                      <a:endParaRPr lang="en-US" altLang="en-US" sz="400" dirty="0"/>
                    </a:p>
                    <a:p>
                      <a:pPr marL="2339975" algn="l" rtl="0" eaLnBrk="0">
                        <a:lnSpc>
                          <a:spcPct val="95000"/>
                        </a:lnSpc>
                        <a:spcBef>
                          <a:spcPts val="5"/>
                        </a:spcBef>
                      </a:pPr>
                      <a:r>
                        <a:rPr sz="1800" kern="0" spc="0" dirty="0">
                          <a:ln w="6531" cap="flat" cmpd="sng">
                            <a:solidFill>
                              <a:srgbClr val="FFFFFF">
                                <a:alpha val="100000"/>
                              </a:srgbClr>
                            </a:solidFill>
                            <a:prstDash val="solid"/>
                            <a:round/>
                          </a:ln>
                          <a:solidFill>
                            <a:srgbClr val="FFFFFF">
                              <a:alpha val="100000"/>
                            </a:srgbClr>
                          </a:solidFill>
                          <a:cs typeface="宋体" panose="02010600030101010101" pitchFamily="2" charset="-122"/>
                        </a:rPr>
                        <a:t>全国月度完成情况</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0000"/>
                    </a:solidFill>
                  </a:tcPr>
                </a:tc>
              </a:tr>
              <a:tr h="370840">
                <a:tc vMerge="1">
                  <a:tcPr marL="0" marR="0" marT="0" marB="0" vert="horz">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a:noFill/>
                    </a:lnB>
                    <a:solidFill>
                      <a:srgbClr val="000000"/>
                    </a:solidFill>
                  </a:tcPr>
                </a:tc>
                <a:tc>
                  <a:txBody>
                    <a:bodyPr/>
                    <a:lstStyle/>
                    <a:p>
                      <a:pPr algn="l" rtl="0" eaLnBrk="0">
                        <a:lnSpc>
                          <a:spcPct val="111000"/>
                        </a:lnSpc>
                      </a:pPr>
                      <a:endParaRPr lang="en-US" altLang="en-US" sz="400" dirty="0"/>
                    </a:p>
                    <a:p>
                      <a:pPr marL="140335" algn="l" rtl="0" eaLnBrk="0">
                        <a:lnSpc>
                          <a:spcPct val="95000"/>
                        </a:lnSpc>
                        <a:spcBef>
                          <a:spcPts val="0"/>
                        </a:spcBef>
                      </a:pPr>
                      <a:r>
                        <a:rPr sz="1800" kern="0" spc="-20" dirty="0">
                          <a:ln w="6531" cap="flat" cmpd="sng">
                            <a:solidFill>
                              <a:srgbClr val="FFFFFF">
                                <a:alpha val="100000"/>
                              </a:srgbClr>
                            </a:solidFill>
                            <a:prstDash val="solid"/>
                            <a:round/>
                          </a:ln>
                          <a:solidFill>
                            <a:srgbClr val="FFFFFF">
                              <a:alpha val="100000"/>
                            </a:srgbClr>
                          </a:solidFill>
                          <a:cs typeface="宋体" panose="02010600030101010101" pitchFamily="2" charset="-122"/>
                        </a:rPr>
                        <a:t>累计遗失件数</a:t>
                      </a:r>
                      <a:endParaRPr lang="en-US" altLang="en-US" sz="1800" dirty="0"/>
                    </a:p>
                  </a:txBody>
                  <a:tcPr marL="0" marR="0" marT="0" marB="0" vert="horz">
                    <a:lnL>
                      <a:noFill/>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solidFill>
                      <a:srgbClr val="000000"/>
                    </a:solidFill>
                  </a:tcPr>
                </a:tc>
                <a:tc>
                  <a:txBody>
                    <a:bodyPr/>
                    <a:lstStyle/>
                    <a:p>
                      <a:pPr algn="l" rtl="0" eaLnBrk="0">
                        <a:lnSpc>
                          <a:spcPct val="111000"/>
                        </a:lnSpc>
                      </a:pPr>
                      <a:endParaRPr lang="en-US" altLang="en-US" sz="400" dirty="0"/>
                    </a:p>
                    <a:p>
                      <a:pPr marL="260350" algn="l" rtl="0" eaLnBrk="0">
                        <a:lnSpc>
                          <a:spcPct val="95000"/>
                        </a:lnSpc>
                        <a:spcBef>
                          <a:spcPts val="0"/>
                        </a:spcBef>
                      </a:pPr>
                      <a:r>
                        <a:rPr sz="1800" kern="0" spc="-30" dirty="0">
                          <a:ln w="6531" cap="flat" cmpd="sng">
                            <a:solidFill>
                              <a:srgbClr val="FFFFFF">
                                <a:alpha val="100000"/>
                              </a:srgbClr>
                            </a:solidFill>
                            <a:prstDash val="solid"/>
                            <a:round/>
                          </a:ln>
                          <a:solidFill>
                            <a:srgbClr val="FFFFFF">
                              <a:alpha val="100000"/>
                            </a:srgbClr>
                          </a:solidFill>
                          <a:cs typeface="宋体" panose="02010600030101010101" pitchFamily="2" charset="-122"/>
                        </a:rPr>
                        <a:t>当月总件数</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solidFill>
                      <a:srgbClr val="000000"/>
                    </a:solidFill>
                  </a:tcPr>
                </a:tc>
                <a:tc>
                  <a:txBody>
                    <a:bodyPr/>
                    <a:lstStyle/>
                    <a:p>
                      <a:pPr algn="l" rtl="0" eaLnBrk="0">
                        <a:lnSpc>
                          <a:spcPct val="111000"/>
                        </a:lnSpc>
                      </a:pPr>
                      <a:endParaRPr lang="en-US" altLang="en-US" sz="400" dirty="0"/>
                    </a:p>
                    <a:p>
                      <a:pPr marL="260350" algn="l" rtl="0" eaLnBrk="0">
                        <a:lnSpc>
                          <a:spcPct val="95000"/>
                        </a:lnSpc>
                        <a:spcBef>
                          <a:spcPts val="0"/>
                        </a:spcBef>
                      </a:pPr>
                      <a:r>
                        <a:rPr sz="1800" kern="0" spc="-30" dirty="0">
                          <a:ln w="6531" cap="flat" cmpd="sng">
                            <a:solidFill>
                              <a:srgbClr val="FF0000">
                                <a:alpha val="100000"/>
                              </a:srgbClr>
                            </a:solidFill>
                            <a:prstDash val="solid"/>
                            <a:round/>
                          </a:ln>
                          <a:solidFill>
                            <a:srgbClr val="FF0000">
                              <a:alpha val="100000"/>
                            </a:srgbClr>
                          </a:solidFill>
                          <a:cs typeface="宋体" panose="02010600030101010101" pitchFamily="2" charset="-122"/>
                        </a:rPr>
                        <a:t>当月遗失率</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solidFill>
                      <a:srgbClr val="000000"/>
                    </a:solidFill>
                  </a:tcPr>
                </a:tc>
                <a:tc>
                  <a:txBody>
                    <a:bodyPr/>
                    <a:lstStyle/>
                    <a:p>
                      <a:pPr algn="l" rtl="0" eaLnBrk="0">
                        <a:lnSpc>
                          <a:spcPct val="111000"/>
                        </a:lnSpc>
                      </a:pPr>
                      <a:endParaRPr lang="en-US" altLang="en-US" sz="400" dirty="0"/>
                    </a:p>
                    <a:p>
                      <a:pPr marL="520065" algn="l" rtl="0" eaLnBrk="0">
                        <a:lnSpc>
                          <a:spcPct val="95000"/>
                        </a:lnSpc>
                        <a:spcBef>
                          <a:spcPts val="0"/>
                        </a:spcBef>
                      </a:pPr>
                      <a:r>
                        <a:rPr sz="1800" kern="0" spc="-100" dirty="0">
                          <a:ln w="6531" cap="flat" cmpd="sng">
                            <a:solidFill>
                              <a:srgbClr val="FFFFFF">
                                <a:alpha val="100000"/>
                              </a:srgbClr>
                            </a:solidFill>
                            <a:prstDash val="solid"/>
                            <a:round/>
                          </a:ln>
                          <a:solidFill>
                            <a:srgbClr val="FFFFFF">
                              <a:alpha val="100000"/>
                            </a:srgbClr>
                          </a:solidFill>
                          <a:cs typeface="宋体" panose="02010600030101010101" pitchFamily="2" charset="-122"/>
                        </a:rPr>
                        <a:t>目标值</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a:noFill/>
                    </a:lnB>
                    <a:solidFill>
                      <a:srgbClr val="000000"/>
                    </a:solidFill>
                  </a:tcPr>
                </a:tc>
              </a:tr>
            </a:tbl>
          </a:graphicData>
        </a:graphic>
      </p:graphicFrame>
      <p:sp>
        <p:nvSpPr>
          <p:cNvPr id="3796" name="path"/>
          <p:cNvSpPr/>
          <p:nvPr/>
        </p:nvSpPr>
        <p:spPr>
          <a:xfrm>
            <a:off x="2261742" y="1368678"/>
            <a:ext cx="38100" cy="396240"/>
          </a:xfrm>
          <a:custGeom>
            <a:avLst/>
            <a:gdLst/>
            <a:ahLst/>
            <a:cxnLst/>
            <a:rect l="0" t="0" r="0" b="0"/>
            <a:pathLst>
              <a:path w="60" h="624">
                <a:moveTo>
                  <a:pt x="30" y="0"/>
                </a:moveTo>
                <a:lnTo>
                  <a:pt x="30" y="624"/>
                </a:lnTo>
              </a:path>
            </a:pathLst>
          </a:custGeom>
          <a:noFill/>
          <a:ln w="38100" cap="flat">
            <a:solidFill>
              <a:srgbClr val="FFFFFF">
                <a:alpha val="100000"/>
              </a:srgbClr>
            </a:solidFill>
            <a:prstDash val="solid"/>
            <a:round/>
          </a:ln>
        </p:spPr>
        <p:txBody>
          <a:bodyPr rtlCol="0"/>
          <a:lstStyle/>
          <a:p>
            <a:pPr algn="ctr"/>
            <a:endParaRPr lang="zh-CN" altLang="en-US"/>
          </a:p>
        </p:txBody>
      </p:sp>
      <p:graphicFrame>
        <p:nvGraphicFramePr>
          <p:cNvPr id="3798" name="table 3798"/>
          <p:cNvGraphicFramePr>
            <a:graphicFrameLocks noGrp="1"/>
          </p:cNvGraphicFramePr>
          <p:nvPr>
            <p:custDataLst>
              <p:tags r:id="rId3"/>
            </p:custDataLst>
          </p:nvPr>
        </p:nvGraphicFramePr>
        <p:xfrm>
          <a:off x="648792" y="1752219"/>
          <a:ext cx="8140700" cy="1125220"/>
        </p:xfrm>
        <a:graphic>
          <a:graphicData uri="http://schemas.openxmlformats.org/drawingml/2006/table">
            <a:tbl>
              <a:tblPr/>
              <a:tblGrid>
                <a:gridCol w="1631950"/>
                <a:gridCol w="1625600"/>
                <a:gridCol w="1625600"/>
                <a:gridCol w="1625600"/>
                <a:gridCol w="1631950"/>
              </a:tblGrid>
              <a:tr h="377190">
                <a:tc>
                  <a:txBody>
                    <a:bodyPr/>
                    <a:lstStyle/>
                    <a:p>
                      <a:pPr algn="l" rtl="0" eaLnBrk="0">
                        <a:lnSpc>
                          <a:spcPct val="122000"/>
                        </a:lnSpc>
                      </a:pPr>
                      <a:endParaRPr lang="en-US" altLang="en-US" sz="400" dirty="0"/>
                    </a:p>
                    <a:p>
                      <a:pPr marL="598170" algn="l" rtl="0" eaLnBrk="0">
                        <a:lnSpc>
                          <a:spcPct val="96000"/>
                        </a:lnSpc>
                        <a:spcBef>
                          <a:spcPts val="0"/>
                        </a:spcBef>
                      </a:pPr>
                      <a:r>
                        <a:rPr sz="1800" kern="0" spc="-20" dirty="0">
                          <a:ln w="6531" cap="flat" cmpd="sng">
                            <a:solidFill>
                              <a:srgbClr val="000000">
                                <a:alpha val="100000"/>
                              </a:srgbClr>
                            </a:solidFill>
                            <a:prstDash val="solid"/>
                            <a:round/>
                          </a:ln>
                          <a:solidFill>
                            <a:srgbClr val="000000">
                              <a:alpha val="100000"/>
                            </a:srgbClr>
                          </a:solidFill>
                          <a:cs typeface="宋体" panose="02010600030101010101" pitchFamily="2" charset="-122"/>
                        </a:rPr>
                        <a:t>全国</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12000"/>
                        </a:lnSpc>
                      </a:pPr>
                      <a:endParaRPr lang="en-US" altLang="en-US" sz="700" dirty="0"/>
                    </a:p>
                    <a:p>
                      <a:pPr marL="706120" algn="l" rtl="0" eaLnBrk="0">
                        <a:lnSpc>
                          <a:spcPct val="73000"/>
                        </a:lnSpc>
                        <a:spcBef>
                          <a:spcPts val="5"/>
                        </a:spcBef>
                      </a:pPr>
                      <a:r>
                        <a:rPr sz="1800" kern="0" spc="-30" dirty="0">
                          <a:solidFill>
                            <a:srgbClr val="000000">
                              <a:alpha val="100000"/>
                            </a:srgbClr>
                          </a:solidFill>
                          <a:cs typeface="Calibri" panose="020F0502020204030204"/>
                        </a:rPr>
                        <a:t>81</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700" dirty="0"/>
                    </a:p>
                    <a:p>
                      <a:pPr marL="412750" algn="l" rtl="0" eaLnBrk="0">
                        <a:lnSpc>
                          <a:spcPct val="73000"/>
                        </a:lnSpc>
                        <a:spcBef>
                          <a:spcPts val="5"/>
                        </a:spcBef>
                      </a:pPr>
                      <a:r>
                        <a:rPr sz="1800" kern="0" spc="-10" dirty="0">
                          <a:solidFill>
                            <a:srgbClr val="000000">
                              <a:alpha val="100000"/>
                            </a:srgbClr>
                          </a:solidFill>
                          <a:cs typeface="Calibri" panose="020F0502020204030204"/>
                        </a:rPr>
                        <a:t>4543375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700" dirty="0"/>
                    </a:p>
                    <a:p>
                      <a:pPr marL="688340" algn="l" rtl="0" eaLnBrk="0">
                        <a:lnSpc>
                          <a:spcPct val="73000"/>
                        </a:lnSpc>
                        <a:spcBef>
                          <a:spcPts val="5"/>
                        </a:spcBef>
                      </a:pPr>
                      <a:r>
                        <a:rPr sz="1800" kern="0" spc="-40" dirty="0">
                          <a:solidFill>
                            <a:srgbClr val="000000">
                              <a:alpha val="100000"/>
                            </a:srgbClr>
                          </a:solidFill>
                          <a:cs typeface="Calibri" panose="020F0502020204030204"/>
                        </a:rPr>
                        <a:t>1.8</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2000"/>
                        </a:lnSpc>
                      </a:pPr>
                      <a:endParaRPr lang="en-US" altLang="en-US" sz="700" dirty="0"/>
                    </a:p>
                    <a:p>
                      <a:pPr marL="673735" algn="l" rtl="0" eaLnBrk="0">
                        <a:lnSpc>
                          <a:spcPct val="73000"/>
                        </a:lnSpc>
                        <a:spcBef>
                          <a:spcPts val="5"/>
                        </a:spcBef>
                      </a:pPr>
                      <a:r>
                        <a:rPr sz="1800" kern="0" spc="-20" dirty="0">
                          <a:solidFill>
                            <a:srgbClr val="000000">
                              <a:alpha val="100000"/>
                            </a:srgbClr>
                          </a:solidFill>
                          <a:cs typeface="Calibri" panose="020F0502020204030204"/>
                        </a:rPr>
                        <a:t>4.0</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839">
                <a:tc>
                  <a:txBody>
                    <a:bodyPr/>
                    <a:lstStyle/>
                    <a:p>
                      <a:pPr algn="l" rtl="0" eaLnBrk="0">
                        <a:lnSpc>
                          <a:spcPct val="112000"/>
                        </a:lnSpc>
                      </a:pPr>
                      <a:endParaRPr lang="en-US" altLang="en-US" sz="400" dirty="0"/>
                    </a:p>
                    <a:p>
                      <a:pPr marL="598170" algn="l" rtl="0" eaLnBrk="0">
                        <a:lnSpc>
                          <a:spcPct val="95000"/>
                        </a:lnSpc>
                        <a:spcBef>
                          <a:spcPts val="0"/>
                        </a:spcBef>
                      </a:pPr>
                      <a:r>
                        <a:rPr sz="1800" kern="0" spc="-20" dirty="0">
                          <a:ln w="6531" cap="flat" cmpd="sng">
                            <a:solidFill>
                              <a:srgbClr val="000000">
                                <a:alpha val="100000"/>
                              </a:srgbClr>
                            </a:solidFill>
                            <a:prstDash val="solid"/>
                            <a:round/>
                          </a:ln>
                          <a:solidFill>
                            <a:srgbClr val="000000">
                              <a:alpha val="100000"/>
                            </a:srgbClr>
                          </a:solidFill>
                          <a:cs typeface="宋体" panose="02010600030101010101" pitchFamily="2" charset="-122"/>
                        </a:rPr>
                        <a:t>运营</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06000"/>
                        </a:lnSpc>
                      </a:pPr>
                      <a:endParaRPr lang="en-US" altLang="en-US" sz="700" dirty="0"/>
                    </a:p>
                    <a:p>
                      <a:pPr marL="621665" algn="l" rtl="0" eaLnBrk="0">
                        <a:lnSpc>
                          <a:spcPct val="73000"/>
                        </a:lnSpc>
                        <a:spcBef>
                          <a:spcPts val="5"/>
                        </a:spcBef>
                      </a:pPr>
                      <a:r>
                        <a:rPr sz="1800" kern="0" spc="-20" dirty="0">
                          <a:solidFill>
                            <a:srgbClr val="000000">
                              <a:alpha val="100000"/>
                            </a:srgbClr>
                          </a:solidFill>
                          <a:cs typeface="Calibri" panose="020F0502020204030204"/>
                        </a:rPr>
                        <a:t>50.5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6000"/>
                        </a:lnSpc>
                      </a:pPr>
                      <a:endParaRPr lang="en-US" altLang="en-US" sz="700" dirty="0"/>
                    </a:p>
                    <a:p>
                      <a:pPr marL="369570" algn="l" rtl="0" eaLnBrk="0">
                        <a:lnSpc>
                          <a:spcPct val="73000"/>
                        </a:lnSpc>
                        <a:spcBef>
                          <a:spcPts val="5"/>
                        </a:spcBef>
                      </a:pPr>
                      <a:r>
                        <a:rPr sz="1800" kern="0" spc="-20" dirty="0">
                          <a:solidFill>
                            <a:srgbClr val="000000">
                              <a:alpha val="100000"/>
                            </a:srgbClr>
                          </a:solidFill>
                          <a:cs typeface="Calibri" panose="020F0502020204030204"/>
                        </a:rPr>
                        <a:t>18173500</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6000"/>
                        </a:lnSpc>
                      </a:pPr>
                      <a:endParaRPr lang="en-US" altLang="en-US" sz="700" dirty="0"/>
                    </a:p>
                    <a:p>
                      <a:pPr marL="618490" algn="l" rtl="0" eaLnBrk="0">
                        <a:lnSpc>
                          <a:spcPct val="73000"/>
                        </a:lnSpc>
                        <a:spcBef>
                          <a:spcPts val="5"/>
                        </a:spcBef>
                      </a:pPr>
                      <a:r>
                        <a:rPr sz="1800" kern="0" spc="-20" dirty="0">
                          <a:solidFill>
                            <a:srgbClr val="000000">
                              <a:alpha val="100000"/>
                            </a:srgbClr>
                          </a:solidFill>
                          <a:cs typeface="Calibri" panose="020F0502020204030204"/>
                        </a:rPr>
                        <a:t>0.28</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6000"/>
                        </a:lnSpc>
                      </a:pPr>
                      <a:endParaRPr lang="en-US" altLang="en-US" sz="700" dirty="0"/>
                    </a:p>
                    <a:p>
                      <a:pPr marL="619125" algn="l" rtl="0" eaLnBrk="0">
                        <a:lnSpc>
                          <a:spcPct val="73000"/>
                        </a:lnSpc>
                        <a:spcBef>
                          <a:spcPts val="5"/>
                        </a:spcBef>
                      </a:pPr>
                      <a:r>
                        <a:rPr sz="1800" kern="0" spc="-20" dirty="0">
                          <a:solidFill>
                            <a:srgbClr val="000000">
                              <a:alpha val="100000"/>
                            </a:srgbClr>
                          </a:solidFill>
                          <a:cs typeface="Calibri" panose="020F0502020204030204"/>
                        </a:rPr>
                        <a:t>0.56</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7190">
                <a:tc>
                  <a:txBody>
                    <a:bodyPr/>
                    <a:lstStyle/>
                    <a:p>
                      <a:pPr algn="l" rtl="0" eaLnBrk="0">
                        <a:lnSpc>
                          <a:spcPct val="110000"/>
                        </a:lnSpc>
                      </a:pPr>
                      <a:endParaRPr lang="en-US" altLang="en-US" sz="400" dirty="0"/>
                    </a:p>
                    <a:p>
                      <a:pPr marL="615950" algn="l" rtl="0" eaLnBrk="0">
                        <a:lnSpc>
                          <a:spcPct val="97000"/>
                        </a:lnSpc>
                        <a:spcBef>
                          <a:spcPts val="5"/>
                        </a:spcBef>
                      </a:pPr>
                      <a:r>
                        <a:rPr sz="1800" kern="0" spc="-60" dirty="0">
                          <a:ln w="6531" cap="flat" cmpd="sng">
                            <a:solidFill>
                              <a:srgbClr val="000000">
                                <a:alpha val="100000"/>
                              </a:srgbClr>
                            </a:solidFill>
                            <a:prstDash val="solid"/>
                            <a:round/>
                          </a:ln>
                          <a:solidFill>
                            <a:srgbClr val="000000">
                              <a:alpha val="100000"/>
                            </a:srgbClr>
                          </a:solidFill>
                          <a:cs typeface="宋体" panose="02010600030101010101" pitchFamily="2" charset="-122"/>
                        </a:rPr>
                        <a:t>网络</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06000"/>
                        </a:lnSpc>
                      </a:pPr>
                      <a:endParaRPr lang="en-US" altLang="en-US" sz="700" dirty="0"/>
                    </a:p>
                    <a:p>
                      <a:pPr algn="l" rtl="0" eaLnBrk="0">
                        <a:lnSpc>
                          <a:spcPct val="6000"/>
                        </a:lnSpc>
                      </a:pPr>
                      <a:endParaRPr lang="en-US" altLang="en-US" sz="100" dirty="0"/>
                    </a:p>
                    <a:p>
                      <a:pPr marL="621665" algn="l" rtl="0" eaLnBrk="0">
                        <a:lnSpc>
                          <a:spcPct val="73000"/>
                        </a:lnSpc>
                      </a:pPr>
                      <a:r>
                        <a:rPr sz="1800" kern="0" spc="-20" dirty="0">
                          <a:solidFill>
                            <a:srgbClr val="000000">
                              <a:alpha val="100000"/>
                            </a:srgbClr>
                          </a:solidFill>
                          <a:cs typeface="Calibri" panose="020F0502020204030204"/>
                        </a:rPr>
                        <a:t>30.5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6000"/>
                        </a:lnSpc>
                      </a:pPr>
                      <a:endParaRPr lang="en-US" altLang="en-US" sz="700" dirty="0"/>
                    </a:p>
                    <a:p>
                      <a:pPr algn="l" rtl="0" eaLnBrk="0">
                        <a:lnSpc>
                          <a:spcPct val="6000"/>
                        </a:lnSpc>
                      </a:pPr>
                      <a:endParaRPr lang="en-US" altLang="en-US" sz="100" dirty="0"/>
                    </a:p>
                    <a:p>
                      <a:pPr marL="412750" algn="l" rtl="0" eaLnBrk="0">
                        <a:lnSpc>
                          <a:spcPct val="73000"/>
                        </a:lnSpc>
                      </a:pPr>
                      <a:r>
                        <a:rPr sz="1800" kern="0" spc="-10" dirty="0">
                          <a:solidFill>
                            <a:srgbClr val="000000">
                              <a:alpha val="100000"/>
                            </a:srgbClr>
                          </a:solidFill>
                          <a:cs typeface="Calibri" panose="020F0502020204030204"/>
                        </a:rPr>
                        <a:t>4543375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6000"/>
                        </a:lnSpc>
                      </a:pPr>
                      <a:endParaRPr lang="en-US" altLang="en-US" sz="700" dirty="0"/>
                    </a:p>
                    <a:p>
                      <a:pPr algn="l" rtl="0" eaLnBrk="0">
                        <a:lnSpc>
                          <a:spcPct val="6000"/>
                        </a:lnSpc>
                      </a:pPr>
                      <a:endParaRPr lang="en-US" altLang="en-US" sz="100" dirty="0"/>
                    </a:p>
                    <a:p>
                      <a:pPr marL="618490" algn="l" rtl="0" eaLnBrk="0">
                        <a:lnSpc>
                          <a:spcPct val="73000"/>
                        </a:lnSpc>
                      </a:pPr>
                      <a:r>
                        <a:rPr sz="1800" kern="0" spc="-20" dirty="0">
                          <a:solidFill>
                            <a:srgbClr val="000000">
                              <a:alpha val="100000"/>
                            </a:srgbClr>
                          </a:solidFill>
                          <a:cs typeface="Calibri" panose="020F0502020204030204"/>
                        </a:rPr>
                        <a:t>0.67</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6000"/>
                        </a:lnSpc>
                      </a:pPr>
                      <a:endParaRPr lang="en-US" altLang="en-US" sz="700" dirty="0"/>
                    </a:p>
                    <a:p>
                      <a:pPr algn="l" rtl="0" eaLnBrk="0">
                        <a:lnSpc>
                          <a:spcPct val="6000"/>
                        </a:lnSpc>
                      </a:pPr>
                      <a:endParaRPr lang="en-US" altLang="en-US" sz="100" dirty="0"/>
                    </a:p>
                    <a:p>
                      <a:pPr marL="630555" algn="l" rtl="0" eaLnBrk="0">
                        <a:lnSpc>
                          <a:spcPct val="73000"/>
                        </a:lnSpc>
                      </a:pPr>
                      <a:r>
                        <a:rPr sz="1800" kern="0" spc="-40" dirty="0">
                          <a:solidFill>
                            <a:srgbClr val="000000">
                              <a:alpha val="100000"/>
                            </a:srgbClr>
                          </a:solidFill>
                          <a:cs typeface="Calibri" panose="020F0502020204030204"/>
                        </a:rPr>
                        <a:t>1.47</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800" name="table 3800"/>
          <p:cNvGraphicFramePr>
            <a:graphicFrameLocks noGrp="1"/>
          </p:cNvGraphicFramePr>
          <p:nvPr>
            <p:custDataLst>
              <p:tags r:id="rId4"/>
            </p:custDataLst>
          </p:nvPr>
        </p:nvGraphicFramePr>
        <p:xfrm>
          <a:off x="9957561" y="1491741"/>
          <a:ext cx="1714500" cy="3869690"/>
        </p:xfrm>
        <a:graphic>
          <a:graphicData uri="http://schemas.openxmlformats.org/drawingml/2006/table">
            <a:tbl>
              <a:tblPr/>
              <a:tblGrid>
                <a:gridCol w="1714500"/>
              </a:tblGrid>
              <a:tr h="3856990">
                <a:tc>
                  <a:txBody>
                    <a:bodyPr/>
                    <a:lstStyle/>
                    <a:p>
                      <a:pPr algn="l" rtl="0" eaLnBrk="0">
                        <a:lnSpc>
                          <a:spcPct val="125000"/>
                        </a:lnSpc>
                      </a:pPr>
                      <a:endParaRPr lang="en-US" altLang="en-US" sz="1000" dirty="0"/>
                    </a:p>
                    <a:p>
                      <a:pPr marL="176530" algn="l" rtl="0" eaLnBrk="0">
                        <a:lnSpc>
                          <a:spcPct val="94000"/>
                        </a:lnSpc>
                        <a:spcBef>
                          <a:spcPts val="5"/>
                        </a:spcBef>
                      </a:pPr>
                      <a:r>
                        <a:rPr sz="1800" kern="0" spc="-10" dirty="0">
                          <a:ln w="6540" cap="flat" cmpd="sng">
                            <a:solidFill>
                              <a:srgbClr val="000000">
                                <a:alpha val="100000"/>
                              </a:srgbClr>
                            </a:solidFill>
                            <a:prstDash val="solid"/>
                            <a:miter lim="8"/>
                          </a:ln>
                          <a:solidFill>
                            <a:srgbClr val="000000">
                              <a:alpha val="100000"/>
                            </a:srgbClr>
                          </a:solidFill>
                          <a:cs typeface="宋体" panose="02010600030101010101" pitchFamily="2" charset="-122"/>
                        </a:rPr>
                        <a:t>全国遗失率指</a:t>
                      </a:r>
                      <a:endParaRPr lang="en-US" altLang="en-US" sz="1800" dirty="0"/>
                    </a:p>
                    <a:p>
                      <a:pPr marL="293370" algn="l" rtl="0" eaLnBrk="0">
                        <a:lnSpc>
                          <a:spcPct val="95000"/>
                        </a:lnSpc>
                        <a:spcBef>
                          <a:spcPts val="5"/>
                        </a:spcBef>
                      </a:pPr>
                      <a:r>
                        <a:rPr sz="1800" kern="0" spc="-10" dirty="0">
                          <a:ln w="6531" cap="flat" cmpd="sng">
                            <a:solidFill>
                              <a:srgbClr val="000000">
                                <a:alpha val="100000"/>
                              </a:srgbClr>
                            </a:solidFill>
                            <a:prstDash val="solid"/>
                            <a:miter lim="8"/>
                          </a:ln>
                          <a:solidFill>
                            <a:srgbClr val="000000">
                              <a:alpha val="100000"/>
                            </a:srgbClr>
                          </a:solidFill>
                          <a:cs typeface="宋体" panose="02010600030101010101" pitchFamily="2" charset="-122"/>
                        </a:rPr>
                        <a:t>标：百分比</a:t>
                      </a:r>
                      <a:endParaRPr lang="en-US" altLang="en-US" sz="18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1000"/>
                        </a:lnSpc>
                      </a:pPr>
                      <a:endParaRPr lang="en-US" altLang="en-US" sz="1000" dirty="0"/>
                    </a:p>
                    <a:p>
                      <a:pPr algn="l" rtl="0" eaLnBrk="0">
                        <a:lnSpc>
                          <a:spcPct val="102000"/>
                        </a:lnSpc>
                      </a:pPr>
                      <a:endParaRPr lang="en-US" altLang="en-US" sz="1000" dirty="0"/>
                    </a:p>
                    <a:p>
                      <a:pPr marL="180340" algn="l" rtl="0" eaLnBrk="0">
                        <a:lnSpc>
                          <a:spcPct val="95000"/>
                        </a:lnSpc>
                        <a:spcBef>
                          <a:spcPts val="550"/>
                        </a:spcBef>
                      </a:pPr>
                      <a:r>
                        <a:rPr sz="1800" kern="0" spc="-10" dirty="0">
                          <a:ln w="6540" cap="flat" cmpd="sng">
                            <a:solidFill>
                              <a:srgbClr val="000000">
                                <a:alpha val="100000"/>
                              </a:srgbClr>
                            </a:solidFill>
                            <a:prstDash val="solid"/>
                            <a:miter lim="8"/>
                          </a:ln>
                          <a:solidFill>
                            <a:srgbClr val="000000">
                              <a:alpha val="100000"/>
                            </a:srgbClr>
                          </a:solidFill>
                          <a:cs typeface="宋体" panose="02010600030101010101" pitchFamily="2" charset="-122"/>
                        </a:rPr>
                        <a:t>省区遗失率指</a:t>
                      </a:r>
                      <a:endParaRPr lang="en-US" altLang="en-US" sz="1800" dirty="0"/>
                    </a:p>
                    <a:p>
                      <a:pPr marL="177165" algn="l" rtl="0" eaLnBrk="0">
                        <a:lnSpc>
                          <a:spcPct val="93000"/>
                        </a:lnSpc>
                        <a:spcBef>
                          <a:spcPts val="120"/>
                        </a:spcBef>
                      </a:pPr>
                      <a:r>
                        <a:rPr sz="1800" kern="0" spc="-10" dirty="0">
                          <a:ln w="6531" cap="flat" cmpd="sng">
                            <a:solidFill>
                              <a:srgbClr val="000000">
                                <a:alpha val="100000"/>
                              </a:srgbClr>
                            </a:solidFill>
                            <a:prstDash val="solid"/>
                            <a:miter lim="8"/>
                          </a:ln>
                          <a:solidFill>
                            <a:srgbClr val="000000">
                              <a:alpha val="100000"/>
                            </a:srgbClr>
                          </a:solidFill>
                          <a:cs typeface="宋体" panose="02010600030101010101" pitchFamily="2" charset="-122"/>
                        </a:rPr>
                        <a:t>标：累计遗失</a:t>
                      </a:r>
                      <a:endParaRPr lang="en-US" altLang="en-US" sz="1800" dirty="0"/>
                    </a:p>
                    <a:p>
                      <a:pPr marL="635635" algn="l" rtl="0" eaLnBrk="0">
                        <a:lnSpc>
                          <a:spcPct val="94000"/>
                        </a:lnSpc>
                        <a:spcBef>
                          <a:spcPts val="20"/>
                        </a:spcBef>
                      </a:pPr>
                      <a:r>
                        <a:rPr sz="1800" kern="0" spc="-20" dirty="0">
                          <a:ln w="6531" cap="flat" cmpd="sng">
                            <a:solidFill>
                              <a:srgbClr val="000000">
                                <a:alpha val="100000"/>
                              </a:srgbClr>
                            </a:solidFill>
                            <a:prstDash val="solid"/>
                            <a:miter lim="8"/>
                          </a:ln>
                          <a:solidFill>
                            <a:srgbClr val="000000">
                              <a:alpha val="100000"/>
                            </a:srgbClr>
                          </a:solidFill>
                          <a:cs typeface="宋体" panose="02010600030101010101" pitchFamily="2" charset="-122"/>
                        </a:rPr>
                        <a:t>件数</a:t>
                      </a:r>
                      <a:endParaRPr lang="en-US" altLang="en-US" sz="18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3804" name="textbox 3804"/>
          <p:cNvSpPr/>
          <p:nvPr>
            <p:custDataLst>
              <p:tags r:id="rId5"/>
            </p:custDataLst>
          </p:nvPr>
        </p:nvSpPr>
        <p:spPr>
          <a:xfrm>
            <a:off x="898610" y="435070"/>
            <a:ext cx="4090034" cy="321945"/>
          </a:xfrm>
          <a:prstGeom prst="rect">
            <a:avLst/>
          </a:prstGeom>
        </p:spPr>
        <p:txBody>
          <a:bodyPr vert="horz" wrap="square" lIns="0" tIns="0" rIns="0" bIns="0"/>
          <a:lstStyle/>
          <a:p>
            <a:pPr algn="l" rtl="0" eaLnBrk="0">
              <a:lnSpc>
                <a:spcPct val="85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壹米问题数据指标口径示例：遗失</a:t>
            </a:r>
            <a:r>
              <a:rPr sz="2000" b="1" kern="0" spc="-10" dirty="0">
                <a:solidFill>
                  <a:schemeClr val="dk1"/>
                </a:solidFill>
                <a:cs typeface="微软雅黑" panose="020B0503020204020204" charset="-122"/>
              </a:rPr>
              <a:t>率</a:t>
            </a:r>
            <a:endParaRPr lang="en-US" altLang="en-US" sz="2000" b="1" kern="0" spc="-10" dirty="0">
              <a:solidFill>
                <a:schemeClr val="dk1"/>
              </a:solidFill>
              <a:cs typeface="微软雅黑" panose="020B0503020204020204" charset="-122"/>
            </a:endParaRPr>
          </a:p>
        </p:txBody>
      </p:sp>
      <p:grpSp>
        <p:nvGrpSpPr>
          <p:cNvPr id="424" name="group 424"/>
          <p:cNvGrpSpPr/>
          <p:nvPr/>
        </p:nvGrpSpPr>
        <p:grpSpPr>
          <a:xfrm rot="21600000">
            <a:off x="9116314" y="1824309"/>
            <a:ext cx="745407" cy="239104"/>
            <a:chOff x="0" y="0"/>
            <a:chExt cx="745407" cy="239104"/>
          </a:xfrm>
        </p:grpSpPr>
        <p:sp>
          <p:nvSpPr>
            <p:cNvPr id="3806" name="path"/>
            <p:cNvSpPr/>
            <p:nvPr/>
          </p:nvSpPr>
          <p:spPr>
            <a:xfrm>
              <a:off x="6350" y="4490"/>
              <a:ext cx="734567" cy="230124"/>
            </a:xfrm>
            <a:custGeom>
              <a:avLst/>
              <a:gdLst/>
              <a:ahLst/>
              <a:cxnLst/>
              <a:rect l="0" t="0" r="0" b="0"/>
              <a:pathLst>
                <a:path w="1156" h="362">
                  <a:moveTo>
                    <a:pt x="0" y="90"/>
                  </a:moveTo>
                  <a:lnTo>
                    <a:pt x="975" y="90"/>
                  </a:lnTo>
                  <a:lnTo>
                    <a:pt x="975" y="0"/>
                  </a:lnTo>
                  <a:lnTo>
                    <a:pt x="1156" y="181"/>
                  </a:lnTo>
                  <a:lnTo>
                    <a:pt x="975" y="362"/>
                  </a:lnTo>
                  <a:lnTo>
                    <a:pt x="975" y="271"/>
                  </a:lnTo>
                  <a:lnTo>
                    <a:pt x="0" y="271"/>
                  </a:lnTo>
                  <a:lnTo>
                    <a:pt x="0" y="9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808" name="path"/>
            <p:cNvSpPr/>
            <p:nvPr/>
          </p:nvSpPr>
          <p:spPr>
            <a:xfrm>
              <a:off x="0" y="0"/>
              <a:ext cx="745407" cy="239104"/>
            </a:xfrm>
            <a:custGeom>
              <a:avLst/>
              <a:gdLst/>
              <a:ahLst/>
              <a:cxnLst/>
              <a:rect l="0" t="0" r="0" b="0"/>
              <a:pathLst>
                <a:path w="1173" h="376">
                  <a:moveTo>
                    <a:pt x="10" y="97"/>
                  </a:moveTo>
                  <a:lnTo>
                    <a:pt x="985" y="97"/>
                  </a:lnTo>
                  <a:lnTo>
                    <a:pt x="985" y="7"/>
                  </a:lnTo>
                  <a:lnTo>
                    <a:pt x="1166" y="188"/>
                  </a:lnTo>
                  <a:lnTo>
                    <a:pt x="985" y="369"/>
                  </a:lnTo>
                  <a:lnTo>
                    <a:pt x="985" y="278"/>
                  </a:lnTo>
                  <a:lnTo>
                    <a:pt x="10" y="278"/>
                  </a:lnTo>
                  <a:lnTo>
                    <a:pt x="10" y="97"/>
                  </a:lnTo>
                  <a:close/>
                </a:path>
              </a:pathLst>
            </a:custGeom>
            <a:noFill/>
            <a:ln w="12700" cap="flat">
              <a:solidFill>
                <a:srgbClr val="41719C">
                  <a:alpha val="100000"/>
                </a:srgbClr>
              </a:solidFill>
              <a:prstDash val="solid"/>
              <a:miter lim="800000"/>
            </a:ln>
          </p:spPr>
          <p:txBody>
            <a:bodyPr rtlCol="0"/>
            <a:lstStyle/>
            <a:p>
              <a:pPr algn="ctr"/>
              <a:endParaRPr lang="zh-CN" altLang="en-US"/>
            </a:p>
          </p:txBody>
        </p:sp>
      </p:grpSp>
      <p:grpSp>
        <p:nvGrpSpPr>
          <p:cNvPr id="426" name="group 426"/>
          <p:cNvGrpSpPr/>
          <p:nvPr/>
        </p:nvGrpSpPr>
        <p:grpSpPr>
          <a:xfrm rot="21600000">
            <a:off x="9116314" y="4645233"/>
            <a:ext cx="745407" cy="239104"/>
            <a:chOff x="0" y="0"/>
            <a:chExt cx="745407" cy="239104"/>
          </a:xfrm>
        </p:grpSpPr>
        <p:sp>
          <p:nvSpPr>
            <p:cNvPr id="3810" name="path"/>
            <p:cNvSpPr/>
            <p:nvPr/>
          </p:nvSpPr>
          <p:spPr>
            <a:xfrm>
              <a:off x="6350" y="4490"/>
              <a:ext cx="734567" cy="230124"/>
            </a:xfrm>
            <a:custGeom>
              <a:avLst/>
              <a:gdLst/>
              <a:ahLst/>
              <a:cxnLst/>
              <a:rect l="0" t="0" r="0" b="0"/>
              <a:pathLst>
                <a:path w="1156" h="362">
                  <a:moveTo>
                    <a:pt x="0" y="90"/>
                  </a:moveTo>
                  <a:lnTo>
                    <a:pt x="975" y="90"/>
                  </a:lnTo>
                  <a:lnTo>
                    <a:pt x="975" y="0"/>
                  </a:lnTo>
                  <a:lnTo>
                    <a:pt x="1156" y="181"/>
                  </a:lnTo>
                  <a:lnTo>
                    <a:pt x="975" y="362"/>
                  </a:lnTo>
                  <a:lnTo>
                    <a:pt x="975" y="271"/>
                  </a:lnTo>
                  <a:lnTo>
                    <a:pt x="0" y="271"/>
                  </a:lnTo>
                  <a:lnTo>
                    <a:pt x="0" y="9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3812" name="path"/>
            <p:cNvSpPr/>
            <p:nvPr/>
          </p:nvSpPr>
          <p:spPr>
            <a:xfrm>
              <a:off x="0" y="0"/>
              <a:ext cx="745407" cy="239104"/>
            </a:xfrm>
            <a:custGeom>
              <a:avLst/>
              <a:gdLst/>
              <a:ahLst/>
              <a:cxnLst/>
              <a:rect l="0" t="0" r="0" b="0"/>
              <a:pathLst>
                <a:path w="1173" h="376">
                  <a:moveTo>
                    <a:pt x="10" y="97"/>
                  </a:moveTo>
                  <a:lnTo>
                    <a:pt x="985" y="97"/>
                  </a:lnTo>
                  <a:lnTo>
                    <a:pt x="985" y="7"/>
                  </a:lnTo>
                  <a:lnTo>
                    <a:pt x="1166" y="188"/>
                  </a:lnTo>
                  <a:lnTo>
                    <a:pt x="985" y="369"/>
                  </a:lnTo>
                  <a:lnTo>
                    <a:pt x="985" y="278"/>
                  </a:lnTo>
                  <a:lnTo>
                    <a:pt x="10" y="278"/>
                  </a:lnTo>
                  <a:lnTo>
                    <a:pt x="10" y="97"/>
                  </a:lnTo>
                  <a:close/>
                </a:path>
              </a:pathLst>
            </a:custGeom>
            <a:noFill/>
            <a:ln w="12700" cap="flat">
              <a:solidFill>
                <a:srgbClr val="41719C">
                  <a:alpha val="100000"/>
                </a:srgbClr>
              </a:solidFill>
              <a:prstDash val="solid"/>
              <a:miter lim="800000"/>
            </a:ln>
          </p:spPr>
          <p:txBody>
            <a:bodyPr rtlCol="0"/>
            <a:lstStyle/>
            <a:p>
              <a:pPr algn="ctr"/>
              <a:endParaRPr lang="zh-CN" altLang="en-US"/>
            </a:p>
          </p:txBody>
        </p:sp>
      </p:grpSp>
    </p:spTree>
    <p:custDataLst>
      <p:tags r:id="rId6"/>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4" name="textbox 3814"/>
          <p:cNvSpPr/>
          <p:nvPr>
            <p:custDataLst>
              <p:tags r:id="rId1"/>
            </p:custDataLst>
          </p:nvPr>
        </p:nvSpPr>
        <p:spPr>
          <a:xfrm>
            <a:off x="6214871" y="3837406"/>
            <a:ext cx="5755004" cy="2369820"/>
          </a:xfrm>
          <a:prstGeom prst="rect">
            <a:avLst/>
          </a:prstGeom>
          <a:solidFill>
            <a:srgbClr val="C9C9C9">
              <a:alpha val="9411"/>
            </a:srgbClr>
          </a:solidFill>
        </p:spPr>
        <p:txBody>
          <a:bodyPr vert="horz" wrap="square" lIns="0" tIns="0" rIns="0" bIns="0">
            <a:normAutofit/>
          </a:bodyPr>
          <a:lstStyle/>
          <a:p>
            <a:pPr algn="l" rtl="0" eaLnBrk="0">
              <a:lnSpc>
                <a:spcPct val="105000"/>
              </a:lnSpc>
            </a:pPr>
            <a:endParaRPr lang="en-US" altLang="en-US" sz="700" dirty="0">
              <a:solidFill>
                <a:schemeClr val="dk1"/>
              </a:solidFill>
            </a:endParaRPr>
          </a:p>
          <a:p>
            <a:pPr marL="212725" algn="l" rtl="0" eaLnBrk="0">
              <a:lnSpc>
                <a:spcPct val="97000"/>
              </a:lnSpc>
              <a:spcBef>
                <a:spcPts val="5"/>
              </a:spcBef>
            </a:pPr>
            <a:r>
              <a:rPr sz="1200" b="1" kern="0" spc="-110" dirty="0">
                <a:solidFill>
                  <a:schemeClr val="dk1"/>
                </a:solidFill>
                <a:cs typeface="微软雅黑" panose="020B0503020204020204" charset="-122"/>
              </a:rPr>
              <a:t>预算口径说明：</a:t>
            </a:r>
            <a:endParaRPr lang="en-US" altLang="en-US" sz="1200" dirty="0">
              <a:solidFill>
                <a:schemeClr val="dk1"/>
              </a:solidFill>
            </a:endParaRPr>
          </a:p>
          <a:p>
            <a:pPr marL="457835" indent="-231140" algn="l" rtl="0" eaLnBrk="0">
              <a:lnSpc>
                <a:spcPct val="99000"/>
              </a:lnSpc>
              <a:spcBef>
                <a:spcPts val="35"/>
              </a:spcBef>
            </a:pPr>
            <a:r>
              <a:rPr sz="1200" kern="0" spc="-10" dirty="0">
                <a:solidFill>
                  <a:schemeClr val="dk1"/>
                </a:solidFill>
                <a:cs typeface="微软雅黑" panose="020B0503020204020204" charset="-122"/>
              </a:rPr>
              <a:t>1.</a:t>
            </a:r>
            <a:r>
              <a:rPr sz="1200" kern="0" spc="110" dirty="0">
                <a:solidFill>
                  <a:schemeClr val="dk1"/>
                </a:solidFill>
                <a:cs typeface="微软雅黑" panose="020B0503020204020204" charset="-122"/>
              </a:rPr>
              <a:t>  </a:t>
            </a:r>
            <a:r>
              <a:rPr sz="1200" kern="0" spc="-10" dirty="0">
                <a:solidFill>
                  <a:schemeClr val="dk1"/>
                </a:solidFill>
                <a:cs typeface="微软雅黑" panose="020B0503020204020204" charset="-122"/>
              </a:rPr>
              <a:t>自营省区收入</a:t>
            </a:r>
            <a:r>
              <a:rPr sz="1200" kern="0" spc="-190" dirty="0">
                <a:solidFill>
                  <a:schemeClr val="dk1"/>
                </a:solidFill>
                <a:cs typeface="微软雅黑" panose="020B0503020204020204" charset="-122"/>
              </a:rPr>
              <a:t> </a:t>
            </a:r>
            <a:r>
              <a:rPr sz="1200" kern="0" spc="-10" dirty="0">
                <a:solidFill>
                  <a:schemeClr val="dk1"/>
                </a:solidFill>
                <a:cs typeface="微软雅黑" panose="020B0503020204020204" charset="-122"/>
              </a:rPr>
              <a:t>=直营网点收入+B网开单收入+A网收入+平台收入+</a:t>
            </a:r>
            <a:r>
              <a:rPr sz="1200" kern="0" spc="-20" dirty="0">
                <a:solidFill>
                  <a:schemeClr val="dk1"/>
                </a:solidFill>
                <a:cs typeface="微软雅黑" panose="020B0503020204020204" charset="-122"/>
              </a:rPr>
              <a:t>增值收入       </a:t>
            </a:r>
            <a:r>
              <a:rPr sz="1200" kern="0" spc="-30" dirty="0">
                <a:solidFill>
                  <a:schemeClr val="dk1"/>
                </a:solidFill>
                <a:cs typeface="微软雅黑" panose="020B0503020204020204" charset="-122"/>
              </a:rPr>
              <a:t>+增值服务收入【直营】</a:t>
            </a:r>
            <a:r>
              <a:rPr sz="1200" kern="0" spc="-190" dirty="0">
                <a:solidFill>
                  <a:schemeClr val="dk1"/>
                </a:solidFill>
                <a:cs typeface="微软雅黑" panose="020B0503020204020204" charset="-122"/>
              </a:rPr>
              <a:t> </a:t>
            </a:r>
            <a:r>
              <a:rPr sz="1200" kern="0" spc="-30" dirty="0">
                <a:solidFill>
                  <a:schemeClr val="dk1"/>
                </a:solidFill>
                <a:cs typeface="微软雅黑" panose="020B0503020204020204" charset="-122"/>
              </a:rPr>
              <a:t>+加盟收入；</a:t>
            </a:r>
            <a:endParaRPr lang="en-US" altLang="en-US" sz="1200" dirty="0">
              <a:solidFill>
                <a:schemeClr val="dk1"/>
              </a:solidFill>
            </a:endParaRPr>
          </a:p>
          <a:p>
            <a:pPr marL="219710" algn="l" rtl="0" eaLnBrk="0">
              <a:lnSpc>
                <a:spcPct val="97000"/>
              </a:lnSpc>
              <a:spcBef>
                <a:spcPts val="35"/>
              </a:spcBef>
            </a:pPr>
            <a:r>
              <a:rPr sz="1200" kern="0" spc="0" dirty="0">
                <a:solidFill>
                  <a:schemeClr val="dk1"/>
                </a:solidFill>
                <a:cs typeface="微软雅黑" panose="020B0503020204020204" charset="-122"/>
              </a:rPr>
              <a:t>2.  成员企业收入</a:t>
            </a:r>
            <a:r>
              <a:rPr sz="1200" kern="0" spc="-210" dirty="0">
                <a:solidFill>
                  <a:schemeClr val="dk1"/>
                </a:solidFill>
                <a:cs typeface="微软雅黑" panose="020B0503020204020204" charset="-122"/>
              </a:rPr>
              <a:t> </a:t>
            </a:r>
            <a:r>
              <a:rPr sz="1200" kern="0" spc="0" dirty="0">
                <a:solidFill>
                  <a:schemeClr val="dk1"/>
                </a:solidFill>
                <a:cs typeface="微软雅黑" panose="020B0503020204020204" charset="-122"/>
              </a:rPr>
              <a:t>=平台收入+增值收</a:t>
            </a:r>
            <a:r>
              <a:rPr sz="1200" kern="0" spc="-10" dirty="0">
                <a:solidFill>
                  <a:schemeClr val="dk1"/>
                </a:solidFill>
                <a:cs typeface="微软雅黑" panose="020B0503020204020204" charset="-122"/>
              </a:rPr>
              <a:t>入【数据来源：运单结算记录】</a:t>
            </a:r>
            <a:endParaRPr lang="en-US" altLang="en-US" sz="1200" dirty="0">
              <a:solidFill>
                <a:schemeClr val="dk1"/>
              </a:solidFill>
            </a:endParaRPr>
          </a:p>
          <a:p>
            <a:pPr marL="221615" algn="l" rtl="0" eaLnBrk="0">
              <a:lnSpc>
                <a:spcPct val="89000"/>
              </a:lnSpc>
              <a:spcBef>
                <a:spcPts val="45"/>
              </a:spcBef>
            </a:pPr>
            <a:r>
              <a:rPr sz="1200" kern="0" spc="0" dirty="0">
                <a:solidFill>
                  <a:schemeClr val="dk1"/>
                </a:solidFill>
                <a:cs typeface="微软雅黑" panose="020B0503020204020204" charset="-122"/>
              </a:rPr>
              <a:t>3.  加盟收入：以财务输出数据为准【数据来源：金蝶系统】</a:t>
            </a:r>
            <a:endParaRPr lang="en-US" altLang="en-US" sz="1200" dirty="0">
              <a:solidFill>
                <a:schemeClr val="dk1"/>
              </a:solidFill>
            </a:endParaRPr>
          </a:p>
          <a:p>
            <a:pPr marL="212090" algn="l" rtl="0" eaLnBrk="0">
              <a:lnSpc>
                <a:spcPts val="1555"/>
              </a:lnSpc>
            </a:pPr>
            <a:r>
              <a:rPr sz="1200" kern="0" spc="0" dirty="0">
                <a:solidFill>
                  <a:schemeClr val="dk1"/>
                </a:solidFill>
                <a:cs typeface="微软雅黑" panose="020B0503020204020204" charset="-122"/>
              </a:rPr>
              <a:t>4.  平台、增值收入【数据来源：运单结算记录】：</a:t>
            </a:r>
            <a:endParaRPr lang="en-US" altLang="en-US" sz="1200" dirty="0">
              <a:solidFill>
                <a:schemeClr val="dk1"/>
              </a:solidFill>
            </a:endParaRPr>
          </a:p>
          <a:p>
            <a:pPr marL="452120" algn="l" rtl="0" eaLnBrk="0">
              <a:lnSpc>
                <a:spcPct val="89000"/>
              </a:lnSpc>
              <a:spcBef>
                <a:spcPts val="45"/>
              </a:spcBef>
            </a:pPr>
            <a:r>
              <a:rPr sz="1200" kern="0" spc="-20" dirty="0">
                <a:solidFill>
                  <a:schemeClr val="dk1"/>
                </a:solidFill>
                <a:cs typeface="微软雅黑" panose="020B0503020204020204" charset="-122"/>
              </a:rPr>
              <a:t>自营：省区加收+平台加收</a:t>
            </a:r>
            <a:endParaRPr lang="en-US" altLang="en-US" sz="1200" dirty="0">
              <a:solidFill>
                <a:schemeClr val="dk1"/>
              </a:solidFill>
            </a:endParaRPr>
          </a:p>
          <a:p>
            <a:pPr marL="434340" algn="l" rtl="0" eaLnBrk="0">
              <a:lnSpc>
                <a:spcPts val="1560"/>
              </a:lnSpc>
            </a:pPr>
            <a:r>
              <a:rPr sz="1200" kern="0" spc="-10" dirty="0">
                <a:solidFill>
                  <a:schemeClr val="dk1"/>
                </a:solidFill>
                <a:cs typeface="微软雅黑" panose="020B0503020204020204" charset="-122"/>
              </a:rPr>
              <a:t>成员：平台加收</a:t>
            </a:r>
            <a:endParaRPr lang="en-US" altLang="en-US" sz="1200" dirty="0">
              <a:solidFill>
                <a:schemeClr val="dk1"/>
              </a:solidFill>
            </a:endParaRPr>
          </a:p>
          <a:p>
            <a:pPr marL="223520" algn="l" rtl="0" eaLnBrk="0">
              <a:lnSpc>
                <a:spcPct val="97000"/>
              </a:lnSpc>
              <a:spcBef>
                <a:spcPts val="40"/>
              </a:spcBef>
            </a:pPr>
            <a:r>
              <a:rPr sz="1200" kern="0" spc="-20" dirty="0">
                <a:solidFill>
                  <a:schemeClr val="dk1"/>
                </a:solidFill>
                <a:cs typeface="微软雅黑" panose="020B0503020204020204" charset="-122"/>
              </a:rPr>
              <a:t>5.  B网开单收入和直营网点的开单收入统计费用合计；  【数据来源</a:t>
            </a:r>
            <a:r>
              <a:rPr sz="1200" kern="0" spc="-30" dirty="0">
                <a:solidFill>
                  <a:schemeClr val="dk1"/>
                </a:solidFill>
                <a:cs typeface="微软雅黑" panose="020B0503020204020204" charset="-122"/>
              </a:rPr>
              <a:t>：寄件运单</a:t>
            </a:r>
            <a:endParaRPr lang="en-US" altLang="en-US" sz="1200" dirty="0">
              <a:solidFill>
                <a:schemeClr val="dk1"/>
              </a:solidFill>
            </a:endParaRPr>
          </a:p>
          <a:p>
            <a:pPr marL="222250" algn="l" rtl="0" eaLnBrk="0">
              <a:lnSpc>
                <a:spcPct val="97000"/>
              </a:lnSpc>
              <a:spcBef>
                <a:spcPts val="55"/>
              </a:spcBef>
            </a:pPr>
            <a:r>
              <a:rPr sz="1200" kern="0" spc="-40" dirty="0">
                <a:solidFill>
                  <a:schemeClr val="dk1"/>
                </a:solidFill>
                <a:cs typeface="微软雅黑" panose="020B0503020204020204" charset="-122"/>
              </a:rPr>
              <a:t>明细】</a:t>
            </a:r>
            <a:endParaRPr lang="en-US" altLang="en-US" sz="1200" dirty="0">
              <a:solidFill>
                <a:schemeClr val="dk1"/>
              </a:solidFill>
            </a:endParaRPr>
          </a:p>
          <a:p>
            <a:pPr marL="213360" indent="6350" algn="l" rtl="0" eaLnBrk="0">
              <a:lnSpc>
                <a:spcPct val="99000"/>
              </a:lnSpc>
              <a:spcBef>
                <a:spcPts val="25"/>
              </a:spcBef>
            </a:pPr>
            <a:r>
              <a:rPr sz="1200" kern="0" spc="-10" dirty="0">
                <a:solidFill>
                  <a:schemeClr val="dk1"/>
                </a:solidFill>
                <a:cs typeface="微软雅黑" panose="020B0503020204020204" charset="-122"/>
              </a:rPr>
              <a:t>6.  A网收入=A网直营网点收入【数据来源：运单结算记录】</a:t>
            </a:r>
            <a:r>
              <a:rPr sz="1200" kern="0" spc="-210" dirty="0">
                <a:solidFill>
                  <a:schemeClr val="dk1"/>
                </a:solidFill>
                <a:cs typeface="微软雅黑" panose="020B0503020204020204" charset="-122"/>
              </a:rPr>
              <a:t> </a:t>
            </a:r>
            <a:r>
              <a:rPr sz="1200" kern="0" spc="-10" dirty="0">
                <a:solidFill>
                  <a:schemeClr val="dk1"/>
                </a:solidFill>
                <a:cs typeface="微软雅黑" panose="020B0503020204020204" charset="-122"/>
              </a:rPr>
              <a:t>+</a:t>
            </a:r>
            <a:r>
              <a:rPr sz="1200" kern="0" spc="-20" dirty="0">
                <a:solidFill>
                  <a:schemeClr val="dk1"/>
                </a:solidFill>
                <a:cs typeface="微软雅黑" panose="020B0503020204020204" charset="-122"/>
              </a:rPr>
              <a:t>A网中转收入【数      </a:t>
            </a:r>
            <a:r>
              <a:rPr sz="1200" kern="0" spc="0" dirty="0">
                <a:solidFill>
                  <a:schemeClr val="dk1"/>
                </a:solidFill>
                <a:cs typeface="微软雅黑" panose="020B0503020204020204" charset="-122"/>
              </a:rPr>
              <a:t>据来源：寄件运单明细+运单结算</a:t>
            </a:r>
            <a:r>
              <a:rPr sz="1200" kern="0" spc="-10" dirty="0">
                <a:solidFill>
                  <a:schemeClr val="dk1"/>
                </a:solidFill>
                <a:cs typeface="微软雅黑" panose="020B0503020204020204" charset="-122"/>
              </a:rPr>
              <a:t>记录】</a:t>
            </a:r>
            <a:endParaRPr lang="en-US" altLang="en-US" sz="1200" kern="0" spc="-10" dirty="0">
              <a:solidFill>
                <a:schemeClr val="dk1"/>
              </a:solidFill>
              <a:cs typeface="微软雅黑" panose="020B0503020204020204" charset="-122"/>
            </a:endParaRPr>
          </a:p>
        </p:txBody>
      </p:sp>
      <p:sp>
        <p:nvSpPr>
          <p:cNvPr id="3816" name="textbox 3816"/>
          <p:cNvSpPr/>
          <p:nvPr>
            <p:custDataLst>
              <p:tags r:id="rId2"/>
            </p:custDataLst>
          </p:nvPr>
        </p:nvSpPr>
        <p:spPr>
          <a:xfrm>
            <a:off x="6225540" y="1050036"/>
            <a:ext cx="5755004" cy="2101850"/>
          </a:xfrm>
          <a:prstGeom prst="rect">
            <a:avLst/>
          </a:prstGeom>
          <a:solidFill>
            <a:srgbClr val="D4D4D4">
              <a:alpha val="9411"/>
            </a:srgbClr>
          </a:solidFill>
        </p:spPr>
        <p:txBody>
          <a:bodyPr vert="horz" wrap="square" lIns="0" tIns="0" rIns="0" bIns="0">
            <a:normAutofit/>
          </a:bodyPr>
          <a:lstStyle/>
          <a:p>
            <a:pPr algn="l" rtl="0" eaLnBrk="0">
              <a:lnSpc>
                <a:spcPct val="105000"/>
              </a:lnSpc>
            </a:pPr>
            <a:endParaRPr lang="en-US" altLang="en-US" sz="1000" dirty="0">
              <a:solidFill>
                <a:schemeClr val="dk1"/>
              </a:solidFill>
            </a:endParaRPr>
          </a:p>
          <a:p>
            <a:pPr algn="l" rtl="0" eaLnBrk="0">
              <a:lnSpc>
                <a:spcPct val="8000"/>
              </a:lnSpc>
            </a:pPr>
            <a:endParaRPr lang="en-US" altLang="en-US" sz="100" dirty="0">
              <a:solidFill>
                <a:schemeClr val="dk1"/>
              </a:solidFill>
            </a:endParaRPr>
          </a:p>
          <a:p>
            <a:pPr marL="200660" algn="l" rtl="0" eaLnBrk="0">
              <a:lnSpc>
                <a:spcPct val="97000"/>
              </a:lnSpc>
            </a:pPr>
            <a:r>
              <a:rPr sz="1200" b="1" kern="0" spc="-110" dirty="0">
                <a:solidFill>
                  <a:schemeClr val="dk1"/>
                </a:solidFill>
                <a:cs typeface="微软雅黑" panose="020B0503020204020204" charset="-122"/>
              </a:rPr>
              <a:t>业务口径说明：</a:t>
            </a:r>
            <a:endParaRPr lang="en-US" altLang="en-US" sz="1200" dirty="0">
              <a:solidFill>
                <a:schemeClr val="dk1"/>
              </a:solidFill>
            </a:endParaRPr>
          </a:p>
          <a:p>
            <a:pPr marL="542925" indent="-328930" algn="l" rtl="0" eaLnBrk="0">
              <a:lnSpc>
                <a:spcPct val="99000"/>
              </a:lnSpc>
              <a:spcBef>
                <a:spcPts val="35"/>
              </a:spcBef>
            </a:pPr>
            <a:r>
              <a:rPr sz="1200" kern="0" spc="0" dirty="0">
                <a:solidFill>
                  <a:schemeClr val="dk1"/>
                </a:solidFill>
                <a:cs typeface="微软雅黑" panose="020B0503020204020204" charset="-122"/>
              </a:rPr>
              <a:t>1.     自营</a:t>
            </a:r>
            <a:r>
              <a:rPr sz="1200" kern="0" spc="-10" dirty="0">
                <a:solidFill>
                  <a:schemeClr val="dk1"/>
                </a:solidFill>
                <a:cs typeface="微软雅黑" panose="020B0503020204020204" charset="-122"/>
              </a:rPr>
              <a:t>省区收入</a:t>
            </a:r>
            <a:r>
              <a:rPr sz="1200" kern="0" spc="-220" dirty="0">
                <a:solidFill>
                  <a:schemeClr val="dk1"/>
                </a:solidFill>
                <a:cs typeface="微软雅黑" panose="020B0503020204020204" charset="-122"/>
              </a:rPr>
              <a:t> </a:t>
            </a:r>
            <a:r>
              <a:rPr sz="1200" kern="0" spc="-10" dirty="0">
                <a:solidFill>
                  <a:schemeClr val="dk1"/>
                </a:solidFill>
                <a:cs typeface="微软雅黑" panose="020B0503020204020204" charset="-122"/>
              </a:rPr>
              <a:t>=自营网点收入+B网开单收入+A网收入+平台收入+增值收        </a:t>
            </a:r>
            <a:r>
              <a:rPr sz="1200" kern="0" spc="0" dirty="0">
                <a:solidFill>
                  <a:schemeClr val="dk1"/>
                </a:solidFill>
                <a:cs typeface="微软雅黑" panose="020B0503020204020204" charset="-122"/>
              </a:rPr>
              <a:t>入+增值服务收入【</a:t>
            </a:r>
            <a:r>
              <a:rPr sz="1200" kern="0" spc="-10" dirty="0">
                <a:solidFill>
                  <a:schemeClr val="dk1"/>
                </a:solidFill>
                <a:cs typeface="微软雅黑" panose="020B0503020204020204" charset="-122"/>
              </a:rPr>
              <a:t>直营】</a:t>
            </a:r>
            <a:endParaRPr lang="en-US" altLang="en-US" sz="1200" dirty="0">
              <a:solidFill>
                <a:schemeClr val="dk1"/>
              </a:solidFill>
            </a:endParaRPr>
          </a:p>
          <a:p>
            <a:pPr marL="206375" algn="l" rtl="0" eaLnBrk="0">
              <a:lnSpc>
                <a:spcPct val="97000"/>
              </a:lnSpc>
              <a:spcBef>
                <a:spcPts val="35"/>
              </a:spcBef>
            </a:pPr>
            <a:r>
              <a:rPr sz="1200" kern="0" spc="-20" dirty="0">
                <a:solidFill>
                  <a:schemeClr val="dk1"/>
                </a:solidFill>
                <a:cs typeface="微软雅黑" panose="020B0503020204020204" charset="-122"/>
              </a:rPr>
              <a:t>2.    成员企业收入</a:t>
            </a:r>
            <a:r>
              <a:rPr sz="1200" kern="0" spc="-210" dirty="0">
                <a:solidFill>
                  <a:schemeClr val="dk1"/>
                </a:solidFill>
                <a:cs typeface="微软雅黑" panose="020B0503020204020204" charset="-122"/>
              </a:rPr>
              <a:t> </a:t>
            </a:r>
            <a:r>
              <a:rPr sz="1200" kern="0" spc="-20" dirty="0">
                <a:solidFill>
                  <a:schemeClr val="dk1"/>
                </a:solidFill>
                <a:cs typeface="微软雅黑" panose="020B0503020204020204" charset="-122"/>
              </a:rPr>
              <a:t>=平台收入+增值收入；</a:t>
            </a:r>
            <a:r>
              <a:rPr sz="1200" kern="0" spc="50" dirty="0">
                <a:solidFill>
                  <a:schemeClr val="dk1"/>
                </a:solidFill>
                <a:cs typeface="微软雅黑" panose="020B0503020204020204" charset="-122"/>
              </a:rPr>
              <a:t>  </a:t>
            </a:r>
            <a:r>
              <a:rPr sz="1200" kern="0" spc="-20" dirty="0">
                <a:solidFill>
                  <a:schemeClr val="dk1"/>
                </a:solidFill>
                <a:cs typeface="微软雅黑" panose="020B0503020204020204" charset="-122"/>
              </a:rPr>
              <a:t>【数据来源：运单</a:t>
            </a:r>
            <a:r>
              <a:rPr sz="1200" kern="0" spc="-30" dirty="0">
                <a:solidFill>
                  <a:schemeClr val="dk1"/>
                </a:solidFill>
                <a:cs typeface="微软雅黑" panose="020B0503020204020204" charset="-122"/>
              </a:rPr>
              <a:t>结算记录】</a:t>
            </a:r>
            <a:endParaRPr lang="en-US" altLang="en-US" sz="1200" dirty="0">
              <a:solidFill>
                <a:schemeClr val="dk1"/>
              </a:solidFill>
            </a:endParaRPr>
          </a:p>
          <a:p>
            <a:pPr marL="542290" indent="-334010" algn="l" rtl="0" eaLnBrk="0">
              <a:lnSpc>
                <a:spcPct val="99000"/>
              </a:lnSpc>
              <a:spcBef>
                <a:spcPts val="35"/>
              </a:spcBef>
            </a:pPr>
            <a:r>
              <a:rPr sz="1200" kern="0" spc="0" dirty="0">
                <a:solidFill>
                  <a:schemeClr val="dk1"/>
                </a:solidFill>
                <a:cs typeface="微软雅黑" panose="020B0503020204020204" charset="-122"/>
              </a:rPr>
              <a:t>3.    成员企业收入统计平台加收部分：自营+省区明细统计省区收入部分，未计   </a:t>
            </a:r>
            <a:r>
              <a:rPr sz="1200" kern="0" spc="-10" dirty="0">
                <a:solidFill>
                  <a:schemeClr val="dk1"/>
                </a:solidFill>
                <a:cs typeface="微软雅黑" panose="020B0503020204020204" charset="-122"/>
              </a:rPr>
              <a:t>   算平台加收</a:t>
            </a:r>
            <a:endParaRPr lang="en-US" altLang="en-US" sz="1200" dirty="0">
              <a:solidFill>
                <a:schemeClr val="dk1"/>
              </a:solidFill>
            </a:endParaRPr>
          </a:p>
          <a:p>
            <a:pPr marL="198755" algn="l" rtl="0" eaLnBrk="0">
              <a:lnSpc>
                <a:spcPct val="97000"/>
              </a:lnSpc>
              <a:spcBef>
                <a:spcPts val="10"/>
              </a:spcBef>
            </a:pPr>
            <a:r>
              <a:rPr sz="1200" kern="0" spc="-20" dirty="0">
                <a:solidFill>
                  <a:schemeClr val="dk1"/>
                </a:solidFill>
                <a:cs typeface="微软雅黑" panose="020B0503020204020204" charset="-122"/>
              </a:rPr>
              <a:t>4.</a:t>
            </a:r>
            <a:r>
              <a:rPr sz="1200" kern="0" spc="70" dirty="0">
                <a:solidFill>
                  <a:schemeClr val="dk1"/>
                </a:solidFill>
                <a:cs typeface="微软雅黑" panose="020B0503020204020204" charset="-122"/>
              </a:rPr>
              <a:t>    </a:t>
            </a:r>
            <a:r>
              <a:rPr sz="1200" kern="0" spc="-20" dirty="0">
                <a:solidFill>
                  <a:schemeClr val="dk1"/>
                </a:solidFill>
                <a:cs typeface="微软雅黑" panose="020B0503020204020204" charset="-122"/>
              </a:rPr>
              <a:t>加盟收入以财务中心和网络中心核对后数据为准</a:t>
            </a:r>
            <a:r>
              <a:rPr sz="1200" kern="0" spc="-30" dirty="0">
                <a:solidFill>
                  <a:schemeClr val="dk1"/>
                </a:solidFill>
                <a:cs typeface="微软雅黑" panose="020B0503020204020204" charset="-122"/>
              </a:rPr>
              <a:t>，  暂未统计在内</a:t>
            </a:r>
            <a:endParaRPr lang="en-US" altLang="en-US" sz="1200" dirty="0">
              <a:solidFill>
                <a:schemeClr val="dk1"/>
              </a:solidFill>
            </a:endParaRPr>
          </a:p>
          <a:p>
            <a:pPr marL="210820" algn="l" rtl="0" eaLnBrk="0">
              <a:lnSpc>
                <a:spcPct val="97000"/>
              </a:lnSpc>
              <a:spcBef>
                <a:spcPts val="65"/>
              </a:spcBef>
            </a:pPr>
            <a:r>
              <a:rPr sz="1200" kern="0" spc="10" dirty="0">
                <a:solidFill>
                  <a:schemeClr val="dk1"/>
                </a:solidFill>
                <a:cs typeface="微软雅黑" panose="020B0503020204020204" charset="-122"/>
              </a:rPr>
              <a:t>5.    销售折扣：市场价-平</a:t>
            </a:r>
            <a:r>
              <a:rPr sz="1200" kern="0" spc="0" dirty="0">
                <a:solidFill>
                  <a:schemeClr val="dk1"/>
                </a:solidFill>
                <a:cs typeface="微软雅黑" panose="020B0503020204020204" charset="-122"/>
              </a:rPr>
              <a:t>台结算成本【数据来源：寄件运单明细】</a:t>
            </a:r>
            <a:endParaRPr lang="en-US" altLang="en-US" sz="1200" dirty="0">
              <a:solidFill>
                <a:schemeClr val="dk1"/>
              </a:solidFill>
            </a:endParaRPr>
          </a:p>
          <a:p>
            <a:pPr marL="551815" indent="-345440" algn="l" rtl="0" eaLnBrk="0">
              <a:lnSpc>
                <a:spcPct val="99000"/>
              </a:lnSpc>
              <a:spcBef>
                <a:spcPts val="45"/>
              </a:spcBef>
            </a:pPr>
            <a:r>
              <a:rPr sz="1200" kern="0" spc="-20" dirty="0">
                <a:solidFill>
                  <a:schemeClr val="dk1"/>
                </a:solidFill>
                <a:cs typeface="微软雅黑" panose="020B0503020204020204" charset="-122"/>
              </a:rPr>
              <a:t>6.     B网开单收入和直营网点的开单收入统计费用合计；  【数据来源：寄件运单      </a:t>
            </a:r>
            <a:r>
              <a:rPr sz="1200" kern="0" spc="-40" dirty="0">
                <a:solidFill>
                  <a:schemeClr val="dk1"/>
                </a:solidFill>
                <a:cs typeface="微软雅黑" panose="020B0503020204020204" charset="-122"/>
              </a:rPr>
              <a:t>明细】</a:t>
            </a:r>
            <a:endParaRPr lang="en-US" altLang="en-US" sz="1200" kern="0" spc="-40" dirty="0">
              <a:solidFill>
                <a:schemeClr val="dk1"/>
              </a:solidFill>
              <a:cs typeface="微软雅黑" panose="020B0503020204020204" charset="-122"/>
            </a:endParaRPr>
          </a:p>
        </p:txBody>
      </p:sp>
      <p:pic>
        <p:nvPicPr>
          <p:cNvPr id="3818" name="picture 3818"/>
          <p:cNvPicPr>
            <a:picLocks noChangeAspect="1"/>
          </p:cNvPicPr>
          <p:nvPr>
            <p:custDataLst>
              <p:tags r:id="rId3"/>
            </p:custDataLst>
          </p:nvPr>
        </p:nvPicPr>
        <p:blipFill>
          <a:blip r:embed="rId4"/>
          <a:stretch>
            <a:fillRect/>
          </a:stretch>
        </p:blipFill>
        <p:spPr>
          <a:xfrm rot="21600000">
            <a:off x="809244" y="3790188"/>
            <a:ext cx="4920995" cy="2438400"/>
          </a:xfrm>
          <a:prstGeom prst="rect">
            <a:avLst/>
          </a:prstGeom>
        </p:spPr>
      </p:pic>
      <p:pic>
        <p:nvPicPr>
          <p:cNvPr id="3820" name="picture 3820"/>
          <p:cNvPicPr>
            <a:picLocks noChangeAspect="1"/>
          </p:cNvPicPr>
          <p:nvPr>
            <p:custDataLst>
              <p:tags r:id="rId5"/>
            </p:custDataLst>
          </p:nvPr>
        </p:nvPicPr>
        <p:blipFill>
          <a:blip r:embed="rId6"/>
          <a:stretch>
            <a:fillRect/>
          </a:stretch>
        </p:blipFill>
        <p:spPr>
          <a:xfrm rot="21600000">
            <a:off x="958596" y="838200"/>
            <a:ext cx="4771644" cy="2438400"/>
          </a:xfrm>
          <a:prstGeom prst="rect">
            <a:avLst/>
          </a:prstGeom>
        </p:spPr>
      </p:pic>
      <p:sp>
        <p:nvSpPr>
          <p:cNvPr id="3" name="标题 2"/>
          <p:cNvSpPr>
            <a:spLocks noGrp="1"/>
          </p:cNvSpPr>
          <p:nvPr>
            <p:ph type="title"/>
            <p:custDataLst>
              <p:tags r:id="rId7"/>
            </p:custDataLst>
          </p:nvPr>
        </p:nvSpPr>
        <p:spPr>
          <a:xfrm>
            <a:off x="695960" y="-51480"/>
            <a:ext cx="10800000" cy="720000"/>
          </a:xfrm>
        </p:spPr>
        <p:txBody>
          <a:bodyPr vert="horz" lIns="0" tIns="0" rIns="0" bIns="0" rtlCol="0" anchor="b">
            <a:normAutofit fontScale="90000"/>
          </a:bodyPr>
          <a:lstStyle>
            <a:lvl1pPr>
              <a:defRPr sz="3200"/>
            </a:lvl1pPr>
          </a:lstStyle>
          <a:p>
            <a:pPr lvl="0" algn="l">
              <a:buClrTx/>
              <a:buSzTx/>
              <a:buFontTx/>
            </a:pPr>
            <a:endParaRPr lang="zh-CN" altLang="en-US" dirty="0">
              <a:sym typeface="+mn-ea"/>
            </a:endParaRPr>
          </a:p>
          <a:p>
            <a:pPr lvl="0" algn="l">
              <a:buClrTx/>
              <a:buSzTx/>
              <a:buFontTx/>
            </a:pPr>
            <a:r>
              <a:rPr sz="2000" kern="0" dirty="0">
                <a:solidFill>
                  <a:schemeClr val="dk1"/>
                </a:solidFill>
                <a:latin typeface="+mn-lt"/>
                <a:ea typeface="+mn-ea"/>
                <a:cs typeface="微软雅黑" panose="020B0503020204020204" charset="-122"/>
                <a:sym typeface="+mn-ea"/>
              </a:rPr>
              <a:t>同样是全网收入管理报表，口径不一致</a:t>
            </a:r>
            <a:endParaRPr sz="2000" kern="0" dirty="0">
              <a:solidFill>
                <a:schemeClr val="dk1"/>
              </a:solidFill>
              <a:latin typeface="+mn-lt"/>
              <a:ea typeface="+mn-ea"/>
              <a:cs typeface="微软雅黑" panose="020B0503020204020204" charset="-122"/>
              <a:sym typeface="+mn-ea"/>
            </a:endParaRPr>
          </a:p>
        </p:txBody>
      </p:sp>
    </p:spTree>
    <p:custDataLst>
      <p:tags r:id="rId8"/>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28" name="picture 3828"/>
          <p:cNvPicPr>
            <a:picLocks noChangeAspect="1"/>
          </p:cNvPicPr>
          <p:nvPr>
            <p:custDataLst>
              <p:tags r:id="rId1"/>
            </p:custDataLst>
          </p:nvPr>
        </p:nvPicPr>
        <p:blipFill>
          <a:blip r:embed="rId2"/>
          <a:stretch>
            <a:fillRect/>
          </a:stretch>
        </p:blipFill>
        <p:spPr>
          <a:xfrm rot="21600000">
            <a:off x="92964" y="1395983"/>
            <a:ext cx="6867144" cy="2203704"/>
          </a:xfrm>
          <a:prstGeom prst="rect">
            <a:avLst/>
          </a:prstGeom>
        </p:spPr>
      </p:pic>
      <p:pic>
        <p:nvPicPr>
          <p:cNvPr id="3830" name="picture 3830"/>
          <p:cNvPicPr>
            <a:picLocks noChangeAspect="1"/>
          </p:cNvPicPr>
          <p:nvPr>
            <p:custDataLst>
              <p:tags r:id="rId3"/>
            </p:custDataLst>
          </p:nvPr>
        </p:nvPicPr>
        <p:blipFill>
          <a:blip r:embed="rId4"/>
          <a:stretch>
            <a:fillRect/>
          </a:stretch>
        </p:blipFill>
        <p:spPr>
          <a:xfrm rot="21600000">
            <a:off x="6710171" y="1344167"/>
            <a:ext cx="5100828" cy="4872228"/>
          </a:xfrm>
          <a:prstGeom prst="rect">
            <a:avLst/>
          </a:prstGeom>
        </p:spPr>
      </p:pic>
      <p:pic>
        <p:nvPicPr>
          <p:cNvPr id="3832" name="picture 3832"/>
          <p:cNvPicPr>
            <a:picLocks noChangeAspect="1"/>
          </p:cNvPicPr>
          <p:nvPr>
            <p:custDataLst>
              <p:tags r:id="rId5"/>
            </p:custDataLst>
          </p:nvPr>
        </p:nvPicPr>
        <p:blipFill>
          <a:blip r:embed="rId6"/>
          <a:stretch>
            <a:fillRect/>
          </a:stretch>
        </p:blipFill>
        <p:spPr>
          <a:xfrm rot="21600000">
            <a:off x="3778486" y="4899662"/>
            <a:ext cx="2193562" cy="535305"/>
          </a:xfrm>
          <a:prstGeom prst="rect">
            <a:avLst/>
          </a:prstGeom>
        </p:spPr>
      </p:pic>
      <p:pic>
        <p:nvPicPr>
          <p:cNvPr id="3834" name="picture 3834"/>
          <p:cNvPicPr>
            <a:picLocks noChangeAspect="1"/>
          </p:cNvPicPr>
          <p:nvPr>
            <p:custDataLst>
              <p:tags r:id="rId7"/>
            </p:custDataLst>
          </p:nvPr>
        </p:nvPicPr>
        <p:blipFill>
          <a:blip r:embed="rId8"/>
          <a:stretch>
            <a:fillRect/>
          </a:stretch>
        </p:blipFill>
        <p:spPr>
          <a:xfrm rot="21600000">
            <a:off x="2128741" y="3773423"/>
            <a:ext cx="3849656" cy="1661544"/>
          </a:xfrm>
          <a:prstGeom prst="rect">
            <a:avLst/>
          </a:prstGeom>
        </p:spPr>
      </p:pic>
      <p:graphicFrame>
        <p:nvGraphicFramePr>
          <p:cNvPr id="3838" name="table 3838"/>
          <p:cNvGraphicFramePr>
            <a:graphicFrameLocks noGrp="1"/>
          </p:cNvGraphicFramePr>
          <p:nvPr>
            <p:custDataLst>
              <p:tags r:id="rId9"/>
            </p:custDataLst>
          </p:nvPr>
        </p:nvGraphicFramePr>
        <p:xfrm>
          <a:off x="6757161" y="5033517"/>
          <a:ext cx="4698365" cy="975360"/>
        </p:xfrm>
        <a:graphic>
          <a:graphicData uri="http://schemas.openxmlformats.org/drawingml/2006/table">
            <a:tbl>
              <a:tblPr/>
              <a:tblGrid>
                <a:gridCol w="3281045"/>
                <a:gridCol w="1417319"/>
              </a:tblGrid>
              <a:tr h="484505">
                <a:tc gridSpan="2">
                  <a:txBody>
                    <a:bodyPr/>
                    <a:lstStyle/>
                    <a:p>
                      <a:pPr algn="l" rtl="0" eaLnBrk="0">
                        <a:lnSpc>
                          <a:spcPct val="100000"/>
                        </a:lnSpc>
                      </a:pPr>
                      <a:endParaRPr lang="en-US" altLang="en-US" sz="1000" dirty="0"/>
                    </a:p>
                  </a:txBody>
                  <a:tcPr marL="0" marR="0" marT="0" marB="0" vert="horz">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hMerge="1">
                  <a:tcPr marL="0" marR="0" marT="0" marB="0" vert="horz">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r>
              <a:tr h="490855">
                <a:tc>
                  <a:txBody>
                    <a:bodyPr/>
                    <a:lstStyle/>
                    <a:p>
                      <a:pPr algn="l" rtl="0" eaLnBrk="0">
                        <a:lnSpc>
                          <a:spcPct val="100000"/>
                        </a:lnSpc>
                      </a:pPr>
                      <a:endParaRPr lang="en-US" altLang="en-US" sz="1000" dirty="0"/>
                    </a:p>
                  </a:txBody>
                  <a:tcPr marL="0" marR="0" marT="0" marB="0" vert="horz">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FF0000"/>
                      </a:solidFill>
                      <a:prstDash val="solid"/>
                      <a:round/>
                      <a:headEnd type="none" w="med" len="med"/>
                      <a:tailEnd type="none" w="med" len="med"/>
                    </a:lnL>
                    <a:lnR>
                      <a:noFill/>
                    </a:lnR>
                    <a:lnT w="12700" cap="flat" cmpd="sng" algn="ctr">
                      <a:solidFill>
                        <a:srgbClr val="FF0000"/>
                      </a:solidFill>
                      <a:prstDash val="solid"/>
                      <a:round/>
                      <a:headEnd type="none" w="med" len="med"/>
                      <a:tailEnd type="none" w="med" len="med"/>
                    </a:lnT>
                    <a:lnB>
                      <a:noFill/>
                    </a:lnB>
                  </a:tcPr>
                </a:tc>
              </a:tr>
            </a:tbl>
          </a:graphicData>
        </a:graphic>
      </p:graphicFrame>
      <p:sp>
        <p:nvSpPr>
          <p:cNvPr id="3840" name="path"/>
          <p:cNvSpPr/>
          <p:nvPr/>
        </p:nvSpPr>
        <p:spPr>
          <a:xfrm>
            <a:off x="8189721" y="1522221"/>
            <a:ext cx="3575812" cy="1091692"/>
          </a:xfrm>
          <a:custGeom>
            <a:avLst/>
            <a:gdLst/>
            <a:ahLst/>
            <a:cxnLst/>
            <a:rect l="0" t="0" r="0" b="0"/>
            <a:pathLst>
              <a:path w="5631" h="1719">
                <a:moveTo>
                  <a:pt x="10" y="542"/>
                </a:moveTo>
                <a:lnTo>
                  <a:pt x="739" y="542"/>
                </a:lnTo>
                <a:lnTo>
                  <a:pt x="739" y="10"/>
                </a:lnTo>
                <a:lnTo>
                  <a:pt x="10" y="10"/>
                </a:lnTo>
                <a:lnTo>
                  <a:pt x="10" y="542"/>
                </a:lnTo>
                <a:close/>
                <a:moveTo>
                  <a:pt x="624" y="897"/>
                </a:moveTo>
                <a:lnTo>
                  <a:pt x="1356" y="897"/>
                </a:lnTo>
                <a:lnTo>
                  <a:pt x="1356" y="367"/>
                </a:lnTo>
                <a:lnTo>
                  <a:pt x="624" y="367"/>
                </a:lnTo>
                <a:lnTo>
                  <a:pt x="624" y="897"/>
                </a:lnTo>
                <a:close/>
                <a:moveTo>
                  <a:pt x="5088" y="1315"/>
                </a:moveTo>
                <a:lnTo>
                  <a:pt x="5621" y="1315"/>
                </a:lnTo>
                <a:lnTo>
                  <a:pt x="5621" y="785"/>
                </a:lnTo>
                <a:lnTo>
                  <a:pt x="5088" y="785"/>
                </a:lnTo>
                <a:lnTo>
                  <a:pt x="5088" y="1315"/>
                </a:lnTo>
                <a:close/>
                <a:moveTo>
                  <a:pt x="2700" y="1709"/>
                </a:moveTo>
                <a:lnTo>
                  <a:pt x="3430" y="1709"/>
                </a:lnTo>
                <a:lnTo>
                  <a:pt x="3430" y="1178"/>
                </a:lnTo>
                <a:lnTo>
                  <a:pt x="2700" y="1178"/>
                </a:lnTo>
                <a:lnTo>
                  <a:pt x="2700" y="1709"/>
                </a:lnTo>
                <a:close/>
              </a:path>
            </a:pathLst>
          </a:custGeom>
          <a:noFill/>
          <a:ln w="12700" cap="flat">
            <a:solidFill>
              <a:srgbClr val="FF0000">
                <a:alpha val="100000"/>
              </a:srgbClr>
            </a:solidFill>
            <a:prstDash val="solid"/>
            <a:miter lim="1000000"/>
          </a:ln>
        </p:spPr>
        <p:txBody>
          <a:bodyPr rtlCol="0"/>
          <a:lstStyle/>
          <a:p>
            <a:pPr algn="ctr"/>
            <a:endParaRPr lang="zh-CN" altLang="en-US"/>
          </a:p>
        </p:txBody>
      </p:sp>
      <p:pic>
        <p:nvPicPr>
          <p:cNvPr id="3844" name="picture 3844"/>
          <p:cNvPicPr>
            <a:picLocks noChangeAspect="1"/>
          </p:cNvPicPr>
          <p:nvPr>
            <p:custDataLst>
              <p:tags r:id="rId10"/>
            </p:custDataLst>
          </p:nvPr>
        </p:nvPicPr>
        <p:blipFill>
          <a:blip r:embed="rId11"/>
          <a:stretch>
            <a:fillRect/>
          </a:stretch>
        </p:blipFill>
        <p:spPr>
          <a:xfrm rot="21600000">
            <a:off x="0" y="0"/>
            <a:ext cx="651509" cy="783716"/>
          </a:xfrm>
          <a:prstGeom prst="rect">
            <a:avLst/>
          </a:prstGeom>
        </p:spPr>
      </p:pic>
      <p:pic>
        <p:nvPicPr>
          <p:cNvPr id="3846" name="picture 3846"/>
          <p:cNvPicPr>
            <a:picLocks noChangeAspect="1"/>
          </p:cNvPicPr>
          <p:nvPr>
            <p:custDataLst>
              <p:tags r:id="rId12"/>
            </p:custDataLst>
          </p:nvPr>
        </p:nvPicPr>
        <p:blipFill>
          <a:blip r:embed="rId13"/>
          <a:stretch>
            <a:fillRect/>
          </a:stretch>
        </p:blipFill>
        <p:spPr>
          <a:xfrm rot="21600000">
            <a:off x="0" y="368935"/>
            <a:ext cx="660666" cy="819911"/>
          </a:xfrm>
          <a:prstGeom prst="rect">
            <a:avLst/>
          </a:prstGeom>
        </p:spPr>
      </p:pic>
      <p:sp>
        <p:nvSpPr>
          <p:cNvPr id="3848" name="textbox 3848"/>
          <p:cNvSpPr/>
          <p:nvPr>
            <p:custDataLst>
              <p:tags r:id="rId14"/>
            </p:custDataLst>
          </p:nvPr>
        </p:nvSpPr>
        <p:spPr>
          <a:xfrm>
            <a:off x="614349" y="962634"/>
            <a:ext cx="1868804" cy="285750"/>
          </a:xfrm>
          <a:prstGeom prst="rect">
            <a:avLst/>
          </a:prstGeom>
        </p:spPr>
        <p:txBody>
          <a:bodyPr vert="horz" wrap="square" lIns="0" tIns="0" rIns="0" bIns="0"/>
          <a:lstStyle/>
          <a:p>
            <a:pPr algn="l" rtl="0" eaLnBrk="0">
              <a:lnSpc>
                <a:spcPct val="81000"/>
              </a:lnSpc>
            </a:pPr>
            <a:endParaRPr lang="en-US" altLang="en-US" sz="100" dirty="0">
              <a:solidFill>
                <a:schemeClr val="tx1"/>
              </a:solidFill>
            </a:endParaRPr>
          </a:p>
          <a:p>
            <a:pPr marL="12700" algn="l" rtl="0" eaLnBrk="0">
              <a:lnSpc>
                <a:spcPct val="95000"/>
              </a:lnSpc>
            </a:pPr>
            <a:r>
              <a:rPr sz="1800" kern="0" spc="-80" dirty="0">
                <a:ln w="6531" cap="flat" cmpd="sng">
                  <a:solidFill>
                    <a:srgbClr val="FFC000">
                      <a:alpha val="100000"/>
                    </a:srgbClr>
                  </a:solidFill>
                  <a:prstDash val="solid"/>
                  <a:miter lim="10"/>
                </a:ln>
                <a:solidFill>
                  <a:schemeClr val="tx1"/>
                </a:solidFill>
                <a:cs typeface="宋体" panose="02010600030101010101" pitchFamily="2" charset="-122"/>
              </a:rPr>
              <a:t>原口径说明</a:t>
            </a:r>
            <a:r>
              <a:rPr sz="1800" b="1" kern="0" spc="-80" dirty="0">
                <a:solidFill>
                  <a:schemeClr val="tx1"/>
                </a:solidFill>
                <a:cs typeface="Calibri" panose="020F0502020204030204"/>
              </a:rPr>
              <a:t>-</a:t>
            </a:r>
            <a:r>
              <a:rPr sz="1800" kern="0" spc="-80" dirty="0">
                <a:ln w="6531" cap="flat" cmpd="sng">
                  <a:solidFill>
                    <a:srgbClr val="FFC000">
                      <a:alpha val="100000"/>
                    </a:srgbClr>
                  </a:solidFill>
                  <a:prstDash val="solid"/>
                  <a:miter lim="10"/>
                </a:ln>
                <a:solidFill>
                  <a:schemeClr val="tx1"/>
                </a:solidFill>
                <a:cs typeface="宋体" panose="02010600030101010101" pitchFamily="2" charset="-122"/>
              </a:rPr>
              <a:t>质控：</a:t>
            </a:r>
            <a:endParaRPr lang="en-US" altLang="en-US" sz="1800" kern="0" spc="-80" dirty="0">
              <a:ln w="6531" cap="flat" cmpd="sng">
                <a:solidFill>
                  <a:srgbClr val="FFC000">
                    <a:alpha val="100000"/>
                  </a:srgbClr>
                </a:solidFill>
                <a:prstDash val="solid"/>
                <a:miter lim="10"/>
              </a:ln>
              <a:solidFill>
                <a:schemeClr val="tx1"/>
              </a:solidFill>
              <a:cs typeface="宋体" panose="02010600030101010101" pitchFamily="2" charset="-122"/>
            </a:endParaRPr>
          </a:p>
        </p:txBody>
      </p:sp>
      <p:sp>
        <p:nvSpPr>
          <p:cNvPr id="3850" name="textbox 3850"/>
          <p:cNvSpPr/>
          <p:nvPr>
            <p:custDataLst>
              <p:tags r:id="rId15"/>
            </p:custDataLst>
          </p:nvPr>
        </p:nvSpPr>
        <p:spPr>
          <a:xfrm>
            <a:off x="6722287" y="962634"/>
            <a:ext cx="1855470" cy="285750"/>
          </a:xfrm>
          <a:prstGeom prst="rect">
            <a:avLst/>
          </a:prstGeom>
        </p:spPr>
        <p:txBody>
          <a:bodyPr vert="horz" wrap="square" lIns="0" tIns="0" rIns="0" bIns="0"/>
          <a:lstStyle/>
          <a:p>
            <a:pPr algn="l" rtl="0" eaLnBrk="0">
              <a:lnSpc>
                <a:spcPct val="81000"/>
              </a:lnSpc>
            </a:pPr>
            <a:endParaRPr lang="en-US" altLang="en-US" sz="100" dirty="0">
              <a:solidFill>
                <a:schemeClr val="tx1"/>
              </a:solidFill>
            </a:endParaRPr>
          </a:p>
          <a:p>
            <a:pPr marL="12700" algn="l" rtl="0" eaLnBrk="0">
              <a:lnSpc>
                <a:spcPct val="95000"/>
              </a:lnSpc>
            </a:pPr>
            <a:r>
              <a:rPr sz="1800" kern="0" spc="-10" dirty="0">
                <a:ln w="6531" cap="flat" cmpd="sng">
                  <a:solidFill>
                    <a:srgbClr val="FFC000">
                      <a:alpha val="100000"/>
                    </a:srgbClr>
                  </a:solidFill>
                  <a:prstDash val="solid"/>
                  <a:miter lim="10"/>
                </a:ln>
                <a:solidFill>
                  <a:schemeClr val="tx1"/>
                </a:solidFill>
                <a:cs typeface="宋体" panose="02010600030101010101" pitchFamily="2" charset="-122"/>
              </a:rPr>
              <a:t>新口径需求：运营</a:t>
            </a:r>
            <a:endParaRPr lang="en-US" altLang="en-US" sz="1800" kern="0" spc="-10" dirty="0">
              <a:ln w="6531" cap="flat" cmpd="sng">
                <a:solidFill>
                  <a:srgbClr val="FFC000">
                    <a:alpha val="100000"/>
                  </a:srgbClr>
                </a:solidFill>
                <a:prstDash val="solid"/>
                <a:miter lim="10"/>
              </a:ln>
              <a:solidFill>
                <a:schemeClr val="tx1"/>
              </a:solidFill>
              <a:cs typeface="宋体" panose="02010600030101010101" pitchFamily="2" charset="-122"/>
            </a:endParaRPr>
          </a:p>
        </p:txBody>
      </p:sp>
      <p:sp>
        <p:nvSpPr>
          <p:cNvPr id="2" name="标题 1"/>
          <p:cNvSpPr>
            <a:spLocks noGrp="1"/>
          </p:cNvSpPr>
          <p:nvPr>
            <p:ph type="title"/>
            <p:custDataLst>
              <p:tags r:id="rId16"/>
            </p:custDataLst>
          </p:nvPr>
        </p:nvSpPr>
        <p:spPr>
          <a:xfrm>
            <a:off x="695960" y="-17190"/>
            <a:ext cx="10800000" cy="720000"/>
          </a:xfrm>
        </p:spPr>
        <p:txBody>
          <a:bodyPr vert="horz" lIns="0" tIns="0" rIns="0" bIns="0" rtlCol="0" anchor="ctr">
            <a:normAutofit fontScale="90000"/>
          </a:bodyPr>
          <a:lstStyle>
            <a:lvl1pPr>
              <a:defRPr sz="4400"/>
            </a:lvl1pPr>
          </a:lstStyle>
          <a:p>
            <a:pPr lvl="0" algn="l">
              <a:buClrTx/>
              <a:buSzTx/>
              <a:buFontTx/>
            </a:pPr>
            <a:endParaRPr lang="zh-CN" altLang="en-US" dirty="0">
              <a:sym typeface="+mn-ea"/>
            </a:endParaRPr>
          </a:p>
          <a:p>
            <a:pPr lvl="0" algn="l">
              <a:buClrTx/>
              <a:buSzTx/>
              <a:buFontTx/>
            </a:pPr>
            <a:r>
              <a:rPr sz="2000" kern="0" dirty="0">
                <a:solidFill>
                  <a:schemeClr val="dk1"/>
                </a:solidFill>
                <a:latin typeface="+mn-lt"/>
                <a:ea typeface="+mn-ea"/>
                <a:cs typeface="微软雅黑" panose="020B0503020204020204" charset="-122"/>
                <a:sym typeface="+mn-ea"/>
              </a:rPr>
              <a:t>壹米问题数据：不同部门提交的口径有差异化，且存在模糊内容</a:t>
            </a:r>
            <a:endParaRPr sz="2000" kern="0" dirty="0">
              <a:solidFill>
                <a:schemeClr val="dk1"/>
              </a:solidFill>
              <a:latin typeface="+mn-lt"/>
              <a:ea typeface="+mn-ea"/>
              <a:cs typeface="微软雅黑" panose="020B0503020204020204" charset="-122"/>
              <a:sym typeface="+mn-ea"/>
            </a:endParaRPr>
          </a:p>
        </p:txBody>
      </p:sp>
    </p:spTree>
    <p:custDataLst>
      <p:tags r:id="rId17"/>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2" name="textbox 3852"/>
          <p:cNvSpPr/>
          <p:nvPr>
            <p:custDataLst>
              <p:tags r:id="rId1"/>
            </p:custDataLst>
          </p:nvPr>
        </p:nvSpPr>
        <p:spPr>
          <a:xfrm>
            <a:off x="902265" y="458565"/>
            <a:ext cx="10720705" cy="2012314"/>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行业最佳实践：组织架构统一后，指标一定要上通下达</a:t>
            </a:r>
            <a:endParaRPr lang="en-US" altLang="en-US" sz="2000" dirty="0">
              <a:solidFill>
                <a:schemeClr val="dk1"/>
              </a:solidFill>
            </a:endParaRPr>
          </a:p>
          <a:p>
            <a:pPr algn="l" rtl="0" eaLnBrk="0">
              <a:lnSpc>
                <a:spcPct val="185000"/>
              </a:lnSpc>
            </a:pPr>
            <a:endParaRPr lang="en-US" altLang="en-US" sz="1000" dirty="0">
              <a:solidFill>
                <a:schemeClr val="dk1"/>
              </a:solidFill>
            </a:endParaRPr>
          </a:p>
          <a:p>
            <a:pPr marL="19685" algn="l" rtl="0" eaLnBrk="0">
              <a:lnSpc>
                <a:spcPts val="1845"/>
              </a:lnSpc>
              <a:spcBef>
                <a:spcPts val="450"/>
              </a:spcBef>
            </a:pPr>
            <a:r>
              <a:rPr sz="1500" kern="0" spc="90" dirty="0">
                <a:solidFill>
                  <a:schemeClr val="dk1"/>
                </a:solidFill>
                <a:cs typeface="Arial" panose="020B0604020202020204"/>
              </a:rPr>
              <a:t>•  </a:t>
            </a:r>
            <a:r>
              <a:rPr sz="1500" kern="0" spc="90" dirty="0">
                <a:solidFill>
                  <a:schemeClr val="dk1"/>
                </a:solidFill>
                <a:cs typeface="微软雅黑" panose="020B0503020204020204" charset="-122"/>
              </a:rPr>
              <a:t>为了真正提供公司级的业务价值，指标集一定要从顶到最底层按照相同逻辑逐层下钻，避免中级的空白区</a:t>
            </a:r>
            <a:r>
              <a:rPr sz="1500" kern="0" spc="80" dirty="0">
                <a:solidFill>
                  <a:schemeClr val="dk1"/>
                </a:solidFill>
                <a:cs typeface="微软雅黑" panose="020B0503020204020204" charset="-122"/>
              </a:rPr>
              <a:t>。</a:t>
            </a:r>
            <a:endParaRPr lang="en-US" altLang="en-US" sz="1500" dirty="0">
              <a:solidFill>
                <a:schemeClr val="dk1"/>
              </a:solidFill>
            </a:endParaRPr>
          </a:p>
          <a:p>
            <a:pPr marL="19685" algn="l" rtl="0" eaLnBrk="0">
              <a:lnSpc>
                <a:spcPts val="1845"/>
              </a:lnSpc>
              <a:spcBef>
                <a:spcPts val="350"/>
              </a:spcBef>
            </a:pPr>
            <a:r>
              <a:rPr sz="1500" kern="0" spc="90" dirty="0">
                <a:solidFill>
                  <a:schemeClr val="dk1"/>
                </a:solidFill>
                <a:cs typeface="Arial" panose="020B0604020202020204"/>
              </a:rPr>
              <a:t>•</a:t>
            </a:r>
            <a:r>
              <a:rPr sz="1500" kern="0" spc="20" dirty="0">
                <a:solidFill>
                  <a:schemeClr val="dk1"/>
                </a:solidFill>
                <a:cs typeface="Arial" panose="020B0604020202020204"/>
              </a:rPr>
              <a:t>  </a:t>
            </a:r>
            <a:r>
              <a:rPr sz="1500" kern="0" spc="90" dirty="0">
                <a:solidFill>
                  <a:schemeClr val="dk1"/>
                </a:solidFill>
                <a:cs typeface="微软雅黑" panose="020B0503020204020204" charset="-122"/>
              </a:rPr>
              <a:t>在组织内，从底层到最高层都能提供一个</a:t>
            </a:r>
            <a:r>
              <a:rPr sz="1500" kern="0" spc="80" dirty="0">
                <a:solidFill>
                  <a:schemeClr val="dk1"/>
                </a:solidFill>
                <a:cs typeface="微软雅黑" panose="020B0503020204020204" charset="-122"/>
              </a:rPr>
              <a:t>强大的分析工具。</a:t>
            </a:r>
            <a:endParaRPr lang="en-US" altLang="en-US" sz="1500" dirty="0">
              <a:solidFill>
                <a:schemeClr val="dk1"/>
              </a:solidFill>
            </a:endParaRPr>
          </a:p>
          <a:p>
            <a:pPr marL="19685" algn="l" rtl="0" eaLnBrk="0">
              <a:lnSpc>
                <a:spcPts val="1850"/>
              </a:lnSpc>
              <a:spcBef>
                <a:spcPts val="350"/>
              </a:spcBef>
            </a:pPr>
            <a:r>
              <a:rPr sz="1500" kern="0" spc="60" dirty="0">
                <a:solidFill>
                  <a:schemeClr val="dk1"/>
                </a:solidFill>
                <a:cs typeface="Arial" panose="020B0604020202020204"/>
              </a:rPr>
              <a:t>•  </a:t>
            </a:r>
            <a:r>
              <a:rPr sz="1500" kern="0" spc="60" dirty="0">
                <a:solidFill>
                  <a:schemeClr val="dk1"/>
                </a:solidFill>
                <a:cs typeface="微软雅黑" panose="020B0503020204020204" charset="-122"/>
              </a:rPr>
              <a:t>中层领导者和高管一定要有驾驶舱来统一支持其业务。</a:t>
            </a:r>
            <a:endParaRPr lang="en-US" altLang="en-US" sz="1500" dirty="0">
              <a:solidFill>
                <a:schemeClr val="dk1"/>
              </a:solidFill>
            </a:endParaRPr>
          </a:p>
          <a:p>
            <a:pPr marL="19685" algn="l" rtl="0" eaLnBrk="0">
              <a:lnSpc>
                <a:spcPts val="1850"/>
              </a:lnSpc>
              <a:spcBef>
                <a:spcPts val="360"/>
              </a:spcBef>
            </a:pPr>
            <a:r>
              <a:rPr sz="1500" kern="0" spc="90" dirty="0">
                <a:solidFill>
                  <a:schemeClr val="dk1"/>
                </a:solidFill>
                <a:cs typeface="Arial" panose="020B0604020202020204"/>
              </a:rPr>
              <a:t>•</a:t>
            </a:r>
            <a:r>
              <a:rPr sz="1500" kern="0" spc="20" dirty="0">
                <a:solidFill>
                  <a:schemeClr val="dk1"/>
                </a:solidFill>
                <a:cs typeface="Arial" panose="020B0604020202020204"/>
              </a:rPr>
              <a:t>  </a:t>
            </a:r>
            <a:r>
              <a:rPr sz="1500" kern="0" spc="90" dirty="0">
                <a:solidFill>
                  <a:schemeClr val="dk1"/>
                </a:solidFill>
                <a:cs typeface="微软雅黑" panose="020B0503020204020204" charset="-122"/>
              </a:rPr>
              <a:t>懂得业务支持部门的链接可以帮助统一口径，也可以帮助在业务线内统一测量。</a:t>
            </a:r>
            <a:endParaRPr lang="en-US" altLang="en-US" sz="1500" dirty="0">
              <a:solidFill>
                <a:schemeClr val="dk1"/>
              </a:solidFill>
            </a:endParaRPr>
          </a:p>
          <a:p>
            <a:pPr marL="19685" algn="l" rtl="0" eaLnBrk="0">
              <a:lnSpc>
                <a:spcPts val="1840"/>
              </a:lnSpc>
              <a:spcBef>
                <a:spcPts val="345"/>
              </a:spcBef>
            </a:pPr>
            <a:r>
              <a:rPr sz="1500" kern="0" spc="60" dirty="0">
                <a:solidFill>
                  <a:schemeClr val="dk1"/>
                </a:solidFill>
                <a:cs typeface="Arial" panose="020B0604020202020204"/>
              </a:rPr>
              <a:t>•  </a:t>
            </a:r>
            <a:r>
              <a:rPr sz="1500" kern="0" spc="60" dirty="0">
                <a:solidFill>
                  <a:schemeClr val="dk1"/>
                </a:solidFill>
                <a:cs typeface="微软雅黑" panose="020B0503020204020204" charset="-122"/>
              </a:rPr>
              <a:t>如果数据架构已经到位，</a:t>
            </a:r>
            <a:r>
              <a:rPr sz="1500" kern="0" spc="0" dirty="0">
                <a:solidFill>
                  <a:schemeClr val="dk1"/>
                </a:solidFill>
                <a:cs typeface="微软雅黑" panose="020B0503020204020204" charset="-122"/>
              </a:rPr>
              <a:t>   </a:t>
            </a:r>
            <a:r>
              <a:rPr sz="1500" kern="0" spc="60" dirty="0">
                <a:solidFill>
                  <a:schemeClr val="dk1"/>
                </a:solidFill>
                <a:cs typeface="微软雅黑" panose="020B0503020204020204" charset="-122"/>
              </a:rPr>
              <a:t>目标已</a:t>
            </a:r>
            <a:r>
              <a:rPr sz="1500" kern="0" spc="50" dirty="0">
                <a:solidFill>
                  <a:schemeClr val="dk1"/>
                </a:solidFill>
                <a:cs typeface="微软雅黑" panose="020B0503020204020204" charset="-122"/>
              </a:rPr>
              <a:t>达成一致，组织内所有的方面都可以是战略性的，同时也有助于公司整体战略的达成。</a:t>
            </a:r>
            <a:endParaRPr lang="en-US" altLang="en-US" sz="1500" kern="0" spc="50" dirty="0">
              <a:solidFill>
                <a:schemeClr val="dk1"/>
              </a:solidFill>
              <a:cs typeface="微软雅黑" panose="020B0503020204020204" charset="-122"/>
            </a:endParaRPr>
          </a:p>
        </p:txBody>
      </p:sp>
      <p:graphicFrame>
        <p:nvGraphicFramePr>
          <p:cNvPr id="3854" name="table 3854"/>
          <p:cNvGraphicFramePr>
            <a:graphicFrameLocks noGrp="1"/>
          </p:cNvGraphicFramePr>
          <p:nvPr>
            <p:custDataLst>
              <p:tags r:id="rId2"/>
            </p:custDataLst>
          </p:nvPr>
        </p:nvGraphicFramePr>
        <p:xfrm>
          <a:off x="863853" y="3163570"/>
          <a:ext cx="5058409" cy="2753995"/>
        </p:xfrm>
        <a:graphic>
          <a:graphicData uri="http://schemas.openxmlformats.org/drawingml/2006/table">
            <a:tbl>
              <a:tblPr/>
              <a:tblGrid>
                <a:gridCol w="1515745"/>
                <a:gridCol w="1014094"/>
                <a:gridCol w="1111250"/>
                <a:gridCol w="1417319"/>
              </a:tblGrid>
              <a:tr h="793115">
                <a:tc gridSpan="2">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D966"/>
                    </a:solidFill>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D966"/>
                    </a:solidFill>
                  </a:tcPr>
                </a:tc>
                <a:tc gridSpan="2">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D966"/>
                    </a:solidFill>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FFD966"/>
                    </a:solidFill>
                  </a:tcPr>
                </a:tc>
              </a:tr>
              <a:tr h="582930">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solidFill>
                      <a:srgbClr val="FFD966"/>
                    </a:solidFill>
                  </a:tcPr>
                </a:tc>
                <a:tc>
                  <a:txBody>
                    <a:bodyPr/>
                    <a:lstStyle/>
                    <a:p>
                      <a:pPr algn="l" rtl="0" eaLnBrk="0">
                        <a:lnSpc>
                          <a:spcPct val="100000"/>
                        </a:lnSpc>
                      </a:pPr>
                      <a:endParaRPr lang="en-US" altLang="en-US" sz="1000" dirty="0"/>
                    </a:p>
                  </a:txBody>
                  <a:tcPr marL="0" marR="0" marT="0" marB="0" vert="horz">
                    <a:lnL>
                      <a:noFill/>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FD966"/>
                    </a:solidFill>
                  </a:tcPr>
                </a:tc>
                <a:tc>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a:noFill/>
                    </a:lnR>
                    <a:lnT>
                      <a:noFill/>
                    </a:lnT>
                    <a:lnB w="12700" cap="flat" cmpd="sng" algn="ctr">
                      <a:solidFill>
                        <a:srgbClr val="FFFFFF"/>
                      </a:solidFill>
                      <a:prstDash val="solid"/>
                      <a:round/>
                      <a:headEnd type="none" w="med" len="med"/>
                      <a:tailEnd type="none" w="med" len="med"/>
                    </a:lnB>
                    <a:solidFill>
                      <a:srgbClr val="FFD966"/>
                    </a:solidFill>
                  </a:tcPr>
                </a:tc>
                <a:tc>
                  <a:txBody>
                    <a:bodyPr/>
                    <a:lstStyle/>
                    <a:p>
                      <a:pPr algn="l" rtl="0" eaLnBrk="0">
                        <a:lnSpc>
                          <a:spcPct val="100000"/>
                        </a:lnSpc>
                      </a:pPr>
                      <a:endParaRPr lang="en-US" altLang="en-US" sz="1000" dirty="0"/>
                    </a:p>
                  </a:txBody>
                  <a:tcPr marL="0" marR="0" marT="0" marB="0" vert="horz">
                    <a:lnL>
                      <a:noFill/>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rgbClr val="FFD966"/>
                    </a:solidFill>
                  </a:tcPr>
                </a:tc>
              </a:tr>
              <a:tr h="1377950">
                <a:tc gridSpan="2">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966"/>
                    </a:solidFill>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966"/>
                    </a:solidFill>
                  </a:tcPr>
                </a:tc>
                <a:tc gridSpan="2">
                  <a:txBody>
                    <a:bodyPr/>
                    <a:lstStyle/>
                    <a:p>
                      <a:pPr algn="l" rtl="0" eaLnBrk="0">
                        <a:lnSpc>
                          <a:spcPct val="100000"/>
                        </a:lnSpc>
                      </a:pPr>
                      <a:endParaRPr lang="en-US" altLang="en-US" sz="1000" dirty="0"/>
                    </a:p>
                  </a:txBody>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966"/>
                    </a:solidFill>
                  </a:tcPr>
                </a:tc>
                <a:tc hMerge="1">
                  <a:tcPr marL="0" marR="0" marT="0" marB="0" vert="horz">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D966"/>
                    </a:solidFill>
                  </a:tcPr>
                </a:tc>
              </a:tr>
            </a:tbl>
          </a:graphicData>
        </a:graphic>
      </p:graphicFrame>
      <p:sp>
        <p:nvSpPr>
          <p:cNvPr id="3858" name="rect"/>
          <p:cNvSpPr/>
          <p:nvPr/>
        </p:nvSpPr>
        <p:spPr>
          <a:xfrm>
            <a:off x="2611882" y="4141978"/>
            <a:ext cx="1522983" cy="797560"/>
          </a:xfrm>
          <a:prstGeom prst="rect">
            <a:avLst/>
          </a:prstGeom>
          <a:solidFill>
            <a:schemeClr val="accent4">
              <a:alpha val="100000"/>
            </a:schemeClr>
          </a:solidFill>
          <a:ln cap="flat">
            <a:noFill/>
            <a:prstDash val="solid"/>
            <a:miter lim="0"/>
          </a:ln>
        </p:spPr>
        <p:txBody>
          <a:bodyPr rtlCol="0"/>
          <a:lstStyle/>
          <a:p>
            <a:pPr algn="ctr"/>
            <a:endParaRPr lang="zh-CN" altLang="en-US"/>
          </a:p>
        </p:txBody>
      </p:sp>
      <p:graphicFrame>
        <p:nvGraphicFramePr>
          <p:cNvPr id="3860" name="table 3860"/>
          <p:cNvGraphicFramePr>
            <a:graphicFrameLocks noGrp="1"/>
          </p:cNvGraphicFramePr>
          <p:nvPr>
            <p:custDataLst>
              <p:tags r:id="rId3"/>
            </p:custDataLst>
          </p:nvPr>
        </p:nvGraphicFramePr>
        <p:xfrm>
          <a:off x="7727950" y="4337050"/>
          <a:ext cx="2966084" cy="373379"/>
        </p:xfrm>
        <a:graphic>
          <a:graphicData uri="http://schemas.openxmlformats.org/drawingml/2006/table">
            <a:tbl>
              <a:tblPr>
                <a:solidFill>
                  <a:srgbClr val="FFD966"/>
                </a:solidFill>
              </a:tblPr>
              <a:tblGrid>
                <a:gridCol w="2966084"/>
              </a:tblGrid>
              <a:tr h="360679">
                <a:tc>
                  <a:txBody>
                    <a:bodyPr/>
                    <a:lstStyle/>
                    <a:p>
                      <a:pPr algn="l" rtl="0" eaLnBrk="0">
                        <a:lnSpc>
                          <a:spcPct val="118000"/>
                        </a:lnSpc>
                      </a:pPr>
                      <a:endParaRPr lang="en-US" altLang="en-US" sz="400" dirty="0"/>
                    </a:p>
                    <a:p>
                      <a:pPr marL="1036320" algn="l" rtl="0" eaLnBrk="0">
                        <a:lnSpc>
                          <a:spcPct val="95000"/>
                        </a:lnSpc>
                        <a:spcBef>
                          <a:spcPts val="0"/>
                        </a:spcBef>
                      </a:pPr>
                      <a:r>
                        <a:rPr sz="1800" kern="0" spc="-2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省区领导</a:t>
                      </a:r>
                      <a:endParaRPr lang="en-US" altLang="en-US" sz="18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D966"/>
                    </a:solidFill>
                  </a:tcPr>
                </a:tc>
              </a:tr>
            </a:tbl>
          </a:graphicData>
        </a:graphic>
      </p:graphicFrame>
      <p:graphicFrame>
        <p:nvGraphicFramePr>
          <p:cNvPr id="3862" name="table 3862"/>
          <p:cNvGraphicFramePr>
            <a:graphicFrameLocks noGrp="1"/>
          </p:cNvGraphicFramePr>
          <p:nvPr>
            <p:custDataLst>
              <p:tags r:id="rId4"/>
            </p:custDataLst>
          </p:nvPr>
        </p:nvGraphicFramePr>
        <p:xfrm>
          <a:off x="7439914" y="3329686"/>
          <a:ext cx="2966084" cy="372110"/>
        </p:xfrm>
        <a:graphic>
          <a:graphicData uri="http://schemas.openxmlformats.org/drawingml/2006/table">
            <a:tbl>
              <a:tblPr>
                <a:solidFill>
                  <a:srgbClr val="FFD966"/>
                </a:solidFill>
              </a:tblPr>
              <a:tblGrid>
                <a:gridCol w="2966084"/>
              </a:tblGrid>
              <a:tr h="359410">
                <a:tc>
                  <a:txBody>
                    <a:bodyPr/>
                    <a:lstStyle/>
                    <a:p>
                      <a:pPr algn="l" rtl="0" eaLnBrk="0">
                        <a:lnSpc>
                          <a:spcPct val="117000"/>
                        </a:lnSpc>
                      </a:pPr>
                      <a:endParaRPr lang="en-US" altLang="en-US" sz="400" dirty="0"/>
                    </a:p>
                    <a:p>
                      <a:pPr marL="1040130" algn="l" rtl="0" eaLnBrk="0">
                        <a:lnSpc>
                          <a:spcPct val="95000"/>
                        </a:lnSpc>
                        <a:spcBef>
                          <a:spcPts val="5"/>
                        </a:spcBef>
                      </a:pPr>
                      <a:r>
                        <a:rPr sz="1800" kern="0" spc="-20" dirty="0">
                          <a:ln w="6540" cap="flat" cmpd="sng">
                            <a:solidFill>
                              <a:srgbClr val="FFFFFF">
                                <a:alpha val="100000"/>
                              </a:srgbClr>
                            </a:solidFill>
                            <a:prstDash val="solid"/>
                            <a:miter lim="10"/>
                          </a:ln>
                          <a:solidFill>
                            <a:srgbClr val="FFFFFF">
                              <a:alpha val="100000"/>
                            </a:srgbClr>
                          </a:solidFill>
                          <a:cs typeface="宋体" panose="02010600030101010101" pitchFamily="2" charset="-122"/>
                        </a:rPr>
                        <a:t>公司级别</a:t>
                      </a:r>
                      <a:endParaRPr lang="en-US" altLang="en-US" sz="18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D966"/>
                    </a:solidFill>
                  </a:tcPr>
                </a:tc>
              </a:tr>
            </a:tbl>
          </a:graphicData>
        </a:graphic>
      </p:graphicFrame>
      <p:graphicFrame>
        <p:nvGraphicFramePr>
          <p:cNvPr id="3864" name="table 3864"/>
          <p:cNvGraphicFramePr>
            <a:graphicFrameLocks noGrp="1"/>
          </p:cNvGraphicFramePr>
          <p:nvPr>
            <p:custDataLst>
              <p:tags r:id="rId5"/>
            </p:custDataLst>
          </p:nvPr>
        </p:nvGraphicFramePr>
        <p:xfrm>
          <a:off x="7944357" y="5345938"/>
          <a:ext cx="2964180" cy="372110"/>
        </p:xfrm>
        <a:graphic>
          <a:graphicData uri="http://schemas.openxmlformats.org/drawingml/2006/table">
            <a:tbl>
              <a:tblPr>
                <a:solidFill>
                  <a:srgbClr val="FFD966"/>
                </a:solidFill>
              </a:tblPr>
              <a:tblGrid>
                <a:gridCol w="2964180"/>
              </a:tblGrid>
              <a:tr h="359410">
                <a:tc>
                  <a:txBody>
                    <a:bodyPr/>
                    <a:lstStyle/>
                    <a:p>
                      <a:pPr algn="l" rtl="0" eaLnBrk="0">
                        <a:lnSpc>
                          <a:spcPct val="117000"/>
                        </a:lnSpc>
                      </a:pPr>
                      <a:endParaRPr lang="en-US" altLang="en-US" sz="400" dirty="0"/>
                    </a:p>
                    <a:p>
                      <a:pPr marL="1031240" algn="l" rtl="0" eaLnBrk="0">
                        <a:lnSpc>
                          <a:spcPct val="95000"/>
                        </a:lnSpc>
                        <a:spcBef>
                          <a:spcPts val="0"/>
                        </a:spcBef>
                      </a:pPr>
                      <a:r>
                        <a:rPr sz="1800" kern="0" spc="-1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操作经理</a:t>
                      </a:r>
                      <a:endParaRPr lang="en-US" altLang="en-US" sz="18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D966"/>
                    </a:solidFill>
                  </a:tcPr>
                </a:tc>
              </a:tr>
            </a:tbl>
          </a:graphicData>
        </a:graphic>
      </p:graphicFrame>
      <p:graphicFrame>
        <p:nvGraphicFramePr>
          <p:cNvPr id="3866" name="table 3866"/>
          <p:cNvGraphicFramePr>
            <a:graphicFrameLocks noGrp="1"/>
          </p:cNvGraphicFramePr>
          <p:nvPr>
            <p:custDataLst>
              <p:tags r:id="rId6"/>
            </p:custDataLst>
          </p:nvPr>
        </p:nvGraphicFramePr>
        <p:xfrm>
          <a:off x="7584694" y="3834129"/>
          <a:ext cx="2964180" cy="372110"/>
        </p:xfrm>
        <a:graphic>
          <a:graphicData uri="http://schemas.openxmlformats.org/drawingml/2006/table">
            <a:tbl>
              <a:tblPr>
                <a:solidFill>
                  <a:srgbClr val="FFD966"/>
                </a:solidFill>
              </a:tblPr>
              <a:tblGrid>
                <a:gridCol w="2964180"/>
              </a:tblGrid>
              <a:tr h="359410">
                <a:tc>
                  <a:txBody>
                    <a:bodyPr/>
                    <a:lstStyle/>
                    <a:p>
                      <a:pPr algn="l" rtl="0" eaLnBrk="0">
                        <a:lnSpc>
                          <a:spcPct val="116000"/>
                        </a:lnSpc>
                      </a:pPr>
                      <a:endParaRPr lang="en-US" altLang="en-US" sz="400" dirty="0"/>
                    </a:p>
                    <a:p>
                      <a:pPr marL="1031875" algn="l" rtl="0" eaLnBrk="0">
                        <a:lnSpc>
                          <a:spcPct val="95000"/>
                        </a:lnSpc>
                        <a:spcBef>
                          <a:spcPts val="0"/>
                        </a:spcBef>
                      </a:pPr>
                      <a:r>
                        <a:rPr sz="1800" kern="0" spc="-1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运营副总</a:t>
                      </a:r>
                      <a:endParaRPr lang="en-US" altLang="en-US" sz="18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D966"/>
                    </a:solidFill>
                  </a:tcPr>
                </a:tc>
              </a:tr>
            </a:tbl>
          </a:graphicData>
        </a:graphic>
      </p:graphicFrame>
      <p:graphicFrame>
        <p:nvGraphicFramePr>
          <p:cNvPr id="3868" name="table 3868"/>
          <p:cNvGraphicFramePr>
            <a:graphicFrameLocks noGrp="1"/>
          </p:cNvGraphicFramePr>
          <p:nvPr>
            <p:custDataLst>
              <p:tags r:id="rId7"/>
            </p:custDataLst>
          </p:nvPr>
        </p:nvGraphicFramePr>
        <p:xfrm>
          <a:off x="7872730" y="4841494"/>
          <a:ext cx="2964180" cy="372110"/>
        </p:xfrm>
        <a:graphic>
          <a:graphicData uri="http://schemas.openxmlformats.org/drawingml/2006/table">
            <a:tbl>
              <a:tblPr>
                <a:solidFill>
                  <a:srgbClr val="FFD966"/>
                </a:solidFill>
              </a:tblPr>
              <a:tblGrid>
                <a:gridCol w="2964180"/>
              </a:tblGrid>
              <a:tr h="359410">
                <a:tc>
                  <a:txBody>
                    <a:bodyPr/>
                    <a:lstStyle/>
                    <a:p>
                      <a:pPr algn="l" rtl="0" eaLnBrk="0">
                        <a:lnSpc>
                          <a:spcPct val="117000"/>
                        </a:lnSpc>
                      </a:pPr>
                      <a:endParaRPr lang="en-US" altLang="en-US" sz="400" dirty="0"/>
                    </a:p>
                    <a:p>
                      <a:pPr marL="1035685" algn="l" rtl="0" eaLnBrk="0">
                        <a:lnSpc>
                          <a:spcPct val="95000"/>
                        </a:lnSpc>
                        <a:spcBef>
                          <a:spcPts val="5"/>
                        </a:spcBef>
                      </a:pPr>
                      <a:r>
                        <a:rPr sz="1800" kern="0" spc="-2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二级部门</a:t>
                      </a:r>
                      <a:endParaRPr lang="en-US" altLang="en-US" sz="18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solidFill>
                      <a:srgbClr val="FFD966"/>
                    </a:solidFill>
                  </a:tcPr>
                </a:tc>
              </a:tr>
            </a:tbl>
          </a:graphicData>
        </a:graphic>
      </p:graphicFrame>
      <p:grpSp>
        <p:nvGrpSpPr>
          <p:cNvPr id="428" name="group 428"/>
          <p:cNvGrpSpPr/>
          <p:nvPr/>
        </p:nvGrpSpPr>
        <p:grpSpPr>
          <a:xfrm rot="21600000">
            <a:off x="6110985" y="4099559"/>
            <a:ext cx="1345945" cy="780288"/>
            <a:chOff x="0" y="0"/>
            <a:chExt cx="1345945" cy="780288"/>
          </a:xfrm>
        </p:grpSpPr>
        <p:sp>
          <p:nvSpPr>
            <p:cNvPr id="3870" name="path"/>
            <p:cNvSpPr/>
            <p:nvPr/>
          </p:nvSpPr>
          <p:spPr>
            <a:xfrm>
              <a:off x="6350" y="0"/>
              <a:ext cx="1339595" cy="780288"/>
            </a:xfrm>
            <a:custGeom>
              <a:avLst/>
              <a:gdLst/>
              <a:ahLst/>
              <a:cxnLst/>
              <a:rect l="0" t="0" r="0" b="0"/>
              <a:pathLst>
                <a:path w="2109" h="1228">
                  <a:moveTo>
                    <a:pt x="0" y="307"/>
                  </a:moveTo>
                  <a:lnTo>
                    <a:pt x="1495" y="307"/>
                  </a:lnTo>
                  <a:lnTo>
                    <a:pt x="1495" y="0"/>
                  </a:lnTo>
                  <a:lnTo>
                    <a:pt x="2109" y="614"/>
                  </a:lnTo>
                  <a:lnTo>
                    <a:pt x="1495" y="1228"/>
                  </a:lnTo>
                  <a:lnTo>
                    <a:pt x="1495" y="921"/>
                  </a:lnTo>
                  <a:lnTo>
                    <a:pt x="0" y="921"/>
                  </a:lnTo>
                  <a:lnTo>
                    <a:pt x="0" y="307"/>
                  </a:lnTo>
                  <a:close/>
                </a:path>
              </a:pathLst>
            </a:custGeom>
            <a:solidFill>
              <a:srgbClr val="A5A5A5">
                <a:alpha val="100000"/>
              </a:srgbClr>
            </a:solidFill>
            <a:ln cap="flat">
              <a:noFill/>
              <a:prstDash val="solid"/>
              <a:miter lim="0"/>
            </a:ln>
          </p:spPr>
          <p:txBody>
            <a:bodyPr rtlCol="0"/>
            <a:lstStyle/>
            <a:p>
              <a:pPr algn="ctr"/>
              <a:endParaRPr lang="zh-CN" altLang="en-US"/>
            </a:p>
          </p:txBody>
        </p:sp>
        <p:sp>
          <p:nvSpPr>
            <p:cNvPr id="3872" name="path"/>
            <p:cNvSpPr/>
            <p:nvPr/>
          </p:nvSpPr>
          <p:spPr>
            <a:xfrm>
              <a:off x="0" y="0"/>
              <a:ext cx="962152" cy="780288"/>
            </a:xfrm>
            <a:custGeom>
              <a:avLst/>
              <a:gdLst/>
              <a:ahLst/>
              <a:cxnLst/>
              <a:rect l="0" t="0" r="0" b="0"/>
              <a:pathLst>
                <a:path w="1515" h="1228">
                  <a:moveTo>
                    <a:pt x="10" y="307"/>
                  </a:moveTo>
                  <a:lnTo>
                    <a:pt x="1505" y="307"/>
                  </a:lnTo>
                  <a:lnTo>
                    <a:pt x="1505" y="0"/>
                  </a:lnTo>
                  <a:moveTo>
                    <a:pt x="1505" y="1228"/>
                  </a:moveTo>
                  <a:lnTo>
                    <a:pt x="1505" y="921"/>
                  </a:lnTo>
                  <a:lnTo>
                    <a:pt x="10" y="921"/>
                  </a:lnTo>
                  <a:lnTo>
                    <a:pt x="10" y="307"/>
                  </a:lnTo>
                </a:path>
              </a:pathLst>
            </a:custGeom>
            <a:noFill/>
            <a:ln w="12700" cap="flat">
              <a:solidFill>
                <a:srgbClr val="5B9BD5">
                  <a:alpha val="100000"/>
                </a:srgbClr>
              </a:solidFill>
              <a:prstDash val="solid"/>
              <a:miter lim="1000000"/>
            </a:ln>
          </p:spPr>
          <p:txBody>
            <a:bodyPr rtlCol="0"/>
            <a:lstStyle/>
            <a:p>
              <a:pPr algn="ctr"/>
              <a:endParaRPr lang="zh-CN" altLang="en-US"/>
            </a:p>
          </p:txBody>
        </p:sp>
      </p:grpSp>
      <p:grpSp>
        <p:nvGrpSpPr>
          <p:cNvPr id="430" name="group 430"/>
          <p:cNvGrpSpPr/>
          <p:nvPr/>
        </p:nvGrpSpPr>
        <p:grpSpPr>
          <a:xfrm rot="21600000">
            <a:off x="2959607" y="3512820"/>
            <a:ext cx="864107" cy="288035"/>
            <a:chOff x="0" y="0"/>
            <a:chExt cx="864107" cy="288035"/>
          </a:xfrm>
        </p:grpSpPr>
        <p:sp>
          <p:nvSpPr>
            <p:cNvPr id="3876" name="path"/>
            <p:cNvSpPr/>
            <p:nvPr/>
          </p:nvSpPr>
          <p:spPr>
            <a:xfrm>
              <a:off x="0" y="0"/>
              <a:ext cx="864107" cy="288035"/>
            </a:xfrm>
            <a:custGeom>
              <a:avLst/>
              <a:gdLst/>
              <a:ahLst/>
              <a:cxnLst/>
              <a:rect l="0" t="0" r="0" b="0"/>
              <a:pathLst>
                <a:path w="1360" h="453">
                  <a:moveTo>
                    <a:pt x="0" y="226"/>
                  </a:moveTo>
                  <a:lnTo>
                    <a:pt x="226" y="0"/>
                  </a:lnTo>
                  <a:lnTo>
                    <a:pt x="226" y="113"/>
                  </a:lnTo>
                  <a:lnTo>
                    <a:pt x="1134" y="113"/>
                  </a:lnTo>
                  <a:lnTo>
                    <a:pt x="1134" y="0"/>
                  </a:lnTo>
                  <a:lnTo>
                    <a:pt x="1360" y="226"/>
                  </a:lnTo>
                  <a:lnTo>
                    <a:pt x="1134" y="453"/>
                  </a:lnTo>
                  <a:lnTo>
                    <a:pt x="1134" y="340"/>
                  </a:lnTo>
                  <a:lnTo>
                    <a:pt x="226" y="340"/>
                  </a:lnTo>
                  <a:lnTo>
                    <a:pt x="226" y="453"/>
                  </a:lnTo>
                  <a:lnTo>
                    <a:pt x="0" y="226"/>
                  </a:lnTo>
                  <a:close/>
                </a:path>
              </a:pathLst>
            </a:custGeom>
            <a:solidFill>
              <a:srgbClr val="EDEDED">
                <a:alpha val="100000"/>
              </a:srgbClr>
            </a:solidFill>
            <a:ln cap="flat">
              <a:noFill/>
              <a:prstDash val="solid"/>
              <a:miter lim="0"/>
            </a:ln>
          </p:spPr>
          <p:txBody>
            <a:bodyPr rtlCol="0"/>
            <a:lstStyle/>
            <a:p>
              <a:pPr algn="ctr"/>
              <a:endParaRPr lang="zh-CN" altLang="en-US"/>
            </a:p>
          </p:txBody>
        </p:sp>
        <p:sp>
          <p:nvSpPr>
            <p:cNvPr id="3878" name="path"/>
            <p:cNvSpPr/>
            <p:nvPr/>
          </p:nvSpPr>
          <p:spPr>
            <a:xfrm>
              <a:off x="144018" y="65658"/>
              <a:ext cx="576072" cy="156718"/>
            </a:xfrm>
            <a:custGeom>
              <a:avLst/>
              <a:gdLst/>
              <a:ahLst/>
              <a:cxnLst/>
              <a:rect l="0" t="0" r="0" b="0"/>
              <a:pathLst>
                <a:path w="907" h="246">
                  <a:moveTo>
                    <a:pt x="0" y="10"/>
                  </a:moveTo>
                  <a:lnTo>
                    <a:pt x="907" y="10"/>
                  </a:lnTo>
                  <a:moveTo>
                    <a:pt x="907" y="236"/>
                  </a:moveTo>
                  <a:lnTo>
                    <a:pt x="0" y="236"/>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880" name="textbox 3880"/>
          <p:cNvSpPr/>
          <p:nvPr>
            <p:custDataLst>
              <p:tags r:id="rId8"/>
            </p:custDataLst>
          </p:nvPr>
        </p:nvSpPr>
        <p:spPr>
          <a:xfrm>
            <a:off x="3660648" y="3485789"/>
            <a:ext cx="1670050" cy="403225"/>
          </a:xfrm>
          <a:prstGeom prst="rect">
            <a:avLst/>
          </a:prstGeom>
        </p:spPr>
        <p:txBody>
          <a:bodyPr vert="horz" wrap="square" lIns="0" tIns="0" rIns="0" bIns="0"/>
          <a:lstStyle/>
          <a:p>
            <a:pPr algn="l" rtl="0" eaLnBrk="0">
              <a:lnSpc>
                <a:spcPct val="92000"/>
              </a:lnSpc>
            </a:pPr>
            <a:endParaRPr lang="en-US" altLang="en-US" sz="100" dirty="0">
              <a:solidFill>
                <a:schemeClr val="tx1"/>
              </a:solidFill>
            </a:endParaRPr>
          </a:p>
          <a:p>
            <a:pPr marL="167005" algn="l" rtl="0" eaLnBrk="0">
              <a:lnSpc>
                <a:spcPct val="95000"/>
              </a:lnSpc>
              <a:tabLst>
                <a:tab pos="342265" algn="l"/>
              </a:tabLst>
            </a:pPr>
            <a:r>
              <a:rPr sz="2600" kern="0" spc="0" dirty="0">
                <a:solidFill>
                  <a:schemeClr val="tx1"/>
                </a:solidFill>
                <a:cs typeface="宋体" panose="02010600030101010101" pitchFamily="2" charset="-122"/>
              </a:rPr>
              <a:t>	</a:t>
            </a:r>
            <a:r>
              <a:rPr sz="2600" kern="0" spc="-20" dirty="0">
                <a:ln w="9448" cap="flat" cmpd="sng">
                  <a:solidFill>
                    <a:srgbClr val="FFFFFF">
                      <a:alpha val="100000"/>
                    </a:srgbClr>
                  </a:solidFill>
                  <a:prstDash val="solid"/>
                  <a:miter lim="10"/>
                </a:ln>
                <a:solidFill>
                  <a:schemeClr val="tx1"/>
                </a:solidFill>
                <a:cs typeface="宋体" panose="02010600030101010101" pitchFamily="2" charset="-122"/>
              </a:rPr>
              <a:t>运营指标</a:t>
            </a:r>
            <a:endParaRPr lang="en-US" altLang="en-US" sz="2600" kern="0" spc="-20" dirty="0">
              <a:ln w="9448" cap="flat" cmpd="sng">
                <a:solidFill>
                  <a:srgbClr val="FFFFFF">
                    <a:alpha val="100000"/>
                  </a:srgbClr>
                </a:solidFill>
                <a:prstDash val="solid"/>
                <a:miter lim="10"/>
              </a:ln>
              <a:solidFill>
                <a:schemeClr val="tx1"/>
              </a:solidFill>
              <a:cs typeface="宋体" panose="02010600030101010101" pitchFamily="2" charset="-122"/>
            </a:endParaRPr>
          </a:p>
        </p:txBody>
      </p:sp>
      <p:sp>
        <p:nvSpPr>
          <p:cNvPr id="3882" name="path"/>
          <p:cNvSpPr/>
          <p:nvPr/>
        </p:nvSpPr>
        <p:spPr>
          <a:xfrm>
            <a:off x="3673348" y="3508330"/>
            <a:ext cx="154857" cy="297015"/>
          </a:xfrm>
          <a:custGeom>
            <a:avLst/>
            <a:gdLst/>
            <a:ahLst/>
            <a:cxnLst/>
            <a:rect l="0" t="0" r="0" b="0"/>
            <a:pathLst>
              <a:path w="243" h="467">
                <a:moveTo>
                  <a:pt x="10" y="120"/>
                </a:moveTo>
                <a:lnTo>
                  <a:pt x="10" y="7"/>
                </a:lnTo>
                <a:lnTo>
                  <a:pt x="236" y="233"/>
                </a:lnTo>
                <a:lnTo>
                  <a:pt x="10" y="460"/>
                </a:lnTo>
                <a:lnTo>
                  <a:pt x="10" y="347"/>
                </a:lnTo>
              </a:path>
            </a:pathLst>
          </a:custGeom>
          <a:noFill/>
          <a:ln w="12700" cap="flat">
            <a:solidFill>
              <a:srgbClr val="41719C">
                <a:alpha val="100000"/>
              </a:srgbClr>
            </a:solidFill>
            <a:prstDash val="solid"/>
            <a:miter lim="1000000"/>
          </a:ln>
        </p:spPr>
        <p:txBody>
          <a:bodyPr rtlCol="0"/>
          <a:lstStyle/>
          <a:p>
            <a:pPr algn="ctr"/>
            <a:endParaRPr lang="zh-CN" altLang="en-US"/>
          </a:p>
        </p:txBody>
      </p:sp>
      <p:grpSp>
        <p:nvGrpSpPr>
          <p:cNvPr id="432" name="group 432"/>
          <p:cNvGrpSpPr/>
          <p:nvPr/>
        </p:nvGrpSpPr>
        <p:grpSpPr>
          <a:xfrm rot="21600000">
            <a:off x="2970276" y="5239511"/>
            <a:ext cx="864107" cy="288036"/>
            <a:chOff x="0" y="0"/>
            <a:chExt cx="864107" cy="288036"/>
          </a:xfrm>
        </p:grpSpPr>
        <p:sp>
          <p:nvSpPr>
            <p:cNvPr id="3884" name="path"/>
            <p:cNvSpPr/>
            <p:nvPr/>
          </p:nvSpPr>
          <p:spPr>
            <a:xfrm>
              <a:off x="0" y="0"/>
              <a:ext cx="864107" cy="288036"/>
            </a:xfrm>
            <a:custGeom>
              <a:avLst/>
              <a:gdLst/>
              <a:ahLst/>
              <a:cxnLst/>
              <a:rect l="0" t="0" r="0" b="0"/>
              <a:pathLst>
                <a:path w="1360" h="453">
                  <a:moveTo>
                    <a:pt x="0" y="226"/>
                  </a:moveTo>
                  <a:lnTo>
                    <a:pt x="226" y="0"/>
                  </a:lnTo>
                  <a:lnTo>
                    <a:pt x="226" y="113"/>
                  </a:lnTo>
                  <a:lnTo>
                    <a:pt x="1133" y="113"/>
                  </a:lnTo>
                  <a:lnTo>
                    <a:pt x="1133" y="0"/>
                  </a:lnTo>
                  <a:lnTo>
                    <a:pt x="1360" y="226"/>
                  </a:lnTo>
                  <a:lnTo>
                    <a:pt x="1133" y="453"/>
                  </a:lnTo>
                  <a:lnTo>
                    <a:pt x="1133" y="340"/>
                  </a:lnTo>
                  <a:lnTo>
                    <a:pt x="226" y="340"/>
                  </a:lnTo>
                  <a:lnTo>
                    <a:pt x="226" y="453"/>
                  </a:lnTo>
                  <a:lnTo>
                    <a:pt x="0" y="226"/>
                  </a:lnTo>
                  <a:close/>
                </a:path>
              </a:pathLst>
            </a:custGeom>
            <a:solidFill>
              <a:srgbClr val="EDEDED">
                <a:alpha val="100000"/>
              </a:srgbClr>
            </a:solidFill>
            <a:ln cap="flat">
              <a:noFill/>
              <a:prstDash val="solid"/>
              <a:miter lim="0"/>
            </a:ln>
          </p:spPr>
          <p:txBody>
            <a:bodyPr rtlCol="0"/>
            <a:lstStyle/>
            <a:p>
              <a:pPr algn="ctr"/>
              <a:endParaRPr lang="zh-CN" altLang="en-US"/>
            </a:p>
          </p:txBody>
        </p:sp>
        <p:sp>
          <p:nvSpPr>
            <p:cNvPr id="3886" name="path"/>
            <p:cNvSpPr/>
            <p:nvPr/>
          </p:nvSpPr>
          <p:spPr>
            <a:xfrm>
              <a:off x="144017" y="65659"/>
              <a:ext cx="576071" cy="156717"/>
            </a:xfrm>
            <a:custGeom>
              <a:avLst/>
              <a:gdLst/>
              <a:ahLst/>
              <a:cxnLst/>
              <a:rect l="0" t="0" r="0" b="0"/>
              <a:pathLst>
                <a:path w="907" h="246">
                  <a:moveTo>
                    <a:pt x="0" y="10"/>
                  </a:moveTo>
                  <a:lnTo>
                    <a:pt x="907" y="10"/>
                  </a:lnTo>
                  <a:moveTo>
                    <a:pt x="907" y="236"/>
                  </a:moveTo>
                  <a:lnTo>
                    <a:pt x="0" y="236"/>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888" name="textbox 3888"/>
          <p:cNvSpPr/>
          <p:nvPr>
            <p:custDataLst>
              <p:tags r:id="rId9"/>
            </p:custDataLst>
          </p:nvPr>
        </p:nvSpPr>
        <p:spPr>
          <a:xfrm>
            <a:off x="1468243" y="5200036"/>
            <a:ext cx="1665604" cy="403225"/>
          </a:xfrm>
          <a:prstGeom prst="rect">
            <a:avLst/>
          </a:prstGeom>
        </p:spPr>
        <p:txBody>
          <a:bodyPr vert="horz" wrap="square" lIns="0" tIns="0" rIns="0" bIns="0"/>
          <a:lstStyle/>
          <a:p>
            <a:pPr algn="l" rtl="0" eaLnBrk="0">
              <a:lnSpc>
                <a:spcPct val="92000"/>
              </a:lnSpc>
            </a:pPr>
            <a:endParaRPr lang="en-US" altLang="en-US" sz="100" dirty="0">
              <a:solidFill>
                <a:schemeClr val="tx1"/>
              </a:solidFill>
            </a:endParaRPr>
          </a:p>
          <a:p>
            <a:pPr marL="12700" algn="l" rtl="0" eaLnBrk="0">
              <a:lnSpc>
                <a:spcPct val="95000"/>
              </a:lnSpc>
            </a:pPr>
            <a:r>
              <a:rPr sz="2600" kern="0" spc="-20" dirty="0">
                <a:ln w="9448" cap="flat" cmpd="sng">
                  <a:solidFill>
                    <a:srgbClr val="FFFFFF">
                      <a:alpha val="100000"/>
                    </a:srgbClr>
                  </a:solidFill>
                  <a:prstDash val="solid"/>
                  <a:miter lim="10"/>
                </a:ln>
                <a:solidFill>
                  <a:schemeClr val="tx1"/>
                </a:solidFill>
                <a:cs typeface="宋体" panose="02010600030101010101" pitchFamily="2" charset="-122"/>
              </a:rPr>
              <a:t>质控指标</a:t>
            </a:r>
            <a:r>
              <a:rPr sz="2600" kern="0" spc="0" dirty="0">
                <a:solidFill>
                  <a:schemeClr val="tx1"/>
                </a:solidFill>
                <a:cs typeface="宋体" panose="02010600030101010101" pitchFamily="2" charset="-122"/>
              </a:rPr>
              <a:t>  </a:t>
            </a:r>
            <a:endParaRPr lang="en-US" altLang="en-US" sz="2600" kern="0" spc="0" dirty="0">
              <a:solidFill>
                <a:schemeClr val="tx1"/>
              </a:solidFill>
              <a:cs typeface="宋体" panose="02010600030101010101" pitchFamily="2" charset="-122"/>
            </a:endParaRPr>
          </a:p>
        </p:txBody>
      </p:sp>
      <p:sp>
        <p:nvSpPr>
          <p:cNvPr id="3890" name="path"/>
          <p:cNvSpPr/>
          <p:nvPr/>
        </p:nvSpPr>
        <p:spPr>
          <a:xfrm>
            <a:off x="2963242" y="5235021"/>
            <a:ext cx="154857" cy="297016"/>
          </a:xfrm>
          <a:custGeom>
            <a:avLst/>
            <a:gdLst/>
            <a:ahLst/>
            <a:cxnLst/>
            <a:rect l="0" t="0" r="0" b="0"/>
            <a:pathLst>
              <a:path w="243" h="467">
                <a:moveTo>
                  <a:pt x="7" y="233"/>
                </a:moveTo>
                <a:lnTo>
                  <a:pt x="233" y="7"/>
                </a:lnTo>
                <a:lnTo>
                  <a:pt x="233" y="120"/>
                </a:lnTo>
                <a:moveTo>
                  <a:pt x="233" y="347"/>
                </a:moveTo>
                <a:lnTo>
                  <a:pt x="233" y="460"/>
                </a:lnTo>
                <a:lnTo>
                  <a:pt x="7" y="233"/>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892" name="textbox 3892"/>
          <p:cNvSpPr/>
          <p:nvPr>
            <p:custDataLst>
              <p:tags r:id="rId10"/>
            </p:custDataLst>
          </p:nvPr>
        </p:nvSpPr>
        <p:spPr>
          <a:xfrm>
            <a:off x="1469566" y="3485789"/>
            <a:ext cx="1653539" cy="403225"/>
          </a:xfrm>
          <a:prstGeom prst="rect">
            <a:avLst/>
          </a:prstGeom>
        </p:spPr>
        <p:txBody>
          <a:bodyPr vert="horz" wrap="square" lIns="0" tIns="0" rIns="0" bIns="0"/>
          <a:lstStyle/>
          <a:p>
            <a:pPr algn="l" rtl="0" eaLnBrk="0">
              <a:lnSpc>
                <a:spcPct val="92000"/>
              </a:lnSpc>
            </a:pPr>
            <a:endParaRPr lang="en-US" altLang="en-US" sz="100" dirty="0">
              <a:solidFill>
                <a:schemeClr val="tx1"/>
              </a:solidFill>
            </a:endParaRPr>
          </a:p>
          <a:p>
            <a:pPr marL="12700" algn="l" rtl="0" eaLnBrk="0">
              <a:lnSpc>
                <a:spcPct val="95000"/>
              </a:lnSpc>
            </a:pPr>
            <a:r>
              <a:rPr sz="2600" kern="0" spc="-30" dirty="0">
                <a:ln w="9448" cap="flat" cmpd="sng">
                  <a:solidFill>
                    <a:srgbClr val="FFFFFF">
                      <a:alpha val="100000"/>
                    </a:srgbClr>
                  </a:solidFill>
                  <a:prstDash val="solid"/>
                  <a:miter lim="10"/>
                </a:ln>
                <a:solidFill>
                  <a:schemeClr val="tx1"/>
                </a:solidFill>
                <a:cs typeface="宋体" panose="02010600030101010101" pitchFamily="2" charset="-122"/>
              </a:rPr>
              <a:t>经营指标</a:t>
            </a:r>
            <a:r>
              <a:rPr sz="2600" kern="0" spc="30" dirty="0">
                <a:solidFill>
                  <a:schemeClr val="tx1"/>
                </a:solidFill>
                <a:cs typeface="宋体" panose="02010600030101010101" pitchFamily="2" charset="-122"/>
              </a:rPr>
              <a:t> </a:t>
            </a:r>
            <a:endParaRPr lang="en-US" altLang="en-US" sz="2600" kern="0" spc="30" dirty="0">
              <a:solidFill>
                <a:schemeClr val="tx1"/>
              </a:solidFill>
              <a:cs typeface="宋体" panose="02010600030101010101" pitchFamily="2" charset="-122"/>
            </a:endParaRPr>
          </a:p>
        </p:txBody>
      </p:sp>
      <p:sp>
        <p:nvSpPr>
          <p:cNvPr id="3894" name="path"/>
          <p:cNvSpPr/>
          <p:nvPr/>
        </p:nvSpPr>
        <p:spPr>
          <a:xfrm>
            <a:off x="2948816" y="3508330"/>
            <a:ext cx="154858" cy="297015"/>
          </a:xfrm>
          <a:custGeom>
            <a:avLst/>
            <a:gdLst/>
            <a:ahLst/>
            <a:cxnLst/>
            <a:rect l="0" t="0" r="0" b="0"/>
            <a:pathLst>
              <a:path w="243" h="467">
                <a:moveTo>
                  <a:pt x="7" y="233"/>
                </a:moveTo>
                <a:lnTo>
                  <a:pt x="233" y="7"/>
                </a:lnTo>
                <a:lnTo>
                  <a:pt x="233" y="120"/>
                </a:lnTo>
                <a:moveTo>
                  <a:pt x="233" y="347"/>
                </a:moveTo>
                <a:lnTo>
                  <a:pt x="233" y="460"/>
                </a:lnTo>
                <a:lnTo>
                  <a:pt x="7" y="233"/>
                </a:lnTo>
              </a:path>
            </a:pathLst>
          </a:custGeom>
          <a:noFill/>
          <a:ln w="12700" cap="flat">
            <a:solidFill>
              <a:srgbClr val="41719C">
                <a:alpha val="100000"/>
              </a:srgbClr>
            </a:solidFill>
            <a:prstDash val="solid"/>
            <a:miter lim="1000000"/>
          </a:ln>
        </p:spPr>
        <p:txBody>
          <a:bodyPr rtlCol="0"/>
          <a:lstStyle/>
          <a:p>
            <a:pPr algn="ctr"/>
            <a:endParaRPr lang="zh-CN" altLang="en-US"/>
          </a:p>
        </p:txBody>
      </p:sp>
      <p:grpSp>
        <p:nvGrpSpPr>
          <p:cNvPr id="434" name="group 434"/>
          <p:cNvGrpSpPr/>
          <p:nvPr/>
        </p:nvGrpSpPr>
        <p:grpSpPr>
          <a:xfrm rot="21600000">
            <a:off x="9656145" y="3113278"/>
            <a:ext cx="441797" cy="1162983"/>
            <a:chOff x="0" y="0"/>
            <a:chExt cx="441797" cy="1162983"/>
          </a:xfrm>
        </p:grpSpPr>
        <p:grpSp>
          <p:nvGrpSpPr>
            <p:cNvPr id="436" name="group 436"/>
            <p:cNvGrpSpPr/>
            <p:nvPr/>
          </p:nvGrpSpPr>
          <p:grpSpPr>
            <a:xfrm rot="21600000">
              <a:off x="0" y="6350"/>
              <a:ext cx="441797" cy="1156633"/>
              <a:chOff x="0" y="0"/>
              <a:chExt cx="441797" cy="1156633"/>
            </a:xfrm>
          </p:grpSpPr>
          <p:sp>
            <p:nvSpPr>
              <p:cNvPr id="3896" name="path"/>
              <p:cNvSpPr/>
              <p:nvPr/>
            </p:nvSpPr>
            <p:spPr>
              <a:xfrm>
                <a:off x="4490" y="0"/>
                <a:ext cx="432816" cy="1152143"/>
              </a:xfrm>
              <a:custGeom>
                <a:avLst/>
                <a:gdLst/>
                <a:ahLst/>
                <a:cxnLst/>
                <a:rect l="0" t="0" r="0" b="0"/>
                <a:pathLst>
                  <a:path w="681" h="1814">
                    <a:moveTo>
                      <a:pt x="0" y="1473"/>
                    </a:moveTo>
                    <a:lnTo>
                      <a:pt x="170" y="1473"/>
                    </a:lnTo>
                    <a:lnTo>
                      <a:pt x="170" y="0"/>
                    </a:lnTo>
                    <a:lnTo>
                      <a:pt x="511" y="0"/>
                    </a:lnTo>
                    <a:lnTo>
                      <a:pt x="511" y="1473"/>
                    </a:lnTo>
                    <a:lnTo>
                      <a:pt x="681" y="1473"/>
                    </a:lnTo>
                    <a:lnTo>
                      <a:pt x="340" y="1814"/>
                    </a:lnTo>
                    <a:lnTo>
                      <a:pt x="0" y="1473"/>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3898" name="path"/>
              <p:cNvSpPr/>
              <p:nvPr/>
            </p:nvSpPr>
            <p:spPr>
              <a:xfrm>
                <a:off x="0" y="931245"/>
                <a:ext cx="441797" cy="225388"/>
              </a:xfrm>
              <a:custGeom>
                <a:avLst/>
                <a:gdLst/>
                <a:ahLst/>
                <a:cxnLst/>
                <a:rect l="0" t="0" r="0" b="0"/>
                <a:pathLst>
                  <a:path w="695" h="354">
                    <a:moveTo>
                      <a:pt x="688" y="7"/>
                    </a:moveTo>
                    <a:lnTo>
                      <a:pt x="347" y="347"/>
                    </a:lnTo>
                    <a:lnTo>
                      <a:pt x="7" y="7"/>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900" name="textbox 3900"/>
            <p:cNvSpPr/>
            <p:nvPr>
              <p:custDataLst>
                <p:tags r:id="rId11"/>
              </p:custDataLst>
            </p:nvPr>
          </p:nvSpPr>
          <p:spPr>
            <a:xfrm>
              <a:off x="65978" y="-12700"/>
              <a:ext cx="276225" cy="1045210"/>
            </a:xfrm>
            <a:prstGeom prst="rect">
              <a:avLst/>
            </a:prstGeom>
          </p:spPr>
          <p:txBody>
            <a:bodyPr vert="eaVert" wrap="square" lIns="0" tIns="0" rIns="0" bIns="0">
              <a:normAutofit/>
            </a:bodyPr>
            <a:lstStyle/>
            <a:p>
              <a:pPr algn="l" rtl="0" eaLnBrk="0">
                <a:lnSpc>
                  <a:spcPct val="123000"/>
                </a:lnSpc>
              </a:pPr>
              <a:endParaRPr lang="en-US" altLang="en-US" sz="100" dirty="0">
                <a:solidFill>
                  <a:schemeClr val="dk1"/>
                </a:solidFill>
              </a:endParaRPr>
            </a:p>
            <a:p>
              <a:pPr algn="r" rtl="0" eaLnBrk="0">
                <a:lnSpc>
                  <a:spcPct val="95000"/>
                </a:lnSpc>
              </a:pPr>
              <a:r>
                <a:rPr sz="1500" u="sng" kern="0" spc="360" dirty="0">
                  <a:solidFill>
                    <a:schemeClr val="dk1"/>
                  </a:solidFill>
                  <a:uFill>
                    <a:solidFill>
                      <a:srgbClr val="41719C"/>
                    </a:solidFill>
                  </a:uFill>
                  <a:cs typeface="Microsoft YaHei UI" panose="020B0503020204020204" charset="-122"/>
                </a:rPr>
                <a:t>下级指标</a:t>
              </a:r>
              <a:endParaRPr lang="en-US" altLang="en-US" sz="1500" u="sng" kern="0" spc="360" dirty="0">
                <a:solidFill>
                  <a:schemeClr val="dk1"/>
                </a:solidFill>
                <a:uFill>
                  <a:solidFill>
                    <a:srgbClr val="41719C"/>
                  </a:solidFill>
                </a:uFill>
                <a:cs typeface="Microsoft YaHei UI" panose="020B0503020204020204" charset="-122"/>
              </a:endParaRPr>
            </a:p>
          </p:txBody>
        </p:sp>
        <p:sp>
          <p:nvSpPr>
            <p:cNvPr id="3902" name="path"/>
            <p:cNvSpPr/>
            <p:nvPr/>
          </p:nvSpPr>
          <p:spPr>
            <a:xfrm>
              <a:off x="112694" y="0"/>
              <a:ext cx="216407" cy="12700"/>
            </a:xfrm>
            <a:custGeom>
              <a:avLst/>
              <a:gdLst/>
              <a:ahLst/>
              <a:cxnLst/>
              <a:rect l="0" t="0" r="0" b="0"/>
              <a:pathLst>
                <a:path w="340" h="20">
                  <a:moveTo>
                    <a:pt x="0" y="10"/>
                  </a:moveTo>
                  <a:lnTo>
                    <a:pt x="340" y="10"/>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904" name="rect"/>
            <p:cNvSpPr/>
            <p:nvPr/>
          </p:nvSpPr>
          <p:spPr>
            <a:xfrm>
              <a:off x="4490" y="935735"/>
              <a:ext cx="108204"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906" name="rect"/>
            <p:cNvSpPr/>
            <p:nvPr/>
          </p:nvSpPr>
          <p:spPr>
            <a:xfrm>
              <a:off x="329102" y="935735"/>
              <a:ext cx="108204"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grpSp>
      <p:sp>
        <p:nvSpPr>
          <p:cNvPr id="3908" name="path"/>
          <p:cNvSpPr/>
          <p:nvPr/>
        </p:nvSpPr>
        <p:spPr>
          <a:xfrm>
            <a:off x="9978897" y="3119628"/>
            <a:ext cx="12700" cy="935735"/>
          </a:xfrm>
          <a:custGeom>
            <a:avLst/>
            <a:gdLst/>
            <a:ahLst/>
            <a:cxnLst/>
            <a:rect l="0" t="0" r="0" b="0"/>
            <a:pathLst>
              <a:path w="20" h="1473">
                <a:moveTo>
                  <a:pt x="10" y="0"/>
                </a:moveTo>
                <a:lnTo>
                  <a:pt x="10" y="1473"/>
                </a:lnTo>
              </a:path>
            </a:pathLst>
          </a:custGeom>
          <a:noFill/>
          <a:ln w="12700" cap="flat">
            <a:solidFill>
              <a:srgbClr val="41719C">
                <a:alpha val="100000"/>
              </a:srgbClr>
            </a:solidFill>
            <a:prstDash val="solid"/>
            <a:miter lim="1000000"/>
          </a:ln>
        </p:spPr>
        <p:txBody>
          <a:bodyPr rtlCol="0"/>
          <a:lstStyle/>
          <a:p>
            <a:pPr algn="ctr"/>
            <a:endParaRPr lang="zh-CN" altLang="en-US"/>
          </a:p>
        </p:txBody>
      </p:sp>
      <p:grpSp>
        <p:nvGrpSpPr>
          <p:cNvPr id="438" name="group 438"/>
          <p:cNvGrpSpPr/>
          <p:nvPr/>
        </p:nvGrpSpPr>
        <p:grpSpPr>
          <a:xfrm rot="21600000">
            <a:off x="9938085" y="3401314"/>
            <a:ext cx="440272" cy="1162984"/>
            <a:chOff x="0" y="0"/>
            <a:chExt cx="440272" cy="1162984"/>
          </a:xfrm>
        </p:grpSpPr>
        <p:grpSp>
          <p:nvGrpSpPr>
            <p:cNvPr id="440" name="group 440"/>
            <p:cNvGrpSpPr/>
            <p:nvPr/>
          </p:nvGrpSpPr>
          <p:grpSpPr>
            <a:xfrm rot="21600000">
              <a:off x="0" y="6350"/>
              <a:ext cx="440272" cy="1156634"/>
              <a:chOff x="0" y="0"/>
              <a:chExt cx="440272" cy="1156634"/>
            </a:xfrm>
          </p:grpSpPr>
          <p:sp>
            <p:nvSpPr>
              <p:cNvPr id="3910" name="path"/>
              <p:cNvSpPr/>
              <p:nvPr/>
            </p:nvSpPr>
            <p:spPr>
              <a:xfrm>
                <a:off x="4490" y="0"/>
                <a:ext cx="431291" cy="1152144"/>
              </a:xfrm>
              <a:custGeom>
                <a:avLst/>
                <a:gdLst/>
                <a:ahLst/>
                <a:cxnLst/>
                <a:rect l="0" t="0" r="0" b="0"/>
                <a:pathLst>
                  <a:path w="679" h="1814">
                    <a:moveTo>
                      <a:pt x="0" y="1474"/>
                    </a:moveTo>
                    <a:lnTo>
                      <a:pt x="169" y="1474"/>
                    </a:lnTo>
                    <a:lnTo>
                      <a:pt x="169" y="0"/>
                    </a:lnTo>
                    <a:lnTo>
                      <a:pt x="509" y="0"/>
                    </a:lnTo>
                    <a:lnTo>
                      <a:pt x="509" y="1474"/>
                    </a:lnTo>
                    <a:lnTo>
                      <a:pt x="679" y="1474"/>
                    </a:lnTo>
                    <a:lnTo>
                      <a:pt x="339" y="1814"/>
                    </a:lnTo>
                    <a:lnTo>
                      <a:pt x="0" y="1474"/>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3912" name="path"/>
              <p:cNvSpPr/>
              <p:nvPr/>
            </p:nvSpPr>
            <p:spPr>
              <a:xfrm>
                <a:off x="0" y="932008"/>
                <a:ext cx="440272" cy="224626"/>
              </a:xfrm>
              <a:custGeom>
                <a:avLst/>
                <a:gdLst/>
                <a:ahLst/>
                <a:cxnLst/>
                <a:rect l="0" t="0" r="0" b="0"/>
                <a:pathLst>
                  <a:path w="693" h="353">
                    <a:moveTo>
                      <a:pt x="686" y="7"/>
                    </a:moveTo>
                    <a:lnTo>
                      <a:pt x="346" y="346"/>
                    </a:lnTo>
                    <a:lnTo>
                      <a:pt x="7" y="7"/>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914" name="textbox 3914"/>
            <p:cNvSpPr/>
            <p:nvPr>
              <p:custDataLst>
                <p:tags r:id="rId12"/>
              </p:custDataLst>
            </p:nvPr>
          </p:nvSpPr>
          <p:spPr>
            <a:xfrm>
              <a:off x="65597" y="-12700"/>
              <a:ext cx="275590" cy="1045210"/>
            </a:xfrm>
            <a:prstGeom prst="rect">
              <a:avLst/>
            </a:prstGeom>
          </p:spPr>
          <p:txBody>
            <a:bodyPr vert="eaVert" wrap="square" lIns="0" tIns="0" rIns="0" bIns="0">
              <a:normAutofit/>
            </a:bodyPr>
            <a:lstStyle/>
            <a:p>
              <a:pPr algn="l" rtl="0" eaLnBrk="0">
                <a:lnSpc>
                  <a:spcPct val="121000"/>
                </a:lnSpc>
              </a:pPr>
              <a:endParaRPr lang="en-US" altLang="en-US" sz="100" dirty="0">
                <a:solidFill>
                  <a:schemeClr val="dk1"/>
                </a:solidFill>
              </a:endParaRPr>
            </a:p>
            <a:p>
              <a:pPr algn="r" rtl="0" eaLnBrk="0">
                <a:lnSpc>
                  <a:spcPct val="95000"/>
                </a:lnSpc>
                <a:spcBef>
                  <a:spcPts val="0"/>
                </a:spcBef>
              </a:pPr>
              <a:r>
                <a:rPr sz="1500" u="sng" kern="0" spc="360" dirty="0">
                  <a:solidFill>
                    <a:schemeClr val="dk1"/>
                  </a:solidFill>
                  <a:uFill>
                    <a:solidFill>
                      <a:srgbClr val="41719C"/>
                    </a:solidFill>
                  </a:uFill>
                  <a:cs typeface="Microsoft YaHei UI" panose="020B0503020204020204" charset="-122"/>
                </a:rPr>
                <a:t>下级指标</a:t>
              </a:r>
              <a:endParaRPr lang="en-US" altLang="en-US" sz="1500" u="sng" kern="0" spc="360" dirty="0">
                <a:solidFill>
                  <a:schemeClr val="dk1"/>
                </a:solidFill>
                <a:uFill>
                  <a:solidFill>
                    <a:srgbClr val="41719C"/>
                  </a:solidFill>
                </a:uFill>
                <a:cs typeface="Microsoft YaHei UI" panose="020B0503020204020204" charset="-122"/>
              </a:endParaRPr>
            </a:p>
          </p:txBody>
        </p:sp>
        <p:sp>
          <p:nvSpPr>
            <p:cNvPr id="3916" name="path"/>
            <p:cNvSpPr/>
            <p:nvPr/>
          </p:nvSpPr>
          <p:spPr>
            <a:xfrm>
              <a:off x="112313" y="0"/>
              <a:ext cx="215645" cy="12700"/>
            </a:xfrm>
            <a:custGeom>
              <a:avLst/>
              <a:gdLst/>
              <a:ahLst/>
              <a:cxnLst/>
              <a:rect l="0" t="0" r="0" b="0"/>
              <a:pathLst>
                <a:path w="339" h="20">
                  <a:moveTo>
                    <a:pt x="0" y="10"/>
                  </a:moveTo>
                  <a:lnTo>
                    <a:pt x="339" y="10"/>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918" name="rect"/>
            <p:cNvSpPr/>
            <p:nvPr/>
          </p:nvSpPr>
          <p:spPr>
            <a:xfrm>
              <a:off x="327959" y="936498"/>
              <a:ext cx="107822"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920" name="rect"/>
            <p:cNvSpPr/>
            <p:nvPr/>
          </p:nvSpPr>
          <p:spPr>
            <a:xfrm>
              <a:off x="4490" y="936498"/>
              <a:ext cx="107822"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grpSp>
      <p:sp>
        <p:nvSpPr>
          <p:cNvPr id="3922" name="path"/>
          <p:cNvSpPr/>
          <p:nvPr/>
        </p:nvSpPr>
        <p:spPr>
          <a:xfrm>
            <a:off x="10259694" y="3407664"/>
            <a:ext cx="12700" cy="936498"/>
          </a:xfrm>
          <a:custGeom>
            <a:avLst/>
            <a:gdLst/>
            <a:ahLst/>
            <a:cxnLst/>
            <a:rect l="0" t="0" r="0" b="0"/>
            <a:pathLst>
              <a:path w="20" h="1474">
                <a:moveTo>
                  <a:pt x="10" y="0"/>
                </a:moveTo>
                <a:lnTo>
                  <a:pt x="10" y="1474"/>
                </a:lnTo>
              </a:path>
            </a:pathLst>
          </a:custGeom>
          <a:noFill/>
          <a:ln w="12700" cap="flat">
            <a:solidFill>
              <a:srgbClr val="41719C">
                <a:alpha val="100000"/>
              </a:srgbClr>
            </a:solidFill>
            <a:prstDash val="solid"/>
            <a:miter lim="1000000"/>
          </a:ln>
        </p:spPr>
        <p:txBody>
          <a:bodyPr rtlCol="0"/>
          <a:lstStyle/>
          <a:p>
            <a:pPr algn="ctr"/>
            <a:endParaRPr lang="zh-CN" altLang="en-US"/>
          </a:p>
        </p:txBody>
      </p:sp>
      <p:grpSp>
        <p:nvGrpSpPr>
          <p:cNvPr id="442" name="group 442"/>
          <p:cNvGrpSpPr/>
          <p:nvPr/>
        </p:nvGrpSpPr>
        <p:grpSpPr>
          <a:xfrm rot="21600000">
            <a:off x="10207833" y="3905758"/>
            <a:ext cx="441797" cy="1162984"/>
            <a:chOff x="0" y="0"/>
            <a:chExt cx="441797" cy="1162984"/>
          </a:xfrm>
        </p:grpSpPr>
        <p:grpSp>
          <p:nvGrpSpPr>
            <p:cNvPr id="444" name="group 444"/>
            <p:cNvGrpSpPr/>
            <p:nvPr/>
          </p:nvGrpSpPr>
          <p:grpSpPr>
            <a:xfrm rot="21600000">
              <a:off x="0" y="6350"/>
              <a:ext cx="441797" cy="1156634"/>
              <a:chOff x="0" y="0"/>
              <a:chExt cx="441797" cy="1156634"/>
            </a:xfrm>
          </p:grpSpPr>
          <p:sp>
            <p:nvSpPr>
              <p:cNvPr id="3924" name="path"/>
              <p:cNvSpPr/>
              <p:nvPr/>
            </p:nvSpPr>
            <p:spPr>
              <a:xfrm>
                <a:off x="4490" y="0"/>
                <a:ext cx="432816" cy="1152144"/>
              </a:xfrm>
              <a:custGeom>
                <a:avLst/>
                <a:gdLst/>
                <a:ahLst/>
                <a:cxnLst/>
                <a:rect l="0" t="0" r="0" b="0"/>
                <a:pathLst>
                  <a:path w="681" h="1814">
                    <a:moveTo>
                      <a:pt x="0" y="1473"/>
                    </a:moveTo>
                    <a:lnTo>
                      <a:pt x="170" y="1473"/>
                    </a:lnTo>
                    <a:lnTo>
                      <a:pt x="170" y="0"/>
                    </a:lnTo>
                    <a:lnTo>
                      <a:pt x="511" y="0"/>
                    </a:lnTo>
                    <a:lnTo>
                      <a:pt x="511" y="1473"/>
                    </a:lnTo>
                    <a:lnTo>
                      <a:pt x="681" y="1473"/>
                    </a:lnTo>
                    <a:lnTo>
                      <a:pt x="340" y="1814"/>
                    </a:lnTo>
                    <a:lnTo>
                      <a:pt x="0" y="1473"/>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3926" name="path"/>
              <p:cNvSpPr/>
              <p:nvPr/>
            </p:nvSpPr>
            <p:spPr>
              <a:xfrm>
                <a:off x="0" y="931245"/>
                <a:ext cx="441797" cy="225388"/>
              </a:xfrm>
              <a:custGeom>
                <a:avLst/>
                <a:gdLst/>
                <a:ahLst/>
                <a:cxnLst/>
                <a:rect l="0" t="0" r="0" b="0"/>
                <a:pathLst>
                  <a:path w="695" h="354">
                    <a:moveTo>
                      <a:pt x="688" y="7"/>
                    </a:moveTo>
                    <a:lnTo>
                      <a:pt x="347" y="347"/>
                    </a:lnTo>
                    <a:lnTo>
                      <a:pt x="7" y="7"/>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928" name="textbox 3928"/>
            <p:cNvSpPr/>
            <p:nvPr>
              <p:custDataLst>
                <p:tags r:id="rId13"/>
              </p:custDataLst>
            </p:nvPr>
          </p:nvSpPr>
          <p:spPr>
            <a:xfrm>
              <a:off x="65978" y="-12700"/>
              <a:ext cx="276225" cy="1045210"/>
            </a:xfrm>
            <a:prstGeom prst="rect">
              <a:avLst/>
            </a:prstGeom>
          </p:spPr>
          <p:txBody>
            <a:bodyPr vert="eaVert" wrap="square" lIns="0" tIns="0" rIns="0" bIns="0">
              <a:normAutofit/>
            </a:bodyPr>
            <a:lstStyle/>
            <a:p>
              <a:pPr algn="l" rtl="0" eaLnBrk="0">
                <a:lnSpc>
                  <a:spcPct val="120000"/>
                </a:lnSpc>
              </a:pPr>
              <a:endParaRPr lang="en-US" altLang="en-US" sz="100" dirty="0">
                <a:solidFill>
                  <a:schemeClr val="dk1"/>
                </a:solidFill>
              </a:endParaRPr>
            </a:p>
            <a:p>
              <a:pPr algn="r" rtl="0" eaLnBrk="0">
                <a:lnSpc>
                  <a:spcPct val="95000"/>
                </a:lnSpc>
                <a:spcBef>
                  <a:spcPts val="0"/>
                </a:spcBef>
              </a:pPr>
              <a:r>
                <a:rPr sz="1500" u="sng" kern="0" spc="360" dirty="0">
                  <a:solidFill>
                    <a:schemeClr val="dk1"/>
                  </a:solidFill>
                  <a:uFill>
                    <a:solidFill>
                      <a:srgbClr val="41719C"/>
                    </a:solidFill>
                  </a:uFill>
                  <a:cs typeface="Microsoft YaHei UI" panose="020B0503020204020204" charset="-122"/>
                </a:rPr>
                <a:t>下级指标</a:t>
              </a:r>
              <a:endParaRPr lang="en-US" altLang="en-US" sz="1500" u="sng" kern="0" spc="360" dirty="0">
                <a:solidFill>
                  <a:schemeClr val="dk1"/>
                </a:solidFill>
                <a:uFill>
                  <a:solidFill>
                    <a:srgbClr val="41719C"/>
                  </a:solidFill>
                </a:uFill>
                <a:cs typeface="Microsoft YaHei UI" panose="020B0503020204020204" charset="-122"/>
              </a:endParaRPr>
            </a:p>
          </p:txBody>
        </p:sp>
        <p:sp>
          <p:nvSpPr>
            <p:cNvPr id="3930" name="path"/>
            <p:cNvSpPr/>
            <p:nvPr/>
          </p:nvSpPr>
          <p:spPr>
            <a:xfrm>
              <a:off x="112693" y="0"/>
              <a:ext cx="216408" cy="12700"/>
            </a:xfrm>
            <a:custGeom>
              <a:avLst/>
              <a:gdLst/>
              <a:ahLst/>
              <a:cxnLst/>
              <a:rect l="0" t="0" r="0" b="0"/>
              <a:pathLst>
                <a:path w="340" h="20">
                  <a:moveTo>
                    <a:pt x="0" y="10"/>
                  </a:moveTo>
                  <a:lnTo>
                    <a:pt x="340" y="10"/>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932" name="rect"/>
            <p:cNvSpPr/>
            <p:nvPr/>
          </p:nvSpPr>
          <p:spPr>
            <a:xfrm>
              <a:off x="329102" y="935735"/>
              <a:ext cx="108204"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934" name="rect"/>
            <p:cNvSpPr/>
            <p:nvPr/>
          </p:nvSpPr>
          <p:spPr>
            <a:xfrm>
              <a:off x="4490" y="935735"/>
              <a:ext cx="108203"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grpSp>
      <p:sp>
        <p:nvSpPr>
          <p:cNvPr id="3936" name="path"/>
          <p:cNvSpPr/>
          <p:nvPr/>
        </p:nvSpPr>
        <p:spPr>
          <a:xfrm>
            <a:off x="10530585" y="3912108"/>
            <a:ext cx="12700" cy="935735"/>
          </a:xfrm>
          <a:custGeom>
            <a:avLst/>
            <a:gdLst/>
            <a:ahLst/>
            <a:cxnLst/>
            <a:rect l="0" t="0" r="0" b="0"/>
            <a:pathLst>
              <a:path w="20" h="1473">
                <a:moveTo>
                  <a:pt x="10" y="0"/>
                </a:moveTo>
                <a:lnTo>
                  <a:pt x="10" y="1473"/>
                </a:lnTo>
              </a:path>
            </a:pathLst>
          </a:custGeom>
          <a:noFill/>
          <a:ln w="12700" cap="flat">
            <a:solidFill>
              <a:srgbClr val="41719C">
                <a:alpha val="100000"/>
              </a:srgbClr>
            </a:solidFill>
            <a:prstDash val="solid"/>
            <a:miter lim="1000000"/>
          </a:ln>
        </p:spPr>
        <p:txBody>
          <a:bodyPr rtlCol="0"/>
          <a:lstStyle/>
          <a:p>
            <a:pPr algn="ctr"/>
            <a:endParaRPr lang="zh-CN" altLang="en-US"/>
          </a:p>
        </p:txBody>
      </p:sp>
      <p:grpSp>
        <p:nvGrpSpPr>
          <p:cNvPr id="446" name="group 446"/>
          <p:cNvGrpSpPr/>
          <p:nvPr/>
        </p:nvGrpSpPr>
        <p:grpSpPr>
          <a:xfrm rot="21600000">
            <a:off x="10466913" y="4631435"/>
            <a:ext cx="440273" cy="1156634"/>
            <a:chOff x="0" y="0"/>
            <a:chExt cx="440273" cy="1156634"/>
          </a:xfrm>
        </p:grpSpPr>
        <p:sp>
          <p:nvSpPr>
            <p:cNvPr id="3938" name="path"/>
            <p:cNvSpPr/>
            <p:nvPr/>
          </p:nvSpPr>
          <p:spPr>
            <a:xfrm>
              <a:off x="4490" y="0"/>
              <a:ext cx="431292" cy="1152144"/>
            </a:xfrm>
            <a:custGeom>
              <a:avLst/>
              <a:gdLst/>
              <a:ahLst/>
              <a:cxnLst/>
              <a:rect l="0" t="0" r="0" b="0"/>
              <a:pathLst>
                <a:path w="679" h="1814">
                  <a:moveTo>
                    <a:pt x="0" y="1474"/>
                  </a:moveTo>
                  <a:lnTo>
                    <a:pt x="169" y="1474"/>
                  </a:lnTo>
                  <a:lnTo>
                    <a:pt x="169" y="0"/>
                  </a:lnTo>
                  <a:lnTo>
                    <a:pt x="509" y="0"/>
                  </a:lnTo>
                  <a:lnTo>
                    <a:pt x="509" y="1474"/>
                  </a:lnTo>
                  <a:lnTo>
                    <a:pt x="679" y="1474"/>
                  </a:lnTo>
                  <a:lnTo>
                    <a:pt x="339" y="1814"/>
                  </a:lnTo>
                  <a:lnTo>
                    <a:pt x="0" y="1474"/>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3940" name="path"/>
            <p:cNvSpPr/>
            <p:nvPr/>
          </p:nvSpPr>
          <p:spPr>
            <a:xfrm>
              <a:off x="0" y="932007"/>
              <a:ext cx="440273" cy="224626"/>
            </a:xfrm>
            <a:custGeom>
              <a:avLst/>
              <a:gdLst/>
              <a:ahLst/>
              <a:cxnLst/>
              <a:rect l="0" t="0" r="0" b="0"/>
              <a:pathLst>
                <a:path w="693" h="353">
                  <a:moveTo>
                    <a:pt x="686" y="7"/>
                  </a:moveTo>
                  <a:lnTo>
                    <a:pt x="346" y="346"/>
                  </a:lnTo>
                  <a:lnTo>
                    <a:pt x="7" y="7"/>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942" name="textbox 3942"/>
          <p:cNvSpPr/>
          <p:nvPr>
            <p:custDataLst>
              <p:tags r:id="rId14"/>
            </p:custDataLst>
          </p:nvPr>
        </p:nvSpPr>
        <p:spPr>
          <a:xfrm>
            <a:off x="3671315" y="5214289"/>
            <a:ext cx="1608455" cy="372745"/>
          </a:xfrm>
          <a:prstGeom prst="rect">
            <a:avLst/>
          </a:prstGeom>
        </p:spPr>
        <p:txBody>
          <a:bodyPr vert="horz" wrap="square" lIns="0" tIns="0" rIns="0" bIns="0"/>
          <a:lstStyle/>
          <a:p>
            <a:pPr algn="l" rtl="0" eaLnBrk="0">
              <a:lnSpc>
                <a:spcPct val="80000"/>
              </a:lnSpc>
            </a:pPr>
            <a:endParaRPr lang="en-US" altLang="en-US" sz="100" dirty="0">
              <a:solidFill>
                <a:schemeClr val="tx1"/>
              </a:solidFill>
            </a:endParaRPr>
          </a:p>
          <a:p>
            <a:pPr marL="167005" algn="l" rtl="0" eaLnBrk="0">
              <a:lnSpc>
                <a:spcPct val="95000"/>
              </a:lnSpc>
              <a:tabLst>
                <a:tab pos="384175" algn="l"/>
              </a:tabLst>
            </a:pPr>
            <a:r>
              <a:rPr sz="2400" kern="0" spc="0" dirty="0">
                <a:solidFill>
                  <a:schemeClr val="tx1"/>
                </a:solidFill>
                <a:cs typeface="宋体" panose="02010600030101010101" pitchFamily="2" charset="-122"/>
              </a:rPr>
              <a:t>	</a:t>
            </a:r>
            <a:r>
              <a:rPr sz="2400" kern="0" spc="-20" dirty="0">
                <a:ln w="8708" cap="flat" cmpd="sng">
                  <a:solidFill>
                    <a:srgbClr val="FFFFFF">
                      <a:alpha val="100000"/>
                    </a:srgbClr>
                  </a:solidFill>
                  <a:prstDash val="solid"/>
                  <a:miter lim="10"/>
                </a:ln>
                <a:solidFill>
                  <a:schemeClr val="tx1"/>
                </a:solidFill>
                <a:cs typeface="宋体" panose="02010600030101010101" pitchFamily="2" charset="-122"/>
              </a:rPr>
              <a:t>财务指标</a:t>
            </a:r>
            <a:endParaRPr lang="en-US" altLang="en-US" sz="2400" kern="0" spc="-20" dirty="0">
              <a:ln w="8708" cap="flat" cmpd="sng">
                <a:solidFill>
                  <a:srgbClr val="FFFFFF">
                    <a:alpha val="100000"/>
                  </a:srgbClr>
                </a:solidFill>
                <a:prstDash val="solid"/>
                <a:miter lim="10"/>
              </a:ln>
              <a:solidFill>
                <a:schemeClr val="tx1"/>
              </a:solidFill>
              <a:cs typeface="宋体" panose="02010600030101010101" pitchFamily="2" charset="-122"/>
            </a:endParaRPr>
          </a:p>
        </p:txBody>
      </p:sp>
      <p:sp>
        <p:nvSpPr>
          <p:cNvPr id="3944" name="path"/>
          <p:cNvSpPr/>
          <p:nvPr/>
        </p:nvSpPr>
        <p:spPr>
          <a:xfrm>
            <a:off x="3684015" y="5235021"/>
            <a:ext cx="154857" cy="297016"/>
          </a:xfrm>
          <a:custGeom>
            <a:avLst/>
            <a:gdLst/>
            <a:ahLst/>
            <a:cxnLst/>
            <a:rect l="0" t="0" r="0" b="0"/>
            <a:pathLst>
              <a:path w="243" h="467">
                <a:moveTo>
                  <a:pt x="10" y="120"/>
                </a:moveTo>
                <a:lnTo>
                  <a:pt x="10" y="7"/>
                </a:lnTo>
                <a:lnTo>
                  <a:pt x="236" y="233"/>
                </a:lnTo>
                <a:lnTo>
                  <a:pt x="10" y="460"/>
                </a:lnTo>
                <a:lnTo>
                  <a:pt x="10" y="347"/>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946" name="path"/>
          <p:cNvSpPr/>
          <p:nvPr/>
        </p:nvSpPr>
        <p:spPr>
          <a:xfrm>
            <a:off x="7062297" y="4095070"/>
            <a:ext cx="399124" cy="789268"/>
          </a:xfrm>
          <a:custGeom>
            <a:avLst/>
            <a:gdLst/>
            <a:ahLst/>
            <a:cxnLst/>
            <a:rect l="0" t="0" r="0" b="0"/>
            <a:pathLst>
              <a:path w="628" h="1242">
                <a:moveTo>
                  <a:pt x="7" y="7"/>
                </a:moveTo>
                <a:lnTo>
                  <a:pt x="621" y="621"/>
                </a:lnTo>
                <a:lnTo>
                  <a:pt x="7" y="1235"/>
                </a:lnTo>
              </a:path>
            </a:pathLst>
          </a:custGeom>
          <a:noFill/>
          <a:ln w="12700" cap="flat">
            <a:solidFill>
              <a:srgbClr val="5B9BD5">
                <a:alpha val="100000"/>
              </a:srgbClr>
            </a:solidFill>
            <a:prstDash val="solid"/>
            <a:miter lim="1000000"/>
          </a:ln>
        </p:spPr>
        <p:txBody>
          <a:bodyPr rtlCol="0"/>
          <a:lstStyle/>
          <a:p>
            <a:pPr algn="ctr"/>
            <a:endParaRPr lang="zh-CN" altLang="en-US"/>
          </a:p>
        </p:txBody>
      </p:sp>
      <p:grpSp>
        <p:nvGrpSpPr>
          <p:cNvPr id="448" name="group 448"/>
          <p:cNvGrpSpPr/>
          <p:nvPr/>
        </p:nvGrpSpPr>
        <p:grpSpPr>
          <a:xfrm rot="21600000">
            <a:off x="4879848" y="4078223"/>
            <a:ext cx="329183" cy="874776"/>
            <a:chOff x="0" y="0"/>
            <a:chExt cx="329183" cy="874776"/>
          </a:xfrm>
        </p:grpSpPr>
        <p:sp>
          <p:nvSpPr>
            <p:cNvPr id="3948" name="path"/>
            <p:cNvSpPr/>
            <p:nvPr/>
          </p:nvSpPr>
          <p:spPr>
            <a:xfrm>
              <a:off x="0" y="0"/>
              <a:ext cx="329183" cy="874776"/>
            </a:xfrm>
            <a:custGeom>
              <a:avLst/>
              <a:gdLst/>
              <a:ahLst/>
              <a:cxnLst/>
              <a:rect l="0" t="0" r="0" b="0"/>
              <a:pathLst>
                <a:path w="518" h="1377">
                  <a:moveTo>
                    <a:pt x="0" y="259"/>
                  </a:moveTo>
                  <a:lnTo>
                    <a:pt x="259" y="0"/>
                  </a:lnTo>
                  <a:lnTo>
                    <a:pt x="518" y="259"/>
                  </a:lnTo>
                  <a:lnTo>
                    <a:pt x="388" y="259"/>
                  </a:lnTo>
                  <a:lnTo>
                    <a:pt x="388" y="1118"/>
                  </a:lnTo>
                  <a:lnTo>
                    <a:pt x="518" y="1118"/>
                  </a:lnTo>
                  <a:lnTo>
                    <a:pt x="259" y="1377"/>
                  </a:lnTo>
                  <a:lnTo>
                    <a:pt x="0" y="1118"/>
                  </a:lnTo>
                  <a:lnTo>
                    <a:pt x="129" y="1118"/>
                  </a:lnTo>
                  <a:lnTo>
                    <a:pt x="129" y="259"/>
                  </a:lnTo>
                  <a:lnTo>
                    <a:pt x="0" y="259"/>
                  </a:lnTo>
                  <a:close/>
                </a:path>
              </a:pathLst>
            </a:custGeom>
            <a:solidFill>
              <a:srgbClr val="EDEDED">
                <a:alpha val="100000"/>
              </a:srgbClr>
            </a:solidFill>
            <a:ln cap="flat">
              <a:noFill/>
              <a:prstDash val="solid"/>
              <a:miter lim="0"/>
            </a:ln>
          </p:spPr>
          <p:txBody>
            <a:bodyPr rtlCol="0"/>
            <a:lstStyle/>
            <a:p>
              <a:pPr algn="ctr"/>
              <a:endParaRPr lang="zh-CN" altLang="en-US"/>
            </a:p>
          </p:txBody>
        </p:sp>
        <p:sp>
          <p:nvSpPr>
            <p:cNvPr id="3950" name="path"/>
            <p:cNvSpPr/>
            <p:nvPr/>
          </p:nvSpPr>
          <p:spPr>
            <a:xfrm>
              <a:off x="75945" y="164592"/>
              <a:ext cx="177291" cy="545592"/>
            </a:xfrm>
            <a:custGeom>
              <a:avLst/>
              <a:gdLst/>
              <a:ahLst/>
              <a:cxnLst/>
              <a:rect l="0" t="0" r="0" b="0"/>
              <a:pathLst>
                <a:path w="279" h="859">
                  <a:moveTo>
                    <a:pt x="269" y="0"/>
                  </a:moveTo>
                  <a:lnTo>
                    <a:pt x="269" y="859"/>
                  </a:lnTo>
                  <a:moveTo>
                    <a:pt x="10" y="859"/>
                  </a:moveTo>
                  <a:lnTo>
                    <a:pt x="10" y="0"/>
                  </a:lnTo>
                </a:path>
              </a:pathLst>
            </a:custGeom>
            <a:noFill/>
            <a:ln w="12700" cap="flat">
              <a:solidFill>
                <a:srgbClr val="41719C">
                  <a:alpha val="100000"/>
                </a:srgbClr>
              </a:solidFill>
              <a:prstDash val="solid"/>
              <a:miter lim="1000000"/>
            </a:ln>
          </p:spPr>
          <p:txBody>
            <a:bodyPr rtlCol="0"/>
            <a:lstStyle/>
            <a:p>
              <a:pPr algn="ctr"/>
              <a:endParaRPr lang="zh-CN" altLang="en-US"/>
            </a:p>
          </p:txBody>
        </p:sp>
      </p:grpSp>
      <p:grpSp>
        <p:nvGrpSpPr>
          <p:cNvPr id="450" name="group 450"/>
          <p:cNvGrpSpPr/>
          <p:nvPr/>
        </p:nvGrpSpPr>
        <p:grpSpPr>
          <a:xfrm rot="21600000">
            <a:off x="1813560" y="4088892"/>
            <a:ext cx="329183" cy="864107"/>
            <a:chOff x="0" y="0"/>
            <a:chExt cx="329183" cy="864107"/>
          </a:xfrm>
        </p:grpSpPr>
        <p:sp>
          <p:nvSpPr>
            <p:cNvPr id="3952" name="path"/>
            <p:cNvSpPr/>
            <p:nvPr/>
          </p:nvSpPr>
          <p:spPr>
            <a:xfrm>
              <a:off x="0" y="0"/>
              <a:ext cx="329183" cy="864107"/>
            </a:xfrm>
            <a:custGeom>
              <a:avLst/>
              <a:gdLst/>
              <a:ahLst/>
              <a:cxnLst/>
              <a:rect l="0" t="0" r="0" b="0"/>
              <a:pathLst>
                <a:path w="518" h="1360">
                  <a:moveTo>
                    <a:pt x="0" y="259"/>
                  </a:moveTo>
                  <a:lnTo>
                    <a:pt x="259" y="0"/>
                  </a:lnTo>
                  <a:lnTo>
                    <a:pt x="518" y="259"/>
                  </a:lnTo>
                  <a:lnTo>
                    <a:pt x="388" y="259"/>
                  </a:lnTo>
                  <a:lnTo>
                    <a:pt x="388" y="1101"/>
                  </a:lnTo>
                  <a:lnTo>
                    <a:pt x="518" y="1101"/>
                  </a:lnTo>
                  <a:lnTo>
                    <a:pt x="259" y="1360"/>
                  </a:lnTo>
                  <a:lnTo>
                    <a:pt x="0" y="1101"/>
                  </a:lnTo>
                  <a:lnTo>
                    <a:pt x="129" y="1101"/>
                  </a:lnTo>
                  <a:lnTo>
                    <a:pt x="129" y="259"/>
                  </a:lnTo>
                  <a:lnTo>
                    <a:pt x="0" y="259"/>
                  </a:lnTo>
                  <a:close/>
                </a:path>
              </a:pathLst>
            </a:custGeom>
            <a:solidFill>
              <a:srgbClr val="EDEDED">
                <a:alpha val="100000"/>
              </a:srgbClr>
            </a:solidFill>
            <a:ln cap="flat">
              <a:noFill/>
              <a:prstDash val="solid"/>
              <a:miter lim="0"/>
            </a:ln>
          </p:spPr>
          <p:txBody>
            <a:bodyPr rtlCol="0"/>
            <a:lstStyle/>
            <a:p>
              <a:pPr algn="ctr"/>
              <a:endParaRPr lang="zh-CN" altLang="en-US"/>
            </a:p>
          </p:txBody>
        </p:sp>
        <p:sp>
          <p:nvSpPr>
            <p:cNvPr id="3954" name="path"/>
            <p:cNvSpPr/>
            <p:nvPr/>
          </p:nvSpPr>
          <p:spPr>
            <a:xfrm>
              <a:off x="75945" y="164591"/>
              <a:ext cx="177291" cy="534924"/>
            </a:xfrm>
            <a:custGeom>
              <a:avLst/>
              <a:gdLst/>
              <a:ahLst/>
              <a:cxnLst/>
              <a:rect l="0" t="0" r="0" b="0"/>
              <a:pathLst>
                <a:path w="279" h="842">
                  <a:moveTo>
                    <a:pt x="269" y="0"/>
                  </a:moveTo>
                  <a:lnTo>
                    <a:pt x="269" y="842"/>
                  </a:lnTo>
                  <a:moveTo>
                    <a:pt x="10" y="842"/>
                  </a:moveTo>
                  <a:lnTo>
                    <a:pt x="10" y="0"/>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956" name="path"/>
          <p:cNvSpPr/>
          <p:nvPr/>
        </p:nvSpPr>
        <p:spPr>
          <a:xfrm>
            <a:off x="10788523" y="4631435"/>
            <a:ext cx="12700" cy="936498"/>
          </a:xfrm>
          <a:custGeom>
            <a:avLst/>
            <a:gdLst/>
            <a:ahLst/>
            <a:cxnLst/>
            <a:rect l="0" t="0" r="0" b="0"/>
            <a:pathLst>
              <a:path w="20" h="1474">
                <a:moveTo>
                  <a:pt x="10" y="0"/>
                </a:moveTo>
                <a:lnTo>
                  <a:pt x="10" y="1474"/>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958" name="textbox 3958"/>
          <p:cNvSpPr/>
          <p:nvPr>
            <p:custDataLst>
              <p:tags r:id="rId15"/>
            </p:custDataLst>
          </p:nvPr>
        </p:nvSpPr>
        <p:spPr>
          <a:xfrm>
            <a:off x="10532511" y="4612385"/>
            <a:ext cx="275590" cy="1046480"/>
          </a:xfrm>
          <a:prstGeom prst="rect">
            <a:avLst/>
          </a:prstGeom>
        </p:spPr>
        <p:txBody>
          <a:bodyPr vert="eaVert" wrap="square" lIns="0" tIns="0" rIns="0" bIns="0">
            <a:normAutofit/>
          </a:bodyPr>
          <a:lstStyle/>
          <a:p>
            <a:pPr algn="l" rtl="0" eaLnBrk="0">
              <a:lnSpc>
                <a:spcPct val="119000"/>
              </a:lnSpc>
            </a:pPr>
            <a:endParaRPr lang="en-US" altLang="en-US" sz="100" dirty="0">
              <a:solidFill>
                <a:schemeClr val="dk1"/>
              </a:solidFill>
            </a:endParaRPr>
          </a:p>
          <a:p>
            <a:pPr algn="r" rtl="0" eaLnBrk="0">
              <a:lnSpc>
                <a:spcPct val="95000"/>
              </a:lnSpc>
            </a:pPr>
            <a:r>
              <a:rPr sz="1500" u="sng" kern="0" spc="360" dirty="0">
                <a:solidFill>
                  <a:schemeClr val="dk1"/>
                </a:solidFill>
                <a:uFill>
                  <a:solidFill>
                    <a:srgbClr val="41719C"/>
                  </a:solidFill>
                </a:uFill>
                <a:cs typeface="Microsoft YaHei UI" panose="020B0503020204020204" charset="-122"/>
              </a:rPr>
              <a:t>下级指标</a:t>
            </a:r>
            <a:endParaRPr lang="en-US" altLang="en-US" sz="1500" u="sng" kern="0" spc="360" dirty="0">
              <a:solidFill>
                <a:schemeClr val="dk1"/>
              </a:solidFill>
              <a:uFill>
                <a:solidFill>
                  <a:srgbClr val="41719C"/>
                </a:solidFill>
              </a:uFill>
              <a:cs typeface="Microsoft YaHei UI" panose="020B0503020204020204" charset="-122"/>
            </a:endParaRPr>
          </a:p>
        </p:txBody>
      </p:sp>
      <p:sp>
        <p:nvSpPr>
          <p:cNvPr id="3960" name="path"/>
          <p:cNvSpPr/>
          <p:nvPr/>
        </p:nvSpPr>
        <p:spPr>
          <a:xfrm>
            <a:off x="10579227" y="4625085"/>
            <a:ext cx="215646" cy="12700"/>
          </a:xfrm>
          <a:custGeom>
            <a:avLst/>
            <a:gdLst/>
            <a:ahLst/>
            <a:cxnLst/>
            <a:rect l="0" t="0" r="0" b="0"/>
            <a:pathLst>
              <a:path w="339" h="20">
                <a:moveTo>
                  <a:pt x="0" y="10"/>
                </a:moveTo>
                <a:lnTo>
                  <a:pt x="339" y="10"/>
                </a:lnTo>
              </a:path>
            </a:pathLst>
          </a:custGeom>
          <a:noFill/>
          <a:ln w="12700" cap="flat">
            <a:solidFill>
              <a:srgbClr val="41719C">
                <a:alpha val="100000"/>
              </a:srgbClr>
            </a:solidFill>
            <a:prstDash val="solid"/>
            <a:miter lim="1000000"/>
          </a:ln>
        </p:spPr>
        <p:txBody>
          <a:bodyPr rtlCol="0"/>
          <a:lstStyle/>
          <a:p>
            <a:pPr algn="ctr"/>
            <a:endParaRPr lang="zh-CN" altLang="en-US"/>
          </a:p>
        </p:txBody>
      </p:sp>
      <p:grpSp>
        <p:nvGrpSpPr>
          <p:cNvPr id="452" name="group 452"/>
          <p:cNvGrpSpPr/>
          <p:nvPr/>
        </p:nvGrpSpPr>
        <p:grpSpPr>
          <a:xfrm rot="21600000">
            <a:off x="3991355" y="4782058"/>
            <a:ext cx="1222166" cy="175431"/>
            <a:chOff x="0" y="0"/>
            <a:chExt cx="1222166" cy="175431"/>
          </a:xfrm>
        </p:grpSpPr>
        <p:sp>
          <p:nvSpPr>
            <p:cNvPr id="3962" name="path"/>
            <p:cNvSpPr/>
            <p:nvPr/>
          </p:nvSpPr>
          <p:spPr>
            <a:xfrm>
              <a:off x="0" y="13969"/>
              <a:ext cx="143509" cy="143510"/>
            </a:xfrm>
            <a:custGeom>
              <a:avLst/>
              <a:gdLst/>
              <a:ahLst/>
              <a:cxnLst/>
              <a:rect l="0" t="0" r="0" b="0"/>
              <a:pathLst>
                <a:path w="225" h="226">
                  <a:moveTo>
                    <a:pt x="215" y="10"/>
                  </a:moveTo>
                  <a:cubicBezTo>
                    <a:pt x="215" y="123"/>
                    <a:pt x="123" y="216"/>
                    <a:pt x="10" y="216"/>
                  </a:cubicBez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3964" name="path"/>
            <p:cNvSpPr/>
            <p:nvPr/>
          </p:nvSpPr>
          <p:spPr>
            <a:xfrm>
              <a:off x="884002" y="0"/>
              <a:ext cx="338163" cy="175431"/>
            </a:xfrm>
            <a:custGeom>
              <a:avLst/>
              <a:gdLst/>
              <a:ahLst/>
              <a:cxnLst/>
              <a:rect l="0" t="0" r="0" b="0"/>
              <a:pathLst>
                <a:path w="532" h="276">
                  <a:moveTo>
                    <a:pt x="395" y="10"/>
                  </a:moveTo>
                  <a:lnTo>
                    <a:pt x="525" y="10"/>
                  </a:lnTo>
                  <a:lnTo>
                    <a:pt x="266" y="269"/>
                  </a:lnTo>
                  <a:lnTo>
                    <a:pt x="7" y="10"/>
                  </a:lnTo>
                  <a:lnTo>
                    <a:pt x="136" y="10"/>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966" name="textbox 3966"/>
          <p:cNvSpPr/>
          <p:nvPr>
            <p:custDataLst>
              <p:tags r:id="rId16"/>
            </p:custDataLst>
          </p:nvPr>
        </p:nvSpPr>
        <p:spPr>
          <a:xfrm>
            <a:off x="2768600" y="4357166"/>
            <a:ext cx="615315" cy="376554"/>
          </a:xfrm>
          <a:prstGeom prst="rect">
            <a:avLst/>
          </a:prstGeom>
        </p:spPr>
        <p:txBody>
          <a:bodyPr vert="horz" wrap="square" lIns="0" tIns="0" rIns="0" bIns="0"/>
          <a:lstStyle/>
          <a:p>
            <a:pPr algn="l" rtl="0" eaLnBrk="0">
              <a:lnSpc>
                <a:spcPct val="80000"/>
              </a:lnSpc>
            </a:pPr>
            <a:endParaRPr lang="en-US" altLang="en-US" sz="100" dirty="0">
              <a:solidFill>
                <a:schemeClr val="dk1"/>
              </a:solidFill>
            </a:endParaRPr>
          </a:p>
          <a:p>
            <a:pPr marL="12700" algn="l" rtl="0" eaLnBrk="0">
              <a:lnSpc>
                <a:spcPct val="96000"/>
              </a:lnSpc>
            </a:pPr>
            <a:r>
              <a:rPr sz="2400" kern="0" spc="-50" dirty="0">
                <a:ln w="8708" cap="flat" cmpd="sng">
                  <a:solidFill>
                    <a:srgbClr val="000000">
                      <a:alpha val="100000"/>
                    </a:srgbClr>
                  </a:solidFill>
                  <a:prstDash val="solid"/>
                  <a:miter lim="10"/>
                </a:ln>
                <a:solidFill>
                  <a:schemeClr val="dk1"/>
                </a:solidFill>
                <a:cs typeface="宋体" panose="02010600030101010101" pitchFamily="2" charset="-122"/>
              </a:rPr>
              <a:t>公司</a:t>
            </a:r>
            <a:endParaRPr lang="en-US" altLang="en-US" sz="2400" kern="0" spc="-50" dirty="0">
              <a:ln w="8708" cap="flat" cmpd="sng">
                <a:solidFill>
                  <a:srgbClr val="000000">
                    <a:alpha val="100000"/>
                  </a:srgbClr>
                </a:solidFill>
                <a:prstDash val="solid"/>
                <a:miter lim="10"/>
              </a:ln>
              <a:solidFill>
                <a:schemeClr val="dk1"/>
              </a:solidFill>
              <a:cs typeface="宋体" panose="02010600030101010101" pitchFamily="2" charset="-122"/>
            </a:endParaRPr>
          </a:p>
        </p:txBody>
      </p:sp>
      <p:grpSp>
        <p:nvGrpSpPr>
          <p:cNvPr id="454" name="group 454"/>
          <p:cNvGrpSpPr/>
          <p:nvPr/>
        </p:nvGrpSpPr>
        <p:grpSpPr>
          <a:xfrm rot="21600000">
            <a:off x="1809070" y="4782058"/>
            <a:ext cx="946321" cy="175431"/>
            <a:chOff x="0" y="0"/>
            <a:chExt cx="946321" cy="175431"/>
          </a:xfrm>
        </p:grpSpPr>
        <p:sp>
          <p:nvSpPr>
            <p:cNvPr id="3968" name="path"/>
            <p:cNvSpPr/>
            <p:nvPr/>
          </p:nvSpPr>
          <p:spPr>
            <a:xfrm>
              <a:off x="802812" y="13969"/>
              <a:ext cx="143509" cy="143510"/>
            </a:xfrm>
            <a:custGeom>
              <a:avLst/>
              <a:gdLst/>
              <a:ahLst/>
              <a:cxnLst/>
              <a:rect l="0" t="0" r="0" b="0"/>
              <a:pathLst>
                <a:path w="225" h="226">
                  <a:moveTo>
                    <a:pt x="215" y="216"/>
                  </a:moveTo>
                  <a:cubicBezTo>
                    <a:pt x="102" y="216"/>
                    <a:pt x="10" y="123"/>
                    <a:pt x="10" y="10"/>
                  </a:cubicBez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3970" name="path"/>
            <p:cNvSpPr/>
            <p:nvPr/>
          </p:nvSpPr>
          <p:spPr>
            <a:xfrm>
              <a:off x="0" y="0"/>
              <a:ext cx="338164" cy="175431"/>
            </a:xfrm>
            <a:custGeom>
              <a:avLst/>
              <a:gdLst/>
              <a:ahLst/>
              <a:cxnLst/>
              <a:rect l="0" t="0" r="0" b="0"/>
              <a:pathLst>
                <a:path w="532" h="276">
                  <a:moveTo>
                    <a:pt x="395" y="10"/>
                  </a:moveTo>
                  <a:lnTo>
                    <a:pt x="525" y="10"/>
                  </a:lnTo>
                  <a:lnTo>
                    <a:pt x="266" y="269"/>
                  </a:lnTo>
                  <a:lnTo>
                    <a:pt x="7" y="10"/>
                  </a:lnTo>
                  <a:lnTo>
                    <a:pt x="136" y="10"/>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3972" name="textbox 3972"/>
          <p:cNvSpPr/>
          <p:nvPr>
            <p:custDataLst>
              <p:tags r:id="rId17"/>
            </p:custDataLst>
          </p:nvPr>
        </p:nvSpPr>
        <p:spPr>
          <a:xfrm>
            <a:off x="3430016" y="4357166"/>
            <a:ext cx="567055" cy="372109"/>
          </a:xfrm>
          <a:prstGeom prst="rect">
            <a:avLst/>
          </a:prstGeom>
        </p:spPr>
        <p:txBody>
          <a:bodyPr vert="horz" wrap="square" lIns="0" tIns="0" rIns="0" bIns="0"/>
          <a:lstStyle/>
          <a:p>
            <a:pPr algn="l" rtl="0" eaLnBrk="0">
              <a:lnSpc>
                <a:spcPct val="79000"/>
              </a:lnSpc>
            </a:pPr>
            <a:endParaRPr lang="en-US" altLang="en-US" sz="100" dirty="0">
              <a:solidFill>
                <a:schemeClr val="dk1"/>
              </a:solidFill>
            </a:endParaRPr>
          </a:p>
          <a:p>
            <a:pPr algn="r" rtl="0" eaLnBrk="0">
              <a:lnSpc>
                <a:spcPct val="99000"/>
              </a:lnSpc>
            </a:pPr>
            <a:r>
              <a:rPr sz="2300" kern="0" spc="-270" dirty="0">
                <a:ln w="8708" cap="flat" cmpd="sng">
                  <a:solidFill>
                    <a:srgbClr val="000000">
                      <a:alpha val="100000"/>
                    </a:srgbClr>
                  </a:solidFill>
                  <a:prstDash val="solid"/>
                  <a:miter lim="10"/>
                </a:ln>
                <a:solidFill>
                  <a:schemeClr val="dk1"/>
                </a:solidFill>
                <a:cs typeface="宋体" panose="02010600030101010101" pitchFamily="2" charset="-122"/>
              </a:rPr>
              <a:t>目</a:t>
            </a:r>
            <a:r>
              <a:rPr sz="2300" kern="0" spc="-90" dirty="0">
                <a:ln w="8708" cap="flat" cmpd="sng">
                  <a:solidFill>
                    <a:srgbClr val="000000">
                      <a:alpha val="100000"/>
                    </a:srgbClr>
                  </a:solidFill>
                  <a:prstDash val="solid"/>
                  <a:miter lim="10"/>
                </a:ln>
                <a:solidFill>
                  <a:schemeClr val="dk1"/>
                </a:solidFill>
                <a:cs typeface="宋体" panose="02010600030101010101" pitchFamily="2" charset="-122"/>
              </a:rPr>
              <a:t>标</a:t>
            </a:r>
            <a:endParaRPr lang="en-US" altLang="en-US" sz="2300" kern="0" spc="-90" dirty="0">
              <a:ln w="8708" cap="flat" cmpd="sng">
                <a:solidFill>
                  <a:srgbClr val="000000">
                    <a:alpha val="100000"/>
                  </a:srgbClr>
                </a:solidFill>
                <a:prstDash val="solid"/>
                <a:miter lim="10"/>
              </a:ln>
              <a:solidFill>
                <a:schemeClr val="dk1"/>
              </a:solidFill>
              <a:cs typeface="宋体" panose="02010600030101010101" pitchFamily="2" charset="-122"/>
            </a:endParaRPr>
          </a:p>
        </p:txBody>
      </p:sp>
      <p:sp>
        <p:nvSpPr>
          <p:cNvPr id="3974" name="path"/>
          <p:cNvSpPr/>
          <p:nvPr/>
        </p:nvSpPr>
        <p:spPr>
          <a:xfrm>
            <a:off x="4875358" y="4073733"/>
            <a:ext cx="338163" cy="175432"/>
          </a:xfrm>
          <a:custGeom>
            <a:avLst/>
            <a:gdLst/>
            <a:ahLst/>
            <a:cxnLst/>
            <a:rect l="0" t="0" r="0" b="0"/>
            <a:pathLst>
              <a:path w="532" h="276">
                <a:moveTo>
                  <a:pt x="7" y="266"/>
                </a:moveTo>
                <a:lnTo>
                  <a:pt x="266" y="7"/>
                </a:lnTo>
                <a:lnTo>
                  <a:pt x="525" y="266"/>
                </a:lnTo>
                <a:lnTo>
                  <a:pt x="395" y="266"/>
                </a:lnTo>
                <a:moveTo>
                  <a:pt x="136" y="266"/>
                </a:moveTo>
                <a:lnTo>
                  <a:pt x="7" y="266"/>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976" name="path"/>
          <p:cNvSpPr/>
          <p:nvPr/>
        </p:nvSpPr>
        <p:spPr>
          <a:xfrm>
            <a:off x="1809070" y="4084401"/>
            <a:ext cx="338164" cy="175431"/>
          </a:xfrm>
          <a:custGeom>
            <a:avLst/>
            <a:gdLst/>
            <a:ahLst/>
            <a:cxnLst/>
            <a:rect l="0" t="0" r="0" b="0"/>
            <a:pathLst>
              <a:path w="532" h="276">
                <a:moveTo>
                  <a:pt x="7" y="266"/>
                </a:moveTo>
                <a:lnTo>
                  <a:pt x="266" y="7"/>
                </a:lnTo>
                <a:lnTo>
                  <a:pt x="525" y="266"/>
                </a:lnTo>
                <a:lnTo>
                  <a:pt x="395" y="266"/>
                </a:lnTo>
                <a:moveTo>
                  <a:pt x="136" y="266"/>
                </a:moveTo>
                <a:lnTo>
                  <a:pt x="7" y="266"/>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3978" name="path"/>
          <p:cNvSpPr/>
          <p:nvPr/>
        </p:nvSpPr>
        <p:spPr>
          <a:xfrm>
            <a:off x="2611882" y="4141978"/>
            <a:ext cx="143509" cy="143510"/>
          </a:xfrm>
          <a:custGeom>
            <a:avLst/>
            <a:gdLst/>
            <a:ahLst/>
            <a:cxnLst/>
            <a:rect l="0" t="0" r="0" b="0"/>
            <a:pathLst>
              <a:path w="225" h="226">
                <a:moveTo>
                  <a:pt x="10" y="216"/>
                </a:moveTo>
                <a:cubicBezTo>
                  <a:pt x="10" y="102"/>
                  <a:pt x="102" y="10"/>
                  <a:pt x="215" y="10"/>
                </a:cubicBez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3980" name="path"/>
          <p:cNvSpPr/>
          <p:nvPr/>
        </p:nvSpPr>
        <p:spPr>
          <a:xfrm>
            <a:off x="3991355" y="4141978"/>
            <a:ext cx="143509" cy="143510"/>
          </a:xfrm>
          <a:custGeom>
            <a:avLst/>
            <a:gdLst/>
            <a:ahLst/>
            <a:cxnLst/>
            <a:rect l="0" t="0" r="0" b="0"/>
            <a:pathLst>
              <a:path w="225" h="226">
                <a:moveTo>
                  <a:pt x="10" y="10"/>
                </a:moveTo>
                <a:cubicBezTo>
                  <a:pt x="123" y="10"/>
                  <a:pt x="215" y="102"/>
                  <a:pt x="215" y="216"/>
                </a:cubicBezTo>
              </a:path>
            </a:pathLst>
          </a:custGeom>
          <a:noFill/>
          <a:ln w="12700" cap="flat">
            <a:solidFill>
              <a:srgbClr val="FFFFFF">
                <a:alpha val="100000"/>
              </a:srgbClr>
            </a:solidFill>
            <a:prstDash val="solid"/>
            <a:miter lim="1000000"/>
          </a:ln>
        </p:spPr>
        <p:txBody>
          <a:bodyPr rtlCol="0"/>
          <a:lstStyle/>
          <a:p>
            <a:pPr algn="ctr"/>
            <a:endParaRPr lang="zh-CN" altLang="en-US"/>
          </a:p>
        </p:txBody>
      </p:sp>
      <p:sp>
        <p:nvSpPr>
          <p:cNvPr id="3982" name="rect"/>
          <p:cNvSpPr/>
          <p:nvPr/>
        </p:nvSpPr>
        <p:spPr>
          <a:xfrm>
            <a:off x="10794873" y="5561583"/>
            <a:ext cx="107822"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3984" name="rect"/>
          <p:cNvSpPr/>
          <p:nvPr/>
        </p:nvSpPr>
        <p:spPr>
          <a:xfrm>
            <a:off x="10471404" y="5561583"/>
            <a:ext cx="107822"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spTree>
    <p:custDataLst>
      <p:tags r:id="rId18"/>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86" name="table 3986"/>
          <p:cNvGraphicFramePr>
            <a:graphicFrameLocks noGrp="1"/>
          </p:cNvGraphicFramePr>
          <p:nvPr>
            <p:custDataLst>
              <p:tags r:id="rId1"/>
            </p:custDataLst>
          </p:nvPr>
        </p:nvGraphicFramePr>
        <p:xfrm>
          <a:off x="2763266" y="4601209"/>
          <a:ext cx="7541259" cy="1525905"/>
        </p:xfrm>
        <a:graphic>
          <a:graphicData uri="http://schemas.openxmlformats.org/drawingml/2006/table">
            <a:tbl>
              <a:tblPr>
                <a:solidFill>
                  <a:srgbClr val="EDEDED"/>
                </a:solidFill>
              </a:tblPr>
              <a:tblGrid>
                <a:gridCol w="7541259"/>
              </a:tblGrid>
              <a:tr h="1500505">
                <a:tc>
                  <a:txBody>
                    <a:bodyPr/>
                    <a:lstStyle/>
                    <a:p>
                      <a:pPr algn="l" rtl="0" eaLnBrk="0">
                        <a:lnSpc>
                          <a:spcPct val="155000"/>
                        </a:lnSpc>
                      </a:pPr>
                      <a:endParaRPr lang="en-US" altLang="en-US" sz="1000" dirty="0"/>
                    </a:p>
                    <a:p>
                      <a:pPr algn="l" rtl="0" eaLnBrk="0">
                        <a:lnSpc>
                          <a:spcPct val="8000"/>
                        </a:lnSpc>
                      </a:pPr>
                      <a:endParaRPr lang="en-US" altLang="en-US" sz="100" dirty="0"/>
                    </a:p>
                    <a:p>
                      <a:pPr marL="184785" algn="l" rtl="0" eaLnBrk="0">
                        <a:lnSpc>
                          <a:spcPct val="97000"/>
                        </a:lnSpc>
                      </a:pPr>
                      <a:r>
                        <a:rPr sz="1200" kern="0" spc="-40" dirty="0">
                          <a:solidFill>
                            <a:srgbClr val="000000">
                              <a:alpha val="100000"/>
                            </a:srgbClr>
                          </a:solidFill>
                          <a:cs typeface="Arial" panose="020B0604020202020204"/>
                        </a:rPr>
                        <a:t>•</a:t>
                      </a:r>
                      <a:r>
                        <a:rPr sz="1200" kern="0" spc="160" dirty="0">
                          <a:solidFill>
                            <a:srgbClr val="000000">
                              <a:alpha val="100000"/>
                            </a:srgbClr>
                          </a:solidFill>
                          <a:cs typeface="Arial" panose="020B0604020202020204"/>
                        </a:rPr>
                        <a:t>  </a:t>
                      </a:r>
                      <a:r>
                        <a:rPr sz="1200" kern="0" spc="-40" dirty="0">
                          <a:solidFill>
                            <a:srgbClr val="000000">
                              <a:alpha val="100000"/>
                            </a:srgbClr>
                          </a:solidFill>
                          <a:cs typeface="微软雅黑" panose="020B0503020204020204" charset="-122"/>
                        </a:rPr>
                        <a:t>“</a:t>
                      </a:r>
                      <a:r>
                        <a:rPr sz="1200" kern="0" spc="-250" dirty="0">
                          <a:solidFill>
                            <a:srgbClr val="000000">
                              <a:alpha val="100000"/>
                            </a:srgbClr>
                          </a:solidFill>
                          <a:cs typeface="微软雅黑" panose="020B0503020204020204" charset="-122"/>
                        </a:rPr>
                        <a:t> </a:t>
                      </a:r>
                      <a:r>
                        <a:rPr sz="1200" kern="0" spc="-40" dirty="0">
                          <a:solidFill>
                            <a:srgbClr val="000000">
                              <a:alpha val="100000"/>
                            </a:srgbClr>
                          </a:solidFill>
                          <a:cs typeface="微软雅黑" panose="020B0503020204020204" charset="-122"/>
                        </a:rPr>
                        <a:t>中转及时率其实没那么高，  现在是环节缺失”</a:t>
                      </a:r>
                      <a:endParaRPr lang="en-US" altLang="en-US" sz="1200" dirty="0"/>
                    </a:p>
                    <a:p>
                      <a:pPr marL="184785" algn="l" rtl="0" eaLnBrk="0">
                        <a:lnSpc>
                          <a:spcPct val="97000"/>
                        </a:lnSpc>
                        <a:spcBef>
                          <a:spcPts val="35"/>
                        </a:spcBef>
                      </a:pPr>
                      <a:r>
                        <a:rPr sz="1200" kern="0" spc="-20" dirty="0">
                          <a:solidFill>
                            <a:srgbClr val="000000">
                              <a:alpha val="100000"/>
                            </a:srgbClr>
                          </a:solidFill>
                          <a:cs typeface="Arial" panose="020B0604020202020204"/>
                        </a:rPr>
                        <a:t>•      </a:t>
                      </a:r>
                      <a:r>
                        <a:rPr sz="1200" kern="0" spc="-20" dirty="0">
                          <a:solidFill>
                            <a:srgbClr val="000000">
                              <a:alpha val="100000"/>
                            </a:srgbClr>
                          </a:solidFill>
                          <a:cs typeface="微软雅黑" panose="020B0503020204020204" charset="-122"/>
                        </a:rPr>
                        <a:t>“银河系统里的组织架构归属关系不对，线下按照网络部门的在</a:t>
                      </a:r>
                      <a:r>
                        <a:rPr sz="1200" kern="0" spc="-30" dirty="0">
                          <a:solidFill>
                            <a:srgbClr val="000000">
                              <a:alpha val="100000"/>
                            </a:srgbClr>
                          </a:solidFill>
                          <a:cs typeface="微软雅黑" panose="020B0503020204020204" charset="-122"/>
                        </a:rPr>
                        <a:t>出数据”</a:t>
                      </a:r>
                      <a:endParaRPr lang="en-US" altLang="en-US" sz="1200" dirty="0"/>
                    </a:p>
                    <a:p>
                      <a:pPr marL="184785" algn="l" rtl="0" eaLnBrk="0">
                        <a:lnSpc>
                          <a:spcPct val="97000"/>
                        </a:lnSpc>
                        <a:spcBef>
                          <a:spcPts val="50"/>
                        </a:spcBef>
                      </a:pPr>
                      <a:r>
                        <a:rPr sz="1200" kern="0" spc="-3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30" dirty="0">
                          <a:solidFill>
                            <a:srgbClr val="000000">
                              <a:alpha val="100000"/>
                            </a:srgbClr>
                          </a:solidFill>
                          <a:cs typeface="微软雅黑" panose="020B0503020204020204" charset="-122"/>
                        </a:rPr>
                        <a:t>“库存报表：</a:t>
                      </a:r>
                      <a:r>
                        <a:rPr sz="1200" kern="0" spc="32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1.签收后</a:t>
                      </a:r>
                      <a:r>
                        <a:rPr sz="1200" kern="0" spc="-40" dirty="0">
                          <a:solidFill>
                            <a:srgbClr val="000000">
                              <a:alpha val="100000"/>
                            </a:srgbClr>
                          </a:solidFill>
                          <a:cs typeface="微软雅黑" panose="020B0503020204020204" charset="-122"/>
                        </a:rPr>
                        <a:t>库存还在。</a:t>
                      </a:r>
                      <a:r>
                        <a:rPr sz="1200" kern="0" spc="130" dirty="0">
                          <a:solidFill>
                            <a:srgbClr val="000000">
                              <a:alpha val="100000"/>
                            </a:srgbClr>
                          </a:solidFill>
                          <a:cs typeface="微软雅黑" panose="020B0503020204020204" charset="-122"/>
                        </a:rPr>
                        <a:t> </a:t>
                      </a:r>
                      <a:r>
                        <a:rPr sz="1200" kern="0" spc="-40" dirty="0">
                          <a:solidFill>
                            <a:srgbClr val="000000">
                              <a:alpha val="100000"/>
                            </a:srgbClr>
                          </a:solidFill>
                          <a:cs typeface="微软雅黑" panose="020B0503020204020204" charset="-122"/>
                        </a:rPr>
                        <a:t>2.没有签收，但不在库存报表中。“</a:t>
                      </a:r>
                      <a:endParaRPr lang="en-US" altLang="en-US" sz="1200" dirty="0"/>
                    </a:p>
                    <a:p>
                      <a:pPr marL="184785" algn="l" rtl="0" eaLnBrk="0">
                        <a:lnSpc>
                          <a:spcPct val="97000"/>
                        </a:lnSpc>
                        <a:spcBef>
                          <a:spcPts val="45"/>
                        </a:spcBef>
                      </a:pPr>
                      <a:r>
                        <a:rPr sz="1200" kern="0" spc="-50" dirty="0">
                          <a:solidFill>
                            <a:srgbClr val="000000">
                              <a:alpha val="100000"/>
                            </a:srgbClr>
                          </a:solidFill>
                          <a:cs typeface="Arial" panose="020B0604020202020204"/>
                        </a:rPr>
                        <a:t>•     </a:t>
                      </a:r>
                      <a:r>
                        <a:rPr sz="1200" kern="0" spc="-50" dirty="0">
                          <a:solidFill>
                            <a:srgbClr val="000000">
                              <a:alpha val="100000"/>
                            </a:srgbClr>
                          </a:solidFill>
                          <a:cs typeface="微软雅黑" panose="020B0503020204020204" charset="-122"/>
                        </a:rPr>
                        <a:t>“网点到件扫描率不高，</a:t>
                      </a:r>
                      <a:r>
                        <a:rPr sz="1200" kern="0" spc="70" dirty="0">
                          <a:solidFill>
                            <a:srgbClr val="000000">
                              <a:alpha val="100000"/>
                            </a:srgbClr>
                          </a:solidFill>
                          <a:cs typeface="微软雅黑" panose="020B0503020204020204" charset="-122"/>
                        </a:rPr>
                        <a:t>  </a:t>
                      </a:r>
                      <a:r>
                        <a:rPr sz="1200" kern="0" spc="-50" dirty="0">
                          <a:solidFill>
                            <a:srgbClr val="000000">
                              <a:alpha val="100000"/>
                            </a:srgbClr>
                          </a:solidFill>
                          <a:cs typeface="微软雅黑" panose="020B0503020204020204" charset="-122"/>
                        </a:rPr>
                        <a:t>大概有20%</a:t>
                      </a:r>
                      <a:r>
                        <a:rPr sz="1200" kern="0" spc="-60" dirty="0">
                          <a:solidFill>
                            <a:srgbClr val="000000">
                              <a:alpha val="100000"/>
                            </a:srgbClr>
                          </a:solidFill>
                          <a:cs typeface="微软雅黑" panose="020B0503020204020204" charset="-122"/>
                        </a:rPr>
                        <a:t>-30%的扫描率”</a:t>
                      </a:r>
                      <a:endParaRPr lang="en-US" altLang="en-US" sz="1200" dirty="0"/>
                    </a:p>
                    <a:p>
                      <a:pPr marL="350520" indent="-165735" algn="l" rtl="0" eaLnBrk="0">
                        <a:lnSpc>
                          <a:spcPct val="99000"/>
                        </a:lnSpc>
                        <a:spcBef>
                          <a:spcPts val="35"/>
                        </a:spcBef>
                      </a:pPr>
                      <a:r>
                        <a:rPr sz="1200" kern="0" spc="-30" dirty="0">
                          <a:solidFill>
                            <a:srgbClr val="000000">
                              <a:alpha val="100000"/>
                            </a:srgbClr>
                          </a:solidFill>
                          <a:cs typeface="Arial" panose="020B0604020202020204"/>
                        </a:rPr>
                        <a:t>•</a:t>
                      </a:r>
                      <a:r>
                        <a:rPr sz="1200" kern="0" spc="130" dirty="0">
                          <a:solidFill>
                            <a:srgbClr val="000000">
                              <a:alpha val="100000"/>
                            </a:srgbClr>
                          </a:solidFill>
                          <a:cs typeface="Arial" panose="020B0604020202020204"/>
                        </a:rPr>
                        <a:t>  </a:t>
                      </a:r>
                      <a:r>
                        <a:rPr sz="1200" kern="0" spc="-30" dirty="0">
                          <a:solidFill>
                            <a:srgbClr val="000000">
                              <a:alpha val="100000"/>
                            </a:srgbClr>
                          </a:solidFill>
                          <a:cs typeface="微软雅黑" panose="020B0503020204020204" charset="-122"/>
                        </a:rPr>
                        <a:t>“真实合理的环节急需数据支撑。  去伪存真。不能太追求逻辑性易用性。  现在给了大家作恶的机会，谁不    </a:t>
                      </a:r>
                      <a:r>
                        <a:rPr sz="1200" kern="0" spc="-40" dirty="0">
                          <a:solidFill>
                            <a:srgbClr val="000000">
                              <a:alpha val="100000"/>
                            </a:srgbClr>
                          </a:solidFill>
                          <a:cs typeface="微软雅黑" panose="020B0503020204020204" charset="-122"/>
                        </a:rPr>
                        <a:t> </a:t>
                      </a:r>
                      <a:r>
                        <a:rPr sz="1200" kern="0" spc="90" dirty="0">
                          <a:solidFill>
                            <a:srgbClr val="000000">
                              <a:alpha val="100000"/>
                            </a:srgbClr>
                          </a:solidFill>
                          <a:cs typeface="微软雅黑" panose="020B0503020204020204" charset="-122"/>
                        </a:rPr>
                        <a:t>作恶更吃亏”</a:t>
                      </a:r>
                      <a:endParaRPr lang="en-US" altLang="en-US" sz="1200" dirty="0"/>
                    </a:p>
                  </a:txBody>
                  <a:tcPr marL="0" marR="0" marT="0" marB="0" vert="horz">
                    <a:lnL w="25400" cap="flat" cmpd="sng" algn="ctr">
                      <a:solidFill>
                        <a:srgbClr val="E7E6E6"/>
                      </a:solidFill>
                      <a:prstDash val="solid"/>
                      <a:round/>
                      <a:headEnd type="none" w="med" len="med"/>
                      <a:tailEnd type="none" w="med" len="med"/>
                    </a:lnL>
                    <a:lnR w="25400" cap="flat" cmpd="sng" algn="ctr">
                      <a:solidFill>
                        <a:srgbClr val="E7E6E6"/>
                      </a:solidFill>
                      <a:prstDash val="solid"/>
                      <a:round/>
                      <a:headEnd type="none" w="med" len="med"/>
                      <a:tailEnd type="none" w="med" len="med"/>
                    </a:lnR>
                    <a:lnT w="25400" cap="flat" cmpd="sng" algn="ctr">
                      <a:solidFill>
                        <a:srgbClr val="E7E6E6"/>
                      </a:solidFill>
                      <a:prstDash val="solid"/>
                      <a:round/>
                      <a:headEnd type="none" w="med" len="med"/>
                      <a:tailEnd type="none" w="med" len="med"/>
                    </a:lnT>
                    <a:lnB w="25400" cap="flat" cmpd="sng" algn="ctr">
                      <a:solidFill>
                        <a:srgbClr val="E7E6E6"/>
                      </a:solidFill>
                      <a:prstDash val="solid"/>
                      <a:round/>
                      <a:headEnd type="none" w="med" len="med"/>
                      <a:tailEnd type="none" w="med" len="med"/>
                    </a:lnB>
                    <a:solidFill>
                      <a:srgbClr val="EDEDED"/>
                    </a:solidFill>
                  </a:tcPr>
                </a:tc>
              </a:tr>
            </a:tbl>
          </a:graphicData>
        </a:graphic>
      </p:graphicFrame>
      <p:graphicFrame>
        <p:nvGraphicFramePr>
          <p:cNvPr id="3988" name="table 3988"/>
          <p:cNvGraphicFramePr>
            <a:graphicFrameLocks noGrp="1"/>
          </p:cNvGraphicFramePr>
          <p:nvPr>
            <p:custDataLst>
              <p:tags r:id="rId2"/>
            </p:custDataLst>
          </p:nvPr>
        </p:nvGraphicFramePr>
        <p:xfrm>
          <a:off x="2093785" y="1173289"/>
          <a:ext cx="2601595" cy="3157855"/>
        </p:xfrm>
        <a:graphic>
          <a:graphicData uri="http://schemas.openxmlformats.org/drawingml/2006/table">
            <a:tbl>
              <a:tblPr/>
              <a:tblGrid>
                <a:gridCol w="2601595"/>
              </a:tblGrid>
              <a:tr h="245744">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86000"/>
                        </a:lnSpc>
                      </a:pPr>
                      <a:endParaRPr lang="en-US" altLang="en-US" sz="1000" dirty="0"/>
                    </a:p>
                    <a:p>
                      <a:pPr marL="69850" algn="l" rtl="0" eaLnBrk="0">
                        <a:lnSpc>
                          <a:spcPct val="97000"/>
                        </a:lnSpc>
                        <a:spcBef>
                          <a:spcPts val="5"/>
                        </a:spcBef>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关键信息采集节点标准执行 不到位，</a:t>
                      </a:r>
                      <a:endParaRPr lang="en-US" altLang="en-US" sz="1200" dirty="0"/>
                    </a:p>
                    <a:p>
                      <a:pPr marL="175895" indent="12065" algn="l" rtl="0" eaLnBrk="0">
                        <a:lnSpc>
                          <a:spcPct val="99000"/>
                        </a:lnSpc>
                        <a:spcBef>
                          <a:spcPts val="35"/>
                        </a:spcBef>
                      </a:pPr>
                      <a:r>
                        <a:rPr sz="1200" kern="0" spc="-10" dirty="0">
                          <a:solidFill>
                            <a:srgbClr val="000000">
                              <a:alpha val="100000"/>
                            </a:srgbClr>
                          </a:solidFill>
                          <a:cs typeface="微软雅黑" panose="020B0503020204020204" charset="-122"/>
                        </a:rPr>
                        <a:t>出现漏扫。如：全网网点发出和到</a:t>
                      </a:r>
                      <a:r>
                        <a:rPr sz="1200" kern="0" spc="0" dirty="0">
                          <a:solidFill>
                            <a:srgbClr val="000000">
                              <a:alpha val="100000"/>
                            </a:srgbClr>
                          </a:solidFill>
                          <a:cs typeface="微软雅黑" panose="020B0503020204020204" charset="-122"/>
                        </a:rPr>
                        <a:t>    件扫描率有些只有20%-</a:t>
                      </a:r>
                      <a:r>
                        <a:rPr sz="1200" kern="0" spc="-10" dirty="0">
                          <a:solidFill>
                            <a:srgbClr val="000000">
                              <a:alpha val="100000"/>
                            </a:srgbClr>
                          </a:solidFill>
                          <a:cs typeface="微软雅黑" panose="020B0503020204020204" charset="-122"/>
                        </a:rPr>
                        <a:t>40%</a:t>
                      </a:r>
                      <a:endParaRPr lang="en-US" altLang="en-US" sz="1200" dirty="0"/>
                    </a:p>
                    <a:p>
                      <a:pPr marL="69850" algn="l" rtl="0" eaLnBrk="0">
                        <a:lnSpc>
                          <a:spcPts val="1390"/>
                        </a:lnSpc>
                        <a:spcBef>
                          <a:spcPts val="630"/>
                        </a:spcBef>
                      </a:pPr>
                      <a:r>
                        <a:rPr sz="1100" kern="0" spc="-60" dirty="0">
                          <a:solidFill>
                            <a:srgbClr val="7F7F7F">
                              <a:alpha val="100000"/>
                            </a:srgbClr>
                          </a:solidFill>
                          <a:cs typeface="Wingdings" panose="05000000000000000000"/>
                        </a:rPr>
                        <a:t>.</a:t>
                      </a:r>
                      <a:r>
                        <a:rPr sz="1100" kern="0" spc="-60" dirty="0">
                          <a:solidFill>
                            <a:srgbClr val="000000">
                              <a:alpha val="100000"/>
                            </a:srgbClr>
                          </a:solidFill>
                          <a:cs typeface="微软雅黑" panose="020B0503020204020204" charset="-122"/>
                        </a:rPr>
                        <a:t>车线价格线下管理</a:t>
                      </a:r>
                      <a:r>
                        <a:rPr sz="1100" kern="0" spc="-70" dirty="0">
                          <a:solidFill>
                            <a:srgbClr val="000000">
                              <a:alpha val="100000"/>
                            </a:srgbClr>
                          </a:solidFill>
                          <a:cs typeface="微软雅黑" panose="020B0503020204020204" charset="-122"/>
                        </a:rPr>
                        <a:t>；</a:t>
                      </a:r>
                      <a:endParaRPr lang="en-US" altLang="en-US" sz="1100" dirty="0"/>
                    </a:p>
                    <a:p>
                      <a:pPr marL="175895" indent="-106045" algn="l" rtl="0" eaLnBrk="0">
                        <a:lnSpc>
                          <a:spcPct val="97000"/>
                        </a:lnSpc>
                        <a:spcBef>
                          <a:spcPts val="660"/>
                        </a:spcBef>
                      </a:pPr>
                      <a:r>
                        <a:rPr sz="1200" kern="0" spc="-50" dirty="0">
                          <a:solidFill>
                            <a:srgbClr val="7F7F7F">
                              <a:alpha val="100000"/>
                            </a:srgbClr>
                          </a:solidFill>
                          <a:cs typeface="Wingdings" panose="05000000000000000000"/>
                        </a:rPr>
                        <a:t>.</a:t>
                      </a:r>
                      <a:r>
                        <a:rPr sz="1200" kern="0" spc="-50" dirty="0">
                          <a:solidFill>
                            <a:srgbClr val="000000">
                              <a:alpha val="100000"/>
                            </a:srgbClr>
                          </a:solidFill>
                          <a:cs typeface="微软雅黑" panose="020B0503020204020204" charset="-122"/>
                        </a:rPr>
                        <a:t>数据查询系统中出</a:t>
                      </a:r>
                      <a:r>
                        <a:rPr sz="1200" kern="0" spc="-60" dirty="0">
                          <a:solidFill>
                            <a:srgbClr val="000000">
                              <a:alpha val="100000"/>
                            </a:srgbClr>
                          </a:solidFill>
                          <a:cs typeface="微软雅黑" panose="020B0503020204020204" charset="-122"/>
                        </a:rPr>
                        <a:t>现重复记录（发    </a:t>
                      </a:r>
                      <a:r>
                        <a:rPr sz="1200" kern="0" spc="-40" dirty="0">
                          <a:solidFill>
                            <a:srgbClr val="000000">
                              <a:alpha val="100000"/>
                            </a:srgbClr>
                          </a:solidFill>
                          <a:cs typeface="微软雅黑" panose="020B0503020204020204" charset="-122"/>
                        </a:rPr>
                        <a:t>生过若干次</a:t>
                      </a:r>
                      <a:r>
                        <a:rPr sz="1200" kern="0" spc="-10" dirty="0">
                          <a:solidFill>
                            <a:srgbClr val="000000">
                              <a:alpha val="100000"/>
                            </a:srgbClr>
                          </a:solidFill>
                          <a:cs typeface="微软雅黑" panose="020B0503020204020204" charset="-122"/>
                        </a:rPr>
                        <a:t>）；</a:t>
                      </a:r>
                      <a:endParaRPr lang="en-US" altLang="en-US" sz="1200" dirty="0"/>
                    </a:p>
                    <a:p>
                      <a:pPr marL="176530" indent="-106680" algn="l" rtl="0" eaLnBrk="0">
                        <a:lnSpc>
                          <a:spcPct val="99000"/>
                        </a:lnSpc>
                        <a:spcBef>
                          <a:spcPts val="685"/>
                        </a:spcBef>
                      </a:pPr>
                      <a:r>
                        <a:rPr sz="1200" kern="0" spc="-50" dirty="0">
                          <a:solidFill>
                            <a:srgbClr val="7F7F7F">
                              <a:alpha val="100000"/>
                            </a:srgbClr>
                          </a:solidFill>
                          <a:cs typeface="Wingdings" panose="05000000000000000000"/>
                        </a:rPr>
                        <a:t>.</a:t>
                      </a:r>
                      <a:r>
                        <a:rPr sz="1200" kern="0" spc="-50" dirty="0">
                          <a:solidFill>
                            <a:srgbClr val="000000">
                              <a:alpha val="100000"/>
                            </a:srgbClr>
                          </a:solidFill>
                          <a:cs typeface="微软雅黑" panose="020B0503020204020204" charset="-122"/>
                        </a:rPr>
                        <a:t>因为分拨经手件数</a:t>
                      </a:r>
                      <a:r>
                        <a:rPr sz="1200" kern="0" spc="-60" dirty="0">
                          <a:solidFill>
                            <a:srgbClr val="000000">
                              <a:alpha val="100000"/>
                            </a:srgbClr>
                          </a:solidFill>
                          <a:cs typeface="微软雅黑" panose="020B0503020204020204" charset="-122"/>
                        </a:rPr>
                        <a:t>不准确，质控对    </a:t>
                      </a:r>
                      <a:r>
                        <a:rPr sz="1200" kern="0" spc="-20" dirty="0">
                          <a:solidFill>
                            <a:srgbClr val="000000">
                              <a:alpha val="100000"/>
                            </a:srgbClr>
                          </a:solidFill>
                          <a:cs typeface="微软雅黑" panose="020B0503020204020204" charset="-122"/>
                        </a:rPr>
                        <a:t>于省区运营以下考核质量绝对值，</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省区感觉不公平</a:t>
                      </a:r>
                      <a:endParaRPr lang="en-US" altLang="en-US" sz="1200" dirty="0"/>
                    </a:p>
                    <a:p>
                      <a:pPr marL="69850" algn="l" rtl="0" eaLnBrk="0">
                        <a:lnSpc>
                          <a:spcPct val="97000"/>
                        </a:lnSpc>
                        <a:spcBef>
                          <a:spcPts val="635"/>
                        </a:spcBef>
                      </a:pPr>
                      <a:r>
                        <a:rPr sz="1200" kern="0" spc="-100" dirty="0">
                          <a:solidFill>
                            <a:srgbClr val="7F7F7F">
                              <a:alpha val="100000"/>
                            </a:srgbClr>
                          </a:solidFill>
                          <a:cs typeface="Wingdings" panose="05000000000000000000"/>
                        </a:rPr>
                        <a:t>.</a:t>
                      </a:r>
                      <a:r>
                        <a:rPr sz="1200" kern="0" spc="-640" dirty="0">
                          <a:solidFill>
                            <a:srgbClr val="7F7F7F">
                              <a:alpha val="100000"/>
                            </a:srgbClr>
                          </a:solidFill>
                          <a:cs typeface="Wingdings" panose="05000000000000000000"/>
                        </a:rPr>
                        <a:t> </a:t>
                      </a:r>
                      <a:r>
                        <a:rPr sz="1200" kern="0" spc="-100" dirty="0">
                          <a:solidFill>
                            <a:srgbClr val="000000">
                              <a:alpha val="100000"/>
                            </a:srgbClr>
                          </a:solidFill>
                          <a:cs typeface="微软雅黑" panose="020B0503020204020204" charset="-122"/>
                        </a:rPr>
                        <a:t>HR部门组织人员信息线下维护</a:t>
                      </a:r>
                      <a:endParaRPr lang="en-US" altLang="en-US" sz="1200" dirty="0"/>
                    </a:p>
                    <a:p>
                      <a:pPr algn="l" rtl="0" eaLnBrk="0">
                        <a:lnSpc>
                          <a:spcPct val="107000"/>
                        </a:lnSpc>
                      </a:pPr>
                      <a:endParaRPr lang="en-US" altLang="en-US" sz="500" dirty="0"/>
                    </a:p>
                    <a:p>
                      <a:pPr marL="175895" indent="-106045" algn="l" rtl="0" eaLnBrk="0">
                        <a:lnSpc>
                          <a:spcPct val="99000"/>
                        </a:lnSpc>
                        <a:spcBef>
                          <a:spcPts val="0"/>
                        </a:spcBef>
                      </a:pPr>
                      <a:r>
                        <a:rPr sz="1200" kern="0" spc="-50" dirty="0">
                          <a:solidFill>
                            <a:srgbClr val="7F7F7F">
                              <a:alpha val="100000"/>
                            </a:srgbClr>
                          </a:solidFill>
                          <a:cs typeface="Wingdings" panose="05000000000000000000"/>
                        </a:rPr>
                        <a:t>.</a:t>
                      </a:r>
                      <a:r>
                        <a:rPr sz="1200" kern="0" spc="-50" dirty="0">
                          <a:solidFill>
                            <a:srgbClr val="000000">
                              <a:alpha val="100000"/>
                            </a:srgbClr>
                          </a:solidFill>
                          <a:cs typeface="微软雅黑" panose="020B0503020204020204" charset="-122"/>
                        </a:rPr>
                        <a:t>网络管理中心对于</a:t>
                      </a:r>
                      <a:r>
                        <a:rPr sz="1200" kern="0" spc="-60" dirty="0">
                          <a:solidFill>
                            <a:srgbClr val="000000">
                              <a:alpha val="100000"/>
                            </a:srgbClr>
                          </a:solidFill>
                          <a:cs typeface="微软雅黑" panose="020B0503020204020204" charset="-122"/>
                        </a:rPr>
                        <a:t>加盟商信息线下    </a:t>
                      </a:r>
                      <a:r>
                        <a:rPr sz="1200" kern="0" spc="-10" dirty="0">
                          <a:solidFill>
                            <a:srgbClr val="000000">
                              <a:alpha val="100000"/>
                            </a:srgbClr>
                          </a:solidFill>
                          <a:cs typeface="微软雅黑" panose="020B0503020204020204" charset="-122"/>
                        </a:rPr>
                        <a:t>维护</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3990" name="table 3990"/>
          <p:cNvGraphicFramePr>
            <a:graphicFrameLocks noGrp="1"/>
          </p:cNvGraphicFramePr>
          <p:nvPr>
            <p:custDataLst>
              <p:tags r:id="rId3"/>
            </p:custDataLst>
          </p:nvPr>
        </p:nvGraphicFramePr>
        <p:xfrm>
          <a:off x="7796593" y="1168717"/>
          <a:ext cx="2414270" cy="3177540"/>
        </p:xfrm>
        <a:graphic>
          <a:graphicData uri="http://schemas.openxmlformats.org/drawingml/2006/table">
            <a:tbl>
              <a:tblPr/>
              <a:tblGrid>
                <a:gridCol w="2414270"/>
              </a:tblGrid>
              <a:tr h="265429">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91000"/>
                        </a:lnSpc>
                      </a:pPr>
                      <a:endParaRPr lang="en-US" altLang="en-US" sz="1000" dirty="0"/>
                    </a:p>
                    <a:p>
                      <a:pPr algn="l" rtl="0" eaLnBrk="0">
                        <a:lnSpc>
                          <a:spcPct val="8000"/>
                        </a:lnSpc>
                      </a:pPr>
                      <a:endParaRPr lang="en-US" altLang="en-US" sz="100" dirty="0"/>
                    </a:p>
                    <a:p>
                      <a:pPr marL="163830" indent="-106680" algn="l" rtl="0" eaLnBrk="0">
                        <a:lnSpc>
                          <a:spcPct val="97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规范业务操作，强化工具使</a:t>
                      </a:r>
                      <a:r>
                        <a:rPr sz="1200" kern="0" spc="-70" dirty="0">
                          <a:solidFill>
                            <a:srgbClr val="000000">
                              <a:alpha val="100000"/>
                            </a:srgbClr>
                          </a:solidFill>
                          <a:cs typeface="微软雅黑" panose="020B0503020204020204" charset="-122"/>
                        </a:rPr>
                        <a:t>用和</a:t>
                      </a:r>
                      <a:r>
                        <a:rPr sz="1200" kern="0" spc="-10" dirty="0">
                          <a:solidFill>
                            <a:srgbClr val="000000">
                              <a:alpha val="100000"/>
                            </a:srgbClr>
                          </a:solidFill>
                          <a:cs typeface="微软雅黑" panose="020B0503020204020204" charset="-122"/>
                        </a:rPr>
                        <a:t>   推广（PDA,GPS等）</a:t>
                      </a:r>
                      <a:endParaRPr lang="en-US" altLang="en-US" sz="1200" dirty="0"/>
                    </a:p>
                    <a:p>
                      <a:pPr marL="163195" indent="-106045" algn="l" rtl="0" eaLnBrk="0">
                        <a:lnSpc>
                          <a:spcPct val="98000"/>
                        </a:lnSpc>
                        <a:spcBef>
                          <a:spcPts val="69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建立全流程视角的标</a:t>
                      </a:r>
                      <a:r>
                        <a:rPr sz="1200" kern="0" spc="-70" dirty="0">
                          <a:solidFill>
                            <a:srgbClr val="000000">
                              <a:alpha val="100000"/>
                            </a:srgbClr>
                          </a:solidFill>
                          <a:cs typeface="微软雅黑" panose="020B0503020204020204" charset="-122"/>
                        </a:rPr>
                        <a:t>准和关键管</a:t>
                      </a:r>
                      <a:r>
                        <a:rPr sz="1200" kern="0" spc="0" dirty="0">
                          <a:solidFill>
                            <a:srgbClr val="000000">
                              <a:alpha val="100000"/>
                            </a:srgbClr>
                          </a:solidFill>
                          <a:cs typeface="微软雅黑" panose="020B0503020204020204" charset="-122"/>
                        </a:rPr>
                        <a:t>    </a:t>
                      </a:r>
                      <a:r>
                        <a:rPr sz="1200" kern="0" spc="-60" dirty="0">
                          <a:solidFill>
                            <a:srgbClr val="000000">
                              <a:alpha val="100000"/>
                            </a:srgbClr>
                          </a:solidFill>
                          <a:cs typeface="微软雅黑" panose="020B0503020204020204" charset="-122"/>
                        </a:rPr>
                        <a:t>控点（全程时效优化、场站管理、</a:t>
                      </a:r>
                      <a:r>
                        <a:rPr sz="1200" kern="0" spc="0" dirty="0">
                          <a:solidFill>
                            <a:srgbClr val="000000">
                              <a:alpha val="100000"/>
                            </a:srgbClr>
                          </a:solidFill>
                          <a:cs typeface="微软雅黑" panose="020B0503020204020204" charset="-122"/>
                        </a:rPr>
                        <a:t>  </a:t>
                      </a:r>
                      <a:r>
                        <a:rPr sz="1200" kern="0" spc="-20" dirty="0">
                          <a:solidFill>
                            <a:srgbClr val="000000">
                              <a:alpha val="100000"/>
                            </a:srgbClr>
                          </a:solidFill>
                          <a:cs typeface="微软雅黑" panose="020B0503020204020204" charset="-122"/>
                        </a:rPr>
                        <a:t>提升车线管理系统线上化）</a:t>
                      </a:r>
                      <a:endParaRPr lang="en-US" altLang="en-US" sz="1200" dirty="0"/>
                    </a:p>
                    <a:p>
                      <a:pPr marL="162560" indent="-105410" algn="l" rtl="0" eaLnBrk="0">
                        <a:lnSpc>
                          <a:spcPct val="99000"/>
                        </a:lnSpc>
                        <a:spcBef>
                          <a:spcPts val="67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强化数据管理体系，建立数</a:t>
                      </a:r>
                      <a:r>
                        <a:rPr sz="1200" kern="0" spc="-70" dirty="0">
                          <a:solidFill>
                            <a:srgbClr val="000000">
                              <a:alpha val="100000"/>
                            </a:srgbClr>
                          </a:solidFill>
                          <a:cs typeface="微软雅黑" panose="020B0503020204020204" charset="-122"/>
                        </a:rPr>
                        <a:t>据管</a:t>
                      </a:r>
                      <a:r>
                        <a:rPr sz="1200" kern="0" spc="-10" dirty="0">
                          <a:solidFill>
                            <a:srgbClr val="000000">
                              <a:alpha val="100000"/>
                            </a:srgbClr>
                          </a:solidFill>
                          <a:cs typeface="微软雅黑" panose="020B0503020204020204" charset="-122"/>
                        </a:rPr>
                        <a:t>   理中心</a:t>
                      </a:r>
                      <a:endParaRPr lang="en-US" altLang="en-US" sz="1200" dirty="0"/>
                    </a:p>
                    <a:p>
                      <a:pPr algn="l" rtl="0" eaLnBrk="0">
                        <a:lnSpc>
                          <a:spcPct val="105000"/>
                        </a:lnSpc>
                      </a:pPr>
                      <a:endParaRPr lang="en-US" altLang="en-US" sz="500" dirty="0"/>
                    </a:p>
                    <a:p>
                      <a:pPr marL="57150" algn="l" rtl="0" eaLnBrk="0">
                        <a:lnSpc>
                          <a:spcPct val="97000"/>
                        </a:lnSpc>
                        <a:spcBef>
                          <a:spcPts val="0"/>
                        </a:spcBef>
                      </a:pPr>
                      <a:r>
                        <a:rPr sz="1200" kern="0" spc="-120" dirty="0">
                          <a:solidFill>
                            <a:srgbClr val="7F7F7F">
                              <a:alpha val="100000"/>
                            </a:srgbClr>
                          </a:solidFill>
                          <a:cs typeface="Wingdings" panose="05000000000000000000"/>
                        </a:rPr>
                        <a:t>.</a:t>
                      </a:r>
                      <a:r>
                        <a:rPr sz="1200" kern="0" spc="-120" dirty="0">
                          <a:solidFill>
                            <a:srgbClr val="000000">
                              <a:alpha val="100000"/>
                            </a:srgbClr>
                          </a:solidFill>
                          <a:cs typeface="微软雅黑" panose="020B0503020204020204" charset="-122"/>
                        </a:rPr>
                        <a:t>强化主数据管理</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3992" name="table 3992"/>
          <p:cNvGraphicFramePr>
            <a:graphicFrameLocks noGrp="1"/>
          </p:cNvGraphicFramePr>
          <p:nvPr>
            <p:custDataLst>
              <p:tags r:id="rId4"/>
            </p:custDataLst>
          </p:nvPr>
        </p:nvGraphicFramePr>
        <p:xfrm>
          <a:off x="5097589" y="1182433"/>
          <a:ext cx="2289175" cy="3177540"/>
        </p:xfrm>
        <a:graphic>
          <a:graphicData uri="http://schemas.openxmlformats.org/drawingml/2006/table">
            <a:tbl>
              <a:tblPr/>
              <a:tblGrid>
                <a:gridCol w="2289175"/>
              </a:tblGrid>
              <a:tr h="265429">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00000"/>
                        </a:lnSpc>
                      </a:pPr>
                      <a:endParaRPr lang="en-US" altLang="en-US" sz="1000" dirty="0"/>
                    </a:p>
                    <a:p>
                      <a:pPr algn="l" rtl="0" eaLnBrk="0">
                        <a:lnSpc>
                          <a:spcPct val="100000"/>
                        </a:lnSpc>
                      </a:pPr>
                      <a:endParaRPr lang="en-US" altLang="en-US" sz="1000" dirty="0"/>
                    </a:p>
                    <a:p>
                      <a:pPr marL="241935" indent="-106045" algn="l" rtl="0" eaLnBrk="0">
                        <a:lnSpc>
                          <a:spcPct val="99000"/>
                        </a:lnSpc>
                        <a:spcBef>
                          <a:spcPts val="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全视角的流程和管控点不完</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全明确</a:t>
                      </a:r>
                      <a:endParaRPr lang="en-US" altLang="en-US" sz="1200" dirty="0"/>
                    </a:p>
                    <a:p>
                      <a:pPr marL="135890" algn="l" rtl="0" eaLnBrk="0">
                        <a:lnSpc>
                          <a:spcPct val="97000"/>
                        </a:lnSpc>
                        <a:spcBef>
                          <a:spcPts val="645"/>
                        </a:spcBef>
                      </a:pPr>
                      <a:r>
                        <a:rPr sz="1200" kern="0" spc="-120" dirty="0">
                          <a:solidFill>
                            <a:srgbClr val="7F7F7F">
                              <a:alpha val="100000"/>
                            </a:srgbClr>
                          </a:solidFill>
                          <a:cs typeface="Wingdings" panose="05000000000000000000"/>
                        </a:rPr>
                        <a:t>.</a:t>
                      </a:r>
                      <a:r>
                        <a:rPr sz="1200" kern="0" spc="-120" dirty="0">
                          <a:solidFill>
                            <a:srgbClr val="000000">
                              <a:alpha val="100000"/>
                            </a:srgbClr>
                          </a:solidFill>
                          <a:cs typeface="微软雅黑" panose="020B0503020204020204" charset="-122"/>
                        </a:rPr>
                        <a:t>基层执行不到位</a:t>
                      </a:r>
                      <a:endParaRPr lang="en-US" altLang="en-US" sz="1200" dirty="0"/>
                    </a:p>
                    <a:p>
                      <a:pPr marL="135890" algn="l" rtl="0" eaLnBrk="0">
                        <a:lnSpc>
                          <a:spcPct val="97000"/>
                        </a:lnSpc>
                        <a:spcBef>
                          <a:spcPts val="645"/>
                        </a:spcBef>
                      </a:pPr>
                      <a:r>
                        <a:rPr sz="1200" kern="0" spc="-110" dirty="0">
                          <a:solidFill>
                            <a:srgbClr val="7F7F7F">
                              <a:alpha val="100000"/>
                            </a:srgbClr>
                          </a:solidFill>
                          <a:cs typeface="Wingdings" panose="05000000000000000000"/>
                        </a:rPr>
                        <a:t>.</a:t>
                      </a:r>
                      <a:r>
                        <a:rPr sz="1200" kern="0" spc="-110" dirty="0">
                          <a:solidFill>
                            <a:srgbClr val="000000">
                              <a:alpha val="100000"/>
                            </a:srgbClr>
                          </a:solidFill>
                          <a:cs typeface="微软雅黑" panose="020B0503020204020204" charset="-122"/>
                        </a:rPr>
                        <a:t>系统集成性不严谨</a:t>
                      </a:r>
                      <a:endParaRPr lang="en-US" altLang="en-US" sz="1200" dirty="0"/>
                    </a:p>
                    <a:p>
                      <a:pPr marL="135890" algn="l" rtl="0" eaLnBrk="0">
                        <a:lnSpc>
                          <a:spcPct val="97000"/>
                        </a:lnSpc>
                        <a:spcBef>
                          <a:spcPts val="635"/>
                        </a:spcBef>
                      </a:pPr>
                      <a:r>
                        <a:rPr sz="1200" kern="0" spc="-110" dirty="0">
                          <a:solidFill>
                            <a:srgbClr val="7F7F7F">
                              <a:alpha val="100000"/>
                            </a:srgbClr>
                          </a:solidFill>
                          <a:cs typeface="Wingdings" panose="05000000000000000000"/>
                        </a:rPr>
                        <a:t>.</a:t>
                      </a:r>
                      <a:r>
                        <a:rPr sz="1200" kern="0" spc="-430" dirty="0">
                          <a:solidFill>
                            <a:srgbClr val="7F7F7F">
                              <a:alpha val="100000"/>
                            </a:srgbClr>
                          </a:solidFill>
                          <a:cs typeface="Wingdings" panose="05000000000000000000"/>
                        </a:rPr>
                        <a:t> </a:t>
                      </a:r>
                      <a:r>
                        <a:rPr sz="1200" kern="0" spc="-110" dirty="0">
                          <a:solidFill>
                            <a:srgbClr val="000000">
                              <a:alpha val="100000"/>
                            </a:srgbClr>
                          </a:solidFill>
                          <a:cs typeface="微软雅黑" panose="020B0503020204020204" charset="-122"/>
                        </a:rPr>
                        <a:t>对关键节点数据采集缺失</a:t>
                      </a:r>
                      <a:endParaRPr lang="en-US" altLang="en-US" sz="1200" dirty="0"/>
                    </a:p>
                    <a:p>
                      <a:pPr algn="l" rtl="0" eaLnBrk="0">
                        <a:lnSpc>
                          <a:spcPct val="107000"/>
                        </a:lnSpc>
                      </a:pPr>
                      <a:endParaRPr lang="en-US" altLang="en-US" sz="500" dirty="0"/>
                    </a:p>
                    <a:p>
                      <a:pPr marL="135890" algn="l" rtl="0" eaLnBrk="0">
                        <a:lnSpc>
                          <a:spcPct val="97000"/>
                        </a:lnSpc>
                        <a:spcBef>
                          <a:spcPts val="0"/>
                        </a:spcBef>
                      </a:pPr>
                      <a:r>
                        <a:rPr sz="1200" kern="0" spc="-90" dirty="0">
                          <a:solidFill>
                            <a:srgbClr val="7F7F7F">
                              <a:alpha val="100000"/>
                            </a:srgbClr>
                          </a:solidFill>
                          <a:cs typeface="Wingdings" panose="05000000000000000000"/>
                        </a:rPr>
                        <a:t>.</a:t>
                      </a:r>
                      <a:r>
                        <a:rPr sz="1200" kern="0" spc="-90" dirty="0">
                          <a:solidFill>
                            <a:srgbClr val="000000">
                              <a:alpha val="100000"/>
                            </a:srgbClr>
                          </a:solidFill>
                          <a:cs typeface="微软雅黑" panose="020B0503020204020204" charset="-122"/>
                        </a:rPr>
                        <a:t>主数据没有统一管控</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sp>
        <p:nvSpPr>
          <p:cNvPr id="3996" name="textbox 3996"/>
          <p:cNvSpPr/>
          <p:nvPr>
            <p:custDataLst>
              <p:tags r:id="rId5"/>
            </p:custDataLst>
          </p:nvPr>
        </p:nvSpPr>
        <p:spPr>
          <a:xfrm>
            <a:off x="991166" y="359759"/>
            <a:ext cx="10089515" cy="320675"/>
          </a:xfrm>
          <a:prstGeom prst="rect">
            <a:avLst/>
          </a:prstGeom>
        </p:spPr>
        <p:txBody>
          <a:bodyPr vert="horz" wrap="square" lIns="0" tIns="0" rIns="0" bIns="0"/>
          <a:lstStyle/>
          <a:p>
            <a:pPr algn="l" rtl="0" eaLnBrk="0">
              <a:lnSpc>
                <a:spcPct val="80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关键发现2：数据信息采集不完整，当前数据质量在标准化、准确性和一致性方面存在明显</a:t>
            </a:r>
            <a:endParaRPr lang="en-US" altLang="en-US" sz="2000" b="1" kern="0" spc="0" dirty="0">
              <a:solidFill>
                <a:schemeClr val="dk1"/>
              </a:solidFill>
              <a:cs typeface="微软雅黑" panose="020B0503020204020204" charset="-122"/>
            </a:endParaRPr>
          </a:p>
        </p:txBody>
      </p:sp>
      <p:pic>
        <p:nvPicPr>
          <p:cNvPr id="3998" name="picture 3998"/>
          <p:cNvPicPr>
            <a:picLocks noChangeAspect="1"/>
          </p:cNvPicPr>
          <p:nvPr>
            <p:custDataLst>
              <p:tags r:id="rId6"/>
            </p:custDataLst>
          </p:nvPr>
        </p:nvPicPr>
        <p:blipFill>
          <a:blip r:embed="rId7"/>
          <a:stretch>
            <a:fillRect/>
          </a:stretch>
        </p:blipFill>
        <p:spPr>
          <a:xfrm rot="21600000">
            <a:off x="2098547" y="1178051"/>
            <a:ext cx="2592323" cy="496824"/>
          </a:xfrm>
          <a:prstGeom prst="rect">
            <a:avLst/>
          </a:prstGeom>
        </p:spPr>
      </p:pic>
      <p:pic>
        <p:nvPicPr>
          <p:cNvPr id="4000" name="picture 4000"/>
          <p:cNvPicPr>
            <a:picLocks noChangeAspect="1"/>
          </p:cNvPicPr>
          <p:nvPr>
            <p:custDataLst>
              <p:tags r:id="rId8"/>
            </p:custDataLst>
          </p:nvPr>
        </p:nvPicPr>
        <p:blipFill>
          <a:blip r:embed="rId9"/>
          <a:stretch>
            <a:fillRect/>
          </a:stretch>
        </p:blipFill>
        <p:spPr>
          <a:xfrm rot="21600000">
            <a:off x="7801356" y="1173479"/>
            <a:ext cx="2404871" cy="496824"/>
          </a:xfrm>
          <a:prstGeom prst="rect">
            <a:avLst/>
          </a:prstGeom>
        </p:spPr>
      </p:pic>
      <p:pic>
        <p:nvPicPr>
          <p:cNvPr id="4002" name="picture 4002"/>
          <p:cNvPicPr>
            <a:picLocks noChangeAspect="1"/>
          </p:cNvPicPr>
          <p:nvPr>
            <p:custDataLst>
              <p:tags r:id="rId10"/>
            </p:custDataLst>
          </p:nvPr>
        </p:nvPicPr>
        <p:blipFill>
          <a:blip r:embed="rId11"/>
          <a:stretch>
            <a:fillRect/>
          </a:stretch>
        </p:blipFill>
        <p:spPr>
          <a:xfrm rot="21600000">
            <a:off x="5102352" y="1187196"/>
            <a:ext cx="2279904" cy="496823"/>
          </a:xfrm>
          <a:prstGeom prst="rect">
            <a:avLst/>
          </a:prstGeom>
        </p:spPr>
      </p:pic>
      <p:pic>
        <p:nvPicPr>
          <p:cNvPr id="4006" name="picture 4006"/>
          <p:cNvPicPr>
            <a:picLocks noChangeAspect="1"/>
          </p:cNvPicPr>
          <p:nvPr>
            <p:custDataLst>
              <p:tags r:id="rId12"/>
            </p:custDataLst>
          </p:nvPr>
        </p:nvPicPr>
        <p:blipFill>
          <a:blip r:embed="rId13"/>
          <a:stretch>
            <a:fillRect/>
          </a:stretch>
        </p:blipFill>
        <p:spPr>
          <a:xfrm rot="21600000">
            <a:off x="2097651" y="1421786"/>
            <a:ext cx="2594116" cy="257766"/>
          </a:xfrm>
          <a:prstGeom prst="rect">
            <a:avLst/>
          </a:prstGeom>
        </p:spPr>
      </p:pic>
      <p:pic>
        <p:nvPicPr>
          <p:cNvPr id="4008" name="picture 4008"/>
          <p:cNvPicPr>
            <a:picLocks noChangeAspect="1"/>
          </p:cNvPicPr>
          <p:nvPr>
            <p:custDataLst>
              <p:tags r:id="rId14"/>
            </p:custDataLst>
          </p:nvPr>
        </p:nvPicPr>
        <p:blipFill>
          <a:blip r:embed="rId15"/>
          <a:stretch>
            <a:fillRect/>
          </a:stretch>
        </p:blipFill>
        <p:spPr>
          <a:xfrm rot="21600000">
            <a:off x="7800392" y="1417227"/>
            <a:ext cx="2406798" cy="257740"/>
          </a:xfrm>
          <a:prstGeom prst="rect">
            <a:avLst/>
          </a:prstGeom>
        </p:spPr>
      </p:pic>
      <p:sp>
        <p:nvSpPr>
          <p:cNvPr id="4010" name="textbox 4010"/>
          <p:cNvSpPr/>
          <p:nvPr>
            <p:custDataLst>
              <p:tags r:id="rId16"/>
            </p:custDataLst>
          </p:nvPr>
        </p:nvSpPr>
        <p:spPr>
          <a:xfrm>
            <a:off x="2185416" y="4776216"/>
            <a:ext cx="501650" cy="1174114"/>
          </a:xfrm>
          <a:prstGeom prst="rect">
            <a:avLst/>
          </a:prstGeom>
          <a:solidFill>
            <a:schemeClr val="accent1"/>
          </a:solidFill>
        </p:spPr>
        <p:txBody>
          <a:bodyPr vert="eaVert" wrap="square" lIns="0" tIns="0" rIns="0" bIns="0">
            <a:normAutofit/>
          </a:bodyPr>
          <a:lstStyle/>
          <a:p>
            <a:pPr algn="l" rtl="0" eaLnBrk="0">
              <a:lnSpc>
                <a:spcPct val="104000"/>
              </a:lnSpc>
            </a:pPr>
            <a:endParaRPr lang="en-US" altLang="en-US" sz="1000" dirty="0">
              <a:solidFill>
                <a:schemeClr val="tx1"/>
              </a:solidFill>
            </a:endParaRPr>
          </a:p>
          <a:p>
            <a:pPr marL="186690" algn="l" rtl="0" eaLnBrk="0">
              <a:lnSpc>
                <a:spcPct val="90000"/>
              </a:lnSpc>
              <a:spcBef>
                <a:spcPts val="0"/>
              </a:spcBef>
            </a:pPr>
            <a:r>
              <a:rPr sz="1400" b="1" kern="0" spc="230" dirty="0">
                <a:solidFill>
                  <a:schemeClr val="tx1"/>
                </a:solidFill>
                <a:cs typeface="微软雅黑" panose="020B0503020204020204" charset="-122"/>
              </a:rPr>
              <a:t>访谈摘要</a:t>
            </a:r>
            <a:endParaRPr lang="en-US" altLang="en-US" sz="1400" b="1" kern="0" spc="230" dirty="0">
              <a:solidFill>
                <a:schemeClr val="tx1"/>
              </a:solidFill>
              <a:cs typeface="微软雅黑" panose="020B0503020204020204" charset="-122"/>
            </a:endParaRPr>
          </a:p>
        </p:txBody>
      </p:sp>
      <p:pic>
        <p:nvPicPr>
          <p:cNvPr id="4012" name="picture 4012"/>
          <p:cNvPicPr>
            <a:picLocks noChangeAspect="1"/>
          </p:cNvPicPr>
          <p:nvPr>
            <p:custDataLst>
              <p:tags r:id="rId17"/>
            </p:custDataLst>
          </p:nvPr>
        </p:nvPicPr>
        <p:blipFill>
          <a:blip r:embed="rId18"/>
          <a:stretch>
            <a:fillRect/>
          </a:stretch>
        </p:blipFill>
        <p:spPr>
          <a:xfrm rot="21600000">
            <a:off x="5101338" y="1430954"/>
            <a:ext cx="2281932" cy="257718"/>
          </a:xfrm>
          <a:prstGeom prst="rect">
            <a:avLst/>
          </a:prstGeom>
        </p:spPr>
      </p:pic>
      <p:sp>
        <p:nvSpPr>
          <p:cNvPr id="4014" name="textbox 4014"/>
          <p:cNvSpPr/>
          <p:nvPr>
            <p:custDataLst>
              <p:tags r:id="rId19"/>
            </p:custDataLst>
          </p:nvPr>
        </p:nvSpPr>
        <p:spPr>
          <a:xfrm>
            <a:off x="990911" y="664559"/>
            <a:ext cx="530859"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b="1" kern="0" spc="-20" dirty="0">
                <a:solidFill>
                  <a:schemeClr val="dk1"/>
                </a:solidFill>
                <a:cs typeface="微软雅黑" panose="020B0503020204020204" charset="-122"/>
              </a:rPr>
              <a:t>不足</a:t>
            </a:r>
            <a:endParaRPr lang="en-US" altLang="en-US" sz="2000" b="1" kern="0" spc="-20" dirty="0">
              <a:solidFill>
                <a:schemeClr val="dk1"/>
              </a:solidFill>
              <a:cs typeface="微软雅黑" panose="020B0503020204020204" charset="-122"/>
            </a:endParaRPr>
          </a:p>
        </p:txBody>
      </p:sp>
      <p:sp>
        <p:nvSpPr>
          <p:cNvPr id="4016" name="textbox 4016"/>
          <p:cNvSpPr/>
          <p:nvPr>
            <p:custDataLst>
              <p:tags r:id="rId20"/>
            </p:custDataLst>
          </p:nvPr>
        </p:nvSpPr>
        <p:spPr>
          <a:xfrm>
            <a:off x="5814802" y="1341875"/>
            <a:ext cx="736600" cy="233045"/>
          </a:xfrm>
          <a:prstGeom prst="rect">
            <a:avLst/>
          </a:prstGeom>
        </p:spPr>
        <p:txBody>
          <a:bodyPr vert="horz" wrap="square" lIns="0" tIns="0" rIns="0" bIns="0">
            <a:normAutofit/>
          </a:bodyPr>
          <a:lstStyle/>
          <a:p>
            <a:pPr algn="l" rtl="0" eaLnBrk="0">
              <a:lnSpc>
                <a:spcPct val="85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sp>
        <p:nvSpPr>
          <p:cNvPr id="4018" name="textbox 4018"/>
          <p:cNvSpPr/>
          <p:nvPr>
            <p:custDataLst>
              <p:tags r:id="rId21"/>
            </p:custDataLst>
          </p:nvPr>
        </p:nvSpPr>
        <p:spPr>
          <a:xfrm>
            <a:off x="2957002" y="1312284"/>
            <a:ext cx="735330"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主要发现</a:t>
            </a:r>
            <a:endParaRPr lang="en-US" altLang="en-US" sz="1400" b="1" kern="0" spc="-10" dirty="0">
              <a:solidFill>
                <a:schemeClr val="tx1"/>
              </a:solidFill>
              <a:cs typeface="微软雅黑" panose="020B0503020204020204" charset="-122"/>
            </a:endParaRPr>
          </a:p>
        </p:txBody>
      </p:sp>
      <p:sp>
        <p:nvSpPr>
          <p:cNvPr id="4020" name="textbox 4020"/>
          <p:cNvSpPr/>
          <p:nvPr>
            <p:custDataLst>
              <p:tags r:id="rId22"/>
            </p:custDataLst>
          </p:nvPr>
        </p:nvSpPr>
        <p:spPr>
          <a:xfrm>
            <a:off x="8602338" y="1327524"/>
            <a:ext cx="732155" cy="232409"/>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改进机会</a:t>
            </a:r>
            <a:endParaRPr lang="en-US" altLang="en-US" sz="1400" b="1" kern="0" spc="-10" dirty="0">
              <a:solidFill>
                <a:schemeClr val="tx1"/>
              </a:solidFill>
              <a:cs typeface="微软雅黑" panose="020B0503020204020204" charset="-122"/>
            </a:endParaRPr>
          </a:p>
        </p:txBody>
      </p:sp>
    </p:spTree>
    <p:custDataLst>
      <p:tags r:id="rId23"/>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22" name="picture 4022"/>
          <p:cNvPicPr>
            <a:picLocks noChangeAspect="1"/>
          </p:cNvPicPr>
          <p:nvPr>
            <p:custDataLst>
              <p:tags r:id="rId1"/>
            </p:custDataLst>
          </p:nvPr>
        </p:nvPicPr>
        <p:blipFill>
          <a:blip r:embed="rId2"/>
          <a:stretch>
            <a:fillRect/>
          </a:stretch>
        </p:blipFill>
        <p:spPr>
          <a:xfrm rot="21600000">
            <a:off x="3895344" y="2165350"/>
            <a:ext cx="7174993" cy="2639822"/>
          </a:xfrm>
          <a:prstGeom prst="rect">
            <a:avLst/>
          </a:prstGeom>
        </p:spPr>
      </p:pic>
      <p:sp>
        <p:nvSpPr>
          <p:cNvPr id="4024" name="textbox 4024"/>
          <p:cNvSpPr/>
          <p:nvPr>
            <p:custDataLst>
              <p:tags r:id="rId3"/>
            </p:custDataLst>
          </p:nvPr>
        </p:nvSpPr>
        <p:spPr>
          <a:xfrm>
            <a:off x="905363" y="367633"/>
            <a:ext cx="6885305" cy="1533525"/>
          </a:xfrm>
          <a:prstGeom prst="rect">
            <a:avLst/>
          </a:prstGeom>
        </p:spPr>
        <p:txBody>
          <a:bodyPr vert="horz" wrap="square" lIns="0" tIns="0" rIns="0" bIns="0"/>
          <a:lstStyle/>
          <a:p>
            <a:pPr algn="l" rtl="0" eaLnBrk="0">
              <a:lnSpc>
                <a:spcPct val="92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基础数据不完善，不准确，导致线上线下统计分析结果不一致</a:t>
            </a:r>
            <a:endParaRPr lang="en-US" altLang="en-US" sz="2000" dirty="0">
              <a:solidFill>
                <a:schemeClr val="dk1"/>
              </a:solidFill>
            </a:endParaRPr>
          </a:p>
          <a:p>
            <a:pPr algn="l" rtl="0" eaLnBrk="0">
              <a:lnSpc>
                <a:spcPct val="117000"/>
              </a:lnSpc>
            </a:pPr>
            <a:endParaRPr lang="en-US" altLang="en-US" sz="1000" dirty="0">
              <a:solidFill>
                <a:schemeClr val="dk1"/>
              </a:solidFill>
            </a:endParaRPr>
          </a:p>
          <a:p>
            <a:pPr marL="20320" algn="l" rtl="0" eaLnBrk="0">
              <a:lnSpc>
                <a:spcPts val="1915"/>
              </a:lnSpc>
              <a:spcBef>
                <a:spcPts val="455"/>
              </a:spcBef>
            </a:pPr>
            <a:r>
              <a:rPr sz="1500" kern="0" spc="0" dirty="0">
                <a:solidFill>
                  <a:schemeClr val="dk1"/>
                </a:solidFill>
                <a:cs typeface="Arial" panose="020B0604020202020204"/>
              </a:rPr>
              <a:t>•</a:t>
            </a:r>
            <a:r>
              <a:rPr sz="1500" kern="0" spc="100" dirty="0">
                <a:solidFill>
                  <a:schemeClr val="dk1"/>
                </a:solidFill>
                <a:cs typeface="Arial" panose="020B0604020202020204"/>
              </a:rPr>
              <a:t>    </a:t>
            </a:r>
            <a:r>
              <a:rPr sz="1500" kern="0" spc="0" dirty="0">
                <a:solidFill>
                  <a:schemeClr val="dk1"/>
                </a:solidFill>
                <a:cs typeface="宋体" panose="02010600030101010101" pitchFamily="2" charset="-122"/>
              </a:rPr>
              <a:t>目前壹米组织架构有</a:t>
            </a:r>
            <a:r>
              <a:rPr sz="1500" kern="0" spc="0" dirty="0">
                <a:solidFill>
                  <a:schemeClr val="dk1"/>
                </a:solidFill>
                <a:cs typeface="Calibri" panose="020F0502020204030204"/>
              </a:rPr>
              <a:t>3</a:t>
            </a:r>
            <a:r>
              <a:rPr sz="1500" kern="0" spc="0" dirty="0">
                <a:solidFill>
                  <a:schemeClr val="dk1"/>
                </a:solidFill>
                <a:cs typeface="宋体" panose="02010600030101010101" pitchFamily="2" charset="-122"/>
              </a:rPr>
              <a:t>套</a:t>
            </a:r>
            <a:r>
              <a:rPr sz="1500" kern="0" spc="-10" dirty="0">
                <a:solidFill>
                  <a:schemeClr val="dk1"/>
                </a:solidFill>
                <a:cs typeface="宋体" panose="02010600030101010101" pitchFamily="2" charset="-122"/>
              </a:rPr>
              <a:t>：</a:t>
            </a:r>
            <a:endParaRPr lang="en-US" altLang="en-US" sz="1500" dirty="0">
              <a:solidFill>
                <a:schemeClr val="dk1"/>
              </a:solidFill>
            </a:endParaRPr>
          </a:p>
          <a:p>
            <a:pPr marL="302260" algn="l" rtl="0" eaLnBrk="0">
              <a:lnSpc>
                <a:spcPct val="100000"/>
              </a:lnSpc>
              <a:spcBef>
                <a:spcPts val="15"/>
              </a:spcBef>
            </a:pPr>
            <a:r>
              <a:rPr sz="1500" kern="0" spc="0" dirty="0">
                <a:solidFill>
                  <a:schemeClr val="dk1"/>
                </a:solidFill>
                <a:cs typeface="Calibri" panose="020F0502020204030204"/>
              </a:rPr>
              <a:t>1.</a:t>
            </a:r>
            <a:r>
              <a:rPr sz="1500" kern="0" spc="110" dirty="0">
                <a:solidFill>
                  <a:schemeClr val="dk1"/>
                </a:solidFill>
                <a:cs typeface="Calibri" panose="020F0502020204030204"/>
              </a:rPr>
              <a:t> </a:t>
            </a:r>
            <a:r>
              <a:rPr sz="1500" kern="0" spc="0" dirty="0">
                <a:solidFill>
                  <a:schemeClr val="dk1"/>
                </a:solidFill>
                <a:cs typeface="宋体" panose="02010600030101010101" pitchFamily="2" charset="-122"/>
              </a:rPr>
              <a:t>人事（某些大区层级不存在）；</a:t>
            </a:r>
            <a:r>
              <a:rPr sz="1500" kern="0" spc="530" dirty="0">
                <a:solidFill>
                  <a:schemeClr val="dk1"/>
                </a:solidFill>
                <a:cs typeface="宋体" panose="02010600030101010101" pitchFamily="2" charset="-122"/>
              </a:rPr>
              <a:t> </a:t>
            </a:r>
            <a:r>
              <a:rPr sz="1500" kern="0" spc="0" dirty="0">
                <a:solidFill>
                  <a:schemeClr val="dk1"/>
                </a:solidFill>
                <a:cs typeface="Calibri" panose="020F0502020204030204"/>
              </a:rPr>
              <a:t>2.</a:t>
            </a:r>
            <a:r>
              <a:rPr sz="1500" kern="0" spc="260" dirty="0">
                <a:solidFill>
                  <a:schemeClr val="dk1"/>
                </a:solidFill>
                <a:cs typeface="Calibri" panose="020F0502020204030204"/>
              </a:rPr>
              <a:t> </a:t>
            </a:r>
            <a:r>
              <a:rPr sz="1500" kern="0" spc="0" dirty="0">
                <a:solidFill>
                  <a:schemeClr val="dk1"/>
                </a:solidFill>
                <a:cs typeface="宋体" panose="02010600030101010101" pitchFamily="2" charset="-122"/>
              </a:rPr>
              <a:t>网络中</a:t>
            </a:r>
            <a:r>
              <a:rPr sz="1500" kern="0" spc="-10" dirty="0">
                <a:solidFill>
                  <a:schemeClr val="dk1"/>
                </a:solidFill>
                <a:cs typeface="宋体" panose="02010600030101010101" pitchFamily="2" charset="-122"/>
              </a:rPr>
              <a:t>心线下版；</a:t>
            </a:r>
            <a:r>
              <a:rPr sz="1500" kern="0" spc="500" dirty="0">
                <a:solidFill>
                  <a:schemeClr val="dk1"/>
                </a:solidFill>
                <a:cs typeface="宋体" panose="02010600030101010101" pitchFamily="2" charset="-122"/>
              </a:rPr>
              <a:t> </a:t>
            </a:r>
            <a:r>
              <a:rPr sz="1500" kern="0" spc="-10" dirty="0">
                <a:solidFill>
                  <a:schemeClr val="dk1"/>
                </a:solidFill>
                <a:cs typeface="Calibri" panose="020F0502020204030204"/>
              </a:rPr>
              <a:t>3.</a:t>
            </a:r>
            <a:r>
              <a:rPr sz="1500" kern="0" spc="130" dirty="0">
                <a:solidFill>
                  <a:schemeClr val="dk1"/>
                </a:solidFill>
                <a:cs typeface="Calibri" panose="020F0502020204030204"/>
              </a:rPr>
              <a:t> </a:t>
            </a:r>
            <a:r>
              <a:rPr sz="1500" kern="0" spc="-10" dirty="0">
                <a:solidFill>
                  <a:schemeClr val="dk1"/>
                </a:solidFill>
                <a:cs typeface="宋体" panose="02010600030101010101" pitchFamily="2" charset="-122"/>
              </a:rPr>
              <a:t>银河组织架构</a:t>
            </a:r>
            <a:endParaRPr lang="en-US" altLang="en-US" sz="1500" dirty="0">
              <a:solidFill>
                <a:schemeClr val="dk1"/>
              </a:solidFill>
            </a:endParaRPr>
          </a:p>
          <a:p>
            <a:pPr marL="20320" algn="l" rtl="0" eaLnBrk="0">
              <a:lnSpc>
                <a:spcPts val="1915"/>
              </a:lnSpc>
              <a:spcBef>
                <a:spcPts val="115"/>
              </a:spcBef>
            </a:pPr>
            <a:r>
              <a:rPr sz="1500" kern="0" spc="80" dirty="0">
                <a:solidFill>
                  <a:schemeClr val="dk1"/>
                </a:solidFill>
                <a:cs typeface="Arial" panose="020B0604020202020204"/>
              </a:rPr>
              <a:t>•    </a:t>
            </a:r>
            <a:r>
              <a:rPr sz="1500" kern="0" spc="80" dirty="0">
                <a:solidFill>
                  <a:schemeClr val="dk1"/>
                </a:solidFill>
                <a:cs typeface="宋体" panose="02010600030101010101" pitchFamily="2" charset="-122"/>
              </a:rPr>
              <a:t>南京切分问题（为了应急，南京做了独立</a:t>
            </a:r>
            <a:r>
              <a:rPr sz="1500" kern="0" spc="70" dirty="0">
                <a:solidFill>
                  <a:schemeClr val="dk1"/>
                </a:solidFill>
                <a:cs typeface="宋体" panose="02010600030101010101" pitchFamily="2" charset="-122"/>
              </a:rPr>
              <a:t>账套：南京壹米）</a:t>
            </a:r>
            <a:endParaRPr lang="en-US" altLang="en-US" sz="1500" dirty="0">
              <a:solidFill>
                <a:schemeClr val="dk1"/>
              </a:solidFill>
            </a:endParaRPr>
          </a:p>
          <a:p>
            <a:pPr marL="20320" algn="l" rtl="0" eaLnBrk="0">
              <a:lnSpc>
                <a:spcPts val="1915"/>
              </a:lnSpc>
              <a:spcBef>
                <a:spcPts val="5"/>
              </a:spcBef>
            </a:pPr>
            <a:r>
              <a:rPr sz="1500" kern="0" spc="60" dirty="0">
                <a:solidFill>
                  <a:schemeClr val="dk1"/>
                </a:solidFill>
                <a:cs typeface="Arial" panose="020B0604020202020204"/>
              </a:rPr>
              <a:t>•     </a:t>
            </a:r>
            <a:r>
              <a:rPr sz="1500" kern="0" spc="60" dirty="0">
                <a:solidFill>
                  <a:schemeClr val="dk1"/>
                </a:solidFill>
                <a:cs typeface="宋体" panose="02010600030101010101" pitchFamily="2" charset="-122"/>
              </a:rPr>
              <a:t>“安徽分拨中心”应为小区，但</a:t>
            </a:r>
            <a:r>
              <a:rPr sz="1500" kern="0" spc="50" dirty="0">
                <a:solidFill>
                  <a:schemeClr val="dk1"/>
                </a:solidFill>
                <a:cs typeface="宋体" panose="02010600030101010101" pitchFamily="2" charset="-122"/>
              </a:rPr>
              <a:t>是命名为分拨</a:t>
            </a:r>
            <a:endParaRPr lang="en-US" altLang="en-US" sz="1500" kern="0" spc="50" dirty="0">
              <a:solidFill>
                <a:schemeClr val="dk1"/>
              </a:solidFill>
              <a:cs typeface="宋体" panose="02010600030101010101" pitchFamily="2" charset="-122"/>
            </a:endParaRPr>
          </a:p>
        </p:txBody>
      </p:sp>
      <p:pic>
        <p:nvPicPr>
          <p:cNvPr id="4026" name="picture 4026"/>
          <p:cNvPicPr>
            <a:picLocks noChangeAspect="1"/>
          </p:cNvPicPr>
          <p:nvPr>
            <p:custDataLst>
              <p:tags r:id="rId4"/>
            </p:custDataLst>
          </p:nvPr>
        </p:nvPicPr>
        <p:blipFill>
          <a:blip r:embed="rId5"/>
          <a:stretch>
            <a:fillRect/>
          </a:stretch>
        </p:blipFill>
        <p:spPr>
          <a:xfrm rot="21600000">
            <a:off x="1021080" y="2080259"/>
            <a:ext cx="2724911" cy="2887980"/>
          </a:xfrm>
          <a:prstGeom prst="rect">
            <a:avLst/>
          </a:prstGeom>
        </p:spPr>
      </p:pic>
      <p:sp>
        <p:nvSpPr>
          <p:cNvPr id="4028" name="textbox 4028"/>
          <p:cNvSpPr/>
          <p:nvPr>
            <p:custDataLst>
              <p:tags r:id="rId6"/>
            </p:custDataLst>
          </p:nvPr>
        </p:nvSpPr>
        <p:spPr>
          <a:xfrm>
            <a:off x="983767" y="5242611"/>
            <a:ext cx="7649209" cy="91122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2090"/>
              </a:lnSpc>
            </a:pPr>
            <a:r>
              <a:rPr sz="1700" b="1" kern="0" spc="-100" dirty="0">
                <a:solidFill>
                  <a:schemeClr val="dk1"/>
                </a:solidFill>
                <a:cs typeface="微软雅黑" panose="020B0503020204020204" charset="-122"/>
              </a:rPr>
              <a:t>建议方案：</a:t>
            </a:r>
            <a:endParaRPr lang="en-US" altLang="en-US" sz="1700" dirty="0">
              <a:solidFill>
                <a:schemeClr val="dk1"/>
              </a:solidFill>
            </a:endParaRPr>
          </a:p>
          <a:p>
            <a:pPr marL="26035" algn="l" rtl="0" eaLnBrk="0">
              <a:lnSpc>
                <a:spcPct val="100000"/>
              </a:lnSpc>
              <a:spcBef>
                <a:spcPts val="555"/>
              </a:spcBef>
            </a:pPr>
            <a:r>
              <a:rPr sz="1500" kern="0" spc="60" dirty="0">
                <a:solidFill>
                  <a:schemeClr val="dk1"/>
                </a:solidFill>
                <a:cs typeface="Wingdings" panose="05000000000000000000"/>
              </a:rPr>
              <a:t>.</a:t>
            </a:r>
            <a:r>
              <a:rPr sz="1500" kern="0" spc="60" dirty="0">
                <a:solidFill>
                  <a:schemeClr val="dk1"/>
                </a:solidFill>
                <a:cs typeface="宋体" panose="02010600030101010101" pitchFamily="2" charset="-122"/>
              </a:rPr>
              <a:t>人事及银河要有同步机制；组织归属关系及命名要标准化，而且两个系统维</a:t>
            </a:r>
            <a:r>
              <a:rPr sz="1500" kern="0" spc="50" dirty="0">
                <a:solidFill>
                  <a:schemeClr val="dk1"/>
                </a:solidFill>
                <a:cs typeface="宋体" panose="02010600030101010101" pitchFamily="2" charset="-122"/>
              </a:rPr>
              <a:t>护要一致</a:t>
            </a:r>
            <a:endParaRPr lang="en-US" altLang="en-US" sz="1500" dirty="0">
              <a:solidFill>
                <a:schemeClr val="dk1"/>
              </a:solidFill>
            </a:endParaRPr>
          </a:p>
          <a:p>
            <a:pPr algn="l" rtl="0" eaLnBrk="0">
              <a:lnSpc>
                <a:spcPct val="100000"/>
              </a:lnSpc>
            </a:pPr>
            <a:endParaRPr lang="en-US" altLang="en-US" sz="600" dirty="0">
              <a:solidFill>
                <a:schemeClr val="dk1"/>
              </a:solidFill>
            </a:endParaRPr>
          </a:p>
          <a:p>
            <a:pPr marL="26035" algn="l" rtl="0" eaLnBrk="0">
              <a:lnSpc>
                <a:spcPct val="100000"/>
              </a:lnSpc>
              <a:spcBef>
                <a:spcPts val="5"/>
              </a:spcBef>
            </a:pPr>
            <a:r>
              <a:rPr sz="1500" kern="0" spc="40" dirty="0">
                <a:solidFill>
                  <a:schemeClr val="dk1"/>
                </a:solidFill>
                <a:cs typeface="Wingdings" panose="05000000000000000000"/>
              </a:rPr>
              <a:t>.</a:t>
            </a:r>
            <a:r>
              <a:rPr sz="1500" kern="0" spc="40" dirty="0">
                <a:solidFill>
                  <a:schemeClr val="dk1"/>
                </a:solidFill>
                <a:cs typeface="宋体" panose="02010600030101010101" pitchFamily="2" charset="-122"/>
              </a:rPr>
              <a:t>银河命名方式需标准化，大</a:t>
            </a:r>
            <a:r>
              <a:rPr sz="1500" kern="0" spc="30" dirty="0">
                <a:solidFill>
                  <a:schemeClr val="dk1"/>
                </a:solidFill>
                <a:cs typeface="宋体" panose="02010600030101010101" pitchFamily="2" charset="-122"/>
              </a:rPr>
              <a:t>区，小区等命名规则统一</a:t>
            </a:r>
            <a:endParaRPr lang="en-US" altLang="en-US" sz="1500" kern="0" spc="30" dirty="0">
              <a:solidFill>
                <a:schemeClr val="dk1"/>
              </a:solidFill>
              <a:cs typeface="宋体" panose="02010600030101010101" pitchFamily="2" charset="-122"/>
            </a:endParaRPr>
          </a:p>
        </p:txBody>
      </p:sp>
    </p:spTree>
    <p:custDataLst>
      <p:tags r:id="rId7"/>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34" name="picture 4034"/>
          <p:cNvPicPr>
            <a:picLocks noChangeAspect="1"/>
          </p:cNvPicPr>
          <p:nvPr>
            <p:custDataLst>
              <p:tags r:id="rId1"/>
            </p:custDataLst>
          </p:nvPr>
        </p:nvPicPr>
        <p:blipFill>
          <a:blip r:embed="rId2"/>
          <a:stretch>
            <a:fillRect/>
          </a:stretch>
        </p:blipFill>
        <p:spPr>
          <a:xfrm rot="21600000">
            <a:off x="0" y="1456944"/>
            <a:ext cx="12192000" cy="3185160"/>
          </a:xfrm>
          <a:prstGeom prst="rect">
            <a:avLst/>
          </a:prstGeom>
        </p:spPr>
      </p:pic>
      <p:sp>
        <p:nvSpPr>
          <p:cNvPr id="4038" name="textbox 4038"/>
          <p:cNvSpPr/>
          <p:nvPr>
            <p:custDataLst>
              <p:tags r:id="rId3"/>
            </p:custDataLst>
          </p:nvPr>
        </p:nvSpPr>
        <p:spPr>
          <a:xfrm>
            <a:off x="3231007" y="5174411"/>
            <a:ext cx="5966459" cy="290829"/>
          </a:xfrm>
          <a:prstGeom prst="rect">
            <a:avLst/>
          </a:prstGeom>
        </p:spPr>
        <p:txBody>
          <a:bodyPr vert="horz" wrap="square" lIns="0" tIns="0" rIns="0" bIns="0"/>
          <a:lstStyle/>
          <a:p>
            <a:pPr algn="l" rtl="0" eaLnBrk="0">
              <a:lnSpc>
                <a:spcPct val="77000"/>
              </a:lnSpc>
            </a:pPr>
            <a:endParaRPr lang="en-US" altLang="en-US" sz="100" dirty="0">
              <a:solidFill>
                <a:schemeClr val="tx1"/>
              </a:solidFill>
            </a:endParaRPr>
          </a:p>
          <a:p>
            <a:pPr marL="12700" algn="l" rtl="0" eaLnBrk="0">
              <a:lnSpc>
                <a:spcPct val="97000"/>
              </a:lnSpc>
            </a:pPr>
            <a:r>
              <a:rPr sz="1800" b="1" kern="0" spc="0" dirty="0">
                <a:solidFill>
                  <a:schemeClr val="tx1"/>
                </a:solidFill>
                <a:cs typeface="微软雅黑" panose="020B0503020204020204" charset="-122"/>
              </a:rPr>
              <a:t>建议方案：</a:t>
            </a:r>
            <a:r>
              <a:rPr sz="1800" kern="0" spc="0" dirty="0">
                <a:solidFill>
                  <a:schemeClr val="tx1"/>
                </a:solidFill>
                <a:cs typeface="微软雅黑" panose="020B0503020204020204" charset="-122"/>
              </a:rPr>
              <a:t>数据同步逻辑需要重新梳理，主键规则</a:t>
            </a:r>
            <a:r>
              <a:rPr sz="1800" kern="0" spc="-10" dirty="0">
                <a:solidFill>
                  <a:schemeClr val="tx1"/>
                </a:solidFill>
                <a:cs typeface="微软雅黑" panose="020B0503020204020204" charset="-122"/>
              </a:rPr>
              <a:t>建立清晰</a:t>
            </a:r>
            <a:endParaRPr lang="en-US" altLang="en-US" sz="1800" kern="0" spc="-10" dirty="0">
              <a:solidFill>
                <a:schemeClr val="tx1"/>
              </a:solidFill>
              <a:cs typeface="微软雅黑" panose="020B0503020204020204" charset="-122"/>
            </a:endParaRPr>
          </a:p>
        </p:txBody>
      </p:sp>
      <p:sp>
        <p:nvSpPr>
          <p:cNvPr id="4040" name="textbox 4040"/>
          <p:cNvSpPr/>
          <p:nvPr>
            <p:custDataLst>
              <p:tags r:id="rId4"/>
            </p:custDataLst>
          </p:nvPr>
        </p:nvSpPr>
        <p:spPr>
          <a:xfrm>
            <a:off x="858320" y="477361"/>
            <a:ext cx="4092575" cy="320675"/>
          </a:xfrm>
          <a:prstGeom prst="rect">
            <a:avLst/>
          </a:prstGeom>
        </p:spPr>
        <p:txBody>
          <a:bodyPr vert="horz" wrap="square" lIns="0" tIns="0" rIns="0" bIns="0"/>
          <a:lstStyle/>
          <a:p>
            <a:pPr algn="l" rtl="0" eaLnBrk="0">
              <a:lnSpc>
                <a:spcPct val="77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数据集成性错误会引起统计分析差错</a:t>
            </a:r>
            <a:endParaRPr lang="en-US" altLang="en-US" sz="2000" b="1" kern="0" spc="0" dirty="0">
              <a:solidFill>
                <a:schemeClr val="dk1"/>
              </a:solidFill>
              <a:cs typeface="微软雅黑" panose="020B0503020204020204" charset="-122"/>
            </a:endParaRPr>
          </a:p>
        </p:txBody>
      </p:sp>
    </p:spTree>
    <p:custDataLst>
      <p:tags r:id="rId5"/>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44" name="picture 4044"/>
          <p:cNvPicPr>
            <a:picLocks noChangeAspect="1"/>
          </p:cNvPicPr>
          <p:nvPr>
            <p:custDataLst>
              <p:tags r:id="rId1"/>
            </p:custDataLst>
          </p:nvPr>
        </p:nvPicPr>
        <p:blipFill>
          <a:blip r:embed="rId2"/>
          <a:stretch>
            <a:fillRect/>
          </a:stretch>
        </p:blipFill>
        <p:spPr>
          <a:xfrm rot="21600000">
            <a:off x="856488" y="1156715"/>
            <a:ext cx="10190988" cy="5039868"/>
          </a:xfrm>
          <a:prstGeom prst="rect">
            <a:avLst/>
          </a:prstGeom>
        </p:spPr>
      </p:pic>
      <p:sp>
        <p:nvSpPr>
          <p:cNvPr id="4048" name="textbox 4048"/>
          <p:cNvSpPr/>
          <p:nvPr>
            <p:custDataLst>
              <p:tags r:id="rId3"/>
            </p:custDataLst>
          </p:nvPr>
        </p:nvSpPr>
        <p:spPr>
          <a:xfrm>
            <a:off x="896779" y="391104"/>
            <a:ext cx="9822180" cy="620394"/>
          </a:xfrm>
          <a:prstGeom prst="rect">
            <a:avLst/>
          </a:prstGeom>
        </p:spPr>
        <p:txBody>
          <a:bodyPr vert="horz" wrap="square" lIns="0" tIns="0" rIns="0" bIns="0"/>
          <a:lstStyle/>
          <a:p>
            <a:pPr algn="l" rtl="0" eaLnBrk="0">
              <a:lnSpc>
                <a:spcPct val="64000"/>
              </a:lnSpc>
            </a:pPr>
            <a:endParaRPr lang="en-US" altLang="en-US" sz="100" dirty="0">
              <a:solidFill>
                <a:schemeClr val="dk1"/>
              </a:solidFill>
            </a:endParaRPr>
          </a:p>
          <a:p>
            <a:pPr marL="19050" indent="-6350" algn="l" rtl="0" eaLnBrk="0">
              <a:lnSpc>
                <a:spcPct val="98000"/>
              </a:lnSpc>
            </a:pPr>
            <a:r>
              <a:rPr sz="2000" b="1" kern="0" spc="-20" dirty="0">
                <a:solidFill>
                  <a:schemeClr val="dk1"/>
                </a:solidFill>
                <a:cs typeface="微软雅黑" panose="020B0503020204020204" charset="-122"/>
              </a:rPr>
              <a:t>行业最佳实践：  </a:t>
            </a:r>
            <a:r>
              <a:rPr sz="2000" kern="0" spc="-20" dirty="0">
                <a:solidFill>
                  <a:schemeClr val="dk1"/>
                </a:solidFill>
                <a:cs typeface="微软雅黑" panose="020B0503020204020204" charset="-122"/>
              </a:rPr>
              <a:t>全程时效可视化 </a:t>
            </a:r>
            <a:r>
              <a:rPr sz="2000" b="1" kern="0" spc="-20" dirty="0">
                <a:solidFill>
                  <a:schemeClr val="dk1"/>
                </a:solidFill>
                <a:cs typeface="微软雅黑" panose="020B0503020204020204" charset="-122"/>
              </a:rPr>
              <a:t>— </a:t>
            </a:r>
            <a:r>
              <a:rPr sz="2000" kern="0" spc="-20" dirty="0">
                <a:ln w="7271" cap="flat" cmpd="sng">
                  <a:solidFill>
                    <a:srgbClr val="000000">
                      <a:alpha val="100000"/>
                    </a:srgbClr>
                  </a:solidFill>
                  <a:prstDash val="solid"/>
                  <a:miter lim="10"/>
                </a:ln>
                <a:solidFill>
                  <a:schemeClr val="dk1"/>
                </a:solidFill>
                <a:cs typeface="宋体" panose="02010600030101010101" pitchFamily="2" charset="-122"/>
              </a:rPr>
              <a:t>数据采集的有效性，需要</a:t>
            </a:r>
            <a:r>
              <a:rPr sz="2000" b="1" kern="0" spc="-20" dirty="0">
                <a:solidFill>
                  <a:schemeClr val="dk1"/>
                </a:solidFill>
                <a:cs typeface="Calibri" panose="020F0502020204030204"/>
              </a:rPr>
              <a:t>IT</a:t>
            </a:r>
            <a:r>
              <a:rPr sz="2000" kern="0" spc="-20" dirty="0">
                <a:ln w="7271" cap="flat" cmpd="sng">
                  <a:solidFill>
                    <a:srgbClr val="000000">
                      <a:alpha val="100000"/>
                    </a:srgbClr>
                  </a:solidFill>
                  <a:prstDash val="solid"/>
                  <a:miter lim="10"/>
                </a:ln>
                <a:solidFill>
                  <a:schemeClr val="dk1"/>
                </a:solidFill>
                <a:cs typeface="宋体" panose="02010600030101010101" pitchFamily="2" charset="-122"/>
              </a:rPr>
              <a:t>部</a:t>
            </a:r>
            <a:r>
              <a:rPr sz="2000" kern="0" spc="-30" dirty="0">
                <a:ln w="7271" cap="flat" cmpd="sng">
                  <a:solidFill>
                    <a:srgbClr val="000000">
                      <a:alpha val="100000"/>
                    </a:srgbClr>
                  </a:solidFill>
                  <a:prstDash val="solid"/>
                  <a:miter lim="10"/>
                </a:ln>
                <a:solidFill>
                  <a:schemeClr val="dk1"/>
                </a:solidFill>
                <a:cs typeface="宋体" panose="02010600030101010101" pitchFamily="2" charset="-122"/>
              </a:rPr>
              <a:t>门利用技术提升规划与</a:t>
            </a:r>
            <a:r>
              <a:rPr sz="2000" kern="0" spc="0" dirty="0">
                <a:solidFill>
                  <a:schemeClr val="dk1"/>
                </a:solidFill>
                <a:cs typeface="宋体" panose="02010600030101010101" pitchFamily="2" charset="-122"/>
              </a:rPr>
              <a:t> </a:t>
            </a:r>
            <a:r>
              <a:rPr sz="2000" kern="0" spc="-10" dirty="0">
                <a:ln w="7271" cap="flat" cmpd="sng">
                  <a:solidFill>
                    <a:srgbClr val="000000">
                      <a:alpha val="100000"/>
                    </a:srgbClr>
                  </a:solidFill>
                  <a:prstDash val="solid"/>
                  <a:miter lim="10"/>
                </a:ln>
                <a:solidFill>
                  <a:schemeClr val="dk1"/>
                </a:solidFill>
                <a:cs typeface="宋体" panose="02010600030101010101" pitchFamily="2" charset="-122"/>
              </a:rPr>
              <a:t>执行的一致性</a:t>
            </a:r>
            <a:endParaRPr lang="en-US" altLang="en-US" sz="2000" kern="0" spc="-10" dirty="0">
              <a:ln w="7271" cap="flat" cmpd="sng">
                <a:solidFill>
                  <a:srgbClr val="000000">
                    <a:alpha val="100000"/>
                  </a:srgbClr>
                </a:solidFill>
                <a:prstDash val="solid"/>
                <a:miter lim="10"/>
              </a:ln>
              <a:solidFill>
                <a:schemeClr val="dk1"/>
              </a:solidFill>
              <a:cs typeface="宋体" panose="02010600030101010101" pitchFamily="2" charset="-122"/>
            </a:endParaRPr>
          </a:p>
        </p:txBody>
      </p:sp>
      <p:graphicFrame>
        <p:nvGraphicFramePr>
          <p:cNvPr id="4052" name="table 4052"/>
          <p:cNvGraphicFramePr>
            <a:graphicFrameLocks noGrp="1"/>
          </p:cNvGraphicFramePr>
          <p:nvPr>
            <p:custDataLst>
              <p:tags r:id="rId4"/>
            </p:custDataLst>
          </p:nvPr>
        </p:nvGraphicFramePr>
        <p:xfrm>
          <a:off x="7011669" y="5926582"/>
          <a:ext cx="2021205" cy="276225"/>
        </p:xfrm>
        <a:graphic>
          <a:graphicData uri="http://schemas.openxmlformats.org/drawingml/2006/table">
            <a:tbl>
              <a:tblPr/>
              <a:tblGrid>
                <a:gridCol w="2021205"/>
              </a:tblGrid>
              <a:tr h="263525">
                <a:tc>
                  <a:txBody>
                    <a:bodyPr/>
                    <a:lstStyle/>
                    <a:p>
                      <a:pPr algn="l" rtl="0" eaLnBrk="0">
                        <a:lnSpc>
                          <a:spcPct val="116000"/>
                        </a:lnSpc>
                      </a:pPr>
                      <a:endParaRPr lang="en-US" altLang="en-US" sz="500" dirty="0"/>
                    </a:p>
                    <a:p>
                      <a:pPr marL="162560" algn="l" rtl="0" eaLnBrk="0">
                        <a:lnSpc>
                          <a:spcPct val="95000"/>
                        </a:lnSpc>
                        <a:spcBef>
                          <a:spcPts val="0"/>
                        </a:spcBef>
                      </a:pPr>
                      <a:r>
                        <a:rPr sz="800" kern="0" spc="0" dirty="0">
                          <a:ln w="2917" cap="flat" cmpd="sng">
                            <a:solidFill>
                              <a:srgbClr val="FFFFFF">
                                <a:alpha val="100000"/>
                              </a:srgbClr>
                            </a:solidFill>
                            <a:prstDash val="solid"/>
                            <a:miter lim="10"/>
                          </a:ln>
                          <a:solidFill>
                            <a:srgbClr val="FFFFFF">
                              <a:alpha val="100000"/>
                            </a:srgbClr>
                          </a:solidFill>
                          <a:cs typeface="宋体" panose="02010600030101010101" pitchFamily="2" charset="-122"/>
                        </a:rPr>
                        <a:t>交件：网点</a:t>
                      </a:r>
                      <a:r>
                        <a:rPr sz="800" b="1" kern="0" spc="0" dirty="0">
                          <a:solidFill>
                            <a:srgbClr val="FFFFFF">
                              <a:alpha val="100000"/>
                            </a:srgbClr>
                          </a:solidFill>
                          <a:cs typeface="Calibri" panose="020F0502020204030204"/>
                        </a:rPr>
                        <a:t>PDA</a:t>
                      </a:r>
                      <a:r>
                        <a:rPr sz="800" kern="0" spc="0" dirty="0">
                          <a:ln w="2917" cap="flat" cmpd="sng">
                            <a:solidFill>
                              <a:srgbClr val="FFFFFF">
                                <a:alpha val="100000"/>
                              </a:srgbClr>
                            </a:solidFill>
                            <a:prstDash val="solid"/>
                            <a:miter lim="10"/>
                          </a:ln>
                          <a:solidFill>
                            <a:srgbClr val="FFFFFF">
                              <a:alpha val="100000"/>
                            </a:srgbClr>
                          </a:solidFill>
                          <a:cs typeface="宋体" panose="02010600030101010101" pitchFamily="2" charset="-122"/>
                        </a:rPr>
                        <a:t>打卡分拨</a:t>
                      </a:r>
                      <a:r>
                        <a:rPr sz="800" b="1" kern="0" spc="0" dirty="0">
                          <a:solidFill>
                            <a:srgbClr val="FFFFFF">
                              <a:alpha val="100000"/>
                            </a:srgbClr>
                          </a:solidFill>
                          <a:cs typeface="Calibri" panose="020F0502020204030204"/>
                        </a:rPr>
                        <a:t>MAC</a:t>
                      </a:r>
                      <a:r>
                        <a:rPr sz="800" kern="0" spc="0" dirty="0">
                          <a:ln w="2917" cap="flat" cmpd="sng">
                            <a:solidFill>
                              <a:srgbClr val="FFFFFF">
                                <a:alpha val="100000"/>
                              </a:srgbClr>
                            </a:solidFill>
                            <a:prstDash val="solid"/>
                            <a:miter lim="10"/>
                          </a:ln>
                          <a:solidFill>
                            <a:srgbClr val="FFFFFF">
                              <a:alpha val="100000"/>
                            </a:srgbClr>
                          </a:solidFill>
                          <a:cs typeface="宋体" panose="02010600030101010101" pitchFamily="2" charset="-122"/>
                        </a:rPr>
                        <a:t>地址</a:t>
                      </a:r>
                      <a:r>
                        <a:rPr sz="800" kern="0" spc="-10" dirty="0">
                          <a:ln w="2917" cap="flat" cmpd="sng">
                            <a:solidFill>
                              <a:srgbClr val="FFFFFF">
                                <a:alpha val="100000"/>
                              </a:srgbClr>
                            </a:solidFill>
                            <a:prstDash val="solid"/>
                            <a:miter lim="10"/>
                          </a:ln>
                          <a:solidFill>
                            <a:srgbClr val="FFFFFF">
                              <a:alpha val="100000"/>
                            </a:srgbClr>
                          </a:solidFill>
                          <a:cs typeface="宋体" panose="02010600030101010101" pitchFamily="2" charset="-122"/>
                        </a:rPr>
                        <a:t>时间</a:t>
                      </a:r>
                      <a:endParaRPr lang="en-US" altLang="en-US" sz="800" dirty="0"/>
                    </a:p>
                  </a:txBody>
                  <a:tcPr marL="0" marR="0" marT="0" marB="0" vert="horz">
                    <a:lnL w="12700" cap="flat" cmpd="sng" algn="ctr">
                      <a:solidFill>
                        <a:srgbClr val="41719C"/>
                      </a:solidFill>
                      <a:prstDash val="solid"/>
                      <a:round/>
                      <a:headEnd type="none" w="med" len="med"/>
                      <a:tailEnd type="none" w="med" len="med"/>
                    </a:lnL>
                    <a:lnR w="12700" cap="flat" cmpd="sng" algn="ctr">
                      <a:solidFill>
                        <a:srgbClr val="41719C"/>
                      </a:solidFill>
                      <a:prstDash val="solid"/>
                      <a:round/>
                      <a:headEnd type="none" w="med" len="med"/>
                      <a:tailEnd type="none" w="med" len="med"/>
                    </a:lnR>
                    <a:lnT w="12700" cap="flat" cmpd="sng" algn="ctr">
                      <a:solidFill>
                        <a:srgbClr val="41719C"/>
                      </a:solidFill>
                      <a:prstDash val="solid"/>
                      <a:round/>
                      <a:headEnd type="none" w="med" len="med"/>
                      <a:tailEnd type="none" w="med" len="med"/>
                    </a:lnT>
                    <a:lnB w="12700" cap="flat" cmpd="sng" algn="ctr">
                      <a:solidFill>
                        <a:srgbClr val="41719C"/>
                      </a:solidFill>
                      <a:prstDash val="solid"/>
                      <a:round/>
                      <a:headEnd type="none" w="med" len="med"/>
                      <a:tailEnd type="none" w="med" len="med"/>
                    </a:lnB>
                  </a:tcPr>
                </a:tc>
              </a:tr>
            </a:tbl>
          </a:graphicData>
        </a:graphic>
      </p:graphicFrame>
    </p:spTree>
    <p:custDataLst>
      <p:tags r:id="rId5"/>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54" name="table 4054"/>
          <p:cNvGraphicFramePr>
            <a:graphicFrameLocks noGrp="1"/>
          </p:cNvGraphicFramePr>
          <p:nvPr>
            <p:custDataLst>
              <p:tags r:id="rId1"/>
            </p:custDataLst>
          </p:nvPr>
        </p:nvGraphicFramePr>
        <p:xfrm>
          <a:off x="2168461" y="4782121"/>
          <a:ext cx="8543925" cy="1248410"/>
        </p:xfrm>
        <a:graphic>
          <a:graphicData uri="http://schemas.openxmlformats.org/drawingml/2006/table">
            <a:tbl>
              <a:tblPr>
                <a:solidFill>
                  <a:srgbClr val="EDEDED"/>
                </a:solidFill>
              </a:tblPr>
              <a:tblGrid>
                <a:gridCol w="8543925"/>
              </a:tblGrid>
              <a:tr h="1238885">
                <a:tc>
                  <a:txBody>
                    <a:bodyPr/>
                    <a:lstStyle/>
                    <a:p>
                      <a:pPr algn="l" rtl="0" eaLnBrk="0">
                        <a:lnSpc>
                          <a:spcPct val="124000"/>
                        </a:lnSpc>
                      </a:pPr>
                      <a:endParaRPr lang="en-US" altLang="en-US" sz="400" dirty="0"/>
                    </a:p>
                    <a:p>
                      <a:pPr marL="168910" algn="l" rtl="0" eaLnBrk="0">
                        <a:lnSpc>
                          <a:spcPct val="97000"/>
                        </a:lnSpc>
                        <a:spcBef>
                          <a:spcPts val="0"/>
                        </a:spcBef>
                      </a:pPr>
                      <a:r>
                        <a:rPr sz="1200" kern="0" spc="-20" dirty="0">
                          <a:solidFill>
                            <a:srgbClr val="7F7F7F">
                              <a:alpha val="100000"/>
                            </a:srgbClr>
                          </a:solidFill>
                          <a:cs typeface="Wingdings" panose="05000000000000000000"/>
                        </a:rPr>
                        <a:t>.</a:t>
                      </a:r>
                      <a:r>
                        <a:rPr sz="1200" kern="0" spc="-830" dirty="0">
                          <a:solidFill>
                            <a:srgbClr val="7F7F7F">
                              <a:alpha val="100000"/>
                            </a:srgbClr>
                          </a:solidFill>
                          <a:cs typeface="Wingdings" panose="05000000000000000000"/>
                        </a:rPr>
                        <a:t> </a:t>
                      </a:r>
                      <a:r>
                        <a:rPr sz="1200" kern="0" spc="-20" dirty="0">
                          <a:solidFill>
                            <a:srgbClr val="000000">
                              <a:alpha val="100000"/>
                            </a:srgbClr>
                          </a:solidFill>
                          <a:cs typeface="微软雅黑" panose="020B0503020204020204" charset="-122"/>
                        </a:rPr>
                        <a:t>“车线的数据最为混乱，目前为止都不知道到底有多少条线</a:t>
                      </a:r>
                      <a:r>
                        <a:rPr sz="1200" kern="0" spc="-30" dirty="0">
                          <a:solidFill>
                            <a:srgbClr val="000000">
                              <a:alpha val="100000"/>
                            </a:srgbClr>
                          </a:solidFill>
                          <a:cs typeface="微软雅黑" panose="020B0503020204020204" charset="-122"/>
                        </a:rPr>
                        <a:t>路。线路的统计标准没有明确的定义，也不考核线路数”</a:t>
                      </a:r>
                      <a:endParaRPr lang="en-US" altLang="en-US" sz="1200" dirty="0"/>
                    </a:p>
                    <a:p>
                      <a:pPr marL="168910" algn="l" rtl="0" eaLnBrk="0">
                        <a:lnSpc>
                          <a:spcPct val="97000"/>
                        </a:lnSpc>
                        <a:spcBef>
                          <a:spcPts val="645"/>
                        </a:spcBef>
                      </a:pPr>
                      <a:r>
                        <a:rPr sz="1200" kern="0" spc="-50" dirty="0">
                          <a:solidFill>
                            <a:srgbClr val="7F7F7F">
                              <a:alpha val="100000"/>
                            </a:srgbClr>
                          </a:solidFill>
                          <a:cs typeface="Wingdings" panose="05000000000000000000"/>
                        </a:rPr>
                        <a:t>.</a:t>
                      </a:r>
                      <a:r>
                        <a:rPr sz="1200" kern="0" spc="-830" dirty="0">
                          <a:solidFill>
                            <a:srgbClr val="7F7F7F">
                              <a:alpha val="100000"/>
                            </a:srgbClr>
                          </a:solidFill>
                          <a:cs typeface="Wingdings" panose="05000000000000000000"/>
                        </a:rPr>
                        <a:t> </a:t>
                      </a:r>
                      <a:r>
                        <a:rPr sz="1200" kern="0" spc="-50" dirty="0">
                          <a:solidFill>
                            <a:srgbClr val="000000">
                              <a:alpha val="100000"/>
                            </a:srgbClr>
                          </a:solidFill>
                          <a:cs typeface="微软雅黑" panose="020B0503020204020204" charset="-122"/>
                        </a:rPr>
                        <a:t>“南京分拨调整的流程不够</a:t>
                      </a:r>
                      <a:r>
                        <a:rPr sz="1200" kern="0" spc="-60" dirty="0">
                          <a:solidFill>
                            <a:srgbClr val="000000">
                              <a:alpha val="100000"/>
                            </a:srgbClr>
                          </a:solidFill>
                          <a:cs typeface="微软雅黑" panose="020B0503020204020204" charset="-122"/>
                        </a:rPr>
                        <a:t>细化。三五天可以做的，在这里拖一个月。</a:t>
                      </a:r>
                      <a:r>
                        <a:rPr sz="1200" kern="0" spc="270" dirty="0">
                          <a:solidFill>
                            <a:srgbClr val="000000">
                              <a:alpha val="100000"/>
                            </a:srgbClr>
                          </a:solidFill>
                          <a:cs typeface="微软雅黑" panose="020B0503020204020204" charset="-122"/>
                        </a:rPr>
                        <a:t> </a:t>
                      </a:r>
                      <a:r>
                        <a:rPr sz="1200" kern="0" spc="-60" dirty="0">
                          <a:solidFill>
                            <a:srgbClr val="000000">
                              <a:alpha val="100000"/>
                            </a:srgbClr>
                          </a:solidFill>
                          <a:cs typeface="微软雅黑" panose="020B0503020204020204" charset="-122"/>
                        </a:rPr>
                        <a:t>”</a:t>
                      </a:r>
                      <a:endParaRPr lang="en-US" altLang="en-US" sz="1200" dirty="0"/>
                    </a:p>
                    <a:p>
                      <a:pPr marL="281940" indent="-113030" algn="l" rtl="0" eaLnBrk="0">
                        <a:lnSpc>
                          <a:spcPct val="97000"/>
                        </a:lnSpc>
                        <a:spcBef>
                          <a:spcPts val="655"/>
                        </a:spcBef>
                      </a:pPr>
                      <a:r>
                        <a:rPr sz="1200" kern="0" spc="-30" dirty="0">
                          <a:solidFill>
                            <a:srgbClr val="7F7F7F">
                              <a:alpha val="100000"/>
                            </a:srgbClr>
                          </a:solidFill>
                          <a:cs typeface="Wingdings" panose="05000000000000000000"/>
                        </a:rPr>
                        <a:t>.</a:t>
                      </a:r>
                      <a:r>
                        <a:rPr sz="1200" kern="0" spc="-830" dirty="0">
                          <a:solidFill>
                            <a:srgbClr val="7F7F7F">
                              <a:alpha val="100000"/>
                            </a:srgbClr>
                          </a:solidFill>
                          <a:cs typeface="Wingdings" panose="05000000000000000000"/>
                        </a:rPr>
                        <a:t> </a:t>
                      </a:r>
                      <a:r>
                        <a:rPr sz="1200" kern="0" spc="-30" dirty="0">
                          <a:solidFill>
                            <a:srgbClr val="000000">
                              <a:alpha val="100000"/>
                            </a:srgbClr>
                          </a:solidFill>
                          <a:cs typeface="微软雅黑" panose="020B0503020204020204" charset="-122"/>
                        </a:rPr>
                        <a:t>“今年最高优先级的对接项目：</a:t>
                      </a:r>
                      <a:r>
                        <a:rPr sz="1200" kern="0" spc="15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1.</a:t>
                      </a:r>
                      <a:r>
                        <a:rPr sz="1200" kern="0" spc="-40" dirty="0">
                          <a:solidFill>
                            <a:srgbClr val="000000">
                              <a:alpha val="100000"/>
                            </a:srgbClr>
                          </a:solidFill>
                          <a:cs typeface="微软雅黑" panose="020B0503020204020204" charset="-122"/>
                        </a:rPr>
                        <a:t>结算报表。银河的报表要先出来，金碟与银河报表对接； 2.A网的财务模块对接（省区      </a:t>
                      </a:r>
                      <a:r>
                        <a:rPr sz="1200" kern="0" spc="0" dirty="0">
                          <a:solidFill>
                            <a:srgbClr val="000000">
                              <a:alpha val="100000"/>
                            </a:srgbClr>
                          </a:solidFill>
                          <a:cs typeface="微软雅黑" panose="020B0503020204020204" charset="-122"/>
                        </a:rPr>
                        <a:t>的报销对接）    系统逻辑的更新运算； 3.目前是计划路由，未</a:t>
                      </a:r>
                      <a:r>
                        <a:rPr sz="1200" kern="0" spc="-10" dirty="0">
                          <a:solidFill>
                            <a:srgbClr val="000000">
                              <a:alpha val="100000"/>
                            </a:srgbClr>
                          </a:solidFill>
                          <a:cs typeface="微软雅黑" panose="020B0503020204020204" charset="-122"/>
                        </a:rPr>
                        <a:t>来想做到实际路由的结算；4.车线对账”</a:t>
                      </a:r>
                      <a:endParaRPr lang="en-US" altLang="en-US" sz="1200" dirty="0"/>
                    </a:p>
                    <a:p>
                      <a:pPr algn="l" rtl="0" eaLnBrk="0">
                        <a:lnSpc>
                          <a:spcPct val="113000"/>
                        </a:lnSpc>
                      </a:pPr>
                      <a:endParaRPr lang="en-US" altLang="en-US" sz="500" dirty="0"/>
                    </a:p>
                    <a:p>
                      <a:pPr marL="168910" algn="l" rtl="0" eaLnBrk="0">
                        <a:lnSpc>
                          <a:spcPct val="97000"/>
                        </a:lnSpc>
                        <a:spcBef>
                          <a:spcPts val="0"/>
                        </a:spcBef>
                      </a:pPr>
                      <a:r>
                        <a:rPr sz="1200" kern="0" spc="-60" dirty="0">
                          <a:solidFill>
                            <a:srgbClr val="7F7F7F">
                              <a:alpha val="100000"/>
                            </a:srgbClr>
                          </a:solidFill>
                          <a:cs typeface="Wingdings" panose="05000000000000000000"/>
                        </a:rPr>
                        <a:t>.</a:t>
                      </a:r>
                      <a:r>
                        <a:rPr sz="1200" kern="0" spc="-780" dirty="0">
                          <a:solidFill>
                            <a:srgbClr val="7F7F7F">
                              <a:alpha val="100000"/>
                            </a:srgbClr>
                          </a:solidFill>
                          <a:cs typeface="Wingdings" panose="05000000000000000000"/>
                        </a:rPr>
                        <a:t> </a:t>
                      </a:r>
                      <a:r>
                        <a:rPr sz="1200" kern="0" spc="-60" dirty="0">
                          <a:solidFill>
                            <a:srgbClr val="000000">
                              <a:alpha val="100000"/>
                            </a:srgbClr>
                          </a:solidFill>
                          <a:cs typeface="微软雅黑" panose="020B0503020204020204" charset="-122"/>
                        </a:rPr>
                        <a:t>“</a:t>
                      </a:r>
                      <a:r>
                        <a:rPr sz="1200" kern="0" spc="-240" dirty="0">
                          <a:solidFill>
                            <a:srgbClr val="000000">
                              <a:alpha val="100000"/>
                            </a:srgbClr>
                          </a:solidFill>
                          <a:cs typeface="微软雅黑" panose="020B0503020204020204" charset="-122"/>
                        </a:rPr>
                        <a:t> </a:t>
                      </a:r>
                      <a:r>
                        <a:rPr sz="1200" kern="0" spc="-60" dirty="0">
                          <a:solidFill>
                            <a:srgbClr val="000000">
                              <a:alpha val="100000"/>
                            </a:srgbClr>
                          </a:solidFill>
                          <a:cs typeface="微软雅黑" panose="020B0503020204020204" charset="-122"/>
                        </a:rPr>
                        <a:t>HR系统是SAAS版，</a:t>
                      </a:r>
                      <a:r>
                        <a:rPr sz="1200" kern="0" spc="120" dirty="0">
                          <a:solidFill>
                            <a:srgbClr val="000000">
                              <a:alpha val="100000"/>
                            </a:srgbClr>
                          </a:solidFill>
                          <a:cs typeface="微软雅黑" panose="020B0503020204020204" charset="-122"/>
                        </a:rPr>
                        <a:t> </a:t>
                      </a:r>
                      <a:r>
                        <a:rPr sz="1200" kern="0" spc="-60" dirty="0">
                          <a:solidFill>
                            <a:srgbClr val="000000">
                              <a:alpha val="100000"/>
                            </a:srgbClr>
                          </a:solidFill>
                          <a:cs typeface="微软雅黑" panose="020B0503020204020204" charset="-122"/>
                        </a:rPr>
                        <a:t>8月份会上线，目前HR信息都在线下维护”</a:t>
                      </a:r>
                      <a:endParaRPr lang="en-US" altLang="en-US" sz="1200" dirty="0"/>
                    </a:p>
                  </a:txBody>
                  <a:tcPr marL="0" marR="0" marT="0" marB="0" vert="horz">
                    <a:lnL w="9525" cap="flat" cmpd="sng" algn="ctr">
                      <a:solidFill>
                        <a:srgbClr val="D6DCE5"/>
                      </a:solidFill>
                      <a:prstDash val="solid"/>
                      <a:round/>
                      <a:headEnd type="none" w="med" len="med"/>
                      <a:tailEnd type="none" w="med" len="med"/>
                    </a:lnL>
                    <a:lnR w="9525" cap="flat" cmpd="sng" algn="ctr">
                      <a:solidFill>
                        <a:srgbClr val="D6DCE5"/>
                      </a:solidFill>
                      <a:prstDash val="solid"/>
                      <a:round/>
                      <a:headEnd type="none" w="med" len="med"/>
                      <a:tailEnd type="none" w="med" len="med"/>
                    </a:lnR>
                    <a:lnT w="9525" cap="flat" cmpd="sng" algn="ctr">
                      <a:solidFill>
                        <a:srgbClr val="D6DCE5"/>
                      </a:solidFill>
                      <a:prstDash val="solid"/>
                      <a:round/>
                      <a:headEnd type="none" w="med" len="med"/>
                      <a:tailEnd type="none" w="med" len="med"/>
                    </a:lnT>
                    <a:lnB w="9525" cap="flat" cmpd="sng" algn="ctr">
                      <a:solidFill>
                        <a:srgbClr val="D6DCE5"/>
                      </a:solidFill>
                      <a:prstDash val="solid"/>
                      <a:round/>
                      <a:headEnd type="none" w="med" len="med"/>
                      <a:tailEnd type="none" w="med" len="med"/>
                    </a:lnB>
                    <a:solidFill>
                      <a:srgbClr val="EDEDED"/>
                    </a:solidFill>
                  </a:tcPr>
                </a:tc>
              </a:tr>
            </a:tbl>
          </a:graphicData>
        </a:graphic>
      </p:graphicFrame>
      <p:graphicFrame>
        <p:nvGraphicFramePr>
          <p:cNvPr id="4056" name="table 4056"/>
          <p:cNvGraphicFramePr>
            <a:graphicFrameLocks noGrp="1"/>
          </p:cNvGraphicFramePr>
          <p:nvPr>
            <p:custDataLst>
              <p:tags r:id="rId2"/>
            </p:custDataLst>
          </p:nvPr>
        </p:nvGraphicFramePr>
        <p:xfrm>
          <a:off x="1907857" y="1334833"/>
          <a:ext cx="2559050" cy="3143885"/>
        </p:xfrm>
        <a:graphic>
          <a:graphicData uri="http://schemas.openxmlformats.org/drawingml/2006/table">
            <a:tbl>
              <a:tblPr/>
              <a:tblGrid>
                <a:gridCol w="2559050"/>
              </a:tblGrid>
              <a:tr h="231775">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27000"/>
                        </a:lnSpc>
                      </a:pPr>
                      <a:endParaRPr lang="en-US" altLang="en-US" sz="1000" dirty="0"/>
                    </a:p>
                    <a:p>
                      <a:pPr algn="l" rtl="0" eaLnBrk="0">
                        <a:lnSpc>
                          <a:spcPct val="128000"/>
                        </a:lnSpc>
                      </a:pPr>
                      <a:endParaRPr lang="en-US" altLang="en-US" sz="1000" dirty="0"/>
                    </a:p>
                    <a:p>
                      <a:pPr algn="l" rtl="0" eaLnBrk="0">
                        <a:lnSpc>
                          <a:spcPct val="7000"/>
                        </a:lnSpc>
                      </a:pPr>
                      <a:endParaRPr lang="en-US" altLang="en-US" sz="100" dirty="0"/>
                    </a:p>
                    <a:p>
                      <a:pPr marL="214630" indent="-106045" algn="l" rtl="0" eaLnBrk="0">
                        <a:lnSpc>
                          <a:spcPct val="99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没有主数据平台，各个系统</a:t>
                      </a:r>
                      <a:r>
                        <a:rPr sz="1200" kern="0" spc="-70" dirty="0">
                          <a:solidFill>
                            <a:srgbClr val="000000">
                              <a:alpha val="100000"/>
                            </a:srgbClr>
                          </a:solidFill>
                          <a:cs typeface="微软雅黑" panose="020B0503020204020204" charset="-122"/>
                        </a:rPr>
                        <a:t>（银</a:t>
                      </a:r>
                      <a:r>
                        <a:rPr sz="1200" kern="0" spc="-1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河，</a:t>
                      </a:r>
                      <a:r>
                        <a:rPr sz="1200" kern="0" spc="11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OA,企业微信，金蝶）需</a:t>
                      </a:r>
                      <a:r>
                        <a:rPr sz="1200" kern="0" spc="-40" dirty="0">
                          <a:solidFill>
                            <a:srgbClr val="000000">
                              <a:alpha val="100000"/>
                            </a:srgbClr>
                          </a:solidFill>
                          <a:cs typeface="微软雅黑" panose="020B0503020204020204" charset="-122"/>
                        </a:rPr>
                        <a:t>要重</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复维护，不能共用</a:t>
                      </a:r>
                      <a:endParaRPr lang="en-US" altLang="en-US" sz="1200" dirty="0"/>
                    </a:p>
                    <a:p>
                      <a:pPr marL="214630" indent="-106045" algn="l" rtl="0" eaLnBrk="0">
                        <a:lnSpc>
                          <a:spcPct val="99000"/>
                        </a:lnSpc>
                        <a:spcBef>
                          <a:spcPts val="635"/>
                        </a:spcBef>
                      </a:pPr>
                      <a:r>
                        <a:rPr sz="1200" kern="0" spc="-100" dirty="0">
                          <a:solidFill>
                            <a:srgbClr val="7F7F7F">
                              <a:alpha val="100000"/>
                            </a:srgbClr>
                          </a:solidFill>
                          <a:cs typeface="Wingdings" panose="05000000000000000000"/>
                        </a:rPr>
                        <a:t>.</a:t>
                      </a:r>
                      <a:r>
                        <a:rPr sz="1200" kern="0" spc="-620" dirty="0">
                          <a:solidFill>
                            <a:srgbClr val="7F7F7F">
                              <a:alpha val="100000"/>
                            </a:srgbClr>
                          </a:solidFill>
                          <a:cs typeface="Wingdings" panose="05000000000000000000"/>
                        </a:rPr>
                        <a:t> </a:t>
                      </a:r>
                      <a:r>
                        <a:rPr sz="1200" kern="0" spc="-100" dirty="0">
                          <a:solidFill>
                            <a:srgbClr val="000000">
                              <a:alpha val="100000"/>
                            </a:srgbClr>
                          </a:solidFill>
                          <a:cs typeface="微软雅黑" panose="020B0503020204020204" charset="-122"/>
                        </a:rPr>
                        <a:t>目前阶段没有统一的系统架构规</a:t>
                      </a:r>
                      <a:r>
                        <a:rPr sz="1200" kern="0" spc="0" dirty="0">
                          <a:solidFill>
                            <a:srgbClr val="000000">
                              <a:alpha val="100000"/>
                            </a:srgbClr>
                          </a:solidFill>
                          <a:cs typeface="微软雅黑" panose="020B0503020204020204" charset="-122"/>
                        </a:rPr>
                        <a:t>      划，部分系统存在集成上</a:t>
                      </a:r>
                      <a:r>
                        <a:rPr sz="1200" kern="0" spc="-10" dirty="0">
                          <a:solidFill>
                            <a:srgbClr val="000000">
                              <a:alpha val="100000"/>
                            </a:srgbClr>
                          </a:solidFill>
                          <a:cs typeface="微软雅黑" panose="020B0503020204020204" charset="-122"/>
                        </a:rPr>
                        <a:t>的困难</a:t>
                      </a:r>
                      <a:endParaRPr lang="en-US" altLang="en-US" sz="1200" dirty="0"/>
                    </a:p>
                    <a:p>
                      <a:pPr marL="215900" indent="-107315" algn="l" rtl="0" eaLnBrk="0">
                        <a:lnSpc>
                          <a:spcPct val="99000"/>
                        </a:lnSpc>
                        <a:spcBef>
                          <a:spcPts val="63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银河与质控系统、呼叫系统</a:t>
                      </a:r>
                      <a:r>
                        <a:rPr sz="1200" kern="0" spc="-70" dirty="0">
                          <a:solidFill>
                            <a:srgbClr val="000000">
                              <a:alpha val="100000"/>
                            </a:srgbClr>
                          </a:solidFill>
                          <a:cs typeface="微软雅黑" panose="020B0503020204020204" charset="-122"/>
                        </a:rPr>
                        <a:t>、工</a:t>
                      </a:r>
                      <a:r>
                        <a:rPr sz="1200" kern="0" spc="-10" dirty="0">
                          <a:solidFill>
                            <a:srgbClr val="000000">
                              <a:alpha val="100000"/>
                            </a:srgbClr>
                          </a:solidFill>
                          <a:cs typeface="微软雅黑" panose="020B0503020204020204" charset="-122"/>
                        </a:rPr>
                        <a:t>      单系统只有手工导入的对接</a:t>
                      </a:r>
                      <a:endParaRPr lang="en-US" altLang="en-US" sz="1200" dirty="0"/>
                    </a:p>
                    <a:p>
                      <a:pPr algn="l" rtl="0" eaLnBrk="0">
                        <a:lnSpc>
                          <a:spcPct val="105000"/>
                        </a:lnSpc>
                      </a:pPr>
                      <a:endParaRPr lang="en-US" altLang="en-US" sz="500" dirty="0"/>
                    </a:p>
                    <a:p>
                      <a:pPr marL="215265" indent="-10668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银河与金蝶未做对接，导致</a:t>
                      </a:r>
                      <a:r>
                        <a:rPr sz="1200" kern="0" spc="-70" dirty="0">
                          <a:solidFill>
                            <a:srgbClr val="000000">
                              <a:alpha val="100000"/>
                            </a:srgbClr>
                          </a:solidFill>
                          <a:cs typeface="微软雅黑" panose="020B0503020204020204" charset="-122"/>
                        </a:rPr>
                        <a:t>结算</a:t>
                      </a:r>
                      <a:r>
                        <a:rPr sz="1200" kern="0" spc="-10" dirty="0">
                          <a:solidFill>
                            <a:srgbClr val="000000">
                              <a:alpha val="100000"/>
                            </a:srgbClr>
                          </a:solidFill>
                          <a:cs typeface="微软雅黑" panose="020B0503020204020204" charset="-122"/>
                        </a:rPr>
                        <a:t>      大量手工化操作</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4058" name="table 4058"/>
          <p:cNvGraphicFramePr>
            <a:graphicFrameLocks noGrp="1"/>
          </p:cNvGraphicFramePr>
          <p:nvPr>
            <p:custDataLst>
              <p:tags r:id="rId3"/>
            </p:custDataLst>
          </p:nvPr>
        </p:nvGraphicFramePr>
        <p:xfrm>
          <a:off x="4853749" y="1301305"/>
          <a:ext cx="2484120" cy="3177540"/>
        </p:xfrm>
        <a:graphic>
          <a:graphicData uri="http://schemas.openxmlformats.org/drawingml/2006/table">
            <a:tbl>
              <a:tblPr/>
              <a:tblGrid>
                <a:gridCol w="2484120"/>
              </a:tblGrid>
              <a:tr h="265429">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27000"/>
                        </a:lnSpc>
                      </a:pPr>
                      <a:endParaRPr lang="en-US" altLang="en-US" sz="1000" dirty="0"/>
                    </a:p>
                    <a:p>
                      <a:pPr algn="l" rtl="0" eaLnBrk="0">
                        <a:lnSpc>
                          <a:spcPct val="127000"/>
                        </a:lnSpc>
                      </a:pPr>
                      <a:endParaRPr lang="en-US" altLang="en-US" sz="1000" dirty="0"/>
                    </a:p>
                    <a:p>
                      <a:pPr algn="l" rtl="0" eaLnBrk="0">
                        <a:lnSpc>
                          <a:spcPct val="9000"/>
                        </a:lnSpc>
                      </a:pPr>
                      <a:endParaRPr lang="en-US" altLang="en-US" sz="100" dirty="0"/>
                    </a:p>
                    <a:p>
                      <a:pPr marL="240665" indent="-106045" algn="l" rtl="0" eaLnBrk="0">
                        <a:lnSpc>
                          <a:spcPct val="99000"/>
                        </a:lnSpc>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在做需求梳理时各系统的数据连   </a:t>
                      </a:r>
                      <a:r>
                        <a:rPr sz="1200" kern="0" spc="-10" dirty="0">
                          <a:solidFill>
                            <a:srgbClr val="000000">
                              <a:alpha val="100000"/>
                            </a:srgbClr>
                          </a:solidFill>
                          <a:cs typeface="微软雅黑" panose="020B0503020204020204" charset="-122"/>
                        </a:rPr>
                        <a:t>通场景未全部梳理</a:t>
                      </a:r>
                      <a:endParaRPr lang="en-US" altLang="en-US" sz="1200" dirty="0"/>
                    </a:p>
                    <a:p>
                      <a:pPr marL="241300" indent="-106680" algn="l" rtl="0" eaLnBrk="0">
                        <a:lnSpc>
                          <a:spcPct val="99000"/>
                        </a:lnSpc>
                        <a:spcBef>
                          <a:spcPts val="625"/>
                        </a:spcBef>
                      </a:pPr>
                      <a:r>
                        <a:rPr sz="1200" kern="0" spc="-100" dirty="0">
                          <a:solidFill>
                            <a:srgbClr val="7F7F7F">
                              <a:alpha val="100000"/>
                            </a:srgbClr>
                          </a:solidFill>
                          <a:cs typeface="Wingdings" panose="05000000000000000000"/>
                        </a:rPr>
                        <a:t>.</a:t>
                      </a:r>
                      <a:r>
                        <a:rPr sz="1200" kern="0" spc="-630" dirty="0">
                          <a:solidFill>
                            <a:srgbClr val="7F7F7F">
                              <a:alpha val="100000"/>
                            </a:srgbClr>
                          </a:solidFill>
                          <a:cs typeface="Wingdings" panose="05000000000000000000"/>
                        </a:rPr>
                        <a:t> </a:t>
                      </a:r>
                      <a:r>
                        <a:rPr sz="1200" kern="0" spc="-100" dirty="0">
                          <a:solidFill>
                            <a:srgbClr val="000000">
                              <a:alpha val="100000"/>
                            </a:srgbClr>
                          </a:solidFill>
                          <a:cs typeface="微软雅黑" panose="020B0503020204020204" charset="-122"/>
                        </a:rPr>
                        <a:t>由于系统上线时间要求过紧，导</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致业务系统未有效联通</a:t>
                      </a:r>
                      <a:endParaRPr lang="en-US" altLang="en-US" sz="1200" dirty="0"/>
                    </a:p>
                    <a:p>
                      <a:pPr marL="240665" indent="-106045" algn="l" rtl="0" eaLnBrk="0">
                        <a:lnSpc>
                          <a:spcPct val="100000"/>
                        </a:lnSpc>
                        <a:spcBef>
                          <a:spcPts val="625"/>
                        </a:spcBef>
                      </a:pPr>
                      <a:r>
                        <a:rPr sz="1200" kern="0" spc="-90" dirty="0">
                          <a:solidFill>
                            <a:srgbClr val="7F7F7F">
                              <a:alpha val="100000"/>
                            </a:srgbClr>
                          </a:solidFill>
                          <a:cs typeface="Wingdings" panose="05000000000000000000"/>
                        </a:rPr>
                        <a:t>.</a:t>
                      </a:r>
                      <a:r>
                        <a:rPr sz="1200" kern="0" spc="-90" dirty="0">
                          <a:solidFill>
                            <a:srgbClr val="000000">
                              <a:alpha val="100000"/>
                            </a:srgbClr>
                          </a:solidFill>
                          <a:cs typeface="微软雅黑" panose="020B0503020204020204" charset="-122"/>
                        </a:rPr>
                        <a:t>未有效进行IT规</a:t>
                      </a:r>
                      <a:r>
                        <a:rPr sz="1200" kern="0" spc="-100" dirty="0">
                          <a:solidFill>
                            <a:srgbClr val="000000">
                              <a:alpha val="100000"/>
                            </a:srgbClr>
                          </a:solidFill>
                          <a:cs typeface="微软雅黑" panose="020B0503020204020204" charset="-122"/>
                        </a:rPr>
                        <a:t>划，</a:t>
                      </a:r>
                      <a:r>
                        <a:rPr sz="1200" kern="0" spc="220" dirty="0">
                          <a:solidFill>
                            <a:srgbClr val="000000">
                              <a:alpha val="100000"/>
                            </a:srgbClr>
                          </a:solidFill>
                          <a:cs typeface="微软雅黑" panose="020B0503020204020204" charset="-122"/>
                        </a:rPr>
                        <a:t> </a:t>
                      </a:r>
                      <a:r>
                        <a:rPr sz="1200" kern="0" spc="-100" dirty="0">
                          <a:solidFill>
                            <a:srgbClr val="000000">
                              <a:alpha val="100000"/>
                            </a:srgbClr>
                          </a:solidFill>
                          <a:cs typeface="微软雅黑" panose="020B0503020204020204" charset="-122"/>
                        </a:rPr>
                        <a:t>未有效规划</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主数据管理平台、单点登录平台   等</a:t>
                      </a:r>
                      <a:endParaRPr lang="en-US" altLang="en-US" sz="1200" dirty="0"/>
                    </a:p>
                    <a:p>
                      <a:pPr algn="l" rtl="0" eaLnBrk="0">
                        <a:lnSpc>
                          <a:spcPct val="102000"/>
                        </a:lnSpc>
                      </a:pPr>
                      <a:endParaRPr lang="en-US" altLang="en-US" sz="500" dirty="0"/>
                    </a:p>
                    <a:p>
                      <a:pPr marL="134620" algn="l" rtl="0" eaLnBrk="0">
                        <a:lnSpc>
                          <a:spcPct val="97000"/>
                        </a:lnSpc>
                        <a:spcBef>
                          <a:spcPts val="0"/>
                        </a:spcBef>
                      </a:pPr>
                      <a:r>
                        <a:rPr sz="1200" kern="0" spc="-90" dirty="0">
                          <a:solidFill>
                            <a:srgbClr val="7F7F7F">
                              <a:alpha val="100000"/>
                            </a:srgbClr>
                          </a:solidFill>
                          <a:cs typeface="Wingdings" panose="05000000000000000000"/>
                        </a:rPr>
                        <a:t>.</a:t>
                      </a:r>
                      <a:r>
                        <a:rPr sz="1200" kern="0" spc="-90" dirty="0">
                          <a:solidFill>
                            <a:srgbClr val="000000">
                              <a:alpha val="100000"/>
                            </a:srgbClr>
                          </a:solidFill>
                          <a:cs typeface="微软雅黑" panose="020B0503020204020204" charset="-122"/>
                        </a:rPr>
                        <a:t>数据架构设计人员缺失</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4060" name="table 4060"/>
          <p:cNvGraphicFramePr>
            <a:graphicFrameLocks noGrp="1"/>
          </p:cNvGraphicFramePr>
          <p:nvPr>
            <p:custDataLst>
              <p:tags r:id="rId4"/>
            </p:custDataLst>
          </p:nvPr>
        </p:nvGraphicFramePr>
        <p:xfrm>
          <a:off x="7781353" y="1301305"/>
          <a:ext cx="2484120" cy="3177540"/>
        </p:xfrm>
        <a:graphic>
          <a:graphicData uri="http://schemas.openxmlformats.org/drawingml/2006/table">
            <a:tbl>
              <a:tblPr/>
              <a:tblGrid>
                <a:gridCol w="2484120"/>
              </a:tblGrid>
              <a:tr h="265429">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28000"/>
                        </a:lnSpc>
                      </a:pPr>
                      <a:endParaRPr lang="en-US" altLang="en-US" sz="1000" dirty="0"/>
                    </a:p>
                    <a:p>
                      <a:pPr algn="l" rtl="0" eaLnBrk="0">
                        <a:lnSpc>
                          <a:spcPct val="129000"/>
                        </a:lnSpc>
                      </a:pPr>
                      <a:endParaRPr lang="en-US" altLang="en-US" sz="1000" dirty="0"/>
                    </a:p>
                    <a:p>
                      <a:pPr algn="l" rtl="0" eaLnBrk="0">
                        <a:lnSpc>
                          <a:spcPct val="8000"/>
                        </a:lnSpc>
                      </a:pPr>
                      <a:endParaRPr lang="en-US" altLang="en-US" sz="100" dirty="0"/>
                    </a:p>
                    <a:p>
                      <a:pPr marL="110490" algn="l" rtl="0" eaLnBrk="0">
                        <a:lnSpc>
                          <a:spcPct val="97000"/>
                        </a:lnSpc>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建立主数据集成平台</a:t>
                      </a:r>
                      <a:endParaRPr lang="en-US" altLang="en-US" sz="1200" dirty="0"/>
                    </a:p>
                    <a:p>
                      <a:pPr marL="215900" indent="-105410" algn="l" rtl="0" eaLnBrk="0">
                        <a:lnSpc>
                          <a:spcPct val="98000"/>
                        </a:lnSpc>
                        <a:spcBef>
                          <a:spcPts val="655"/>
                        </a:spcBef>
                      </a:pPr>
                      <a:r>
                        <a:rPr sz="1200" kern="0" spc="-90" dirty="0">
                          <a:solidFill>
                            <a:srgbClr val="7F7F7F">
                              <a:alpha val="100000"/>
                            </a:srgbClr>
                          </a:solidFill>
                          <a:cs typeface="Wingdings" panose="05000000000000000000"/>
                        </a:rPr>
                        <a:t>.</a:t>
                      </a:r>
                      <a:r>
                        <a:rPr sz="1200" kern="0" spc="-700" dirty="0">
                          <a:solidFill>
                            <a:srgbClr val="7F7F7F">
                              <a:alpha val="100000"/>
                            </a:srgbClr>
                          </a:solidFill>
                          <a:cs typeface="Wingdings" panose="05000000000000000000"/>
                        </a:rPr>
                        <a:t> </a:t>
                      </a:r>
                      <a:r>
                        <a:rPr sz="1200" kern="0" spc="-90" dirty="0">
                          <a:solidFill>
                            <a:srgbClr val="000000">
                              <a:alpha val="100000"/>
                            </a:srgbClr>
                          </a:solidFill>
                          <a:cs typeface="微软雅黑" panose="020B0503020204020204" charset="-122"/>
                        </a:rPr>
                        <a:t>IT战略规划需考虑年度战略性项</a:t>
                      </a:r>
                      <a:r>
                        <a:rPr sz="1200" kern="0" spc="0" dirty="0">
                          <a:solidFill>
                            <a:srgbClr val="000000">
                              <a:alpha val="100000"/>
                            </a:srgbClr>
                          </a:solidFill>
                          <a:cs typeface="微软雅黑" panose="020B0503020204020204" charset="-122"/>
                        </a:rPr>
                        <a:t>    目，通盘考虑各业务部门的</a:t>
                      </a:r>
                      <a:r>
                        <a:rPr sz="1200" kern="0" spc="-10" dirty="0">
                          <a:solidFill>
                            <a:srgbClr val="000000">
                              <a:alpha val="100000"/>
                            </a:srgbClr>
                          </a:solidFill>
                          <a:cs typeface="微软雅黑" panose="020B0503020204020204" charset="-122"/>
                        </a:rPr>
                        <a:t>战略    项目和整合（ITSP）</a:t>
                      </a:r>
                      <a:endParaRPr lang="en-US" altLang="en-US" sz="1200" dirty="0"/>
                    </a:p>
                    <a:p>
                      <a:pPr marL="215265" indent="-104775" algn="l" rtl="0" eaLnBrk="0">
                        <a:lnSpc>
                          <a:spcPct val="98000"/>
                        </a:lnSpc>
                        <a:spcBef>
                          <a:spcPts val="68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在需求设计时应考虑现有系</a:t>
                      </a:r>
                      <a:r>
                        <a:rPr sz="1200" kern="0" spc="-70" dirty="0">
                          <a:solidFill>
                            <a:srgbClr val="000000">
                              <a:alpha val="100000"/>
                            </a:srgbClr>
                          </a:solidFill>
                          <a:cs typeface="微软雅黑" panose="020B0503020204020204" charset="-122"/>
                        </a:rPr>
                        <a:t>统的</a:t>
                      </a:r>
                      <a:r>
                        <a:rPr sz="1200" kern="0" spc="-10" dirty="0">
                          <a:solidFill>
                            <a:srgbClr val="000000">
                              <a:alpha val="100000"/>
                            </a:srgbClr>
                          </a:solidFill>
                          <a:cs typeface="微软雅黑" panose="020B0503020204020204" charset="-122"/>
                        </a:rPr>
                        <a:t>    </a:t>
                      </a:r>
                      <a:r>
                        <a:rPr sz="1200" kern="0" spc="-60" dirty="0">
                          <a:solidFill>
                            <a:srgbClr val="000000">
                              <a:alpha val="100000"/>
                            </a:srgbClr>
                          </a:solidFill>
                          <a:cs typeface="微软雅黑" panose="020B0503020204020204" charset="-122"/>
                        </a:rPr>
                        <a:t>各项集成功能（项目管理、</a:t>
                      </a:r>
                      <a:r>
                        <a:rPr sz="1200" kern="0" spc="120" dirty="0">
                          <a:solidFill>
                            <a:srgbClr val="000000">
                              <a:alpha val="100000"/>
                            </a:srgbClr>
                          </a:solidFill>
                          <a:cs typeface="微软雅黑" panose="020B0503020204020204" charset="-122"/>
                        </a:rPr>
                        <a:t>  </a:t>
                      </a:r>
                      <a:r>
                        <a:rPr sz="1200" kern="0" spc="-60" dirty="0">
                          <a:solidFill>
                            <a:srgbClr val="000000">
                              <a:alpha val="100000"/>
                            </a:srgbClr>
                          </a:solidFill>
                          <a:cs typeface="微软雅黑" panose="020B0503020204020204" charset="-122"/>
                        </a:rPr>
                        <a:t>B</a:t>
                      </a:r>
                      <a:r>
                        <a:rPr sz="1200" kern="0" spc="-70" dirty="0">
                          <a:solidFill>
                            <a:srgbClr val="000000">
                              <a:alpha val="100000"/>
                            </a:srgbClr>
                          </a:solidFill>
                          <a:cs typeface="微软雅黑" panose="020B0503020204020204" charset="-122"/>
                        </a:rPr>
                        <a:t>TIT</a:t>
                      </a:r>
                      <a:r>
                        <a:rPr sz="1200" kern="0" spc="0" dirty="0">
                          <a:solidFill>
                            <a:srgbClr val="000000">
                              <a:alpha val="100000"/>
                            </a:srgbClr>
                          </a:solidFill>
                          <a:cs typeface="微软雅黑" panose="020B0503020204020204" charset="-122"/>
                        </a:rPr>
                        <a:t>    </a:t>
                      </a:r>
                      <a:r>
                        <a:rPr sz="1200" kern="0" spc="-40" dirty="0">
                          <a:solidFill>
                            <a:srgbClr val="000000">
                              <a:alpha val="100000"/>
                            </a:srgbClr>
                          </a:solidFill>
                          <a:cs typeface="微软雅黑" panose="020B0503020204020204" charset="-122"/>
                        </a:rPr>
                        <a:t>需求管理）</a:t>
                      </a:r>
                      <a:endParaRPr lang="en-US" altLang="en-US" sz="1200" dirty="0"/>
                    </a:p>
                    <a:p>
                      <a:pPr algn="l" rtl="0" eaLnBrk="0">
                        <a:lnSpc>
                          <a:spcPct val="115000"/>
                        </a:lnSpc>
                      </a:pPr>
                      <a:endParaRPr lang="en-US" altLang="en-US" sz="500" dirty="0"/>
                    </a:p>
                    <a:p>
                      <a:pPr marL="215900" indent="-105410" algn="l" rtl="0" eaLnBrk="0">
                        <a:lnSpc>
                          <a:spcPct val="99000"/>
                        </a:lnSpc>
                        <a:spcBef>
                          <a:spcPts val="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组建数据管理部门，由数据</a:t>
                      </a:r>
                      <a:r>
                        <a:rPr sz="1200" kern="0" spc="-70" dirty="0">
                          <a:solidFill>
                            <a:srgbClr val="000000">
                              <a:alpha val="100000"/>
                            </a:srgbClr>
                          </a:solidFill>
                          <a:cs typeface="微软雅黑" panose="020B0503020204020204" charset="-122"/>
                        </a:rPr>
                        <a:t>管理</a:t>
                      </a:r>
                      <a:r>
                        <a:rPr sz="1200" kern="0" spc="-1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组和IT中心共同提</a:t>
                      </a:r>
                      <a:r>
                        <a:rPr sz="1200" kern="0" spc="-10" dirty="0">
                          <a:solidFill>
                            <a:srgbClr val="000000">
                              <a:alpha val="100000"/>
                            </a:srgbClr>
                          </a:solidFill>
                          <a:cs typeface="微软雅黑" panose="020B0503020204020204" charset="-122"/>
                        </a:rPr>
                        <a:t>升业务理解和    </a:t>
                      </a:r>
                      <a:r>
                        <a:rPr sz="1200" kern="0" spc="0" dirty="0">
                          <a:solidFill>
                            <a:srgbClr val="000000">
                              <a:alpha val="100000"/>
                            </a:srgbClr>
                          </a:solidFill>
                          <a:cs typeface="微软雅黑" panose="020B0503020204020204" charset="-122"/>
                        </a:rPr>
                        <a:t>数据架构设计能力，并对公</a:t>
                      </a:r>
                      <a:r>
                        <a:rPr sz="1200" kern="0" spc="-10" dirty="0">
                          <a:solidFill>
                            <a:srgbClr val="000000">
                              <a:alpha val="100000"/>
                            </a:srgbClr>
                          </a:solidFill>
                          <a:cs typeface="微软雅黑" panose="020B0503020204020204" charset="-122"/>
                        </a:rPr>
                        <a:t>司口    </a:t>
                      </a:r>
                      <a:r>
                        <a:rPr sz="1200" kern="0" spc="-40" dirty="0">
                          <a:solidFill>
                            <a:srgbClr val="000000">
                              <a:alpha val="100000"/>
                            </a:srgbClr>
                          </a:solidFill>
                          <a:cs typeface="微软雅黑" panose="020B0503020204020204" charset="-122"/>
                        </a:rPr>
                        <a:t>径、</a:t>
                      </a:r>
                      <a:r>
                        <a:rPr sz="1200" kern="0" spc="170" dirty="0">
                          <a:solidFill>
                            <a:srgbClr val="000000">
                              <a:alpha val="100000"/>
                            </a:srgbClr>
                          </a:solidFill>
                          <a:cs typeface="微软雅黑" panose="020B0503020204020204" charset="-122"/>
                        </a:rPr>
                        <a:t> </a:t>
                      </a:r>
                      <a:r>
                        <a:rPr sz="1200" kern="0" spc="-40" dirty="0">
                          <a:solidFill>
                            <a:srgbClr val="000000">
                              <a:alpha val="100000"/>
                            </a:srgbClr>
                          </a:solidFill>
                          <a:cs typeface="微软雅黑" panose="020B0503020204020204" charset="-122"/>
                        </a:rPr>
                        <a:t>BI报表、数据</a:t>
                      </a:r>
                      <a:r>
                        <a:rPr sz="1200" kern="0" spc="-50" dirty="0">
                          <a:solidFill>
                            <a:srgbClr val="000000">
                              <a:alpha val="100000"/>
                            </a:srgbClr>
                          </a:solidFill>
                          <a:cs typeface="微软雅黑" panose="020B0503020204020204" charset="-122"/>
                        </a:rPr>
                        <a:t>负责到底</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sp>
        <p:nvSpPr>
          <p:cNvPr id="4062" name="textbox 4062"/>
          <p:cNvSpPr/>
          <p:nvPr>
            <p:custDataLst>
              <p:tags r:id="rId5"/>
            </p:custDataLst>
          </p:nvPr>
        </p:nvSpPr>
        <p:spPr>
          <a:xfrm>
            <a:off x="941233" y="311880"/>
            <a:ext cx="10340340" cy="626744"/>
          </a:xfrm>
          <a:prstGeom prst="rect">
            <a:avLst/>
          </a:prstGeom>
        </p:spPr>
        <p:txBody>
          <a:bodyPr vert="horz" wrap="square" lIns="0" tIns="0" rIns="0" bIns="0"/>
          <a:lstStyle/>
          <a:p>
            <a:pPr algn="l" rtl="0" eaLnBrk="0">
              <a:lnSpc>
                <a:spcPct val="68000"/>
              </a:lnSpc>
            </a:pPr>
            <a:endParaRPr lang="en-US" altLang="en-US" sz="100" dirty="0">
              <a:solidFill>
                <a:schemeClr val="dk1"/>
              </a:solidFill>
            </a:endParaRPr>
          </a:p>
          <a:p>
            <a:pPr marL="12700" algn="l" rtl="0" eaLnBrk="0">
              <a:lnSpc>
                <a:spcPct val="99000"/>
              </a:lnSpc>
            </a:pPr>
            <a:r>
              <a:rPr sz="2000" b="1" kern="0" spc="0" dirty="0">
                <a:solidFill>
                  <a:schemeClr val="dk1"/>
                </a:solidFill>
                <a:cs typeface="微软雅黑" panose="020B0503020204020204" charset="-122"/>
              </a:rPr>
              <a:t>关键发现3：缺乏企业级的数据架构设计：数据责任部门不明确、缺少主数据管理；</a:t>
            </a:r>
            <a:r>
              <a:rPr sz="2000" b="1" kern="0" spc="-10" dirty="0">
                <a:solidFill>
                  <a:schemeClr val="dk1"/>
                </a:solidFill>
                <a:cs typeface="微软雅黑" panose="020B0503020204020204" charset="-122"/>
              </a:rPr>
              <a:t>缺少数据</a:t>
            </a:r>
            <a:r>
              <a:rPr sz="2000" b="1" kern="0" spc="0" dirty="0">
                <a:solidFill>
                  <a:schemeClr val="dk1"/>
                </a:solidFill>
                <a:cs typeface="微软雅黑" panose="020B0503020204020204" charset="-122"/>
              </a:rPr>
              <a:t> 应用规划；导致数据处理散落各处，数据孤岛严重</a:t>
            </a:r>
            <a:endParaRPr lang="en-US" altLang="en-US" sz="2000" b="1" kern="0" spc="0" dirty="0">
              <a:solidFill>
                <a:schemeClr val="dk1"/>
              </a:solidFill>
              <a:cs typeface="微软雅黑" panose="020B0503020204020204" charset="-122"/>
            </a:endParaRPr>
          </a:p>
        </p:txBody>
      </p:sp>
      <p:pic>
        <p:nvPicPr>
          <p:cNvPr id="4066" name="picture 4066"/>
          <p:cNvPicPr>
            <a:picLocks noChangeAspect="1"/>
          </p:cNvPicPr>
          <p:nvPr>
            <p:custDataLst>
              <p:tags r:id="rId6"/>
            </p:custDataLst>
          </p:nvPr>
        </p:nvPicPr>
        <p:blipFill>
          <a:blip r:embed="rId7"/>
          <a:stretch>
            <a:fillRect/>
          </a:stretch>
        </p:blipFill>
        <p:spPr>
          <a:xfrm rot="21600000">
            <a:off x="1912620" y="1339596"/>
            <a:ext cx="2549651" cy="496823"/>
          </a:xfrm>
          <a:prstGeom prst="rect">
            <a:avLst/>
          </a:prstGeom>
        </p:spPr>
      </p:pic>
      <p:pic>
        <p:nvPicPr>
          <p:cNvPr id="4068" name="picture 4068"/>
          <p:cNvPicPr>
            <a:picLocks noChangeAspect="1"/>
          </p:cNvPicPr>
          <p:nvPr>
            <p:custDataLst>
              <p:tags r:id="rId8"/>
            </p:custDataLst>
          </p:nvPr>
        </p:nvPicPr>
        <p:blipFill>
          <a:blip r:embed="rId9"/>
          <a:stretch>
            <a:fillRect/>
          </a:stretch>
        </p:blipFill>
        <p:spPr>
          <a:xfrm rot="21600000">
            <a:off x="4858511" y="1306067"/>
            <a:ext cx="2474976" cy="496823"/>
          </a:xfrm>
          <a:prstGeom prst="rect">
            <a:avLst/>
          </a:prstGeom>
        </p:spPr>
      </p:pic>
      <p:pic>
        <p:nvPicPr>
          <p:cNvPr id="4070" name="picture 4070"/>
          <p:cNvPicPr>
            <a:picLocks noChangeAspect="1"/>
          </p:cNvPicPr>
          <p:nvPr>
            <p:custDataLst>
              <p:tags r:id="rId10"/>
            </p:custDataLst>
          </p:nvPr>
        </p:nvPicPr>
        <p:blipFill>
          <a:blip r:embed="rId11"/>
          <a:stretch>
            <a:fillRect/>
          </a:stretch>
        </p:blipFill>
        <p:spPr>
          <a:xfrm rot="21600000">
            <a:off x="7786116" y="1306067"/>
            <a:ext cx="2474976" cy="496823"/>
          </a:xfrm>
          <a:prstGeom prst="rect">
            <a:avLst/>
          </a:prstGeom>
        </p:spPr>
      </p:pic>
      <p:pic>
        <p:nvPicPr>
          <p:cNvPr id="4074" name="picture 4074"/>
          <p:cNvPicPr>
            <a:picLocks noChangeAspect="1"/>
          </p:cNvPicPr>
          <p:nvPr>
            <p:custDataLst>
              <p:tags r:id="rId12"/>
            </p:custDataLst>
          </p:nvPr>
        </p:nvPicPr>
        <p:blipFill>
          <a:blip r:embed="rId13"/>
          <a:stretch>
            <a:fillRect/>
          </a:stretch>
        </p:blipFill>
        <p:spPr>
          <a:xfrm rot="21600000">
            <a:off x="4857574" y="1549810"/>
            <a:ext cx="2476850" cy="257750"/>
          </a:xfrm>
          <a:prstGeom prst="rect">
            <a:avLst/>
          </a:prstGeom>
        </p:spPr>
      </p:pic>
      <p:pic>
        <p:nvPicPr>
          <p:cNvPr id="4076" name="picture 4076"/>
          <p:cNvPicPr>
            <a:picLocks noChangeAspect="1"/>
          </p:cNvPicPr>
          <p:nvPr>
            <p:custDataLst>
              <p:tags r:id="rId14"/>
            </p:custDataLst>
          </p:nvPr>
        </p:nvPicPr>
        <p:blipFill>
          <a:blip r:embed="rId15"/>
          <a:stretch>
            <a:fillRect/>
          </a:stretch>
        </p:blipFill>
        <p:spPr>
          <a:xfrm rot="21600000">
            <a:off x="7785179" y="1549810"/>
            <a:ext cx="2476850" cy="257750"/>
          </a:xfrm>
          <a:prstGeom prst="rect">
            <a:avLst/>
          </a:prstGeom>
        </p:spPr>
      </p:pic>
      <p:sp>
        <p:nvSpPr>
          <p:cNvPr id="4078" name="textbox 4078"/>
          <p:cNvSpPr/>
          <p:nvPr>
            <p:custDataLst>
              <p:tags r:id="rId16"/>
            </p:custDataLst>
          </p:nvPr>
        </p:nvSpPr>
        <p:spPr>
          <a:xfrm>
            <a:off x="1556003" y="4890516"/>
            <a:ext cx="501650" cy="996950"/>
          </a:xfrm>
          <a:prstGeom prst="rect">
            <a:avLst/>
          </a:prstGeom>
          <a:solidFill>
            <a:schemeClr val="accent1"/>
          </a:solidFill>
        </p:spPr>
        <p:txBody>
          <a:bodyPr vert="eaVert" wrap="square" lIns="0" tIns="0" rIns="0" bIns="0">
            <a:normAutofit/>
          </a:bodyPr>
          <a:lstStyle/>
          <a:p>
            <a:pPr algn="l" rtl="0" eaLnBrk="0">
              <a:lnSpc>
                <a:spcPct val="103000"/>
              </a:lnSpc>
            </a:pPr>
            <a:endParaRPr lang="en-US" altLang="en-US" sz="1000" dirty="0">
              <a:solidFill>
                <a:schemeClr val="tx1"/>
              </a:solidFill>
            </a:endParaRPr>
          </a:p>
          <a:p>
            <a:pPr algn="l" rtl="0" eaLnBrk="0">
              <a:lnSpc>
                <a:spcPct val="9000"/>
              </a:lnSpc>
            </a:pPr>
            <a:endParaRPr lang="en-US" altLang="en-US" sz="100" dirty="0">
              <a:solidFill>
                <a:schemeClr val="tx1"/>
              </a:solidFill>
            </a:endParaRPr>
          </a:p>
          <a:p>
            <a:pPr marL="98425" algn="l" rtl="0" eaLnBrk="0">
              <a:lnSpc>
                <a:spcPct val="90000"/>
              </a:lnSpc>
            </a:pPr>
            <a:r>
              <a:rPr sz="1400" b="1" kern="0" spc="230" dirty="0">
                <a:solidFill>
                  <a:schemeClr val="tx1"/>
                </a:solidFill>
                <a:cs typeface="微软雅黑" panose="020B0503020204020204" charset="-122"/>
              </a:rPr>
              <a:t>访谈摘要</a:t>
            </a:r>
            <a:endParaRPr lang="en-US" altLang="en-US" sz="1400" b="1" kern="0" spc="230" dirty="0">
              <a:solidFill>
                <a:schemeClr val="tx1"/>
              </a:solidFill>
              <a:cs typeface="微软雅黑" panose="020B0503020204020204" charset="-122"/>
            </a:endParaRPr>
          </a:p>
        </p:txBody>
      </p:sp>
      <p:sp>
        <p:nvSpPr>
          <p:cNvPr id="4080" name="textbox 4080"/>
          <p:cNvSpPr/>
          <p:nvPr>
            <p:custDataLst>
              <p:tags r:id="rId17"/>
            </p:custDataLst>
          </p:nvPr>
        </p:nvSpPr>
        <p:spPr>
          <a:xfrm>
            <a:off x="1899009" y="1479042"/>
            <a:ext cx="2577464" cy="234315"/>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8000"/>
              </a:lnSpc>
              <a:tabLst>
                <a:tab pos="956310" algn="l"/>
              </a:tabLst>
            </a:pPr>
            <a:r>
              <a:rPr sz="1400" kern="0" spc="0" dirty="0">
                <a:solidFill>
                  <a:schemeClr val="tx1"/>
                </a:solidFill>
                <a:cs typeface="微软雅黑" panose="020B0503020204020204" charset="-122"/>
              </a:rPr>
              <a:t>	</a:t>
            </a:r>
            <a:r>
              <a:rPr sz="1400" b="1" kern="0" spc="-10" dirty="0">
                <a:solidFill>
                  <a:schemeClr val="tx1"/>
                </a:solidFill>
                <a:cs typeface="微软雅黑" panose="020B0503020204020204" charset="-122"/>
              </a:rPr>
              <a:t>主要发现</a:t>
            </a:r>
            <a:r>
              <a:rPr sz="1400" b="1" kern="0" spc="0" dirty="0">
                <a:solidFill>
                  <a:schemeClr val="tx1"/>
                </a:solidFill>
                <a:cs typeface="微软雅黑" panose="020B0503020204020204" charset="-122"/>
              </a:rPr>
              <a:t>                  </a:t>
            </a:r>
            <a:endParaRPr lang="en-US" altLang="en-US" sz="1400" b="1" kern="0" spc="0" dirty="0">
              <a:solidFill>
                <a:schemeClr val="tx1"/>
              </a:solidFill>
              <a:cs typeface="微软雅黑" panose="020B0503020204020204" charset="-122"/>
            </a:endParaRPr>
          </a:p>
        </p:txBody>
      </p:sp>
      <p:sp>
        <p:nvSpPr>
          <p:cNvPr id="4082" name="textbox 4082"/>
          <p:cNvSpPr/>
          <p:nvPr>
            <p:custDataLst>
              <p:tags r:id="rId18"/>
            </p:custDataLst>
          </p:nvPr>
        </p:nvSpPr>
        <p:spPr>
          <a:xfrm>
            <a:off x="5804134" y="1459477"/>
            <a:ext cx="736600" cy="233045"/>
          </a:xfrm>
          <a:prstGeom prst="rect">
            <a:avLst/>
          </a:prstGeom>
        </p:spPr>
        <p:txBody>
          <a:bodyPr vert="horz" wrap="square" lIns="0" tIns="0" rIns="0" bIns="0">
            <a:normAutofit/>
          </a:bodyPr>
          <a:lstStyle/>
          <a:p>
            <a:pPr algn="l" rtl="0" eaLnBrk="0">
              <a:lnSpc>
                <a:spcPct val="85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sp>
        <p:nvSpPr>
          <p:cNvPr id="4084" name="textbox 4084"/>
          <p:cNvSpPr/>
          <p:nvPr>
            <p:custDataLst>
              <p:tags r:id="rId19"/>
            </p:custDataLst>
          </p:nvPr>
        </p:nvSpPr>
        <p:spPr>
          <a:xfrm>
            <a:off x="8657201" y="1459477"/>
            <a:ext cx="732155" cy="232409"/>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改进机会</a:t>
            </a:r>
            <a:endParaRPr lang="en-US" altLang="en-US" sz="1400" b="1" kern="0" spc="-10" dirty="0">
              <a:solidFill>
                <a:schemeClr val="tx1"/>
              </a:solidFill>
              <a:cs typeface="微软雅黑" panose="020B0503020204020204" charset="-122"/>
            </a:endParaRPr>
          </a:p>
        </p:txBody>
      </p:sp>
    </p:spTree>
    <p:custDataLst>
      <p:tags r:id="rId20"/>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86" name="picture 4086"/>
          <p:cNvPicPr>
            <a:picLocks noChangeAspect="1"/>
          </p:cNvPicPr>
          <p:nvPr>
            <p:custDataLst>
              <p:tags r:id="rId1"/>
            </p:custDataLst>
          </p:nvPr>
        </p:nvPicPr>
        <p:blipFill>
          <a:blip r:embed="rId2"/>
          <a:stretch>
            <a:fillRect/>
          </a:stretch>
        </p:blipFill>
        <p:spPr>
          <a:xfrm rot="21600000">
            <a:off x="1744979" y="1886711"/>
            <a:ext cx="3875532" cy="3505200"/>
          </a:xfrm>
          <a:prstGeom prst="rect">
            <a:avLst/>
          </a:prstGeom>
        </p:spPr>
      </p:pic>
      <p:sp>
        <p:nvSpPr>
          <p:cNvPr id="4090" name="textbox 4090"/>
          <p:cNvSpPr/>
          <p:nvPr>
            <p:custDataLst>
              <p:tags r:id="rId3"/>
            </p:custDataLst>
          </p:nvPr>
        </p:nvSpPr>
        <p:spPr>
          <a:xfrm>
            <a:off x="9518904" y="2647188"/>
            <a:ext cx="1146175" cy="2971800"/>
          </a:xfrm>
          <a:prstGeom prst="rect">
            <a:avLst/>
          </a:prstGeom>
          <a:solidFill>
            <a:schemeClr val="accent2"/>
          </a:solidFill>
        </p:spPr>
        <p:txBody>
          <a:bodyPr vert="horz" wrap="square" lIns="0" tIns="0" rIns="0" bIns="0">
            <a:normAutofit/>
          </a:bodyPr>
          <a:lstStyle/>
          <a:p>
            <a:pPr algn="l" rtl="0" eaLnBrk="0">
              <a:lnSpc>
                <a:spcPct val="108000"/>
              </a:lnSpc>
            </a:pPr>
            <a:endParaRPr lang="en-US" altLang="en-US" sz="1000" dirty="0">
              <a:solidFill>
                <a:schemeClr val="tx1"/>
              </a:solidFill>
            </a:endParaRPr>
          </a:p>
          <a:p>
            <a:pPr algn="l" rtl="0" eaLnBrk="0">
              <a:lnSpc>
                <a:spcPct val="109000"/>
              </a:lnSpc>
            </a:pPr>
            <a:endParaRPr lang="en-US" altLang="en-US" sz="1000" dirty="0">
              <a:solidFill>
                <a:schemeClr val="tx1"/>
              </a:solidFill>
            </a:endParaRPr>
          </a:p>
          <a:p>
            <a:pPr algn="l" rtl="0" eaLnBrk="0">
              <a:lnSpc>
                <a:spcPct val="109000"/>
              </a:lnSpc>
            </a:pPr>
            <a:endParaRPr lang="en-US" altLang="en-US" sz="1000" dirty="0">
              <a:solidFill>
                <a:schemeClr val="tx1"/>
              </a:solidFill>
            </a:endParaRPr>
          </a:p>
          <a:p>
            <a:pPr algn="l" rtl="0" eaLnBrk="0">
              <a:lnSpc>
                <a:spcPct val="109000"/>
              </a:lnSpc>
            </a:pPr>
            <a:endParaRPr lang="en-US" altLang="en-US" sz="1000" dirty="0">
              <a:solidFill>
                <a:schemeClr val="tx1"/>
              </a:solidFill>
            </a:endParaRPr>
          </a:p>
          <a:p>
            <a:pPr algn="l" rtl="0" eaLnBrk="0">
              <a:lnSpc>
                <a:spcPct val="109000"/>
              </a:lnSpc>
            </a:pPr>
            <a:endParaRPr lang="en-US" altLang="en-US" sz="1000" dirty="0">
              <a:solidFill>
                <a:schemeClr val="tx1"/>
              </a:solidFill>
            </a:endParaRPr>
          </a:p>
          <a:p>
            <a:pPr algn="l" rtl="0" eaLnBrk="0">
              <a:lnSpc>
                <a:spcPct val="109000"/>
              </a:lnSpc>
            </a:pPr>
            <a:endParaRPr lang="en-US" altLang="en-US" sz="1000" dirty="0">
              <a:solidFill>
                <a:schemeClr val="tx1"/>
              </a:solidFill>
            </a:endParaRPr>
          </a:p>
          <a:p>
            <a:pPr algn="l" rtl="0" eaLnBrk="0">
              <a:lnSpc>
                <a:spcPct val="7000"/>
              </a:lnSpc>
            </a:pPr>
            <a:endParaRPr lang="en-US" altLang="en-US" sz="100" dirty="0">
              <a:solidFill>
                <a:schemeClr val="tx1"/>
              </a:solidFill>
            </a:endParaRPr>
          </a:p>
          <a:p>
            <a:pPr marL="347980" algn="l" rtl="0" eaLnBrk="0">
              <a:lnSpc>
                <a:spcPct val="90000"/>
              </a:lnSpc>
            </a:pPr>
            <a:r>
              <a:rPr sz="1800" b="1" kern="0" spc="-20" dirty="0">
                <a:solidFill>
                  <a:schemeClr val="tx1"/>
                </a:solidFill>
                <a:cs typeface="Microsoft YaHei UI" panose="020B0503020204020204" charset="-122"/>
              </a:rPr>
              <a:t>企业</a:t>
            </a:r>
            <a:endParaRPr lang="en-US" altLang="en-US" sz="1800" dirty="0">
              <a:solidFill>
                <a:schemeClr val="tx1"/>
              </a:solidFill>
            </a:endParaRPr>
          </a:p>
          <a:p>
            <a:pPr marL="244475" indent="-9525" algn="l" rtl="0" eaLnBrk="0">
              <a:lnSpc>
                <a:spcPct val="102000"/>
              </a:lnSpc>
              <a:spcBef>
                <a:spcPts val="255"/>
              </a:spcBef>
            </a:pPr>
            <a:r>
              <a:rPr sz="1800" b="1" kern="0" spc="-20" dirty="0">
                <a:solidFill>
                  <a:schemeClr val="tx1"/>
                </a:solidFill>
                <a:cs typeface="Microsoft YaHei UI" panose="020B0503020204020204" charset="-122"/>
              </a:rPr>
              <a:t>主数据</a:t>
            </a:r>
            <a:r>
              <a:rPr sz="1800" b="1" kern="0" spc="0" dirty="0">
                <a:solidFill>
                  <a:schemeClr val="tx1"/>
                </a:solidFill>
                <a:cs typeface="Microsoft YaHei UI" panose="020B0503020204020204" charset="-122"/>
              </a:rPr>
              <a:t>    </a:t>
            </a:r>
            <a:r>
              <a:rPr sz="1500" b="1" kern="0" spc="-90" dirty="0">
                <a:solidFill>
                  <a:schemeClr val="tx1"/>
                </a:solidFill>
                <a:cs typeface="Microsoft YaHei UI" panose="020B0503020204020204" charset="-122"/>
              </a:rPr>
              <a:t>（Master</a:t>
            </a:r>
            <a:r>
              <a:rPr sz="1500" b="1" kern="0" spc="0" dirty="0">
                <a:solidFill>
                  <a:schemeClr val="tx1"/>
                </a:solidFill>
                <a:cs typeface="Microsoft YaHei UI" panose="020B0503020204020204" charset="-122"/>
              </a:rPr>
              <a:t>   Data</a:t>
            </a:r>
            <a:r>
              <a:rPr sz="1500" b="1" kern="0" spc="120" dirty="0">
                <a:solidFill>
                  <a:schemeClr val="tx1"/>
                </a:solidFill>
                <a:cs typeface="Microsoft YaHei UI" panose="020B0503020204020204" charset="-122"/>
              </a:rPr>
              <a:t>）</a:t>
            </a:r>
            <a:endParaRPr lang="en-US" altLang="en-US" sz="1500" b="1" kern="0" spc="120" dirty="0">
              <a:solidFill>
                <a:schemeClr val="tx1"/>
              </a:solidFill>
              <a:cs typeface="Microsoft YaHei UI" panose="020B0503020204020204" charset="-122"/>
            </a:endParaRPr>
          </a:p>
        </p:txBody>
      </p:sp>
      <p:sp>
        <p:nvSpPr>
          <p:cNvPr id="4092" name="textbox 4092"/>
          <p:cNvSpPr/>
          <p:nvPr>
            <p:custDataLst>
              <p:tags r:id="rId4"/>
            </p:custDataLst>
          </p:nvPr>
        </p:nvSpPr>
        <p:spPr>
          <a:xfrm>
            <a:off x="7238826" y="1727200"/>
            <a:ext cx="2874010" cy="809625"/>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12700" indent="1270" algn="l" rtl="0" eaLnBrk="0">
              <a:lnSpc>
                <a:spcPct val="92000"/>
              </a:lnSpc>
            </a:pPr>
            <a:r>
              <a:rPr sz="1400" kern="0" spc="0" dirty="0">
                <a:solidFill>
                  <a:schemeClr val="dk1"/>
                </a:solidFill>
                <a:cs typeface="Microsoft YaHei UI" panose="020B0503020204020204" charset="-122"/>
              </a:rPr>
              <a:t>与交易数据不同，主数据定义了企业 核心业务对象，如资产、供应商、客</a:t>
            </a:r>
            <a:r>
              <a:rPr sz="1400" kern="0" spc="-10" dirty="0">
                <a:solidFill>
                  <a:schemeClr val="dk1"/>
                </a:solidFill>
                <a:cs typeface="Microsoft YaHei UI" panose="020B0503020204020204" charset="-122"/>
              </a:rPr>
              <a:t> </a:t>
            </a:r>
            <a:r>
              <a:rPr sz="1400" kern="0" spc="0" dirty="0">
                <a:solidFill>
                  <a:schemeClr val="dk1"/>
                </a:solidFill>
                <a:cs typeface="Microsoft YaHei UI" panose="020B0503020204020204" charset="-122"/>
              </a:rPr>
              <a:t>户等。交易数据必须基于主数据才能</a:t>
            </a:r>
            <a:r>
              <a:rPr sz="1400" kern="0" spc="10" dirty="0">
                <a:solidFill>
                  <a:schemeClr val="dk1"/>
                </a:solidFill>
                <a:cs typeface="Microsoft YaHei UI" panose="020B0503020204020204" charset="-122"/>
              </a:rPr>
              <a:t> </a:t>
            </a:r>
            <a:r>
              <a:rPr sz="1400" kern="0" spc="0" dirty="0">
                <a:solidFill>
                  <a:schemeClr val="dk1"/>
                </a:solidFill>
                <a:cs typeface="Microsoft YaHei UI" panose="020B0503020204020204" charset="-122"/>
              </a:rPr>
              <a:t>够具备存在意义</a:t>
            </a:r>
            <a:endParaRPr lang="en-US" altLang="en-US" sz="1400" kern="0" spc="0" dirty="0">
              <a:solidFill>
                <a:schemeClr val="dk1"/>
              </a:solidFill>
              <a:cs typeface="Microsoft YaHei UI" panose="020B0503020204020204" charset="-122"/>
            </a:endParaRPr>
          </a:p>
        </p:txBody>
      </p:sp>
      <p:sp>
        <p:nvSpPr>
          <p:cNvPr id="4094" name="textbox 4094"/>
          <p:cNvSpPr/>
          <p:nvPr>
            <p:custDataLst>
              <p:tags r:id="rId5"/>
            </p:custDataLst>
          </p:nvPr>
        </p:nvSpPr>
        <p:spPr>
          <a:xfrm>
            <a:off x="1339661" y="5871774"/>
            <a:ext cx="9766300" cy="25971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45"/>
              </a:lnSpc>
            </a:pPr>
            <a:r>
              <a:rPr sz="1500" b="1" kern="0" spc="100" dirty="0">
                <a:solidFill>
                  <a:schemeClr val="dk1"/>
                </a:solidFill>
                <a:cs typeface="Microsoft YaHei UI" panose="020B0503020204020204" charset="-122"/>
              </a:rPr>
              <a:t>主数据管理就是以一套完整的方法、流程、技术确保主数据的定义、集成、共享在</a:t>
            </a:r>
            <a:r>
              <a:rPr sz="1500" b="1" kern="0" spc="90" dirty="0">
                <a:solidFill>
                  <a:schemeClr val="dk1"/>
                </a:solidFill>
                <a:cs typeface="Microsoft YaHei UI" panose="020B0503020204020204" charset="-122"/>
              </a:rPr>
              <a:t>多个部门间得到有效的管理</a:t>
            </a:r>
            <a:endParaRPr lang="en-US" altLang="en-US" sz="1500" b="1" kern="0" spc="90" dirty="0">
              <a:solidFill>
                <a:schemeClr val="dk1"/>
              </a:solidFill>
              <a:cs typeface="Microsoft YaHei UI" panose="020B0503020204020204" charset="-122"/>
            </a:endParaRPr>
          </a:p>
        </p:txBody>
      </p:sp>
      <p:sp>
        <p:nvSpPr>
          <p:cNvPr id="4096" name="textbox 4096"/>
          <p:cNvSpPr/>
          <p:nvPr>
            <p:custDataLst>
              <p:tags r:id="rId6"/>
            </p:custDataLst>
          </p:nvPr>
        </p:nvSpPr>
        <p:spPr>
          <a:xfrm>
            <a:off x="5144145" y="1057395"/>
            <a:ext cx="5005070" cy="425450"/>
          </a:xfrm>
          <a:prstGeom prst="rect">
            <a:avLst/>
          </a:prstGeom>
        </p:spPr>
        <p:txBody>
          <a:bodyPr vert="horz" wrap="square" lIns="0" tIns="0" rIns="0" bIns="0">
            <a:normAutofit/>
          </a:bodyPr>
          <a:lstStyle/>
          <a:p>
            <a:pPr algn="l" rtl="0" eaLnBrk="0">
              <a:lnSpc>
                <a:spcPct val="73000"/>
              </a:lnSpc>
            </a:pPr>
            <a:endParaRPr lang="en-US" altLang="en-US" sz="100" dirty="0">
              <a:solidFill>
                <a:schemeClr val="dk1"/>
              </a:solidFill>
            </a:endParaRPr>
          </a:p>
          <a:p>
            <a:pPr marL="12700" algn="l" rtl="0" eaLnBrk="0">
              <a:lnSpc>
                <a:spcPct val="94000"/>
              </a:lnSpc>
            </a:pPr>
            <a:r>
              <a:rPr sz="1400" kern="0" spc="0" dirty="0">
                <a:solidFill>
                  <a:schemeClr val="dk1"/>
                </a:solidFill>
                <a:cs typeface="Microsoft YaHei UI" panose="020B0503020204020204" charset="-122"/>
              </a:rPr>
              <a:t>用于纪录业务事件，如客户的订单，客户的投诉记录，快运的</a:t>
            </a:r>
            <a:r>
              <a:rPr sz="1400" kern="0" spc="-10" dirty="0">
                <a:solidFill>
                  <a:schemeClr val="dk1"/>
                </a:solidFill>
                <a:cs typeface="Microsoft YaHei UI" panose="020B0503020204020204" charset="-122"/>
              </a:rPr>
              <a:t>运</a:t>
            </a:r>
            <a:r>
              <a:rPr sz="1400" kern="0" spc="0" dirty="0">
                <a:solidFill>
                  <a:schemeClr val="dk1"/>
                </a:solidFill>
                <a:cs typeface="Microsoft YaHei UI" panose="020B0503020204020204" charset="-122"/>
              </a:rPr>
              <a:t> 单等，它往往用于描述在某一个时间点上业务系统发生的行为</a:t>
            </a:r>
            <a:endParaRPr lang="en-US" altLang="en-US" sz="1400" kern="0" spc="0" dirty="0">
              <a:solidFill>
                <a:schemeClr val="dk1"/>
              </a:solidFill>
              <a:cs typeface="Microsoft YaHei UI" panose="020B0503020204020204" charset="-122"/>
            </a:endParaRPr>
          </a:p>
        </p:txBody>
      </p:sp>
      <p:sp>
        <p:nvSpPr>
          <p:cNvPr id="4098" name="textbox 4098"/>
          <p:cNvSpPr/>
          <p:nvPr>
            <p:custDataLst>
              <p:tags r:id="rId7"/>
            </p:custDataLst>
          </p:nvPr>
        </p:nvSpPr>
        <p:spPr>
          <a:xfrm>
            <a:off x="940975" y="506698"/>
            <a:ext cx="3074670" cy="321309"/>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行业最佳实践：企业主数据</a:t>
            </a:r>
            <a:endParaRPr lang="en-US" altLang="en-US" sz="2000" b="1" kern="0" spc="0" dirty="0">
              <a:solidFill>
                <a:schemeClr val="dk1"/>
              </a:solidFill>
              <a:cs typeface="微软雅黑" panose="020B0503020204020204" charset="-122"/>
            </a:endParaRPr>
          </a:p>
        </p:txBody>
      </p:sp>
      <p:sp>
        <p:nvSpPr>
          <p:cNvPr id="4102" name="textbox 4102"/>
          <p:cNvSpPr/>
          <p:nvPr>
            <p:custDataLst>
              <p:tags r:id="rId8"/>
            </p:custDataLst>
          </p:nvPr>
        </p:nvSpPr>
        <p:spPr>
          <a:xfrm>
            <a:off x="6060948" y="3653028"/>
            <a:ext cx="3154679" cy="210184"/>
          </a:xfrm>
          <a:prstGeom prst="rect">
            <a:avLst/>
          </a:prstGeom>
          <a:solidFill>
            <a:srgbClr val="DDDDDD"/>
          </a:solidFill>
        </p:spPr>
        <p:txBody>
          <a:bodyPr vert="horz" wrap="square" lIns="0" tIns="0" rIns="0" bIns="0"/>
          <a:lstStyle/>
          <a:p>
            <a:pPr algn="l" rtl="0" eaLnBrk="0">
              <a:lnSpc>
                <a:spcPct val="124000"/>
              </a:lnSpc>
            </a:pPr>
            <a:endParaRPr lang="en-US" altLang="en-US" sz="100" dirty="0">
              <a:solidFill>
                <a:schemeClr val="dk1"/>
              </a:solidFill>
            </a:endParaRPr>
          </a:p>
          <a:p>
            <a:pPr marL="8255" algn="l" rtl="0" eaLnBrk="0">
              <a:lnSpc>
                <a:spcPct val="97000"/>
              </a:lnSpc>
            </a:pPr>
            <a:r>
              <a:rPr sz="1400" b="1" kern="0" spc="0" dirty="0">
                <a:solidFill>
                  <a:schemeClr val="dk1"/>
                </a:solidFill>
                <a:cs typeface="Microsoft YaHei UI" panose="020B0503020204020204" charset="-122"/>
              </a:rPr>
              <a:t>交易活动开展的核心主体</a:t>
            </a:r>
            <a:endParaRPr lang="en-US" altLang="en-US" sz="1400" b="1" kern="0" spc="0" dirty="0">
              <a:solidFill>
                <a:schemeClr val="dk1"/>
              </a:solidFill>
              <a:cs typeface="Microsoft YaHei UI" panose="020B0503020204020204" charset="-122"/>
            </a:endParaRPr>
          </a:p>
        </p:txBody>
      </p:sp>
      <p:sp>
        <p:nvSpPr>
          <p:cNvPr id="4104" name="rect"/>
          <p:cNvSpPr/>
          <p:nvPr/>
        </p:nvSpPr>
        <p:spPr>
          <a:xfrm>
            <a:off x="5982715" y="2974340"/>
            <a:ext cx="3232403" cy="184403"/>
          </a:xfrm>
          <a:prstGeom prst="rect">
            <a:avLst/>
          </a:prstGeom>
          <a:solidFill>
            <a:srgbClr val="DDDDDD">
              <a:alpha val="100000"/>
            </a:srgbClr>
          </a:solidFill>
          <a:ln cap="flat">
            <a:noFill/>
            <a:prstDash val="solid"/>
            <a:miter lim="0"/>
          </a:ln>
        </p:spPr>
        <p:txBody>
          <a:bodyPr rtlCol="0"/>
          <a:lstStyle/>
          <a:p>
            <a:pPr algn="ctr"/>
            <a:endParaRPr lang="zh-CN" altLang="en-US"/>
          </a:p>
        </p:txBody>
      </p:sp>
      <p:sp>
        <p:nvSpPr>
          <p:cNvPr id="4106" name="rect"/>
          <p:cNvSpPr/>
          <p:nvPr/>
        </p:nvSpPr>
        <p:spPr>
          <a:xfrm>
            <a:off x="5957315" y="2948940"/>
            <a:ext cx="3232403" cy="184403"/>
          </a:xfrm>
          <a:prstGeom prst="rect">
            <a:avLst/>
          </a:prstGeom>
          <a:solidFill>
            <a:srgbClr val="DDDDDD">
              <a:alpha val="100000"/>
            </a:srgbClr>
          </a:solidFill>
          <a:ln cap="flat">
            <a:noFill/>
            <a:prstDash val="solid"/>
            <a:miter lim="0"/>
          </a:ln>
        </p:spPr>
        <p:txBody>
          <a:bodyPr rtlCol="0"/>
          <a:lstStyle/>
          <a:p>
            <a:pPr algn="ctr"/>
            <a:endParaRPr lang="zh-CN" altLang="en-US"/>
          </a:p>
        </p:txBody>
      </p:sp>
      <p:sp>
        <p:nvSpPr>
          <p:cNvPr id="4108" name="textbox 4108"/>
          <p:cNvSpPr/>
          <p:nvPr>
            <p:custDataLst>
              <p:tags r:id="rId9"/>
            </p:custDataLst>
          </p:nvPr>
        </p:nvSpPr>
        <p:spPr>
          <a:xfrm>
            <a:off x="6007105" y="2986271"/>
            <a:ext cx="3406775" cy="233045"/>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7000"/>
              </a:lnSpc>
            </a:pPr>
            <a:r>
              <a:rPr sz="1400" b="1" kern="0" spc="0" dirty="0">
                <a:solidFill>
                  <a:schemeClr val="dk1"/>
                </a:solidFill>
                <a:cs typeface="Microsoft YaHei UI" panose="020B0503020204020204" charset="-122"/>
              </a:rPr>
              <a:t>独立反映客观的真实存在，不依赖其他数据</a:t>
            </a:r>
            <a:endParaRPr lang="en-US" altLang="en-US" sz="1400" b="1" kern="0" spc="0" dirty="0">
              <a:solidFill>
                <a:schemeClr val="dk1"/>
              </a:solidFill>
              <a:cs typeface="Microsoft YaHei UI" panose="020B0503020204020204" charset="-122"/>
            </a:endParaRPr>
          </a:p>
        </p:txBody>
      </p:sp>
      <p:sp>
        <p:nvSpPr>
          <p:cNvPr id="4110" name="rect"/>
          <p:cNvSpPr/>
          <p:nvPr/>
        </p:nvSpPr>
        <p:spPr>
          <a:xfrm>
            <a:off x="6086348" y="4484623"/>
            <a:ext cx="3128771" cy="185928"/>
          </a:xfrm>
          <a:prstGeom prst="rect">
            <a:avLst/>
          </a:prstGeom>
          <a:solidFill>
            <a:srgbClr val="DDDDDD">
              <a:alpha val="100000"/>
            </a:srgbClr>
          </a:solidFill>
          <a:ln cap="flat">
            <a:noFill/>
            <a:prstDash val="solid"/>
            <a:miter lim="0"/>
          </a:ln>
        </p:spPr>
        <p:txBody>
          <a:bodyPr rtlCol="0"/>
          <a:lstStyle/>
          <a:p>
            <a:pPr algn="ctr"/>
            <a:endParaRPr lang="zh-CN" altLang="en-US"/>
          </a:p>
        </p:txBody>
      </p:sp>
      <p:sp>
        <p:nvSpPr>
          <p:cNvPr id="4112" name="rect"/>
          <p:cNvSpPr/>
          <p:nvPr/>
        </p:nvSpPr>
        <p:spPr>
          <a:xfrm>
            <a:off x="6060948" y="4459223"/>
            <a:ext cx="3128771" cy="185928"/>
          </a:xfrm>
          <a:prstGeom prst="rect">
            <a:avLst/>
          </a:prstGeom>
          <a:solidFill>
            <a:srgbClr val="DDDDDD">
              <a:alpha val="100000"/>
            </a:srgbClr>
          </a:solidFill>
          <a:ln cap="flat">
            <a:noFill/>
            <a:prstDash val="solid"/>
            <a:miter lim="0"/>
          </a:ln>
        </p:spPr>
        <p:txBody>
          <a:bodyPr rtlCol="0"/>
          <a:lstStyle/>
          <a:p>
            <a:pPr algn="ctr"/>
            <a:endParaRPr lang="zh-CN" altLang="en-US"/>
          </a:p>
        </p:txBody>
      </p:sp>
      <p:sp>
        <p:nvSpPr>
          <p:cNvPr id="4114" name="textbox 4114"/>
          <p:cNvSpPr/>
          <p:nvPr>
            <p:custDataLst>
              <p:tags r:id="rId10"/>
            </p:custDataLst>
          </p:nvPr>
        </p:nvSpPr>
        <p:spPr>
          <a:xfrm>
            <a:off x="6019194" y="4457186"/>
            <a:ext cx="3208654" cy="233045"/>
          </a:xfrm>
          <a:prstGeom prst="rect">
            <a:avLst/>
          </a:prstGeom>
        </p:spPr>
        <p:txBody>
          <a:bodyPr vert="horz" wrap="square" lIns="0" tIns="0" rIns="0" bIns="0">
            <a:normAutofit/>
          </a:bodyPr>
          <a:lstStyle/>
          <a:p>
            <a:pPr algn="l" rtl="0" eaLnBrk="0">
              <a:lnSpc>
                <a:spcPct val="87000"/>
              </a:lnSpc>
            </a:pPr>
            <a:endParaRPr lang="en-US" altLang="en-US" sz="100" dirty="0">
              <a:solidFill>
                <a:schemeClr val="dk1"/>
              </a:solidFill>
            </a:endParaRPr>
          </a:p>
          <a:p>
            <a:pPr marL="12700" algn="l" rtl="0" eaLnBrk="0">
              <a:lnSpc>
                <a:spcPct val="97000"/>
              </a:lnSpc>
            </a:pPr>
            <a:r>
              <a:rPr sz="1400" b="1" kern="0" spc="0" dirty="0">
                <a:solidFill>
                  <a:schemeClr val="dk1"/>
                </a:solidFill>
                <a:cs typeface="Microsoft YaHei UI" panose="020B0503020204020204" charset="-122"/>
              </a:rPr>
              <a:t>数据相对静态，总量小、数据增长缓慢   </a:t>
            </a:r>
            <a:endParaRPr lang="en-US" altLang="en-US" sz="1400" b="1" kern="0" spc="0" dirty="0">
              <a:solidFill>
                <a:schemeClr val="dk1"/>
              </a:solidFill>
              <a:cs typeface="Microsoft YaHei UI" panose="020B0503020204020204" charset="-122"/>
            </a:endParaRPr>
          </a:p>
        </p:txBody>
      </p:sp>
      <p:sp>
        <p:nvSpPr>
          <p:cNvPr id="4116" name="rect"/>
          <p:cNvSpPr/>
          <p:nvPr/>
        </p:nvSpPr>
        <p:spPr>
          <a:xfrm>
            <a:off x="6086348" y="5213095"/>
            <a:ext cx="3128771" cy="184404"/>
          </a:xfrm>
          <a:prstGeom prst="rect">
            <a:avLst/>
          </a:prstGeom>
          <a:solidFill>
            <a:srgbClr val="DDDDDD">
              <a:alpha val="100000"/>
            </a:srgbClr>
          </a:solidFill>
          <a:ln cap="flat">
            <a:noFill/>
            <a:prstDash val="solid"/>
            <a:miter lim="0"/>
          </a:ln>
        </p:spPr>
        <p:txBody>
          <a:bodyPr rtlCol="0"/>
          <a:lstStyle/>
          <a:p>
            <a:pPr algn="ctr"/>
            <a:endParaRPr lang="zh-CN" altLang="en-US"/>
          </a:p>
        </p:txBody>
      </p:sp>
      <p:sp>
        <p:nvSpPr>
          <p:cNvPr id="4118" name="rect"/>
          <p:cNvSpPr/>
          <p:nvPr/>
        </p:nvSpPr>
        <p:spPr>
          <a:xfrm>
            <a:off x="6060948" y="5187695"/>
            <a:ext cx="3128771" cy="184404"/>
          </a:xfrm>
          <a:prstGeom prst="rect">
            <a:avLst/>
          </a:prstGeom>
          <a:solidFill>
            <a:srgbClr val="DDDDDD">
              <a:alpha val="100000"/>
            </a:srgbClr>
          </a:solidFill>
          <a:ln cap="flat">
            <a:noFill/>
            <a:prstDash val="solid"/>
            <a:miter lim="0"/>
          </a:ln>
        </p:spPr>
        <p:txBody>
          <a:bodyPr rtlCol="0"/>
          <a:lstStyle/>
          <a:p>
            <a:pPr algn="ctr"/>
            <a:endParaRPr lang="zh-CN" altLang="en-US"/>
          </a:p>
        </p:txBody>
      </p:sp>
      <p:sp>
        <p:nvSpPr>
          <p:cNvPr id="4120" name="textbox 4120"/>
          <p:cNvSpPr/>
          <p:nvPr>
            <p:custDataLst>
              <p:tags r:id="rId11"/>
            </p:custDataLst>
          </p:nvPr>
        </p:nvSpPr>
        <p:spPr>
          <a:xfrm>
            <a:off x="6019196" y="5173472"/>
            <a:ext cx="3136900" cy="233045"/>
          </a:xfrm>
          <a:prstGeom prst="rect">
            <a:avLst/>
          </a:prstGeom>
        </p:spPr>
        <p:txBody>
          <a:bodyPr vert="horz" wrap="square" lIns="0" tIns="0" rIns="0" bIns="0">
            <a:normAutofit/>
          </a:bodyPr>
          <a:lstStyle/>
          <a:p>
            <a:pPr algn="l" rtl="0" eaLnBrk="0">
              <a:lnSpc>
                <a:spcPct val="86000"/>
              </a:lnSpc>
            </a:pPr>
            <a:endParaRPr lang="en-US" altLang="en-US" sz="100" dirty="0">
              <a:solidFill>
                <a:schemeClr val="dk1"/>
              </a:solidFill>
            </a:endParaRPr>
          </a:p>
          <a:p>
            <a:pPr marL="12700" algn="l" rtl="0" eaLnBrk="0">
              <a:lnSpc>
                <a:spcPct val="97000"/>
              </a:lnSpc>
            </a:pPr>
            <a:r>
              <a:rPr sz="1400" b="1" kern="0" spc="0" dirty="0">
                <a:solidFill>
                  <a:schemeClr val="dk1"/>
                </a:solidFill>
                <a:cs typeface="Microsoft YaHei UI" panose="020B0503020204020204" charset="-122"/>
              </a:rPr>
              <a:t>数据共享性强，连接多个业务/管理过程</a:t>
            </a:r>
            <a:endParaRPr lang="en-US" altLang="en-US" sz="1400" b="1" kern="0" spc="0" dirty="0">
              <a:solidFill>
                <a:schemeClr val="dk1"/>
              </a:solidFill>
              <a:cs typeface="Microsoft YaHei UI" panose="020B0503020204020204" charset="-122"/>
            </a:endParaRPr>
          </a:p>
        </p:txBody>
      </p:sp>
      <p:sp>
        <p:nvSpPr>
          <p:cNvPr id="4122" name="textbox 4122"/>
          <p:cNvSpPr/>
          <p:nvPr>
            <p:custDataLst>
              <p:tags r:id="rId12"/>
            </p:custDataLst>
          </p:nvPr>
        </p:nvSpPr>
        <p:spPr>
          <a:xfrm>
            <a:off x="5594698" y="1897487"/>
            <a:ext cx="1417319" cy="350520"/>
          </a:xfrm>
          <a:prstGeom prst="rect">
            <a:avLst/>
          </a:prstGeom>
        </p:spPr>
        <p:txBody>
          <a:bodyPr vert="horz" wrap="square" lIns="0" tIns="0" rIns="0" bIns="0">
            <a:normAutofit/>
          </a:bodyPr>
          <a:lstStyle/>
          <a:p>
            <a:pPr algn="l" rtl="0" eaLnBrk="0">
              <a:lnSpc>
                <a:spcPct val="83000"/>
              </a:lnSpc>
            </a:pPr>
            <a:endParaRPr lang="en-US" altLang="en-US" sz="100" dirty="0">
              <a:solidFill>
                <a:schemeClr val="tx1"/>
              </a:solidFill>
            </a:endParaRPr>
          </a:p>
          <a:p>
            <a:pPr marL="12700" algn="l" rtl="0" eaLnBrk="0">
              <a:lnSpc>
                <a:spcPts val="2555"/>
              </a:lnSpc>
            </a:pPr>
            <a:r>
              <a:rPr sz="2100" b="1" kern="0" spc="80" dirty="0">
                <a:solidFill>
                  <a:schemeClr val="tx1"/>
                </a:solidFill>
                <a:cs typeface="Microsoft YaHei UI" panose="020B0503020204020204" charset="-122"/>
              </a:rPr>
              <a:t>企业主数据</a:t>
            </a:r>
            <a:endParaRPr lang="en-US" altLang="en-US" sz="2100" b="1" kern="0" spc="80" dirty="0">
              <a:solidFill>
                <a:schemeClr val="tx1"/>
              </a:solidFill>
              <a:cs typeface="Microsoft YaHei UI" panose="020B0503020204020204" charset="-122"/>
            </a:endParaRPr>
          </a:p>
        </p:txBody>
      </p:sp>
      <p:sp>
        <p:nvSpPr>
          <p:cNvPr id="4124" name="textbox 4124"/>
          <p:cNvSpPr/>
          <p:nvPr>
            <p:custDataLst>
              <p:tags r:id="rId13"/>
            </p:custDataLst>
          </p:nvPr>
        </p:nvSpPr>
        <p:spPr>
          <a:xfrm>
            <a:off x="3765898" y="1075162"/>
            <a:ext cx="1137285" cy="350520"/>
          </a:xfrm>
          <a:prstGeom prst="rect">
            <a:avLst/>
          </a:prstGeom>
        </p:spPr>
        <p:txBody>
          <a:bodyPr vert="horz" wrap="square" lIns="0" tIns="0" rIns="0" bIns="0">
            <a:normAutofit/>
          </a:bodyPr>
          <a:lstStyle/>
          <a:p>
            <a:pPr algn="l" rtl="0" eaLnBrk="0">
              <a:lnSpc>
                <a:spcPct val="83000"/>
              </a:lnSpc>
            </a:pPr>
            <a:endParaRPr lang="en-US" altLang="en-US" sz="100" dirty="0">
              <a:solidFill>
                <a:schemeClr val="tx1"/>
              </a:solidFill>
            </a:endParaRPr>
          </a:p>
          <a:p>
            <a:pPr marL="12700" algn="l" rtl="0" eaLnBrk="0">
              <a:lnSpc>
                <a:spcPts val="2555"/>
              </a:lnSpc>
            </a:pPr>
            <a:r>
              <a:rPr sz="2100" b="1" kern="0" spc="80" dirty="0">
                <a:solidFill>
                  <a:schemeClr val="tx1"/>
                </a:solidFill>
                <a:cs typeface="Microsoft YaHei UI" panose="020B0503020204020204" charset="-122"/>
              </a:rPr>
              <a:t>交易数据</a:t>
            </a:r>
            <a:endParaRPr lang="en-US" altLang="en-US" sz="2100" b="1" kern="0" spc="80" dirty="0">
              <a:solidFill>
                <a:schemeClr val="tx1"/>
              </a:solidFill>
              <a:cs typeface="Microsoft YaHei UI" panose="020B0503020204020204" charset="-122"/>
            </a:endParaRPr>
          </a:p>
        </p:txBody>
      </p:sp>
      <p:sp>
        <p:nvSpPr>
          <p:cNvPr id="4126" name="path"/>
          <p:cNvSpPr/>
          <p:nvPr/>
        </p:nvSpPr>
        <p:spPr>
          <a:xfrm>
            <a:off x="2722593" y="1240770"/>
            <a:ext cx="478727" cy="648882"/>
          </a:xfrm>
          <a:custGeom>
            <a:avLst/>
            <a:gdLst/>
            <a:ahLst/>
            <a:cxnLst/>
            <a:rect l="0" t="0" r="0" b="0"/>
            <a:pathLst>
              <a:path w="753" h="1021">
                <a:moveTo>
                  <a:pt x="6" y="1017"/>
                </a:moveTo>
                <a:lnTo>
                  <a:pt x="747" y="4"/>
                </a:lnTo>
              </a:path>
            </a:pathLst>
          </a:custGeom>
          <a:noFill/>
          <a:ln w="9525" cap="flat">
            <a:solidFill>
              <a:srgbClr val="FFC000">
                <a:alpha val="100000"/>
              </a:srgbClr>
            </a:solidFill>
            <a:prstDash val="solid"/>
            <a:round/>
          </a:ln>
        </p:spPr>
        <p:txBody>
          <a:bodyPr rtlCol="0"/>
          <a:lstStyle/>
          <a:p>
            <a:pPr algn="ctr"/>
            <a:endParaRPr lang="zh-CN" altLang="en-US"/>
          </a:p>
        </p:txBody>
      </p:sp>
      <p:sp>
        <p:nvSpPr>
          <p:cNvPr id="4128" name="rect"/>
          <p:cNvSpPr/>
          <p:nvPr/>
        </p:nvSpPr>
        <p:spPr>
          <a:xfrm>
            <a:off x="3197351" y="1238821"/>
            <a:ext cx="504062" cy="9525"/>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130" name="rect"/>
          <p:cNvSpPr/>
          <p:nvPr/>
        </p:nvSpPr>
        <p:spPr>
          <a:xfrm>
            <a:off x="5030723" y="2026729"/>
            <a:ext cx="503935" cy="9525"/>
          </a:xfrm>
          <a:prstGeom prst="rect">
            <a:avLst/>
          </a:prstGeom>
          <a:solidFill>
            <a:schemeClr val="accent1">
              <a:alpha val="100000"/>
            </a:schemeClr>
          </a:solidFill>
          <a:ln cap="flat">
            <a:noFill/>
            <a:prstDash val="solid"/>
            <a:miter lim="0"/>
          </a:ln>
        </p:spPr>
        <p:txBody>
          <a:bodyPr rtlCol="0"/>
          <a:lstStyle/>
          <a:p>
            <a:pPr algn="ctr"/>
            <a:endParaRPr lang="zh-CN" altLang="en-US"/>
          </a:p>
        </p:txBody>
      </p:sp>
    </p:spTree>
    <p:custDataLst>
      <p:tags r:id="rId14"/>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32" name="table 4132"/>
          <p:cNvGraphicFramePr>
            <a:graphicFrameLocks noGrp="1"/>
          </p:cNvGraphicFramePr>
          <p:nvPr>
            <p:custDataLst>
              <p:tags r:id="rId1"/>
            </p:custDataLst>
          </p:nvPr>
        </p:nvGraphicFramePr>
        <p:xfrm>
          <a:off x="3003613" y="4792789"/>
          <a:ext cx="6760844" cy="1248410"/>
        </p:xfrm>
        <a:graphic>
          <a:graphicData uri="http://schemas.openxmlformats.org/drawingml/2006/table">
            <a:tbl>
              <a:tblPr>
                <a:solidFill>
                  <a:srgbClr val="EDEDED"/>
                </a:solidFill>
              </a:tblPr>
              <a:tblGrid>
                <a:gridCol w="6760844"/>
              </a:tblGrid>
              <a:tr h="1238885">
                <a:tc>
                  <a:txBody>
                    <a:bodyPr/>
                    <a:lstStyle/>
                    <a:p>
                      <a:pPr algn="l" rtl="0" eaLnBrk="0">
                        <a:lnSpc>
                          <a:spcPct val="110000"/>
                        </a:lnSpc>
                      </a:pPr>
                      <a:endParaRPr lang="en-US" altLang="en-US" sz="1000" dirty="0"/>
                    </a:p>
                    <a:p>
                      <a:pPr marL="170180" algn="l" rtl="0" eaLnBrk="0">
                        <a:lnSpc>
                          <a:spcPct val="97000"/>
                        </a:lnSpc>
                        <a:spcBef>
                          <a:spcPts val="0"/>
                        </a:spcBef>
                      </a:pPr>
                      <a:r>
                        <a:rPr sz="1200" kern="0" spc="-60" dirty="0">
                          <a:solidFill>
                            <a:srgbClr val="7F7F7F">
                              <a:alpha val="100000"/>
                            </a:srgbClr>
                          </a:solidFill>
                          <a:cs typeface="Wingdings" panose="05000000000000000000"/>
                        </a:rPr>
                        <a:t>.</a:t>
                      </a:r>
                      <a:r>
                        <a:rPr sz="1200" kern="0" spc="-300" dirty="0">
                          <a:solidFill>
                            <a:srgbClr val="7F7F7F">
                              <a:alpha val="100000"/>
                            </a:srgbClr>
                          </a:solidFill>
                          <a:cs typeface="Wingdings" panose="05000000000000000000"/>
                        </a:rPr>
                        <a:t> </a:t>
                      </a:r>
                      <a:r>
                        <a:rPr sz="1200" kern="0" spc="-60" dirty="0">
                          <a:solidFill>
                            <a:srgbClr val="000000">
                              <a:alpha val="100000"/>
                            </a:srgbClr>
                          </a:solidFill>
                          <a:cs typeface="微软雅黑" panose="020B0503020204020204" charset="-122"/>
                        </a:rPr>
                        <a:t>“希望杨总每天能看到实时的反应公司业务量，成本，收入。不靠任何人为的取数。  ”</a:t>
                      </a:r>
                      <a:endParaRPr lang="en-US" altLang="en-US" sz="1200" dirty="0"/>
                    </a:p>
                    <a:p>
                      <a:pPr marL="170180" algn="l" rtl="0" eaLnBrk="0">
                        <a:lnSpc>
                          <a:spcPct val="97000"/>
                        </a:lnSpc>
                        <a:spcBef>
                          <a:spcPts val="650"/>
                        </a:spcBef>
                      </a:pPr>
                      <a:r>
                        <a:rPr sz="1200" kern="0" spc="-80" dirty="0">
                          <a:solidFill>
                            <a:srgbClr val="7F7F7F">
                              <a:alpha val="100000"/>
                            </a:srgbClr>
                          </a:solidFill>
                          <a:cs typeface="Wingdings" panose="05000000000000000000"/>
                        </a:rPr>
                        <a:t>.</a:t>
                      </a:r>
                      <a:r>
                        <a:rPr sz="1200" kern="0" spc="-830" dirty="0">
                          <a:solidFill>
                            <a:srgbClr val="7F7F7F">
                              <a:alpha val="100000"/>
                            </a:srgbClr>
                          </a:solidFill>
                          <a:cs typeface="Wingdings" panose="05000000000000000000"/>
                        </a:rPr>
                        <a:t> </a:t>
                      </a:r>
                      <a:r>
                        <a:rPr sz="1200" kern="0" spc="-80" dirty="0">
                          <a:solidFill>
                            <a:srgbClr val="000000">
                              <a:alpha val="100000"/>
                            </a:srgbClr>
                          </a:solidFill>
                          <a:cs typeface="微软雅黑" panose="020B0503020204020204" charset="-122"/>
                        </a:rPr>
                        <a:t>“对业务量的预测，前瞻</a:t>
                      </a:r>
                      <a:r>
                        <a:rPr sz="1200" kern="0" spc="-90" dirty="0">
                          <a:solidFill>
                            <a:srgbClr val="000000">
                              <a:alpha val="100000"/>
                            </a:srgbClr>
                          </a:solidFill>
                          <a:cs typeface="微软雅黑" panose="020B0503020204020204" charset="-122"/>
                        </a:rPr>
                        <a:t>性的资源配置，最优组合。</a:t>
                      </a:r>
                      <a:r>
                        <a:rPr sz="1200" kern="0" spc="100" dirty="0">
                          <a:solidFill>
                            <a:srgbClr val="000000">
                              <a:alpha val="100000"/>
                            </a:srgbClr>
                          </a:solidFill>
                          <a:cs typeface="微软雅黑" panose="020B0503020204020204" charset="-122"/>
                        </a:rPr>
                        <a:t>  </a:t>
                      </a:r>
                      <a:r>
                        <a:rPr sz="1200" kern="0" spc="-90" dirty="0">
                          <a:solidFill>
                            <a:srgbClr val="000000">
                              <a:alpha val="100000"/>
                            </a:srgbClr>
                          </a:solidFill>
                          <a:cs typeface="微软雅黑" panose="020B0503020204020204" charset="-122"/>
                        </a:rPr>
                        <a:t>”</a:t>
                      </a:r>
                      <a:endParaRPr lang="en-US" altLang="en-US" sz="1200" dirty="0"/>
                    </a:p>
                    <a:p>
                      <a:pPr marL="170180" algn="l" rtl="0" eaLnBrk="0">
                        <a:lnSpc>
                          <a:spcPct val="97000"/>
                        </a:lnSpc>
                        <a:spcBef>
                          <a:spcPts val="645"/>
                        </a:spcBef>
                      </a:pPr>
                      <a:r>
                        <a:rPr sz="1200" kern="0" spc="-60" dirty="0">
                          <a:solidFill>
                            <a:srgbClr val="7F7F7F">
                              <a:alpha val="100000"/>
                            </a:srgbClr>
                          </a:solidFill>
                          <a:cs typeface="Wingdings" panose="05000000000000000000"/>
                        </a:rPr>
                        <a:t>.</a:t>
                      </a:r>
                      <a:r>
                        <a:rPr sz="1200" kern="0" spc="-830" dirty="0">
                          <a:solidFill>
                            <a:srgbClr val="7F7F7F">
                              <a:alpha val="100000"/>
                            </a:srgbClr>
                          </a:solidFill>
                          <a:cs typeface="Wingdings" panose="05000000000000000000"/>
                        </a:rPr>
                        <a:t> </a:t>
                      </a:r>
                      <a:r>
                        <a:rPr sz="1200" kern="0" spc="-60" dirty="0">
                          <a:solidFill>
                            <a:srgbClr val="000000">
                              <a:alpha val="100000"/>
                            </a:srgbClr>
                          </a:solidFill>
                          <a:cs typeface="微软雅黑" panose="020B0503020204020204" charset="-122"/>
                        </a:rPr>
                        <a:t>“</a:t>
                      </a:r>
                      <a:r>
                        <a:rPr sz="1200" kern="0" spc="-240" dirty="0">
                          <a:solidFill>
                            <a:srgbClr val="000000">
                              <a:alpha val="100000"/>
                            </a:srgbClr>
                          </a:solidFill>
                          <a:cs typeface="微软雅黑" panose="020B0503020204020204" charset="-122"/>
                        </a:rPr>
                        <a:t> </a:t>
                      </a:r>
                      <a:r>
                        <a:rPr sz="1200" kern="0" spc="-60" dirty="0">
                          <a:solidFill>
                            <a:srgbClr val="000000">
                              <a:alpha val="100000"/>
                            </a:srgbClr>
                          </a:solidFill>
                          <a:cs typeface="微软雅黑" panose="020B0503020204020204" charset="-122"/>
                        </a:rPr>
                        <a:t>I要系统化、流程化，</a:t>
                      </a:r>
                      <a:r>
                        <a:rPr sz="1200" kern="0" spc="70" dirty="0">
                          <a:solidFill>
                            <a:srgbClr val="000000">
                              <a:alpha val="100000"/>
                            </a:srgbClr>
                          </a:solidFill>
                          <a:cs typeface="微软雅黑" panose="020B0503020204020204" charset="-122"/>
                        </a:rPr>
                        <a:t>  </a:t>
                      </a:r>
                      <a:r>
                        <a:rPr sz="1200" kern="0" spc="-60" dirty="0">
                          <a:solidFill>
                            <a:srgbClr val="FF0000">
                              <a:alpha val="100000"/>
                            </a:srgbClr>
                          </a:solidFill>
                          <a:cs typeface="微软雅黑" panose="020B0503020204020204" charset="-122"/>
                        </a:rPr>
                        <a:t>形成倒逼</a:t>
                      </a:r>
                      <a:r>
                        <a:rPr sz="1200" kern="0" spc="-70" dirty="0">
                          <a:solidFill>
                            <a:srgbClr val="FF0000">
                              <a:alpha val="100000"/>
                            </a:srgbClr>
                          </a:solidFill>
                          <a:cs typeface="微软雅黑" panose="020B0503020204020204" charset="-122"/>
                        </a:rPr>
                        <a:t>问题</a:t>
                      </a:r>
                      <a:r>
                        <a:rPr sz="1200" kern="0" spc="-70" dirty="0">
                          <a:solidFill>
                            <a:srgbClr val="000000">
                              <a:alpha val="100000"/>
                            </a:srgbClr>
                          </a:solidFill>
                          <a:cs typeface="微软雅黑" panose="020B0503020204020204" charset="-122"/>
                        </a:rPr>
                        <a:t>，找到解决问题工具，必须技术前置</a:t>
                      </a:r>
                      <a:r>
                        <a:rPr sz="1200" kern="0" spc="-260" dirty="0">
                          <a:solidFill>
                            <a:srgbClr val="000000">
                              <a:alpha val="100000"/>
                            </a:srgbClr>
                          </a:solidFill>
                          <a:cs typeface="微软雅黑" panose="020B0503020204020204" charset="-122"/>
                        </a:rPr>
                        <a:t> </a:t>
                      </a:r>
                      <a:r>
                        <a:rPr sz="1200" kern="0" spc="-70" dirty="0">
                          <a:solidFill>
                            <a:srgbClr val="000000">
                              <a:alpha val="100000"/>
                            </a:srgbClr>
                          </a:solidFill>
                          <a:cs typeface="微软雅黑" panose="020B0503020204020204" charset="-122"/>
                        </a:rPr>
                        <a:t>”</a:t>
                      </a:r>
                      <a:endParaRPr lang="en-US" altLang="en-US" sz="1200" dirty="0"/>
                    </a:p>
                    <a:p>
                      <a:pPr algn="l" rtl="0" eaLnBrk="0">
                        <a:lnSpc>
                          <a:spcPct val="106000"/>
                        </a:lnSpc>
                      </a:pPr>
                      <a:endParaRPr lang="en-US" altLang="en-US" sz="500" dirty="0"/>
                    </a:p>
                    <a:p>
                      <a:pPr marL="170180" algn="l" rtl="0" eaLnBrk="0">
                        <a:lnSpc>
                          <a:spcPct val="97000"/>
                        </a:lnSpc>
                        <a:spcBef>
                          <a:spcPts val="0"/>
                        </a:spcBef>
                      </a:pPr>
                      <a:r>
                        <a:rPr sz="1200" kern="0" spc="-60" dirty="0">
                          <a:solidFill>
                            <a:srgbClr val="7F7F7F">
                              <a:alpha val="100000"/>
                            </a:srgbClr>
                          </a:solidFill>
                          <a:cs typeface="Wingdings" panose="05000000000000000000"/>
                        </a:rPr>
                        <a:t>.</a:t>
                      </a:r>
                      <a:r>
                        <a:rPr sz="1200" kern="0" spc="-830" dirty="0">
                          <a:solidFill>
                            <a:srgbClr val="7F7F7F">
                              <a:alpha val="100000"/>
                            </a:srgbClr>
                          </a:solidFill>
                          <a:cs typeface="Wingdings" panose="05000000000000000000"/>
                        </a:rPr>
                        <a:t> </a:t>
                      </a:r>
                      <a:r>
                        <a:rPr sz="1200" kern="0" spc="-60" dirty="0">
                          <a:solidFill>
                            <a:srgbClr val="000000">
                              <a:alpha val="100000"/>
                            </a:srgbClr>
                          </a:solidFill>
                          <a:cs typeface="微软雅黑" panose="020B0503020204020204" charset="-122"/>
                        </a:rPr>
                        <a:t>“数据是最难的，不是只解决现在的问</a:t>
                      </a:r>
                      <a:r>
                        <a:rPr sz="1200" kern="0" spc="-70" dirty="0">
                          <a:solidFill>
                            <a:srgbClr val="000000">
                              <a:alpha val="100000"/>
                            </a:srgbClr>
                          </a:solidFill>
                          <a:cs typeface="微软雅黑" panose="020B0503020204020204" charset="-122"/>
                        </a:rPr>
                        <a:t>题，还要规划将来如何用数据。</a:t>
                      </a:r>
                      <a:r>
                        <a:rPr sz="1200" kern="0" spc="100" dirty="0">
                          <a:solidFill>
                            <a:srgbClr val="000000">
                              <a:alpha val="100000"/>
                            </a:srgbClr>
                          </a:solidFill>
                          <a:cs typeface="微软雅黑" panose="020B0503020204020204" charset="-122"/>
                        </a:rPr>
                        <a:t>  </a:t>
                      </a:r>
                      <a:r>
                        <a:rPr sz="1200" kern="0" spc="-70" dirty="0">
                          <a:solidFill>
                            <a:srgbClr val="000000">
                              <a:alpha val="100000"/>
                            </a:srgbClr>
                          </a:solidFill>
                          <a:cs typeface="微软雅黑" panose="020B0503020204020204" charset="-122"/>
                        </a:rPr>
                        <a:t>”</a:t>
                      </a:r>
                      <a:endParaRPr lang="en-US" altLang="en-US" sz="1200" dirty="0"/>
                    </a:p>
                  </a:txBody>
                  <a:tcPr marL="0" marR="0" marT="0" marB="0" vert="horz">
                    <a:lnL w="9525" cap="flat" cmpd="sng" algn="ctr">
                      <a:solidFill>
                        <a:srgbClr val="D6DCE5"/>
                      </a:solidFill>
                      <a:prstDash val="solid"/>
                      <a:round/>
                      <a:headEnd type="none" w="med" len="med"/>
                      <a:tailEnd type="none" w="med" len="med"/>
                    </a:lnL>
                    <a:lnR w="9525" cap="flat" cmpd="sng" algn="ctr">
                      <a:solidFill>
                        <a:srgbClr val="D6DCE5"/>
                      </a:solidFill>
                      <a:prstDash val="solid"/>
                      <a:round/>
                      <a:headEnd type="none" w="med" len="med"/>
                      <a:tailEnd type="none" w="med" len="med"/>
                    </a:lnR>
                    <a:lnT w="9525" cap="flat" cmpd="sng" algn="ctr">
                      <a:solidFill>
                        <a:srgbClr val="D6DCE5"/>
                      </a:solidFill>
                      <a:prstDash val="solid"/>
                      <a:round/>
                      <a:headEnd type="none" w="med" len="med"/>
                      <a:tailEnd type="none" w="med" len="med"/>
                    </a:lnT>
                    <a:lnB w="9525" cap="flat" cmpd="sng" algn="ctr">
                      <a:solidFill>
                        <a:srgbClr val="D6DCE5"/>
                      </a:solidFill>
                      <a:prstDash val="solid"/>
                      <a:round/>
                      <a:headEnd type="none" w="med" len="med"/>
                      <a:tailEnd type="none" w="med" len="med"/>
                    </a:lnB>
                    <a:solidFill>
                      <a:srgbClr val="EDEDED"/>
                    </a:solidFill>
                  </a:tcPr>
                </a:tc>
              </a:tr>
            </a:tbl>
          </a:graphicData>
        </a:graphic>
      </p:graphicFrame>
      <p:graphicFrame>
        <p:nvGraphicFramePr>
          <p:cNvPr id="4134" name="table 4134"/>
          <p:cNvGraphicFramePr>
            <a:graphicFrameLocks noGrp="1"/>
          </p:cNvGraphicFramePr>
          <p:nvPr>
            <p:custDataLst>
              <p:tags r:id="rId2"/>
            </p:custDataLst>
          </p:nvPr>
        </p:nvGraphicFramePr>
        <p:xfrm>
          <a:off x="2109025" y="1223581"/>
          <a:ext cx="2503804" cy="3150235"/>
        </p:xfrm>
        <a:graphic>
          <a:graphicData uri="http://schemas.openxmlformats.org/drawingml/2006/table">
            <a:tbl>
              <a:tblPr/>
              <a:tblGrid>
                <a:gridCol w="2503804"/>
              </a:tblGrid>
              <a:tr h="238125">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28000"/>
                        </a:lnSpc>
                      </a:pPr>
                      <a:endParaRPr lang="en-US" altLang="en-US" sz="1000" dirty="0"/>
                    </a:p>
                    <a:p>
                      <a:pPr algn="l" rtl="0" eaLnBrk="0">
                        <a:lnSpc>
                          <a:spcPct val="128000"/>
                        </a:lnSpc>
                      </a:pPr>
                      <a:endParaRPr lang="en-US" altLang="en-US" sz="1000" dirty="0"/>
                    </a:p>
                    <a:p>
                      <a:pPr algn="l" rtl="0" eaLnBrk="0">
                        <a:lnSpc>
                          <a:spcPct val="8000"/>
                        </a:lnSpc>
                      </a:pPr>
                      <a:endParaRPr lang="en-US" altLang="en-US" sz="100" dirty="0"/>
                    </a:p>
                    <a:p>
                      <a:pPr marL="227965" indent="-106680" algn="l" rtl="0" eaLnBrk="0">
                        <a:lnSpc>
                          <a:spcPct val="99000"/>
                        </a:lnSpc>
                      </a:pPr>
                      <a:r>
                        <a:rPr sz="1200" kern="0" spc="-110" dirty="0">
                          <a:solidFill>
                            <a:srgbClr val="7F7F7F">
                              <a:alpha val="100000"/>
                            </a:srgbClr>
                          </a:solidFill>
                          <a:cs typeface="Wingdings" panose="05000000000000000000"/>
                        </a:rPr>
                        <a:t>.</a:t>
                      </a:r>
                      <a:r>
                        <a:rPr sz="1200" kern="0" spc="-110" dirty="0">
                          <a:solidFill>
                            <a:srgbClr val="000000">
                              <a:alpha val="100000"/>
                            </a:srgbClr>
                          </a:solidFill>
                          <a:cs typeface="微软雅黑" panose="020B0503020204020204" charset="-122"/>
                        </a:rPr>
                        <a:t>数据分析，只有明细类报表为主。</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缺少分析汇总类报表</a:t>
                      </a:r>
                      <a:endParaRPr lang="en-US" altLang="en-US" sz="1200" dirty="0"/>
                    </a:p>
                    <a:p>
                      <a:pPr marL="121285" algn="l" rtl="0" eaLnBrk="0">
                        <a:lnSpc>
                          <a:spcPct val="97000"/>
                        </a:lnSpc>
                        <a:spcBef>
                          <a:spcPts val="635"/>
                        </a:spcBef>
                      </a:pPr>
                      <a:r>
                        <a:rPr sz="1200" kern="0" spc="-80" dirty="0">
                          <a:solidFill>
                            <a:srgbClr val="7F7F7F">
                              <a:alpha val="100000"/>
                            </a:srgbClr>
                          </a:solidFill>
                          <a:cs typeface="Wingdings" panose="05000000000000000000"/>
                        </a:rPr>
                        <a:t>.</a:t>
                      </a:r>
                      <a:r>
                        <a:rPr sz="1200" kern="0" spc="-80" dirty="0">
                          <a:solidFill>
                            <a:srgbClr val="000000">
                              <a:alpha val="100000"/>
                            </a:srgbClr>
                          </a:solidFill>
                          <a:cs typeface="微软雅黑" panose="020B0503020204020204" charset="-122"/>
                        </a:rPr>
                        <a:t>各层级管理数据视图缺失</a:t>
                      </a:r>
                      <a:endParaRPr lang="en-US" altLang="en-US" sz="1200" dirty="0"/>
                    </a:p>
                    <a:p>
                      <a:pPr marL="227965" indent="-106680" algn="l" rtl="0" eaLnBrk="0">
                        <a:lnSpc>
                          <a:spcPct val="99000"/>
                        </a:lnSpc>
                        <a:spcBef>
                          <a:spcPts val="63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管理报表以手工统计为主，浪费    </a:t>
                      </a:r>
                      <a:r>
                        <a:rPr sz="1200" kern="0" spc="-10" dirty="0">
                          <a:solidFill>
                            <a:srgbClr val="000000">
                              <a:alpha val="100000"/>
                            </a:srgbClr>
                          </a:solidFill>
                          <a:cs typeface="微软雅黑" panose="020B0503020204020204" charset="-122"/>
                        </a:rPr>
                        <a:t>大量人力，安全性有问题</a:t>
                      </a:r>
                      <a:endParaRPr lang="en-US" altLang="en-US" sz="1200" dirty="0"/>
                    </a:p>
                    <a:p>
                      <a:pPr marL="227330" indent="-106045" algn="l" rtl="0" eaLnBrk="0">
                        <a:lnSpc>
                          <a:spcPct val="99000"/>
                        </a:lnSpc>
                        <a:spcBef>
                          <a:spcPts val="635"/>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实时预警类应用极少，预测性分    </a:t>
                      </a:r>
                      <a:r>
                        <a:rPr sz="1200" kern="0" spc="-10" dirty="0">
                          <a:solidFill>
                            <a:srgbClr val="000000">
                              <a:alpha val="100000"/>
                            </a:srgbClr>
                          </a:solidFill>
                          <a:cs typeface="微软雅黑" panose="020B0503020204020204" charset="-122"/>
                        </a:rPr>
                        <a:t>析基本没有</a:t>
                      </a:r>
                      <a:endParaRPr lang="en-US" altLang="en-US" sz="1200" dirty="0"/>
                    </a:p>
                    <a:p>
                      <a:pPr algn="l" rtl="0" eaLnBrk="0">
                        <a:lnSpc>
                          <a:spcPct val="106000"/>
                        </a:lnSpc>
                      </a:pPr>
                      <a:endParaRPr lang="en-US" altLang="en-US" sz="500" dirty="0"/>
                    </a:p>
                    <a:p>
                      <a:pPr marL="227965" indent="-106680" algn="l" rtl="0" eaLnBrk="0">
                        <a:lnSpc>
                          <a:spcPct val="99000"/>
                        </a:lnSpc>
                        <a:spcBef>
                          <a:spcPts val="0"/>
                        </a:spcBef>
                      </a:pPr>
                      <a:r>
                        <a:rPr sz="1200" kern="0" spc="-60" dirty="0">
                          <a:solidFill>
                            <a:srgbClr val="7F7F7F">
                              <a:alpha val="100000"/>
                            </a:srgbClr>
                          </a:solidFill>
                          <a:cs typeface="Wingdings" panose="05000000000000000000"/>
                        </a:rPr>
                        <a:t>.</a:t>
                      </a:r>
                      <a:r>
                        <a:rPr sz="1200" kern="0" spc="-60" dirty="0">
                          <a:solidFill>
                            <a:srgbClr val="000000">
                              <a:alpha val="100000"/>
                            </a:srgbClr>
                          </a:solidFill>
                          <a:cs typeface="微软雅黑" panose="020B0503020204020204" charset="-122"/>
                        </a:rPr>
                        <a:t>路由规划，网络规划没有智能化    </a:t>
                      </a:r>
                      <a:r>
                        <a:rPr sz="1200" kern="0" spc="-10" dirty="0">
                          <a:solidFill>
                            <a:srgbClr val="000000">
                              <a:alpha val="100000"/>
                            </a:srgbClr>
                          </a:solidFill>
                          <a:cs typeface="微软雅黑" panose="020B0503020204020204" charset="-122"/>
                        </a:rPr>
                        <a:t>管理</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4136" name="table 4136"/>
          <p:cNvGraphicFramePr>
            <a:graphicFrameLocks noGrp="1"/>
          </p:cNvGraphicFramePr>
          <p:nvPr>
            <p:custDataLst>
              <p:tags r:id="rId3"/>
            </p:custDataLst>
          </p:nvPr>
        </p:nvGraphicFramePr>
        <p:xfrm>
          <a:off x="4913185" y="1225105"/>
          <a:ext cx="2414270" cy="3177540"/>
        </p:xfrm>
        <a:graphic>
          <a:graphicData uri="http://schemas.openxmlformats.org/drawingml/2006/table">
            <a:tbl>
              <a:tblPr/>
              <a:tblGrid>
                <a:gridCol w="2414270"/>
              </a:tblGrid>
              <a:tr h="265429">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08000"/>
                        </a:lnSpc>
                      </a:pPr>
                      <a:endParaRPr lang="en-US" altLang="en-US" sz="1000" dirty="0"/>
                    </a:p>
                    <a:p>
                      <a:pPr algn="l" rtl="0" eaLnBrk="0">
                        <a:lnSpc>
                          <a:spcPct val="109000"/>
                        </a:lnSpc>
                      </a:pPr>
                      <a:endParaRPr lang="en-US" altLang="en-US" sz="1000" dirty="0"/>
                    </a:p>
                    <a:p>
                      <a:pPr algn="l" rtl="0" eaLnBrk="0">
                        <a:lnSpc>
                          <a:spcPct val="109000"/>
                        </a:lnSpc>
                      </a:pPr>
                      <a:endParaRPr lang="en-US" altLang="en-US" sz="1000" dirty="0"/>
                    </a:p>
                    <a:p>
                      <a:pPr marL="257810" algn="l" rtl="0" eaLnBrk="0">
                        <a:lnSpc>
                          <a:spcPct val="97000"/>
                        </a:lnSpc>
                        <a:spcBef>
                          <a:spcPts val="5"/>
                        </a:spcBef>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数据治理体系不完善</a:t>
                      </a:r>
                      <a:endParaRPr lang="en-US" altLang="en-US" sz="1200" dirty="0"/>
                    </a:p>
                    <a:p>
                      <a:pPr marL="257810" algn="l" rtl="0" eaLnBrk="0">
                        <a:lnSpc>
                          <a:spcPct val="97000"/>
                        </a:lnSpc>
                        <a:spcBef>
                          <a:spcPts val="645"/>
                        </a:spcBef>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数据类人员能力不足</a:t>
                      </a:r>
                      <a:endParaRPr lang="en-US" altLang="en-US" sz="1200" dirty="0"/>
                    </a:p>
                    <a:p>
                      <a:pPr algn="l" rtl="0" eaLnBrk="0">
                        <a:lnSpc>
                          <a:spcPct val="107000"/>
                        </a:lnSpc>
                      </a:pPr>
                      <a:endParaRPr lang="en-US" altLang="en-US" sz="500" dirty="0"/>
                    </a:p>
                    <a:p>
                      <a:pPr marL="257810" algn="l" rtl="0" eaLnBrk="0">
                        <a:lnSpc>
                          <a:spcPct val="97000"/>
                        </a:lnSpc>
                        <a:spcBef>
                          <a:spcPts val="0"/>
                        </a:spcBef>
                      </a:pPr>
                      <a:r>
                        <a:rPr sz="1200" kern="0" spc="-100" dirty="0">
                          <a:solidFill>
                            <a:srgbClr val="7F7F7F">
                              <a:alpha val="100000"/>
                            </a:srgbClr>
                          </a:solidFill>
                          <a:cs typeface="Wingdings" panose="05000000000000000000"/>
                        </a:rPr>
                        <a:t>.</a:t>
                      </a:r>
                      <a:r>
                        <a:rPr sz="1200" kern="0" spc="-100" dirty="0">
                          <a:solidFill>
                            <a:srgbClr val="000000">
                              <a:alpha val="100000"/>
                            </a:srgbClr>
                          </a:solidFill>
                          <a:cs typeface="微软雅黑" panose="020B0503020204020204" charset="-122"/>
                        </a:rPr>
                        <a:t>数据智能化能力缺失</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graphicFrame>
        <p:nvGraphicFramePr>
          <p:cNvPr id="4138" name="table 4138"/>
          <p:cNvGraphicFramePr>
            <a:graphicFrameLocks noGrp="1"/>
          </p:cNvGraphicFramePr>
          <p:nvPr>
            <p:custDataLst>
              <p:tags r:id="rId4"/>
            </p:custDataLst>
          </p:nvPr>
        </p:nvGraphicFramePr>
        <p:xfrm>
          <a:off x="7653337" y="1211389"/>
          <a:ext cx="2414270" cy="3177540"/>
        </p:xfrm>
        <a:graphic>
          <a:graphicData uri="http://schemas.openxmlformats.org/drawingml/2006/table">
            <a:tbl>
              <a:tblPr/>
              <a:tblGrid>
                <a:gridCol w="2414270"/>
              </a:tblGrid>
              <a:tr h="265429">
                <a:tc>
                  <a:txBody>
                    <a:bodyPr/>
                    <a:lstStyle/>
                    <a:p>
                      <a:pPr algn="l" rtl="0" eaLnBrk="0">
                        <a:lnSpc>
                          <a:spcPct val="100000"/>
                        </a:lnSpc>
                      </a:pPr>
                      <a:endParaRPr lang="en-US" altLang="en-US" sz="1000" dirty="0"/>
                    </a:p>
                  </a:txBody>
                  <a:tcPr marL="0" marR="0" marT="0" marB="0" vert="horz">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912110">
                <a:tc>
                  <a:txBody>
                    <a:bodyPr/>
                    <a:lstStyle/>
                    <a:p>
                      <a:pPr algn="l" rtl="0" eaLnBrk="0">
                        <a:lnSpc>
                          <a:spcPct val="145000"/>
                        </a:lnSpc>
                      </a:pPr>
                      <a:endParaRPr lang="en-US" altLang="en-US" sz="1000" dirty="0"/>
                    </a:p>
                    <a:p>
                      <a:pPr algn="l" rtl="0" eaLnBrk="0">
                        <a:lnSpc>
                          <a:spcPct val="146000"/>
                        </a:lnSpc>
                      </a:pPr>
                      <a:endParaRPr lang="en-US" altLang="en-US" sz="1000" dirty="0"/>
                    </a:p>
                    <a:p>
                      <a:pPr marL="253365" indent="-105410" algn="l" rtl="0" eaLnBrk="0">
                        <a:lnSpc>
                          <a:spcPct val="96000"/>
                        </a:lnSpc>
                        <a:spcBef>
                          <a:spcPts val="0"/>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战略规划通盘考虑各业务部门</a:t>
                      </a:r>
                      <a:r>
                        <a:rPr sz="1200" kern="0" spc="1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的数据战略并打通IT</a:t>
                      </a:r>
                      <a:r>
                        <a:rPr sz="1200" kern="0" spc="-10" dirty="0">
                          <a:solidFill>
                            <a:srgbClr val="000000">
                              <a:alpha val="100000"/>
                            </a:srgbClr>
                          </a:solidFill>
                          <a:cs typeface="微软雅黑" panose="020B0503020204020204" charset="-122"/>
                        </a:rPr>
                        <a:t>需求与落     地</a:t>
                      </a:r>
                      <a:endParaRPr lang="en-US" altLang="en-US" sz="1200" dirty="0"/>
                    </a:p>
                    <a:p>
                      <a:pPr marL="253365" indent="-105410" algn="l" rtl="0" eaLnBrk="0">
                        <a:lnSpc>
                          <a:spcPct val="99000"/>
                        </a:lnSpc>
                        <a:spcBef>
                          <a:spcPts val="775"/>
                        </a:spcBef>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持续加强数据管理部门的业务</a:t>
                      </a:r>
                      <a:r>
                        <a:rPr sz="1200" kern="0" spc="1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理解和数据架构设计能力</a:t>
                      </a:r>
                      <a:r>
                        <a:rPr sz="1200" kern="0" spc="-10" dirty="0">
                          <a:solidFill>
                            <a:srgbClr val="000000">
                              <a:alpha val="100000"/>
                            </a:srgbClr>
                          </a:solidFill>
                          <a:cs typeface="微软雅黑" panose="020B0503020204020204" charset="-122"/>
                        </a:rPr>
                        <a:t>，并     </a:t>
                      </a:r>
                      <a:r>
                        <a:rPr sz="1200" kern="0" spc="0" dirty="0">
                          <a:solidFill>
                            <a:srgbClr val="000000">
                              <a:alpha val="100000"/>
                            </a:srgbClr>
                          </a:solidFill>
                          <a:cs typeface="微软雅黑" panose="020B0503020204020204" charset="-122"/>
                        </a:rPr>
                        <a:t>负责公司BI数据架</a:t>
                      </a:r>
                      <a:r>
                        <a:rPr sz="1200" kern="0" spc="-10" dirty="0">
                          <a:solidFill>
                            <a:srgbClr val="000000">
                              <a:alpha val="100000"/>
                            </a:srgbClr>
                          </a:solidFill>
                          <a:cs typeface="微软雅黑" panose="020B0503020204020204" charset="-122"/>
                        </a:rPr>
                        <a:t>构设计</a:t>
                      </a:r>
                      <a:endParaRPr lang="en-US" altLang="en-US" sz="1200" dirty="0"/>
                    </a:p>
                    <a:p>
                      <a:pPr marL="147955" algn="l" rtl="0" eaLnBrk="0">
                        <a:lnSpc>
                          <a:spcPct val="97000"/>
                        </a:lnSpc>
                        <a:spcBef>
                          <a:spcPts val="645"/>
                        </a:spcBef>
                      </a:pPr>
                      <a:r>
                        <a:rPr sz="1200" kern="0" spc="-80" dirty="0">
                          <a:solidFill>
                            <a:srgbClr val="7F7F7F">
                              <a:alpha val="100000"/>
                            </a:srgbClr>
                          </a:solidFill>
                          <a:cs typeface="Wingdings" panose="05000000000000000000"/>
                        </a:rPr>
                        <a:t>.</a:t>
                      </a:r>
                      <a:r>
                        <a:rPr sz="1200" kern="0" spc="-80" dirty="0">
                          <a:solidFill>
                            <a:srgbClr val="000000">
                              <a:alpha val="100000"/>
                            </a:srgbClr>
                          </a:solidFill>
                          <a:cs typeface="微软雅黑" panose="020B0503020204020204" charset="-122"/>
                        </a:rPr>
                        <a:t>尽快充实数据类项目人员</a:t>
                      </a:r>
                      <a:endParaRPr lang="en-US" altLang="en-US" sz="1200" dirty="0"/>
                    </a:p>
                    <a:p>
                      <a:pPr algn="l" rtl="0" eaLnBrk="0">
                        <a:lnSpc>
                          <a:spcPct val="106000"/>
                        </a:lnSpc>
                      </a:pPr>
                      <a:endParaRPr lang="en-US" altLang="en-US" sz="500" dirty="0"/>
                    </a:p>
                    <a:p>
                      <a:pPr marL="254635" indent="-106680" algn="l" rtl="0" eaLnBrk="0">
                        <a:lnSpc>
                          <a:spcPct val="99000"/>
                        </a:lnSpc>
                      </a:pPr>
                      <a:r>
                        <a:rPr sz="1200" kern="0" spc="-70" dirty="0">
                          <a:solidFill>
                            <a:srgbClr val="7F7F7F">
                              <a:alpha val="100000"/>
                            </a:srgbClr>
                          </a:solidFill>
                          <a:cs typeface="Wingdings" panose="05000000000000000000"/>
                        </a:rPr>
                        <a:t>.</a:t>
                      </a:r>
                      <a:r>
                        <a:rPr sz="1200" kern="0" spc="-70" dirty="0">
                          <a:solidFill>
                            <a:srgbClr val="000000">
                              <a:alpha val="100000"/>
                            </a:srgbClr>
                          </a:solidFill>
                          <a:cs typeface="微软雅黑" panose="020B0503020204020204" charset="-122"/>
                        </a:rPr>
                        <a:t>以应用场景驱动智能化技术的</a:t>
                      </a:r>
                      <a:r>
                        <a:rPr sz="1200" kern="0" spc="10" dirty="0">
                          <a:solidFill>
                            <a:srgbClr val="000000">
                              <a:alpha val="100000"/>
                            </a:srgbClr>
                          </a:solidFill>
                          <a:cs typeface="微软雅黑" panose="020B0503020204020204" charset="-122"/>
                        </a:rPr>
                        <a:t>     </a:t>
                      </a:r>
                      <a:r>
                        <a:rPr sz="1200" kern="0" spc="-20" dirty="0">
                          <a:solidFill>
                            <a:srgbClr val="000000">
                              <a:alpha val="100000"/>
                            </a:srgbClr>
                          </a:solidFill>
                          <a:cs typeface="微软雅黑" panose="020B0503020204020204" charset="-122"/>
                        </a:rPr>
                        <a:t>实现</a:t>
                      </a:r>
                      <a:endParaRPr lang="en-US" altLang="en-US" sz="1200" dirty="0"/>
                    </a:p>
                  </a:txBody>
                  <a:tcPr marL="0" marR="0" marT="0" marB="0" vert="horz">
                    <a:lnL w="9525" cap="flat" cmpd="sng" algn="ctr">
                      <a:solidFill>
                        <a:srgbClr val="FFC000"/>
                      </a:solidFill>
                      <a:prstDash val="solid"/>
                      <a:round/>
                      <a:headEnd type="none" w="med" len="med"/>
                      <a:tailEnd type="none" w="med" len="med"/>
                    </a:lnL>
                    <a:lnR w="9525" cap="flat" cmpd="sng" algn="ctr">
                      <a:solidFill>
                        <a:srgbClr val="FFC000"/>
                      </a:solidFill>
                      <a:prstDash val="solid"/>
                      <a:round/>
                      <a:headEnd type="none" w="med" len="med"/>
                      <a:tailEnd type="none" w="med" len="med"/>
                    </a:lnR>
                    <a:lnT w="9525" cap="flat" cmpd="sng" algn="ctr">
                      <a:solidFill>
                        <a:srgbClr val="FFC000"/>
                      </a:solidFill>
                      <a:prstDash val="solid"/>
                      <a:round/>
                      <a:headEnd type="none" w="med" len="med"/>
                      <a:tailEnd type="none" w="med" len="med"/>
                    </a:lnT>
                    <a:lnB w="9525" cap="flat" cmpd="sng" algn="ctr">
                      <a:solidFill>
                        <a:srgbClr val="FFC000"/>
                      </a:solidFill>
                      <a:prstDash val="solid"/>
                      <a:round/>
                      <a:headEnd type="none" w="med" len="med"/>
                      <a:tailEnd type="none" w="med" len="med"/>
                    </a:lnB>
                  </a:tcPr>
                </a:tc>
              </a:tr>
            </a:tbl>
          </a:graphicData>
        </a:graphic>
      </p:graphicFrame>
      <p:sp>
        <p:nvSpPr>
          <p:cNvPr id="4142" name="textbox 4142"/>
          <p:cNvSpPr/>
          <p:nvPr>
            <p:custDataLst>
              <p:tags r:id="rId5"/>
            </p:custDataLst>
          </p:nvPr>
        </p:nvSpPr>
        <p:spPr>
          <a:xfrm>
            <a:off x="897897" y="428339"/>
            <a:ext cx="10340340" cy="321945"/>
          </a:xfrm>
          <a:prstGeom prst="rect">
            <a:avLst/>
          </a:prstGeom>
        </p:spPr>
        <p:txBody>
          <a:bodyPr vert="horz" wrap="square" lIns="0" tIns="0" rIns="0" bIns="0"/>
          <a:lstStyle/>
          <a:p>
            <a:pPr algn="l" rtl="0" eaLnBrk="0">
              <a:lnSpc>
                <a:spcPct val="87000"/>
              </a:lnSpc>
            </a:pPr>
            <a:endParaRPr lang="en-US" altLang="en-US" sz="100" dirty="0">
              <a:solidFill>
                <a:schemeClr val="dk1"/>
              </a:solidFill>
            </a:endParaRPr>
          </a:p>
          <a:p>
            <a:pPr marL="12700" algn="l" rtl="0" eaLnBrk="0">
              <a:lnSpc>
                <a:spcPct val="97000"/>
              </a:lnSpc>
            </a:pPr>
            <a:r>
              <a:rPr sz="2000" b="1" kern="0" spc="-20" dirty="0">
                <a:solidFill>
                  <a:schemeClr val="dk1"/>
                </a:solidFill>
                <a:cs typeface="微软雅黑" panose="020B0503020204020204" charset="-122"/>
              </a:rPr>
              <a:t>关键发现4：数据利用水平偏低，</a:t>
            </a:r>
            <a:r>
              <a:rPr sz="2000" b="1" kern="0" spc="340" dirty="0">
                <a:solidFill>
                  <a:schemeClr val="dk1"/>
                </a:solidFill>
                <a:cs typeface="微软雅黑" panose="020B0503020204020204" charset="-122"/>
              </a:rPr>
              <a:t> </a:t>
            </a:r>
            <a:r>
              <a:rPr sz="2000" b="1" kern="0" spc="-20" dirty="0">
                <a:solidFill>
                  <a:schemeClr val="dk1"/>
                </a:solidFill>
                <a:cs typeface="微软雅黑" panose="020B0503020204020204" charset="-122"/>
              </a:rPr>
              <a:t>缺乏深度的数据分析和挖掘</a:t>
            </a:r>
            <a:r>
              <a:rPr sz="2000" b="1" kern="0" spc="-30" dirty="0">
                <a:solidFill>
                  <a:schemeClr val="dk1"/>
                </a:solidFill>
                <a:cs typeface="微软雅黑" panose="020B0503020204020204" charset="-122"/>
              </a:rPr>
              <a:t>，对管理层管理和决策支撑不足</a:t>
            </a:r>
            <a:endParaRPr lang="en-US" altLang="en-US" sz="2000" b="1" kern="0" spc="-30" dirty="0">
              <a:solidFill>
                <a:schemeClr val="dk1"/>
              </a:solidFill>
              <a:cs typeface="微软雅黑" panose="020B0503020204020204" charset="-122"/>
            </a:endParaRPr>
          </a:p>
        </p:txBody>
      </p:sp>
      <p:pic>
        <p:nvPicPr>
          <p:cNvPr id="4144" name="picture 4144"/>
          <p:cNvPicPr>
            <a:picLocks noChangeAspect="1"/>
          </p:cNvPicPr>
          <p:nvPr>
            <p:custDataLst>
              <p:tags r:id="rId6"/>
            </p:custDataLst>
          </p:nvPr>
        </p:nvPicPr>
        <p:blipFill>
          <a:blip r:embed="rId7"/>
          <a:stretch>
            <a:fillRect/>
          </a:stretch>
        </p:blipFill>
        <p:spPr>
          <a:xfrm rot="21600000">
            <a:off x="4917948" y="1229867"/>
            <a:ext cx="2404871" cy="513588"/>
          </a:xfrm>
          <a:prstGeom prst="rect">
            <a:avLst/>
          </a:prstGeom>
        </p:spPr>
      </p:pic>
      <p:pic>
        <p:nvPicPr>
          <p:cNvPr id="4146" name="picture 4146"/>
          <p:cNvPicPr>
            <a:picLocks noChangeAspect="1"/>
          </p:cNvPicPr>
          <p:nvPr>
            <p:custDataLst>
              <p:tags r:id="rId8"/>
            </p:custDataLst>
          </p:nvPr>
        </p:nvPicPr>
        <p:blipFill>
          <a:blip r:embed="rId9"/>
          <a:stretch>
            <a:fillRect/>
          </a:stretch>
        </p:blipFill>
        <p:spPr>
          <a:xfrm rot="21600000">
            <a:off x="2125979" y="1228344"/>
            <a:ext cx="2482595" cy="484632"/>
          </a:xfrm>
          <a:prstGeom prst="rect">
            <a:avLst/>
          </a:prstGeom>
        </p:spPr>
      </p:pic>
      <p:pic>
        <p:nvPicPr>
          <p:cNvPr id="4148" name="picture 4148"/>
          <p:cNvPicPr>
            <a:picLocks noChangeAspect="1"/>
          </p:cNvPicPr>
          <p:nvPr>
            <p:custDataLst>
              <p:tags r:id="rId10"/>
            </p:custDataLst>
          </p:nvPr>
        </p:nvPicPr>
        <p:blipFill>
          <a:blip r:embed="rId11"/>
          <a:stretch>
            <a:fillRect/>
          </a:stretch>
        </p:blipFill>
        <p:spPr>
          <a:xfrm rot="21600000">
            <a:off x="7658100" y="1216151"/>
            <a:ext cx="2404871" cy="496824"/>
          </a:xfrm>
          <a:prstGeom prst="rect">
            <a:avLst/>
          </a:prstGeom>
        </p:spPr>
      </p:pic>
      <p:pic>
        <p:nvPicPr>
          <p:cNvPr id="4152" name="picture 4152"/>
          <p:cNvPicPr>
            <a:picLocks noChangeAspect="1"/>
          </p:cNvPicPr>
          <p:nvPr>
            <p:custDataLst>
              <p:tags r:id="rId12"/>
            </p:custDataLst>
          </p:nvPr>
        </p:nvPicPr>
        <p:blipFill>
          <a:blip r:embed="rId13"/>
          <a:stretch>
            <a:fillRect/>
          </a:stretch>
        </p:blipFill>
        <p:spPr>
          <a:xfrm rot="21600000">
            <a:off x="4916953" y="1482004"/>
            <a:ext cx="2406860" cy="266108"/>
          </a:xfrm>
          <a:prstGeom prst="rect">
            <a:avLst/>
          </a:prstGeom>
        </p:spPr>
      </p:pic>
      <p:pic>
        <p:nvPicPr>
          <p:cNvPr id="4154" name="picture 4154"/>
          <p:cNvPicPr>
            <a:picLocks noChangeAspect="1"/>
          </p:cNvPicPr>
          <p:nvPr>
            <p:custDataLst>
              <p:tags r:id="rId14"/>
            </p:custDataLst>
          </p:nvPr>
        </p:nvPicPr>
        <p:blipFill>
          <a:blip r:embed="rId15"/>
          <a:stretch>
            <a:fillRect/>
          </a:stretch>
        </p:blipFill>
        <p:spPr>
          <a:xfrm rot="21600000">
            <a:off x="2125067" y="1465985"/>
            <a:ext cx="2484420" cy="251664"/>
          </a:xfrm>
          <a:prstGeom prst="rect">
            <a:avLst/>
          </a:prstGeom>
        </p:spPr>
      </p:pic>
      <p:pic>
        <p:nvPicPr>
          <p:cNvPr id="4156" name="picture 4156"/>
          <p:cNvPicPr>
            <a:picLocks noChangeAspect="1"/>
          </p:cNvPicPr>
          <p:nvPr>
            <p:custDataLst>
              <p:tags r:id="rId16"/>
            </p:custDataLst>
          </p:nvPr>
        </p:nvPicPr>
        <p:blipFill>
          <a:blip r:embed="rId17"/>
          <a:stretch>
            <a:fillRect/>
          </a:stretch>
        </p:blipFill>
        <p:spPr>
          <a:xfrm rot="21600000">
            <a:off x="7657136" y="1459900"/>
            <a:ext cx="2406798" cy="257740"/>
          </a:xfrm>
          <a:prstGeom prst="rect">
            <a:avLst/>
          </a:prstGeom>
        </p:spPr>
      </p:pic>
      <p:sp>
        <p:nvSpPr>
          <p:cNvPr id="4158" name="textbox 4158"/>
          <p:cNvSpPr/>
          <p:nvPr>
            <p:custDataLst>
              <p:tags r:id="rId18"/>
            </p:custDataLst>
          </p:nvPr>
        </p:nvSpPr>
        <p:spPr>
          <a:xfrm>
            <a:off x="2482595" y="4908804"/>
            <a:ext cx="452755" cy="996950"/>
          </a:xfrm>
          <a:prstGeom prst="rect">
            <a:avLst/>
          </a:prstGeom>
          <a:solidFill>
            <a:schemeClr val="accent1"/>
          </a:solidFill>
        </p:spPr>
        <p:txBody>
          <a:bodyPr vert="eaVert" wrap="square" lIns="0" tIns="0" rIns="0" bIns="0">
            <a:normAutofit/>
          </a:bodyPr>
          <a:lstStyle/>
          <a:p>
            <a:pPr algn="l" rtl="0" eaLnBrk="0">
              <a:lnSpc>
                <a:spcPct val="109000"/>
              </a:lnSpc>
            </a:pPr>
            <a:endParaRPr lang="en-US" altLang="en-US" sz="800" dirty="0">
              <a:solidFill>
                <a:schemeClr val="tx1"/>
              </a:solidFill>
            </a:endParaRPr>
          </a:p>
          <a:p>
            <a:pPr marL="97790" algn="l" rtl="0" eaLnBrk="0">
              <a:lnSpc>
                <a:spcPct val="90000"/>
              </a:lnSpc>
              <a:spcBef>
                <a:spcPts val="5"/>
              </a:spcBef>
            </a:pPr>
            <a:r>
              <a:rPr sz="1400" b="1" kern="0" spc="230" dirty="0">
                <a:solidFill>
                  <a:schemeClr val="tx1"/>
                </a:solidFill>
                <a:cs typeface="微软雅黑" panose="020B0503020204020204" charset="-122"/>
              </a:rPr>
              <a:t>访谈摘要</a:t>
            </a:r>
            <a:endParaRPr lang="en-US" altLang="en-US" sz="1400" b="1" kern="0" spc="230" dirty="0">
              <a:solidFill>
                <a:schemeClr val="tx1"/>
              </a:solidFill>
              <a:cs typeface="微软雅黑" panose="020B0503020204020204" charset="-122"/>
            </a:endParaRPr>
          </a:p>
        </p:txBody>
      </p:sp>
      <p:sp>
        <p:nvSpPr>
          <p:cNvPr id="4160" name="textbox 4160"/>
          <p:cNvSpPr/>
          <p:nvPr>
            <p:custDataLst>
              <p:tags r:id="rId19"/>
            </p:custDataLst>
          </p:nvPr>
        </p:nvSpPr>
        <p:spPr>
          <a:xfrm>
            <a:off x="5834614" y="1384166"/>
            <a:ext cx="736600" cy="233045"/>
          </a:xfrm>
          <a:prstGeom prst="rect">
            <a:avLst/>
          </a:prstGeom>
        </p:spPr>
        <p:txBody>
          <a:bodyPr vert="horz" wrap="square" lIns="0" tIns="0" rIns="0" bIns="0">
            <a:normAutofit/>
          </a:bodyPr>
          <a:lstStyle/>
          <a:p>
            <a:pPr algn="l" rtl="0" eaLnBrk="0">
              <a:lnSpc>
                <a:spcPct val="85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根因分析</a:t>
            </a:r>
            <a:endParaRPr lang="en-US" altLang="en-US" sz="1400" b="1" kern="0" spc="-10" dirty="0">
              <a:solidFill>
                <a:schemeClr val="tx1"/>
              </a:solidFill>
              <a:cs typeface="微软雅黑" panose="020B0503020204020204" charset="-122"/>
            </a:endParaRPr>
          </a:p>
        </p:txBody>
      </p:sp>
      <p:sp>
        <p:nvSpPr>
          <p:cNvPr id="4162" name="textbox 4162"/>
          <p:cNvSpPr/>
          <p:nvPr>
            <p:custDataLst>
              <p:tags r:id="rId20"/>
            </p:custDataLst>
          </p:nvPr>
        </p:nvSpPr>
        <p:spPr>
          <a:xfrm>
            <a:off x="3068254" y="1384548"/>
            <a:ext cx="735330"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tx1"/>
              </a:solidFill>
            </a:endParaRPr>
          </a:p>
          <a:p>
            <a:pPr marL="12700" algn="l" rtl="0" eaLnBrk="0">
              <a:lnSpc>
                <a:spcPct val="98000"/>
              </a:lnSpc>
            </a:pPr>
            <a:r>
              <a:rPr sz="1400" b="1" kern="0" spc="-10" dirty="0">
                <a:solidFill>
                  <a:schemeClr val="tx1"/>
                </a:solidFill>
                <a:cs typeface="微软雅黑" panose="020B0503020204020204" charset="-122"/>
              </a:rPr>
              <a:t>主要发现</a:t>
            </a:r>
            <a:endParaRPr lang="en-US" altLang="en-US" sz="1400" b="1" kern="0" spc="-10" dirty="0">
              <a:solidFill>
                <a:schemeClr val="tx1"/>
              </a:solidFill>
              <a:cs typeface="微软雅黑" panose="020B0503020204020204" charset="-122"/>
            </a:endParaRPr>
          </a:p>
        </p:txBody>
      </p:sp>
      <p:sp>
        <p:nvSpPr>
          <p:cNvPr id="4164" name="textbox 4164"/>
          <p:cNvSpPr/>
          <p:nvPr>
            <p:custDataLst>
              <p:tags r:id="rId21"/>
            </p:custDataLst>
          </p:nvPr>
        </p:nvSpPr>
        <p:spPr>
          <a:xfrm>
            <a:off x="8508739" y="1369815"/>
            <a:ext cx="733425" cy="232409"/>
          </a:xfrm>
          <a:prstGeom prst="rect">
            <a:avLst/>
          </a:prstGeom>
        </p:spPr>
        <p:txBody>
          <a:bodyPr vert="horz" wrap="square" lIns="0" tIns="0" rIns="0" bIns="0">
            <a:normAutofit/>
          </a:bodyPr>
          <a:lstStyle/>
          <a:p>
            <a:pPr algn="l" rtl="0" eaLnBrk="0">
              <a:lnSpc>
                <a:spcPct val="80000"/>
              </a:lnSpc>
            </a:pPr>
            <a:endParaRPr lang="en-US" altLang="en-US" sz="100" dirty="0">
              <a:solidFill>
                <a:schemeClr val="tx1"/>
              </a:solidFill>
            </a:endParaRPr>
          </a:p>
          <a:p>
            <a:pPr marL="12700" algn="l" rtl="0" eaLnBrk="0">
              <a:lnSpc>
                <a:spcPct val="97000"/>
              </a:lnSpc>
            </a:pPr>
            <a:r>
              <a:rPr sz="1400" b="1" kern="0" spc="-10" dirty="0">
                <a:solidFill>
                  <a:schemeClr val="tx1"/>
                </a:solidFill>
                <a:cs typeface="微软雅黑" panose="020B0503020204020204" charset="-122"/>
              </a:rPr>
              <a:t>改进机会</a:t>
            </a:r>
            <a:endParaRPr lang="en-US" altLang="en-US" sz="1400" b="1" kern="0" spc="-10" dirty="0">
              <a:solidFill>
                <a:schemeClr val="tx1"/>
              </a:solidFill>
              <a:cs typeface="微软雅黑" panose="020B0503020204020204" charset="-122"/>
            </a:endParaRPr>
          </a:p>
        </p:txBody>
      </p:sp>
    </p:spTree>
    <p:custDataLst>
      <p:tags r:id="rId22"/>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6" name="textbox 4166"/>
          <p:cNvSpPr/>
          <p:nvPr>
            <p:custDataLst>
              <p:tags r:id="rId1"/>
            </p:custDataLst>
          </p:nvPr>
        </p:nvSpPr>
        <p:spPr>
          <a:xfrm>
            <a:off x="735890" y="427838"/>
            <a:ext cx="10346055" cy="2107564"/>
          </a:xfrm>
          <a:prstGeom prst="rect">
            <a:avLst/>
          </a:prstGeom>
        </p:spPr>
        <p:txBody>
          <a:bodyPr vert="horz" wrap="square" lIns="0" tIns="0" rIns="0" bIns="0"/>
          <a:lstStyle/>
          <a:p>
            <a:pPr algn="l" rtl="0" eaLnBrk="0">
              <a:lnSpc>
                <a:spcPct val="86000"/>
              </a:lnSpc>
            </a:pPr>
            <a:endParaRPr lang="en-US" altLang="en-US" sz="100" dirty="0">
              <a:solidFill>
                <a:schemeClr val="dk1"/>
              </a:solidFill>
            </a:endParaRPr>
          </a:p>
          <a:p>
            <a:pPr marL="135255" algn="l" rtl="0" eaLnBrk="0">
              <a:lnSpc>
                <a:spcPct val="97000"/>
              </a:lnSpc>
            </a:pPr>
            <a:r>
              <a:rPr sz="2000" b="1" kern="0" spc="-120" dirty="0">
                <a:solidFill>
                  <a:schemeClr val="dk1"/>
                </a:solidFill>
                <a:cs typeface="微软雅黑" panose="020B0503020204020204" charset="-122"/>
              </a:rPr>
              <a:t>行业最佳实践：</a:t>
            </a:r>
            <a:r>
              <a:rPr sz="2000" b="1" kern="0" spc="30" dirty="0">
                <a:solidFill>
                  <a:schemeClr val="dk1"/>
                </a:solidFill>
                <a:cs typeface="微软雅黑" panose="020B0503020204020204" charset="-122"/>
              </a:rPr>
              <a:t>   </a:t>
            </a:r>
            <a:r>
              <a:rPr sz="2000" b="1" kern="0" spc="-120" dirty="0">
                <a:solidFill>
                  <a:schemeClr val="dk1"/>
                </a:solidFill>
                <a:cs typeface="微软雅黑" panose="020B0503020204020204" charset="-122"/>
              </a:rPr>
              <a:t>数据中</a:t>
            </a:r>
            <a:r>
              <a:rPr sz="2000" b="1" kern="0" spc="-130" dirty="0">
                <a:solidFill>
                  <a:schemeClr val="dk1"/>
                </a:solidFill>
                <a:cs typeface="微软雅黑" panose="020B0503020204020204" charset="-122"/>
              </a:rPr>
              <a:t>心</a:t>
            </a:r>
            <a:endParaRPr lang="en-US" altLang="en-US" sz="2000" dirty="0">
              <a:solidFill>
                <a:schemeClr val="dk1"/>
              </a:solidFill>
            </a:endParaRPr>
          </a:p>
          <a:p>
            <a:pPr marL="185420" indent="-173355" algn="l" rtl="0" eaLnBrk="0">
              <a:lnSpc>
                <a:spcPct val="114000"/>
              </a:lnSpc>
              <a:spcBef>
                <a:spcPts val="1430"/>
              </a:spcBef>
            </a:pPr>
            <a:r>
              <a:rPr sz="1400" kern="0" spc="0" dirty="0">
                <a:solidFill>
                  <a:schemeClr val="dk1"/>
                </a:solidFill>
                <a:cs typeface="Arial" panose="020B0604020202020204"/>
              </a:rPr>
              <a:t>•  </a:t>
            </a:r>
            <a:r>
              <a:rPr sz="1400" kern="0" spc="0" dirty="0">
                <a:solidFill>
                  <a:schemeClr val="dk1"/>
                </a:solidFill>
                <a:cs typeface="微软雅黑" panose="020B0503020204020204" charset="-122"/>
              </a:rPr>
              <a:t>数据中心是一个为了最有效解决业务问题，把有最合适的知识和技能的人聚到一起而设立的公司内部永久性的正式架构组织，从而</a:t>
            </a:r>
            <a:r>
              <a:rPr sz="1400" kern="0" spc="80" dirty="0">
                <a:solidFill>
                  <a:schemeClr val="dk1"/>
                </a:solidFill>
                <a:cs typeface="微软雅黑" panose="020B0503020204020204" charset="-122"/>
              </a:rPr>
              <a:t> </a:t>
            </a:r>
            <a:r>
              <a:rPr sz="1400" kern="0" spc="-20" dirty="0">
                <a:solidFill>
                  <a:schemeClr val="dk1"/>
                </a:solidFill>
                <a:cs typeface="微软雅黑" panose="020B0503020204020204" charset="-122"/>
              </a:rPr>
              <a:t>更好的提高用户使用</a:t>
            </a:r>
            <a:r>
              <a:rPr sz="1400" kern="0" spc="-30" dirty="0">
                <a:solidFill>
                  <a:schemeClr val="dk1"/>
                </a:solidFill>
                <a:cs typeface="微软雅黑" panose="020B0503020204020204" charset="-122"/>
              </a:rPr>
              <a:t>度。</a:t>
            </a:r>
            <a:endParaRPr lang="en-US" altLang="en-US" sz="1400" dirty="0">
              <a:solidFill>
                <a:schemeClr val="dk1"/>
              </a:solidFill>
            </a:endParaRPr>
          </a:p>
          <a:p>
            <a:pPr marL="184150" indent="-171450" algn="l" rtl="0" eaLnBrk="0">
              <a:lnSpc>
                <a:spcPct val="115000"/>
              </a:lnSpc>
              <a:spcBef>
                <a:spcPts val="550"/>
              </a:spcBef>
            </a:pPr>
            <a:r>
              <a:rPr sz="1400" kern="0" spc="-20" dirty="0">
                <a:solidFill>
                  <a:schemeClr val="dk1"/>
                </a:solidFill>
                <a:cs typeface="Arial" panose="020B0604020202020204"/>
              </a:rPr>
              <a:t>•</a:t>
            </a:r>
            <a:r>
              <a:rPr sz="1400" kern="0" spc="110" dirty="0">
                <a:solidFill>
                  <a:schemeClr val="dk1"/>
                </a:solidFill>
                <a:cs typeface="Arial" panose="020B0604020202020204"/>
              </a:rPr>
              <a:t>  </a:t>
            </a:r>
            <a:r>
              <a:rPr sz="1400" kern="0" spc="-20" dirty="0">
                <a:solidFill>
                  <a:schemeClr val="dk1"/>
                </a:solidFill>
                <a:cs typeface="微软雅黑" panose="020B0503020204020204" charset="-122"/>
              </a:rPr>
              <a:t>随着BI实施落地而引入更多的业务单元使用选择好的BI工</a:t>
            </a:r>
            <a:r>
              <a:rPr sz="1400" kern="0" spc="-30" dirty="0">
                <a:solidFill>
                  <a:schemeClr val="dk1"/>
                </a:solidFill>
                <a:cs typeface="微软雅黑" panose="020B0503020204020204" charset="-122"/>
              </a:rPr>
              <a:t>具，</a:t>
            </a:r>
            <a:r>
              <a:rPr sz="1400" kern="0" spc="170" dirty="0">
                <a:solidFill>
                  <a:schemeClr val="dk1"/>
                </a:solidFill>
                <a:cs typeface="微软雅黑" panose="020B0503020204020204" charset="-122"/>
              </a:rPr>
              <a:t>  </a:t>
            </a:r>
            <a:r>
              <a:rPr sz="1400" kern="0" spc="-30" dirty="0">
                <a:solidFill>
                  <a:schemeClr val="dk1"/>
                </a:solidFill>
                <a:cs typeface="微软雅黑" panose="020B0503020204020204" charset="-122"/>
              </a:rPr>
              <a:t>BI能力中心应该而且能够增加相应的技术人才，</a:t>
            </a:r>
            <a:r>
              <a:rPr sz="1400" kern="0" spc="240" dirty="0">
                <a:solidFill>
                  <a:schemeClr val="dk1"/>
                </a:solidFill>
                <a:cs typeface="微软雅黑" panose="020B0503020204020204" charset="-122"/>
              </a:rPr>
              <a:t> </a:t>
            </a:r>
            <a:r>
              <a:rPr sz="1400" kern="0" spc="-30" dirty="0">
                <a:solidFill>
                  <a:schemeClr val="dk1"/>
                </a:solidFill>
                <a:cs typeface="微软雅黑" panose="020B0503020204020204" charset="-122"/>
              </a:rPr>
              <a:t>从而演化公司的数据</a:t>
            </a:r>
            <a:r>
              <a:rPr sz="1400" kern="0" spc="0" dirty="0">
                <a:solidFill>
                  <a:schemeClr val="dk1"/>
                </a:solidFill>
                <a:cs typeface="微软雅黑" panose="020B0503020204020204" charset="-122"/>
              </a:rPr>
              <a:t> </a:t>
            </a:r>
            <a:r>
              <a:rPr sz="1400" kern="0" spc="-40" dirty="0">
                <a:solidFill>
                  <a:schemeClr val="dk1"/>
                </a:solidFill>
                <a:cs typeface="微软雅黑" panose="020B0503020204020204" charset="-122"/>
              </a:rPr>
              <a:t>驱动管理方式。</a:t>
            </a:r>
            <a:endParaRPr lang="en-US" altLang="en-US" sz="1400" dirty="0">
              <a:solidFill>
                <a:schemeClr val="dk1"/>
              </a:solidFill>
            </a:endParaRPr>
          </a:p>
          <a:p>
            <a:pPr algn="l" rtl="0" eaLnBrk="0">
              <a:lnSpc>
                <a:spcPct val="115000"/>
              </a:lnSpc>
            </a:pPr>
            <a:endParaRPr lang="en-US" altLang="en-US" sz="400" dirty="0">
              <a:solidFill>
                <a:schemeClr val="dk1"/>
              </a:solidFill>
            </a:endParaRPr>
          </a:p>
          <a:p>
            <a:pPr marL="192405" indent="-180340" algn="l" rtl="0" eaLnBrk="0">
              <a:lnSpc>
                <a:spcPct val="114000"/>
              </a:lnSpc>
              <a:spcBef>
                <a:spcPts val="5"/>
              </a:spcBef>
            </a:pPr>
            <a:r>
              <a:rPr sz="1400" kern="0" spc="-20" dirty="0">
                <a:solidFill>
                  <a:schemeClr val="dk1"/>
                </a:solidFill>
                <a:cs typeface="Arial" panose="020B0604020202020204"/>
              </a:rPr>
              <a:t>•  </a:t>
            </a:r>
            <a:r>
              <a:rPr sz="1400" kern="0" spc="-20" dirty="0">
                <a:solidFill>
                  <a:schemeClr val="dk1"/>
                </a:solidFill>
                <a:cs typeface="微软雅黑" panose="020B0503020204020204" charset="-122"/>
              </a:rPr>
              <a:t>如果只有一个数据源，并且只是部署一个部门的开发级别的报表，</a:t>
            </a:r>
            <a:r>
              <a:rPr sz="1400" kern="0" spc="240" dirty="0">
                <a:solidFill>
                  <a:schemeClr val="dk1"/>
                </a:solidFill>
                <a:cs typeface="微软雅黑" panose="020B0503020204020204" charset="-122"/>
              </a:rPr>
              <a:t> </a:t>
            </a:r>
            <a:r>
              <a:rPr sz="1400" kern="0" spc="-20" dirty="0">
                <a:solidFill>
                  <a:schemeClr val="dk1"/>
                </a:solidFill>
                <a:cs typeface="微软雅黑" panose="020B0503020204020204" charset="-122"/>
              </a:rPr>
              <a:t>最初不一定需要特别大的BI能力中心，</a:t>
            </a:r>
            <a:r>
              <a:rPr sz="1400" kern="0" spc="240" dirty="0">
                <a:solidFill>
                  <a:schemeClr val="dk1"/>
                </a:solidFill>
                <a:cs typeface="微软雅黑" panose="020B0503020204020204" charset="-122"/>
              </a:rPr>
              <a:t> </a:t>
            </a:r>
            <a:r>
              <a:rPr sz="1400" kern="0" spc="-20" dirty="0">
                <a:solidFill>
                  <a:schemeClr val="dk1"/>
                </a:solidFill>
                <a:cs typeface="微软雅黑" panose="020B0503020204020204" charset="-122"/>
              </a:rPr>
              <a:t>但是随着你部署另外部门</a:t>
            </a:r>
            <a:r>
              <a:rPr sz="1400" kern="0" spc="0" dirty="0">
                <a:solidFill>
                  <a:schemeClr val="dk1"/>
                </a:solidFill>
                <a:cs typeface="微软雅黑" panose="020B0503020204020204" charset="-122"/>
              </a:rPr>
              <a:t>  </a:t>
            </a:r>
            <a:r>
              <a:rPr sz="1400" kern="0" spc="-10" dirty="0">
                <a:solidFill>
                  <a:schemeClr val="dk1"/>
                </a:solidFill>
                <a:cs typeface="微软雅黑" panose="020B0503020204020204" charset="-122"/>
              </a:rPr>
              <a:t>的用户要使用的报表解决方案和管理驾驶舱，</a:t>
            </a:r>
            <a:r>
              <a:rPr sz="1400" kern="0" spc="240" dirty="0">
                <a:solidFill>
                  <a:schemeClr val="dk1"/>
                </a:solidFill>
                <a:cs typeface="微软雅黑" panose="020B0503020204020204" charset="-122"/>
              </a:rPr>
              <a:t> </a:t>
            </a:r>
            <a:r>
              <a:rPr sz="1400" kern="0" spc="-10" dirty="0">
                <a:solidFill>
                  <a:schemeClr val="dk1"/>
                </a:solidFill>
                <a:cs typeface="微软雅黑" panose="020B0503020204020204" charset="-122"/>
              </a:rPr>
              <a:t>这时候一定</a:t>
            </a:r>
            <a:r>
              <a:rPr sz="1400" kern="0" spc="-20" dirty="0">
                <a:solidFill>
                  <a:schemeClr val="dk1"/>
                </a:solidFill>
                <a:cs typeface="微软雅黑" panose="020B0503020204020204" charset="-122"/>
              </a:rPr>
              <a:t>要确保BI能力中心随之增长，这样才可以更好的确保用户使用度。</a:t>
            </a:r>
            <a:endParaRPr lang="en-US" altLang="en-US" sz="1400" kern="0" spc="-20" dirty="0">
              <a:solidFill>
                <a:schemeClr val="dk1"/>
              </a:solidFill>
              <a:cs typeface="微软雅黑" panose="020B0503020204020204" charset="-122"/>
            </a:endParaRPr>
          </a:p>
        </p:txBody>
      </p:sp>
      <p:pic>
        <p:nvPicPr>
          <p:cNvPr id="4168" name="picture 4168"/>
          <p:cNvPicPr>
            <a:picLocks noChangeAspect="1"/>
          </p:cNvPicPr>
          <p:nvPr>
            <p:custDataLst>
              <p:tags r:id="rId2"/>
            </p:custDataLst>
          </p:nvPr>
        </p:nvPicPr>
        <p:blipFill>
          <a:blip r:embed="rId3"/>
          <a:stretch>
            <a:fillRect/>
          </a:stretch>
        </p:blipFill>
        <p:spPr>
          <a:xfrm rot="21600000">
            <a:off x="6062471" y="2744723"/>
            <a:ext cx="5469635" cy="3326891"/>
          </a:xfrm>
          <a:prstGeom prst="rect">
            <a:avLst/>
          </a:prstGeom>
        </p:spPr>
      </p:pic>
      <p:graphicFrame>
        <p:nvGraphicFramePr>
          <p:cNvPr id="4170" name="table 4170"/>
          <p:cNvGraphicFramePr>
            <a:graphicFrameLocks noGrp="1"/>
          </p:cNvGraphicFramePr>
          <p:nvPr>
            <p:custDataLst>
              <p:tags r:id="rId4"/>
            </p:custDataLst>
          </p:nvPr>
        </p:nvGraphicFramePr>
        <p:xfrm>
          <a:off x="847089" y="2867914"/>
          <a:ext cx="5254625" cy="3103245"/>
        </p:xfrm>
        <a:graphic>
          <a:graphicData uri="http://schemas.openxmlformats.org/drawingml/2006/table">
            <a:tbl>
              <a:tblPr/>
              <a:tblGrid>
                <a:gridCol w="1214755"/>
                <a:gridCol w="1315085"/>
                <a:gridCol w="1340485"/>
                <a:gridCol w="1384300"/>
              </a:tblGrid>
              <a:tr h="3103245">
                <a:tc>
                  <a:txBody>
                    <a:bodyPr/>
                    <a:lstStyle/>
                    <a:p>
                      <a:pPr algn="l" rtl="0" eaLnBrk="0">
                        <a:lnSpc>
                          <a:spcPct val="100000"/>
                        </a:lnSpc>
                      </a:pPr>
                      <a:endParaRPr lang="en-US" altLang="en-US" sz="1000" dirty="0"/>
                    </a:p>
                  </a:txBody>
                  <a:tcPr marL="0" marR="0" marT="0" marB="0" vert="horz">
                    <a:lnL w="12700" cap="flat" cmpd="sng" algn="ctr">
                      <a:solidFill>
                        <a:srgbClr val="222A35"/>
                      </a:solidFill>
                      <a:prstDash val="solid"/>
                      <a:round/>
                      <a:headEnd type="none" w="med" len="med"/>
                      <a:tailEnd type="none" w="med" len="med"/>
                    </a:lnL>
                    <a:lnR>
                      <a:noFill/>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a:noFill/>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a:noFill/>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a:noFill/>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tcPr>
                </a:tc>
              </a:tr>
            </a:tbl>
          </a:graphicData>
        </a:graphic>
      </p:graphicFrame>
      <p:graphicFrame>
        <p:nvGraphicFramePr>
          <p:cNvPr id="4176" name="table 4176"/>
          <p:cNvGraphicFramePr>
            <a:graphicFrameLocks noGrp="1"/>
          </p:cNvGraphicFramePr>
          <p:nvPr>
            <p:custDataLst>
              <p:tags r:id="rId5"/>
            </p:custDataLst>
          </p:nvPr>
        </p:nvGraphicFramePr>
        <p:xfrm>
          <a:off x="3466845" y="3767073"/>
          <a:ext cx="1126490" cy="629920"/>
        </p:xfrm>
        <a:graphic>
          <a:graphicData uri="http://schemas.openxmlformats.org/drawingml/2006/table">
            <a:tbl>
              <a:tblPr/>
              <a:tblGrid>
                <a:gridCol w="1126490"/>
              </a:tblGrid>
              <a:tr h="617220">
                <a:tc>
                  <a:txBody>
                    <a:bodyPr/>
                    <a:lstStyle/>
                    <a:p>
                      <a:pPr algn="l" rtl="0" eaLnBrk="0">
                        <a:lnSpc>
                          <a:spcPct val="153000"/>
                        </a:lnSpc>
                      </a:pPr>
                      <a:endParaRPr lang="en-US" altLang="en-US" sz="1000" dirty="0"/>
                    </a:p>
                    <a:p>
                      <a:pPr marL="207645" algn="l" rtl="0" eaLnBrk="0">
                        <a:lnSpc>
                          <a:spcPct val="98000"/>
                        </a:lnSpc>
                        <a:spcBef>
                          <a:spcPts val="5"/>
                        </a:spcBef>
                      </a:pPr>
                      <a:r>
                        <a:rPr sz="1400" b="1" kern="0" spc="-10" dirty="0">
                          <a:solidFill>
                            <a:srgbClr val="FFFFFF">
                              <a:alpha val="100000"/>
                            </a:srgbClr>
                          </a:solidFill>
                          <a:cs typeface="Microsoft YaHei UI" panose="020B0503020204020204" charset="-122"/>
                        </a:rPr>
                        <a:t>数据安全</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77272"/>
                    </a:solidFill>
                  </a:tcPr>
                </a:tc>
              </a:tr>
            </a:tbl>
          </a:graphicData>
        </a:graphic>
      </p:graphicFrame>
      <p:graphicFrame>
        <p:nvGraphicFramePr>
          <p:cNvPr id="4178" name="table 4178"/>
          <p:cNvGraphicFramePr>
            <a:graphicFrameLocks noGrp="1"/>
          </p:cNvGraphicFramePr>
          <p:nvPr>
            <p:custDataLst>
              <p:tags r:id="rId6"/>
            </p:custDataLst>
          </p:nvPr>
        </p:nvGraphicFramePr>
        <p:xfrm>
          <a:off x="4841494" y="2974594"/>
          <a:ext cx="1126490" cy="629920"/>
        </p:xfrm>
        <a:graphic>
          <a:graphicData uri="http://schemas.openxmlformats.org/drawingml/2006/table">
            <a:tbl>
              <a:tblPr/>
              <a:tblGrid>
                <a:gridCol w="1126490"/>
              </a:tblGrid>
              <a:tr h="617220">
                <a:tc>
                  <a:txBody>
                    <a:bodyPr/>
                    <a:lstStyle/>
                    <a:p>
                      <a:pPr algn="l" rtl="0" eaLnBrk="0">
                        <a:lnSpc>
                          <a:spcPct val="104000"/>
                        </a:lnSpc>
                      </a:pPr>
                      <a:endParaRPr lang="en-US" altLang="en-US" sz="800" dirty="0"/>
                    </a:p>
                    <a:p>
                      <a:pPr algn="l" rtl="0" eaLnBrk="0">
                        <a:lnSpc>
                          <a:spcPct val="7000"/>
                        </a:lnSpc>
                      </a:pPr>
                      <a:endParaRPr lang="en-US" altLang="en-US" sz="100" dirty="0"/>
                    </a:p>
                    <a:p>
                      <a:pPr marL="385445" indent="-177165" algn="l" rtl="0" eaLnBrk="0">
                        <a:lnSpc>
                          <a:spcPct val="94000"/>
                        </a:lnSpc>
                      </a:pPr>
                      <a:r>
                        <a:rPr sz="1400" b="1" kern="0" spc="-10" dirty="0">
                          <a:solidFill>
                            <a:srgbClr val="FFFFFF">
                              <a:alpha val="100000"/>
                            </a:srgbClr>
                          </a:solidFill>
                          <a:cs typeface="Microsoft YaHei UI" panose="020B0503020204020204" charset="-122"/>
                        </a:rPr>
                        <a:t>数据仓库</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经理</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F7A7A"/>
                    </a:solidFill>
                  </a:tcPr>
                </a:tc>
              </a:tr>
            </a:tbl>
          </a:graphicData>
        </a:graphic>
      </p:graphicFrame>
      <p:graphicFrame>
        <p:nvGraphicFramePr>
          <p:cNvPr id="4180" name="table 4180"/>
          <p:cNvGraphicFramePr>
            <a:graphicFrameLocks noGrp="1"/>
          </p:cNvGraphicFramePr>
          <p:nvPr>
            <p:custDataLst>
              <p:tags r:id="rId7"/>
            </p:custDataLst>
          </p:nvPr>
        </p:nvGraphicFramePr>
        <p:xfrm>
          <a:off x="4841494" y="3767073"/>
          <a:ext cx="1126490" cy="629920"/>
        </p:xfrm>
        <a:graphic>
          <a:graphicData uri="http://schemas.openxmlformats.org/drawingml/2006/table">
            <a:tbl>
              <a:tblPr>
                <a:solidFill>
                  <a:srgbClr val="767171"/>
                </a:solidFill>
              </a:tblPr>
              <a:tblGrid>
                <a:gridCol w="1126490"/>
              </a:tblGrid>
              <a:tr h="617220">
                <a:tc>
                  <a:txBody>
                    <a:bodyPr/>
                    <a:lstStyle/>
                    <a:p>
                      <a:pPr algn="l" rtl="0" eaLnBrk="0">
                        <a:lnSpc>
                          <a:spcPct val="153000"/>
                        </a:lnSpc>
                      </a:pPr>
                      <a:endParaRPr lang="en-US" altLang="en-US" sz="1000" dirty="0"/>
                    </a:p>
                    <a:p>
                      <a:pPr algn="l" rtl="0" eaLnBrk="0">
                        <a:lnSpc>
                          <a:spcPct val="6000"/>
                        </a:lnSpc>
                      </a:pPr>
                      <a:endParaRPr lang="en-US" altLang="en-US" sz="100" dirty="0"/>
                    </a:p>
                    <a:p>
                      <a:pPr marL="155575" algn="l" rtl="0" eaLnBrk="0">
                        <a:lnSpc>
                          <a:spcPct val="98000"/>
                        </a:lnSpc>
                      </a:pPr>
                      <a:r>
                        <a:rPr sz="1400" b="1" kern="0" spc="-20" dirty="0">
                          <a:solidFill>
                            <a:srgbClr val="FFFFFF">
                              <a:alpha val="100000"/>
                            </a:srgbClr>
                          </a:solidFill>
                          <a:cs typeface="Microsoft YaHei UI" panose="020B0503020204020204" charset="-122"/>
                        </a:rPr>
                        <a:t>ETL工程师</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graphicFrame>
        <p:nvGraphicFramePr>
          <p:cNvPr id="4182" name="table 4182"/>
          <p:cNvGraphicFramePr>
            <a:graphicFrameLocks noGrp="1"/>
          </p:cNvGraphicFramePr>
          <p:nvPr>
            <p:custDataLst>
              <p:tags r:id="rId8"/>
            </p:custDataLst>
          </p:nvPr>
        </p:nvGraphicFramePr>
        <p:xfrm>
          <a:off x="2162301" y="2974594"/>
          <a:ext cx="1124585" cy="629920"/>
        </p:xfrm>
        <a:graphic>
          <a:graphicData uri="http://schemas.openxmlformats.org/drawingml/2006/table">
            <a:tbl>
              <a:tblPr>
                <a:solidFill>
                  <a:srgbClr val="777272"/>
                </a:solidFill>
              </a:tblPr>
              <a:tblGrid>
                <a:gridCol w="1124585"/>
              </a:tblGrid>
              <a:tr h="617220">
                <a:tc>
                  <a:txBody>
                    <a:bodyPr/>
                    <a:lstStyle/>
                    <a:p>
                      <a:pPr algn="l" rtl="0" eaLnBrk="0">
                        <a:lnSpc>
                          <a:spcPct val="104000"/>
                        </a:lnSpc>
                      </a:pPr>
                      <a:endParaRPr lang="en-US" altLang="en-US" sz="800" dirty="0"/>
                    </a:p>
                    <a:p>
                      <a:pPr algn="l" rtl="0" eaLnBrk="0">
                        <a:lnSpc>
                          <a:spcPct val="6000"/>
                        </a:lnSpc>
                      </a:pPr>
                      <a:endParaRPr lang="en-US" altLang="en-US" sz="100" dirty="0"/>
                    </a:p>
                    <a:p>
                      <a:pPr marL="481965" indent="-272415" algn="l" rtl="0" eaLnBrk="0">
                        <a:lnSpc>
                          <a:spcPct val="99000"/>
                        </a:lnSpc>
                      </a:pPr>
                      <a:r>
                        <a:rPr sz="1400" b="1" kern="0" spc="-10" dirty="0">
                          <a:solidFill>
                            <a:srgbClr val="FFFFFF">
                              <a:alpha val="100000"/>
                            </a:srgbClr>
                          </a:solidFill>
                          <a:cs typeface="Microsoft YaHei UI" panose="020B0503020204020204" charset="-122"/>
                        </a:rPr>
                        <a:t>业务分析</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师</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77272"/>
                    </a:solidFill>
                  </a:tcPr>
                </a:tc>
              </a:tr>
            </a:tbl>
          </a:graphicData>
        </a:graphic>
      </p:graphicFrame>
      <p:graphicFrame>
        <p:nvGraphicFramePr>
          <p:cNvPr id="4184" name="table 4184"/>
          <p:cNvGraphicFramePr>
            <a:graphicFrameLocks noGrp="1"/>
          </p:cNvGraphicFramePr>
          <p:nvPr>
            <p:custDataLst>
              <p:tags r:id="rId9"/>
            </p:custDataLst>
          </p:nvPr>
        </p:nvGraphicFramePr>
        <p:xfrm>
          <a:off x="2151633" y="3767073"/>
          <a:ext cx="1124585" cy="629920"/>
        </p:xfrm>
        <a:graphic>
          <a:graphicData uri="http://schemas.openxmlformats.org/drawingml/2006/table">
            <a:tbl>
              <a:tblPr>
                <a:solidFill>
                  <a:srgbClr val="767171"/>
                </a:solidFill>
              </a:tblPr>
              <a:tblGrid>
                <a:gridCol w="1124585"/>
              </a:tblGrid>
              <a:tr h="617220">
                <a:tc>
                  <a:txBody>
                    <a:bodyPr/>
                    <a:lstStyle/>
                    <a:p>
                      <a:pPr algn="l" rtl="0" eaLnBrk="0">
                        <a:lnSpc>
                          <a:spcPct val="104000"/>
                        </a:lnSpc>
                      </a:pPr>
                      <a:endParaRPr lang="en-US" altLang="en-US" sz="800" dirty="0"/>
                    </a:p>
                    <a:p>
                      <a:pPr marL="482600" indent="-274320" algn="l" rtl="0" eaLnBrk="0">
                        <a:lnSpc>
                          <a:spcPct val="99000"/>
                        </a:lnSpc>
                        <a:spcBef>
                          <a:spcPts val="5"/>
                        </a:spcBef>
                      </a:pPr>
                      <a:r>
                        <a:rPr sz="1400" b="1" kern="0" spc="-10" dirty="0">
                          <a:solidFill>
                            <a:srgbClr val="FFFFFF">
                              <a:alpha val="100000"/>
                            </a:srgbClr>
                          </a:solidFill>
                          <a:cs typeface="Microsoft YaHei UI" panose="020B0503020204020204" charset="-122"/>
                        </a:rPr>
                        <a:t>数据架构</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师</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graphicFrame>
        <p:nvGraphicFramePr>
          <p:cNvPr id="4186" name="table 4186"/>
          <p:cNvGraphicFramePr>
            <a:graphicFrameLocks noGrp="1"/>
          </p:cNvGraphicFramePr>
          <p:nvPr>
            <p:custDataLst>
              <p:tags r:id="rId10"/>
            </p:custDataLst>
          </p:nvPr>
        </p:nvGraphicFramePr>
        <p:xfrm>
          <a:off x="2148586" y="5237733"/>
          <a:ext cx="1124585" cy="629285"/>
        </p:xfrm>
        <a:graphic>
          <a:graphicData uri="http://schemas.openxmlformats.org/drawingml/2006/table">
            <a:tbl>
              <a:tblPr>
                <a:solidFill>
                  <a:srgbClr val="767171"/>
                </a:solidFill>
              </a:tblPr>
              <a:tblGrid>
                <a:gridCol w="1124585"/>
              </a:tblGrid>
              <a:tr h="616585">
                <a:tc>
                  <a:txBody>
                    <a:bodyPr/>
                    <a:lstStyle/>
                    <a:p>
                      <a:pPr algn="l" rtl="0" eaLnBrk="0">
                        <a:lnSpc>
                          <a:spcPct val="106000"/>
                        </a:lnSpc>
                      </a:pPr>
                      <a:endParaRPr lang="en-US" altLang="en-US" sz="800" dirty="0"/>
                    </a:p>
                    <a:p>
                      <a:pPr marL="475615" indent="-265430" algn="l" rtl="0" eaLnBrk="0">
                        <a:lnSpc>
                          <a:spcPct val="99000"/>
                        </a:lnSpc>
                        <a:spcBef>
                          <a:spcPts val="0"/>
                        </a:spcBef>
                      </a:pPr>
                      <a:r>
                        <a:rPr sz="1400" b="1" kern="0" spc="-10" dirty="0">
                          <a:solidFill>
                            <a:srgbClr val="FFFFFF">
                              <a:alpha val="100000"/>
                            </a:srgbClr>
                          </a:solidFill>
                          <a:cs typeface="Microsoft YaHei UI" panose="020B0503020204020204" charset="-122"/>
                        </a:rPr>
                        <a:t>业务发起</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人</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graphicFrame>
        <p:nvGraphicFramePr>
          <p:cNvPr id="4188" name="table 4188"/>
          <p:cNvGraphicFramePr>
            <a:graphicFrameLocks noGrp="1"/>
          </p:cNvGraphicFramePr>
          <p:nvPr>
            <p:custDataLst>
              <p:tags r:id="rId11"/>
            </p:custDataLst>
          </p:nvPr>
        </p:nvGraphicFramePr>
        <p:xfrm>
          <a:off x="2159254" y="4516882"/>
          <a:ext cx="1123314" cy="629920"/>
        </p:xfrm>
        <a:graphic>
          <a:graphicData uri="http://schemas.openxmlformats.org/drawingml/2006/table">
            <a:tbl>
              <a:tblPr/>
              <a:tblGrid>
                <a:gridCol w="1123314"/>
              </a:tblGrid>
              <a:tr h="617220">
                <a:tc>
                  <a:txBody>
                    <a:bodyPr/>
                    <a:lstStyle/>
                    <a:p>
                      <a:pPr algn="l" rtl="0" eaLnBrk="0">
                        <a:lnSpc>
                          <a:spcPct val="105000"/>
                        </a:lnSpc>
                      </a:pPr>
                      <a:endParaRPr lang="en-US" altLang="en-US" sz="800" dirty="0"/>
                    </a:p>
                    <a:p>
                      <a:pPr marL="386080" indent="-166370" algn="l" rtl="0" eaLnBrk="0">
                        <a:lnSpc>
                          <a:spcPct val="99000"/>
                        </a:lnSpc>
                        <a:spcBef>
                          <a:spcPts val="5"/>
                        </a:spcBef>
                      </a:pPr>
                      <a:r>
                        <a:rPr sz="1400" b="1" kern="0" spc="-30" dirty="0">
                          <a:solidFill>
                            <a:srgbClr val="FFFFFF">
                              <a:alpha val="100000"/>
                            </a:srgbClr>
                          </a:solidFill>
                          <a:cs typeface="Microsoft YaHei UI" panose="020B0503020204020204" charset="-122"/>
                        </a:rPr>
                        <a:t>BI工具工</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程师</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E7979"/>
                    </a:solidFill>
                  </a:tcPr>
                </a:tc>
              </a:tr>
            </a:tbl>
          </a:graphicData>
        </a:graphic>
      </p:graphicFrame>
      <p:graphicFrame>
        <p:nvGraphicFramePr>
          <p:cNvPr id="4190" name="table 4190"/>
          <p:cNvGraphicFramePr>
            <a:graphicFrameLocks noGrp="1"/>
          </p:cNvGraphicFramePr>
          <p:nvPr>
            <p:custDataLst>
              <p:tags r:id="rId12"/>
            </p:custDataLst>
          </p:nvPr>
        </p:nvGraphicFramePr>
        <p:xfrm>
          <a:off x="3479038" y="2974594"/>
          <a:ext cx="1114425" cy="629920"/>
        </p:xfrm>
        <a:graphic>
          <a:graphicData uri="http://schemas.openxmlformats.org/drawingml/2006/table">
            <a:tbl>
              <a:tblPr/>
              <a:tblGrid>
                <a:gridCol w="1114425"/>
              </a:tblGrid>
              <a:tr h="617220">
                <a:tc>
                  <a:txBody>
                    <a:bodyPr/>
                    <a:lstStyle/>
                    <a:p>
                      <a:pPr algn="l" rtl="0" eaLnBrk="0">
                        <a:lnSpc>
                          <a:spcPct val="104000"/>
                        </a:lnSpc>
                      </a:pPr>
                      <a:endParaRPr lang="en-US" altLang="en-US" sz="800" dirty="0"/>
                    </a:p>
                    <a:p>
                      <a:pPr algn="l" rtl="0" eaLnBrk="0">
                        <a:lnSpc>
                          <a:spcPct val="7000"/>
                        </a:lnSpc>
                      </a:pPr>
                      <a:endParaRPr lang="en-US" altLang="en-US" sz="100" dirty="0"/>
                    </a:p>
                    <a:p>
                      <a:pPr marL="470535" indent="-267970" algn="l" rtl="0" eaLnBrk="0">
                        <a:lnSpc>
                          <a:spcPct val="94000"/>
                        </a:lnSpc>
                      </a:pPr>
                      <a:r>
                        <a:rPr sz="1400" b="1" kern="0" spc="-10" dirty="0">
                          <a:solidFill>
                            <a:srgbClr val="FFFFFF">
                              <a:alpha val="100000"/>
                            </a:srgbClr>
                          </a:solidFill>
                          <a:cs typeface="Microsoft YaHei UI" panose="020B0503020204020204" charset="-122"/>
                        </a:rPr>
                        <a:t>元数据经</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理</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E7979"/>
                    </a:solidFill>
                  </a:tcPr>
                </a:tc>
              </a:tr>
            </a:tbl>
          </a:graphicData>
        </a:graphic>
      </p:graphicFrame>
      <p:graphicFrame>
        <p:nvGraphicFramePr>
          <p:cNvPr id="4192" name="table 4192"/>
          <p:cNvGraphicFramePr>
            <a:graphicFrameLocks noGrp="1"/>
          </p:cNvGraphicFramePr>
          <p:nvPr>
            <p:custDataLst>
              <p:tags r:id="rId13"/>
            </p:custDataLst>
          </p:nvPr>
        </p:nvGraphicFramePr>
        <p:xfrm>
          <a:off x="3479038" y="4516882"/>
          <a:ext cx="1114425" cy="629920"/>
        </p:xfrm>
        <a:graphic>
          <a:graphicData uri="http://schemas.openxmlformats.org/drawingml/2006/table">
            <a:tbl>
              <a:tblPr>
                <a:solidFill>
                  <a:srgbClr val="767171"/>
                </a:solidFill>
              </a:tblPr>
              <a:tblGrid>
                <a:gridCol w="1114425"/>
              </a:tblGrid>
              <a:tr h="617220">
                <a:tc>
                  <a:txBody>
                    <a:bodyPr/>
                    <a:lstStyle/>
                    <a:p>
                      <a:pPr algn="l" rtl="0" eaLnBrk="0">
                        <a:lnSpc>
                          <a:spcPct val="104000"/>
                        </a:lnSpc>
                      </a:pPr>
                      <a:endParaRPr lang="en-US" altLang="en-US" sz="800" dirty="0"/>
                    </a:p>
                    <a:p>
                      <a:pPr algn="l" rtl="0" eaLnBrk="0">
                        <a:lnSpc>
                          <a:spcPct val="7000"/>
                        </a:lnSpc>
                      </a:pPr>
                      <a:endParaRPr lang="en-US" altLang="en-US" sz="100" dirty="0"/>
                    </a:p>
                    <a:p>
                      <a:pPr marL="381000" indent="-179070" algn="l" rtl="0" eaLnBrk="0">
                        <a:lnSpc>
                          <a:spcPct val="99000"/>
                        </a:lnSpc>
                      </a:pPr>
                      <a:r>
                        <a:rPr sz="1400" b="1" kern="0" spc="-10" dirty="0">
                          <a:solidFill>
                            <a:srgbClr val="FFFFFF">
                              <a:alpha val="100000"/>
                            </a:srgbClr>
                          </a:solidFill>
                          <a:cs typeface="Microsoft YaHei UI" panose="020B0503020204020204" charset="-122"/>
                        </a:rPr>
                        <a:t>数据管控</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领导</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graphicFrame>
        <p:nvGraphicFramePr>
          <p:cNvPr id="4194" name="table 4194"/>
          <p:cNvGraphicFramePr>
            <a:graphicFrameLocks noGrp="1"/>
          </p:cNvGraphicFramePr>
          <p:nvPr>
            <p:custDataLst>
              <p:tags r:id="rId14"/>
            </p:custDataLst>
          </p:nvPr>
        </p:nvGraphicFramePr>
        <p:xfrm>
          <a:off x="3479038" y="5237733"/>
          <a:ext cx="1114425" cy="629285"/>
        </p:xfrm>
        <a:graphic>
          <a:graphicData uri="http://schemas.openxmlformats.org/drawingml/2006/table">
            <a:tbl>
              <a:tblPr>
                <a:solidFill>
                  <a:srgbClr val="767171"/>
                </a:solidFill>
              </a:tblPr>
              <a:tblGrid>
                <a:gridCol w="1114425"/>
              </a:tblGrid>
              <a:tr h="616585">
                <a:tc>
                  <a:txBody>
                    <a:bodyPr/>
                    <a:lstStyle/>
                    <a:p>
                      <a:pPr algn="l" rtl="0" eaLnBrk="0">
                        <a:lnSpc>
                          <a:spcPct val="106000"/>
                        </a:lnSpc>
                      </a:pPr>
                      <a:endParaRPr lang="en-US" altLang="en-US" sz="800" dirty="0"/>
                    </a:p>
                    <a:p>
                      <a:pPr marL="470535" indent="-267970" algn="l" rtl="0" eaLnBrk="0">
                        <a:lnSpc>
                          <a:spcPct val="99000"/>
                        </a:lnSpc>
                        <a:spcBef>
                          <a:spcPts val="0"/>
                        </a:spcBef>
                      </a:pPr>
                      <a:r>
                        <a:rPr sz="1400" b="1" kern="0" spc="-10" dirty="0">
                          <a:solidFill>
                            <a:srgbClr val="FFFFFF">
                              <a:alpha val="100000"/>
                            </a:srgbClr>
                          </a:solidFill>
                          <a:cs typeface="Microsoft YaHei UI" panose="020B0503020204020204" charset="-122"/>
                        </a:rPr>
                        <a:t>培训协调</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人</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graphicFrame>
        <p:nvGraphicFramePr>
          <p:cNvPr id="4196" name="table 4196"/>
          <p:cNvGraphicFramePr>
            <a:graphicFrameLocks noGrp="1"/>
          </p:cNvGraphicFramePr>
          <p:nvPr>
            <p:custDataLst>
              <p:tags r:id="rId15"/>
            </p:custDataLst>
          </p:nvPr>
        </p:nvGraphicFramePr>
        <p:xfrm>
          <a:off x="4841494" y="4516882"/>
          <a:ext cx="1073150" cy="629920"/>
        </p:xfrm>
        <a:graphic>
          <a:graphicData uri="http://schemas.openxmlformats.org/drawingml/2006/table">
            <a:tbl>
              <a:tblPr>
                <a:solidFill>
                  <a:srgbClr val="767171"/>
                </a:solidFill>
              </a:tblPr>
              <a:tblGrid>
                <a:gridCol w="1073150"/>
              </a:tblGrid>
              <a:tr h="617220">
                <a:tc>
                  <a:txBody>
                    <a:bodyPr/>
                    <a:lstStyle/>
                    <a:p>
                      <a:pPr algn="l" rtl="0" eaLnBrk="0">
                        <a:lnSpc>
                          <a:spcPct val="105000"/>
                        </a:lnSpc>
                      </a:pPr>
                      <a:endParaRPr lang="en-US" altLang="en-US" sz="800" dirty="0"/>
                    </a:p>
                    <a:p>
                      <a:pPr marL="450850" indent="-255905" algn="l" rtl="0" eaLnBrk="0">
                        <a:lnSpc>
                          <a:spcPct val="99000"/>
                        </a:lnSpc>
                        <a:spcBef>
                          <a:spcPts val="5"/>
                        </a:spcBef>
                      </a:pPr>
                      <a:r>
                        <a:rPr sz="1400" b="1" kern="0" spc="-30" dirty="0">
                          <a:solidFill>
                            <a:srgbClr val="FFFFFF">
                              <a:alpha val="100000"/>
                            </a:srgbClr>
                          </a:solidFill>
                          <a:cs typeface="Microsoft YaHei UI" panose="020B0503020204020204" charset="-122"/>
                        </a:rPr>
                        <a:t>BI培训专</a:t>
                      </a:r>
                      <a:r>
                        <a:rPr sz="1400" b="1" kern="0" spc="0" dirty="0">
                          <a:solidFill>
                            <a:srgbClr val="FFFFFF">
                              <a:alpha val="100000"/>
                            </a:srgbClr>
                          </a:solidFill>
                          <a:cs typeface="Microsoft YaHei UI" panose="020B0503020204020204" charset="-122"/>
                        </a:rPr>
                        <a:t>    </a:t>
                      </a:r>
                      <a:r>
                        <a:rPr sz="1400" b="1" kern="0" spc="-10" dirty="0">
                          <a:solidFill>
                            <a:srgbClr val="FFFFFF">
                              <a:alpha val="100000"/>
                            </a:srgbClr>
                          </a:solidFill>
                          <a:cs typeface="Microsoft YaHei UI" panose="020B0503020204020204" charset="-122"/>
                        </a:rPr>
                        <a:t>员</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graphicFrame>
        <p:nvGraphicFramePr>
          <p:cNvPr id="4198" name="table 4198"/>
          <p:cNvGraphicFramePr>
            <a:graphicFrameLocks noGrp="1"/>
          </p:cNvGraphicFramePr>
          <p:nvPr>
            <p:custDataLst>
              <p:tags r:id="rId16"/>
            </p:custDataLst>
          </p:nvPr>
        </p:nvGraphicFramePr>
        <p:xfrm>
          <a:off x="4841494" y="5237733"/>
          <a:ext cx="1073150" cy="629285"/>
        </p:xfrm>
        <a:graphic>
          <a:graphicData uri="http://schemas.openxmlformats.org/drawingml/2006/table">
            <a:tbl>
              <a:tblPr>
                <a:solidFill>
                  <a:srgbClr val="767171"/>
                </a:solidFill>
              </a:tblPr>
              <a:tblGrid>
                <a:gridCol w="1073150"/>
              </a:tblGrid>
              <a:tr h="616585">
                <a:tc>
                  <a:txBody>
                    <a:bodyPr/>
                    <a:lstStyle/>
                    <a:p>
                      <a:pPr algn="l" rtl="0" eaLnBrk="0">
                        <a:lnSpc>
                          <a:spcPct val="107000"/>
                        </a:lnSpc>
                      </a:pPr>
                      <a:endParaRPr lang="en-US" altLang="en-US" sz="800" dirty="0"/>
                    </a:p>
                    <a:p>
                      <a:pPr marL="363220" indent="-180340" algn="l" rtl="0" eaLnBrk="0">
                        <a:lnSpc>
                          <a:spcPct val="98000"/>
                        </a:lnSpc>
                      </a:pPr>
                      <a:r>
                        <a:rPr sz="1400" b="1" kern="0" spc="-10" dirty="0">
                          <a:solidFill>
                            <a:srgbClr val="FFFFFF">
                              <a:alpha val="100000"/>
                            </a:srgbClr>
                          </a:solidFill>
                          <a:cs typeface="Microsoft YaHei UI" panose="020B0503020204020204" charset="-122"/>
                        </a:rPr>
                        <a:t>基础架构</a:t>
                      </a:r>
                      <a:r>
                        <a:rPr sz="1400" b="1" kern="0" spc="0" dirty="0">
                          <a:solidFill>
                            <a:srgbClr val="FFFFFF">
                              <a:alpha val="100000"/>
                            </a:srgbClr>
                          </a:solidFill>
                          <a:cs typeface="Microsoft YaHei UI" panose="020B0503020204020204" charset="-122"/>
                        </a:rPr>
                        <a:t>    </a:t>
                      </a:r>
                      <a:r>
                        <a:rPr sz="1400" b="1" kern="0" spc="-20" dirty="0">
                          <a:solidFill>
                            <a:srgbClr val="FFFFFF">
                              <a:alpha val="100000"/>
                            </a:srgbClr>
                          </a:solidFill>
                          <a:cs typeface="Microsoft YaHei UI" panose="020B0503020204020204" charset="-122"/>
                        </a:rPr>
                        <a:t>专员</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graphicFrame>
        <p:nvGraphicFramePr>
          <p:cNvPr id="4200" name="table 4200"/>
          <p:cNvGraphicFramePr>
            <a:graphicFrameLocks noGrp="1"/>
          </p:cNvGraphicFramePr>
          <p:nvPr>
            <p:custDataLst>
              <p:tags r:id="rId17"/>
            </p:custDataLst>
          </p:nvPr>
        </p:nvGraphicFramePr>
        <p:xfrm>
          <a:off x="938530" y="4516882"/>
          <a:ext cx="1036319" cy="629920"/>
        </p:xfrm>
        <a:graphic>
          <a:graphicData uri="http://schemas.openxmlformats.org/drawingml/2006/table">
            <a:tbl>
              <a:tblPr/>
              <a:tblGrid>
                <a:gridCol w="1036319"/>
              </a:tblGrid>
              <a:tr h="617220">
                <a:tc>
                  <a:txBody>
                    <a:bodyPr/>
                    <a:lstStyle/>
                    <a:p>
                      <a:pPr algn="l" rtl="0" eaLnBrk="0">
                        <a:lnSpc>
                          <a:spcPct val="104000"/>
                        </a:lnSpc>
                      </a:pPr>
                      <a:endParaRPr lang="en-US" altLang="en-US" sz="800" dirty="0"/>
                    </a:p>
                    <a:p>
                      <a:pPr algn="l" rtl="0" eaLnBrk="0">
                        <a:lnSpc>
                          <a:spcPct val="7000"/>
                        </a:lnSpc>
                      </a:pPr>
                      <a:endParaRPr lang="en-US" altLang="en-US" sz="100" dirty="0"/>
                    </a:p>
                    <a:p>
                      <a:pPr marL="252730" indent="-49530" algn="l" rtl="0" eaLnBrk="0">
                        <a:lnSpc>
                          <a:spcPct val="99000"/>
                        </a:lnSpc>
                      </a:pPr>
                      <a:r>
                        <a:rPr sz="1400" b="1" kern="0" spc="-30" dirty="0">
                          <a:solidFill>
                            <a:srgbClr val="FFFFFF">
                              <a:alpha val="100000"/>
                            </a:srgbClr>
                          </a:solidFill>
                          <a:cs typeface="Microsoft YaHei UI" panose="020B0503020204020204" charset="-122"/>
                        </a:rPr>
                        <a:t>DBA/数    </a:t>
                      </a:r>
                      <a:r>
                        <a:rPr sz="1400" b="1" kern="0" spc="-10" dirty="0">
                          <a:solidFill>
                            <a:srgbClr val="FFFFFF">
                              <a:alpha val="100000"/>
                            </a:srgbClr>
                          </a:solidFill>
                          <a:cs typeface="Microsoft YaHei UI" panose="020B0503020204020204" charset="-122"/>
                        </a:rPr>
                        <a:t>据建模</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77272"/>
                    </a:solidFill>
                  </a:tcPr>
                </a:tc>
              </a:tr>
            </a:tbl>
          </a:graphicData>
        </a:graphic>
      </p:graphicFrame>
      <p:graphicFrame>
        <p:nvGraphicFramePr>
          <p:cNvPr id="4202" name="table 4202"/>
          <p:cNvGraphicFramePr>
            <a:graphicFrameLocks noGrp="1"/>
          </p:cNvGraphicFramePr>
          <p:nvPr>
            <p:custDataLst>
              <p:tags r:id="rId18"/>
            </p:custDataLst>
          </p:nvPr>
        </p:nvGraphicFramePr>
        <p:xfrm>
          <a:off x="938530" y="5237733"/>
          <a:ext cx="1036319" cy="629285"/>
        </p:xfrm>
        <a:graphic>
          <a:graphicData uri="http://schemas.openxmlformats.org/drawingml/2006/table">
            <a:tbl>
              <a:tblPr/>
              <a:tblGrid>
                <a:gridCol w="1036319"/>
              </a:tblGrid>
              <a:tr h="616585">
                <a:tc>
                  <a:txBody>
                    <a:bodyPr/>
                    <a:lstStyle/>
                    <a:p>
                      <a:pPr algn="l" rtl="0" eaLnBrk="0">
                        <a:lnSpc>
                          <a:spcPct val="149000"/>
                        </a:lnSpc>
                      </a:pPr>
                      <a:endParaRPr lang="en-US" altLang="en-US" sz="1000" dirty="0"/>
                    </a:p>
                    <a:p>
                      <a:pPr algn="l" rtl="0" eaLnBrk="0">
                        <a:lnSpc>
                          <a:spcPct val="9000"/>
                        </a:lnSpc>
                      </a:pPr>
                      <a:endParaRPr lang="en-US" altLang="en-US" sz="100" dirty="0"/>
                    </a:p>
                    <a:p>
                      <a:pPr marL="147320" algn="l" rtl="0" eaLnBrk="0">
                        <a:lnSpc>
                          <a:spcPct val="91000"/>
                        </a:lnSpc>
                      </a:pPr>
                      <a:r>
                        <a:rPr sz="1400" b="1" kern="0" spc="-30" dirty="0">
                          <a:solidFill>
                            <a:srgbClr val="FFFFFF">
                              <a:alpha val="100000"/>
                            </a:srgbClr>
                          </a:solidFill>
                          <a:cs typeface="Microsoft YaHei UI" panose="020B0503020204020204" charset="-122"/>
                        </a:rPr>
                        <a:t>BICC经理</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C7878"/>
                    </a:solidFill>
                  </a:tcPr>
                </a:tc>
              </a:tr>
            </a:tbl>
          </a:graphicData>
        </a:graphic>
      </p:graphicFrame>
      <p:graphicFrame>
        <p:nvGraphicFramePr>
          <p:cNvPr id="4204" name="table 4204"/>
          <p:cNvGraphicFramePr>
            <a:graphicFrameLocks noGrp="1"/>
          </p:cNvGraphicFramePr>
          <p:nvPr>
            <p:custDataLst>
              <p:tags r:id="rId19"/>
            </p:custDataLst>
          </p:nvPr>
        </p:nvGraphicFramePr>
        <p:xfrm>
          <a:off x="982726" y="2974594"/>
          <a:ext cx="988060" cy="629920"/>
        </p:xfrm>
        <a:graphic>
          <a:graphicData uri="http://schemas.openxmlformats.org/drawingml/2006/table">
            <a:tbl>
              <a:tblPr>
                <a:solidFill>
                  <a:srgbClr val="767171"/>
                </a:solidFill>
              </a:tblPr>
              <a:tblGrid>
                <a:gridCol w="988060"/>
              </a:tblGrid>
              <a:tr h="617220">
                <a:tc>
                  <a:txBody>
                    <a:bodyPr/>
                    <a:lstStyle/>
                    <a:p>
                      <a:pPr algn="l" rtl="0" eaLnBrk="0">
                        <a:lnSpc>
                          <a:spcPct val="105000"/>
                        </a:lnSpc>
                      </a:pPr>
                      <a:endParaRPr lang="en-US" altLang="en-US" sz="800" dirty="0"/>
                    </a:p>
                    <a:p>
                      <a:pPr algn="l" rtl="0" eaLnBrk="0">
                        <a:lnSpc>
                          <a:spcPct val="6000"/>
                        </a:lnSpc>
                      </a:pPr>
                      <a:endParaRPr lang="en-US" altLang="en-US" sz="100" dirty="0"/>
                    </a:p>
                    <a:p>
                      <a:pPr marL="405130" indent="-267335" algn="l" rtl="0" eaLnBrk="0">
                        <a:lnSpc>
                          <a:spcPct val="99000"/>
                        </a:lnSpc>
                      </a:pPr>
                      <a:r>
                        <a:rPr sz="1400" b="1" kern="0" spc="-10" dirty="0">
                          <a:solidFill>
                            <a:srgbClr val="FFFFFF">
                              <a:alpha val="100000"/>
                            </a:srgbClr>
                          </a:solidFill>
                          <a:cs typeface="Microsoft YaHei UI" panose="020B0503020204020204" charset="-122"/>
                        </a:rPr>
                        <a:t>数据协调   人</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graphicFrame>
        <p:nvGraphicFramePr>
          <p:cNvPr id="4206" name="table 4206"/>
          <p:cNvGraphicFramePr>
            <a:graphicFrameLocks noGrp="1"/>
          </p:cNvGraphicFramePr>
          <p:nvPr>
            <p:custDataLst>
              <p:tags r:id="rId20"/>
            </p:custDataLst>
          </p:nvPr>
        </p:nvGraphicFramePr>
        <p:xfrm>
          <a:off x="982726" y="3767073"/>
          <a:ext cx="988060" cy="629920"/>
        </p:xfrm>
        <a:graphic>
          <a:graphicData uri="http://schemas.openxmlformats.org/drawingml/2006/table">
            <a:tbl>
              <a:tblPr>
                <a:solidFill>
                  <a:srgbClr val="767171"/>
                </a:solidFill>
              </a:tblPr>
              <a:tblGrid>
                <a:gridCol w="988060"/>
              </a:tblGrid>
              <a:tr h="617220">
                <a:tc>
                  <a:txBody>
                    <a:bodyPr/>
                    <a:lstStyle/>
                    <a:p>
                      <a:pPr algn="l" rtl="0" eaLnBrk="0">
                        <a:lnSpc>
                          <a:spcPct val="153000"/>
                        </a:lnSpc>
                      </a:pPr>
                      <a:endParaRPr lang="en-US" altLang="en-US" sz="1000" dirty="0"/>
                    </a:p>
                    <a:p>
                      <a:pPr marL="137795" algn="l" rtl="0" eaLnBrk="0">
                        <a:lnSpc>
                          <a:spcPct val="98000"/>
                        </a:lnSpc>
                        <a:spcBef>
                          <a:spcPts val="5"/>
                        </a:spcBef>
                      </a:pPr>
                      <a:r>
                        <a:rPr sz="1400" b="1" kern="0" spc="-10" dirty="0">
                          <a:solidFill>
                            <a:srgbClr val="FFFFFF">
                              <a:alpha val="100000"/>
                            </a:srgbClr>
                          </a:solidFill>
                          <a:cs typeface="Microsoft YaHei UI" panose="020B0503020204020204" charset="-122"/>
                        </a:rPr>
                        <a:t>数据质量</a:t>
                      </a:r>
                      <a:endParaRPr lang="en-US" altLang="en-US" sz="1400" dirty="0"/>
                    </a:p>
                  </a:txBody>
                  <a:tcPr marL="0" marR="0" marT="0" marB="0" vert="horz">
                    <a:lnL w="12700" cap="flat" cmpd="sng" algn="ctr">
                      <a:solidFill>
                        <a:srgbClr val="222A35"/>
                      </a:solidFill>
                      <a:prstDash val="solid"/>
                      <a:round/>
                      <a:headEnd type="none" w="med" len="med"/>
                      <a:tailEnd type="none" w="med" len="med"/>
                    </a:lnL>
                    <a:lnR w="12700" cap="flat" cmpd="sng" algn="ctr">
                      <a:solidFill>
                        <a:srgbClr val="222A35"/>
                      </a:solidFill>
                      <a:prstDash val="solid"/>
                      <a:round/>
                      <a:headEnd type="none" w="med" len="med"/>
                      <a:tailEnd type="none" w="med" len="med"/>
                    </a:lnR>
                    <a:lnT w="12700" cap="flat" cmpd="sng" algn="ctr">
                      <a:solidFill>
                        <a:srgbClr val="222A35"/>
                      </a:solidFill>
                      <a:prstDash val="solid"/>
                      <a:round/>
                      <a:headEnd type="none" w="med" len="med"/>
                      <a:tailEnd type="none" w="med" len="med"/>
                    </a:lnT>
                    <a:lnB w="12700" cap="flat" cmpd="sng" algn="ctr">
                      <a:solidFill>
                        <a:srgbClr val="222A35"/>
                      </a:solidFill>
                      <a:prstDash val="solid"/>
                      <a:round/>
                      <a:headEnd type="none" w="med" len="med"/>
                      <a:tailEnd type="none" w="med" len="med"/>
                    </a:lnB>
                    <a:solidFill>
                      <a:srgbClr val="767171"/>
                    </a:solidFill>
                  </a:tcPr>
                </a:tc>
              </a:tr>
            </a:tbl>
          </a:graphicData>
        </a:graphic>
      </p:graphicFrame>
      <p:sp>
        <p:nvSpPr>
          <p:cNvPr id="4208" name="textbox 4208"/>
          <p:cNvSpPr/>
          <p:nvPr>
            <p:custDataLst>
              <p:tags r:id="rId21"/>
            </p:custDataLst>
          </p:nvPr>
        </p:nvSpPr>
        <p:spPr>
          <a:xfrm>
            <a:off x="10422267" y="6117285"/>
            <a:ext cx="812800" cy="15684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035"/>
              </a:lnSpc>
            </a:pPr>
            <a:r>
              <a:rPr sz="800" kern="0" spc="0" dirty="0">
                <a:solidFill>
                  <a:schemeClr val="dk1"/>
                </a:solidFill>
                <a:cs typeface="微软雅黑" panose="020B0503020204020204" charset="-122"/>
              </a:rPr>
              <a:t>数据来源：</a:t>
            </a:r>
            <a:r>
              <a:rPr sz="800" kern="0" spc="110" dirty="0">
                <a:solidFill>
                  <a:schemeClr val="dk1"/>
                </a:solidFill>
                <a:cs typeface="微软雅黑" panose="020B0503020204020204" charset="-122"/>
              </a:rPr>
              <a:t>  </a:t>
            </a:r>
            <a:r>
              <a:rPr sz="800" kern="0" spc="0" dirty="0">
                <a:solidFill>
                  <a:schemeClr val="dk1"/>
                </a:solidFill>
                <a:cs typeface="微软雅黑" panose="020B0503020204020204" charset="-122"/>
              </a:rPr>
              <a:t>IBM</a:t>
            </a:r>
            <a:endParaRPr lang="en-US" altLang="en-US" sz="800" kern="0" spc="0" dirty="0">
              <a:solidFill>
                <a:schemeClr val="dk1"/>
              </a:solidFill>
              <a:cs typeface="微软雅黑" panose="020B0503020204020204" charset="-122"/>
            </a:endParaRPr>
          </a:p>
        </p:txBody>
      </p:sp>
    </p:spTree>
    <p:custDataLst>
      <p:tags r:id="rId22"/>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10" name="table 4210"/>
          <p:cNvGraphicFramePr>
            <a:graphicFrameLocks noGrp="1"/>
          </p:cNvGraphicFramePr>
          <p:nvPr>
            <p:custDataLst>
              <p:tags r:id="rId1"/>
            </p:custDataLst>
          </p:nvPr>
        </p:nvGraphicFramePr>
        <p:xfrm>
          <a:off x="797979" y="1222501"/>
          <a:ext cx="10410190" cy="4575810"/>
        </p:xfrm>
        <a:graphic>
          <a:graphicData uri="http://schemas.openxmlformats.org/drawingml/2006/table">
            <a:tbl>
              <a:tblPr/>
              <a:tblGrid>
                <a:gridCol w="962660"/>
                <a:gridCol w="2510155"/>
                <a:gridCol w="668019"/>
                <a:gridCol w="601344"/>
                <a:gridCol w="601344"/>
                <a:gridCol w="764540"/>
                <a:gridCol w="668019"/>
                <a:gridCol w="1002030"/>
                <a:gridCol w="802004"/>
                <a:gridCol w="915035"/>
                <a:gridCol w="915035"/>
              </a:tblGrid>
              <a:tr h="373379">
                <a:tc gridSpan="2">
                  <a:txBody>
                    <a:bodyPr/>
                    <a:lstStyle/>
                    <a:p>
                      <a:pPr algn="l" rtl="0" eaLnBrk="0">
                        <a:lnSpc>
                          <a:spcPct val="109000"/>
                        </a:lnSpc>
                      </a:pPr>
                      <a:endParaRPr lang="en-US" altLang="en-US" sz="600" dirty="0"/>
                    </a:p>
                    <a:p>
                      <a:pPr marL="382270" algn="l" rtl="0" eaLnBrk="0">
                        <a:lnSpc>
                          <a:spcPct val="94000"/>
                        </a:lnSpc>
                        <a:spcBef>
                          <a:spcPts val="5"/>
                        </a:spcBef>
                      </a:pPr>
                      <a:r>
                        <a:rPr sz="1400" kern="0" spc="0" dirty="0">
                          <a:ln w="5094" cap="flat" cmpd="sng">
                            <a:solidFill>
                              <a:srgbClr val="000000">
                                <a:alpha val="100000"/>
                              </a:srgbClr>
                            </a:solidFill>
                            <a:prstDash val="solid"/>
                            <a:round/>
                          </a:ln>
                          <a:solidFill>
                            <a:srgbClr val="000000">
                              <a:alpha val="100000"/>
                            </a:srgbClr>
                          </a:solidFill>
                          <a:cs typeface="宋体" panose="02010600030101010101" pitchFamily="2" charset="-122"/>
                        </a:rPr>
                        <a:t>快递快运同行</a:t>
                      </a:r>
                      <a:r>
                        <a:rPr sz="1400" b="1" kern="0" spc="0" dirty="0">
                          <a:solidFill>
                            <a:srgbClr val="000000">
                              <a:alpha val="100000"/>
                            </a:srgbClr>
                          </a:solidFill>
                          <a:cs typeface="Calibri" panose="020F0502020204030204"/>
                        </a:rPr>
                        <a:t>-</a:t>
                      </a:r>
                      <a:r>
                        <a:rPr sz="1400" kern="0" spc="0" dirty="0">
                          <a:ln w="5094" cap="flat" cmpd="sng">
                            <a:solidFill>
                              <a:srgbClr val="000000">
                                <a:alpha val="100000"/>
                              </a:srgbClr>
                            </a:solidFill>
                            <a:prstDash val="solid"/>
                            <a:round/>
                          </a:ln>
                          <a:solidFill>
                            <a:srgbClr val="000000">
                              <a:alpha val="100000"/>
                            </a:srgbClr>
                          </a:solidFill>
                          <a:cs typeface="宋体" panose="02010600030101010101" pitchFamily="2" charset="-122"/>
                        </a:rPr>
                        <a:t>数据驱动</a:t>
                      </a:r>
                      <a:r>
                        <a:rPr sz="1400" kern="0" spc="-10" dirty="0">
                          <a:ln w="5094" cap="flat" cmpd="sng">
                            <a:solidFill>
                              <a:srgbClr val="000000">
                                <a:alpha val="100000"/>
                              </a:srgbClr>
                            </a:solidFill>
                            <a:prstDash val="solid"/>
                            <a:round/>
                          </a:ln>
                          <a:solidFill>
                            <a:srgbClr val="000000">
                              <a:alpha val="100000"/>
                            </a:srgbClr>
                          </a:solidFill>
                          <a:cs typeface="宋体" panose="02010600030101010101" pitchFamily="2" charset="-122"/>
                        </a:rPr>
                        <a:t>业务的评估</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hMerge="1">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0000"/>
                        </a:lnSpc>
                      </a:pPr>
                      <a:endParaRPr lang="en-US" altLang="en-US" sz="800" dirty="0"/>
                    </a:p>
                    <a:p>
                      <a:pPr marL="255905" algn="l" rtl="0" eaLnBrk="0">
                        <a:lnSpc>
                          <a:spcPct val="74000"/>
                        </a:lnSpc>
                        <a:spcBef>
                          <a:spcPts val="0"/>
                        </a:spcBef>
                      </a:pPr>
                      <a:r>
                        <a:rPr sz="1400" b="1" kern="0" spc="-20" dirty="0">
                          <a:solidFill>
                            <a:srgbClr val="000000">
                              <a:alpha val="100000"/>
                            </a:srgbClr>
                          </a:solidFill>
                          <a:cs typeface="Calibri" panose="020F0502020204030204"/>
                        </a:rPr>
                        <a:t>SF</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1000"/>
                        </a:lnSpc>
                      </a:pPr>
                      <a:endParaRPr lang="en-US" altLang="en-US" sz="800" dirty="0"/>
                    </a:p>
                    <a:p>
                      <a:pPr algn="l" rtl="0" eaLnBrk="0">
                        <a:lnSpc>
                          <a:spcPct val="7000"/>
                        </a:lnSpc>
                      </a:pPr>
                      <a:endParaRPr lang="en-US" altLang="en-US" sz="100" dirty="0"/>
                    </a:p>
                    <a:p>
                      <a:pPr marL="209550" algn="l" rtl="0" eaLnBrk="0">
                        <a:lnSpc>
                          <a:spcPct val="73000"/>
                        </a:lnSpc>
                      </a:pPr>
                      <a:r>
                        <a:rPr sz="1400" b="1" kern="0" spc="-40" dirty="0">
                          <a:solidFill>
                            <a:srgbClr val="000000">
                              <a:alpha val="100000"/>
                            </a:srgbClr>
                          </a:solidFill>
                          <a:cs typeface="Calibri" panose="020F0502020204030204"/>
                        </a:rPr>
                        <a:t>DP</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0000"/>
                        </a:lnSpc>
                      </a:pPr>
                      <a:endParaRPr lang="en-US" altLang="en-US" sz="800" dirty="0"/>
                    </a:p>
                    <a:p>
                      <a:pPr marL="160655" algn="l" rtl="0" eaLnBrk="0">
                        <a:lnSpc>
                          <a:spcPct val="74000"/>
                        </a:lnSpc>
                        <a:spcBef>
                          <a:spcPts val="0"/>
                        </a:spcBef>
                      </a:pPr>
                      <a:r>
                        <a:rPr sz="1400" b="1" kern="0" spc="-20" dirty="0">
                          <a:solidFill>
                            <a:srgbClr val="000000">
                              <a:alpha val="100000"/>
                            </a:srgbClr>
                          </a:solidFill>
                          <a:cs typeface="Calibri" panose="020F0502020204030204"/>
                        </a:rPr>
                        <a:t>ZTO</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1000"/>
                        </a:lnSpc>
                      </a:pPr>
                      <a:endParaRPr lang="en-US" altLang="en-US" sz="800" dirty="0"/>
                    </a:p>
                    <a:p>
                      <a:pPr algn="l" rtl="0" eaLnBrk="0">
                        <a:lnSpc>
                          <a:spcPct val="7000"/>
                        </a:lnSpc>
                      </a:pPr>
                      <a:endParaRPr lang="en-US" altLang="en-US" sz="100" dirty="0"/>
                    </a:p>
                    <a:p>
                      <a:pPr marL="111760" algn="l" rtl="0" eaLnBrk="0">
                        <a:lnSpc>
                          <a:spcPct val="73000"/>
                        </a:lnSpc>
                      </a:pPr>
                      <a:r>
                        <a:rPr sz="1400" b="1" kern="0" spc="-10" dirty="0">
                          <a:solidFill>
                            <a:srgbClr val="000000">
                              <a:alpha val="100000"/>
                            </a:srgbClr>
                          </a:solidFill>
                          <a:cs typeface="Calibri" panose="020F0502020204030204"/>
                        </a:rPr>
                        <a:t>YUNDA</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0000"/>
                        </a:lnSpc>
                      </a:pPr>
                      <a:endParaRPr lang="en-US" altLang="en-US" sz="800" dirty="0"/>
                    </a:p>
                    <a:p>
                      <a:pPr marL="187325" algn="l" rtl="0" eaLnBrk="0">
                        <a:lnSpc>
                          <a:spcPct val="74000"/>
                        </a:lnSpc>
                        <a:spcBef>
                          <a:spcPts val="0"/>
                        </a:spcBef>
                      </a:pPr>
                      <a:r>
                        <a:rPr sz="1400" b="1" kern="0" spc="-10" dirty="0">
                          <a:solidFill>
                            <a:srgbClr val="000000">
                              <a:alpha val="100000"/>
                            </a:srgbClr>
                          </a:solidFill>
                          <a:cs typeface="Calibri" panose="020F0502020204030204"/>
                        </a:rPr>
                        <a:t>YTO</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0000"/>
                        </a:lnSpc>
                      </a:pPr>
                      <a:endParaRPr lang="en-US" altLang="en-US" sz="800" dirty="0"/>
                    </a:p>
                    <a:p>
                      <a:pPr marL="336550" algn="l" rtl="0" eaLnBrk="0">
                        <a:lnSpc>
                          <a:spcPct val="74000"/>
                        </a:lnSpc>
                        <a:spcBef>
                          <a:spcPts val="0"/>
                        </a:spcBef>
                      </a:pPr>
                      <a:r>
                        <a:rPr sz="1400" b="1" kern="0" spc="-30" dirty="0">
                          <a:solidFill>
                            <a:srgbClr val="000000">
                              <a:alpha val="100000"/>
                            </a:srgbClr>
                          </a:solidFill>
                          <a:cs typeface="Calibri" panose="020F0502020204030204"/>
                        </a:rPr>
                        <a:t>BEST</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0000"/>
                        </a:lnSpc>
                      </a:pPr>
                      <a:endParaRPr lang="en-US" altLang="en-US" sz="800" dirty="0"/>
                    </a:p>
                    <a:p>
                      <a:pPr marL="263525" algn="l" rtl="0" eaLnBrk="0">
                        <a:lnSpc>
                          <a:spcPct val="74000"/>
                        </a:lnSpc>
                        <a:spcBef>
                          <a:spcPts val="0"/>
                        </a:spcBef>
                      </a:pPr>
                      <a:r>
                        <a:rPr sz="1400" b="1" kern="0" spc="-30" dirty="0">
                          <a:solidFill>
                            <a:srgbClr val="000000">
                              <a:alpha val="100000"/>
                            </a:srgbClr>
                          </a:solidFill>
                          <a:cs typeface="Calibri" panose="020F0502020204030204"/>
                        </a:rPr>
                        <a:t>STO</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1000"/>
                        </a:lnSpc>
                      </a:pPr>
                      <a:endParaRPr lang="en-US" altLang="en-US" sz="800" dirty="0"/>
                    </a:p>
                    <a:p>
                      <a:pPr algn="l" rtl="0" eaLnBrk="0">
                        <a:lnSpc>
                          <a:spcPct val="7000"/>
                        </a:lnSpc>
                      </a:pPr>
                      <a:endParaRPr lang="en-US" altLang="en-US" sz="100" dirty="0"/>
                    </a:p>
                    <a:p>
                      <a:pPr marL="303530" algn="l" rtl="0" eaLnBrk="0">
                        <a:lnSpc>
                          <a:spcPct val="73000"/>
                        </a:lnSpc>
                      </a:pPr>
                      <a:r>
                        <a:rPr sz="1400" b="1" kern="0" spc="-10" dirty="0">
                          <a:solidFill>
                            <a:srgbClr val="000000">
                              <a:alpha val="100000"/>
                            </a:srgbClr>
                          </a:solidFill>
                          <a:cs typeface="Calibri" panose="020F0502020204030204"/>
                        </a:rPr>
                        <a:t>ANE</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c>
                  <a:txBody>
                    <a:bodyPr/>
                    <a:lstStyle/>
                    <a:p>
                      <a:pPr algn="l" rtl="0" eaLnBrk="0">
                        <a:lnSpc>
                          <a:spcPct val="111000"/>
                        </a:lnSpc>
                      </a:pPr>
                      <a:endParaRPr lang="en-US" altLang="en-US" sz="800" dirty="0"/>
                    </a:p>
                    <a:p>
                      <a:pPr algn="l" rtl="0" eaLnBrk="0">
                        <a:lnSpc>
                          <a:spcPct val="7000"/>
                        </a:lnSpc>
                      </a:pPr>
                      <a:endParaRPr lang="en-US" altLang="en-US" sz="100" dirty="0"/>
                    </a:p>
                    <a:p>
                      <a:pPr marL="222885" algn="l" rtl="0" eaLnBrk="0">
                        <a:lnSpc>
                          <a:spcPct val="73000"/>
                        </a:lnSpc>
                      </a:pPr>
                      <a:r>
                        <a:rPr sz="1400" b="1" kern="0" spc="-10" dirty="0">
                          <a:solidFill>
                            <a:srgbClr val="000000">
                              <a:alpha val="100000"/>
                            </a:srgbClr>
                          </a:solidFill>
                          <a:cs typeface="Calibri" panose="020F0502020204030204"/>
                        </a:rPr>
                        <a:t>YMDD</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tcPr>
                </a:tc>
              </a:tr>
              <a:tr h="367029">
                <a:tc gridSpan="2">
                  <a:txBody>
                    <a:bodyPr/>
                    <a:lstStyle/>
                    <a:p>
                      <a:pPr algn="l" rtl="0" eaLnBrk="0">
                        <a:lnSpc>
                          <a:spcPct val="102000"/>
                        </a:lnSpc>
                      </a:pPr>
                      <a:endParaRPr lang="en-US" altLang="en-US" sz="600" dirty="0"/>
                    </a:p>
                    <a:p>
                      <a:pPr marL="140970" algn="l" rtl="0" eaLnBrk="0">
                        <a:lnSpc>
                          <a:spcPct val="95000"/>
                        </a:lnSpc>
                        <a:spcBef>
                          <a:spcPts val="0"/>
                        </a:spcBef>
                      </a:pPr>
                      <a:r>
                        <a:rPr sz="1400" kern="0" spc="-10" dirty="0">
                          <a:solidFill>
                            <a:srgbClr val="000000">
                              <a:alpha val="100000"/>
                            </a:srgbClr>
                          </a:solidFill>
                          <a:cs typeface="宋体" panose="02010600030101010101" pitchFamily="2" charset="-122"/>
                        </a:rPr>
                        <a:t>数据基础</a:t>
                      </a:r>
                      <a:r>
                        <a:rPr sz="1400" kern="0" spc="23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统一的主数据平台</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hMerge="1">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4000"/>
                        </a:lnSpc>
                      </a:pPr>
                      <a:endParaRPr lang="en-US" altLang="en-US" sz="700" dirty="0"/>
                    </a:p>
                    <a:p>
                      <a:pPr marL="290830" algn="l" rtl="0" eaLnBrk="0">
                        <a:lnSpc>
                          <a:spcPts val="1735"/>
                        </a:lnSpc>
                        <a:spcBef>
                          <a:spcPts val="0"/>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4000"/>
                        </a:lnSpc>
                      </a:pPr>
                      <a:endParaRPr lang="en-US" altLang="en-US" sz="700" dirty="0"/>
                    </a:p>
                    <a:p>
                      <a:pPr marL="257810" algn="l" rtl="0" eaLnBrk="0">
                        <a:lnSpc>
                          <a:spcPts val="1735"/>
                        </a:lnSpc>
                        <a:spcBef>
                          <a:spcPts val="0"/>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1000"/>
                        </a:lnSpc>
                      </a:pPr>
                      <a:endParaRPr lang="en-US" altLang="en-US" sz="600" dirty="0"/>
                    </a:p>
                    <a:p>
                      <a:pPr marL="243205" algn="l" rtl="0" eaLnBrk="0">
                        <a:lnSpc>
                          <a:spcPts val="1810"/>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1000"/>
                        </a:lnSpc>
                      </a:pPr>
                      <a:endParaRPr lang="en-US" altLang="en-US" sz="600" dirty="0"/>
                    </a:p>
                    <a:p>
                      <a:pPr marL="325755" algn="l" rtl="0" eaLnBrk="0">
                        <a:lnSpc>
                          <a:spcPts val="1810"/>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4000"/>
                        </a:lnSpc>
                      </a:pPr>
                      <a:endParaRPr lang="en-US" altLang="en-US" sz="700" dirty="0"/>
                    </a:p>
                    <a:p>
                      <a:pPr marL="459105" algn="l" rtl="0" eaLnBrk="0">
                        <a:lnSpc>
                          <a:spcPts val="1735"/>
                        </a:lnSpc>
                        <a:spcBef>
                          <a:spcPts val="0"/>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1000"/>
                        </a:lnSpc>
                      </a:pPr>
                      <a:endParaRPr lang="en-US" altLang="en-US" sz="600" dirty="0"/>
                    </a:p>
                    <a:p>
                      <a:pPr marL="344805" algn="l" rtl="0" eaLnBrk="0">
                        <a:lnSpc>
                          <a:spcPts val="1810"/>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1000"/>
                        </a:lnSpc>
                      </a:pPr>
                      <a:endParaRPr lang="en-US" altLang="en-US" sz="600" dirty="0"/>
                    </a:p>
                    <a:p>
                      <a:pPr marL="400685" algn="l" rtl="0" eaLnBrk="0">
                        <a:lnSpc>
                          <a:spcPts val="1810"/>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c>
                  <a:txBody>
                    <a:bodyPr/>
                    <a:lstStyle/>
                    <a:p>
                      <a:pPr algn="l" rtl="0" eaLnBrk="0">
                        <a:lnSpc>
                          <a:spcPct val="101000"/>
                        </a:lnSpc>
                      </a:pPr>
                      <a:endParaRPr lang="en-US" altLang="en-US" sz="600" dirty="0"/>
                    </a:p>
                    <a:p>
                      <a:pPr marL="401320" algn="l" rtl="0" eaLnBrk="0">
                        <a:lnSpc>
                          <a:spcPts val="1810"/>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w="12700" cap="flat" cmpd="sng" algn="ctr">
                      <a:solidFill>
                        <a:srgbClr val="FFC000"/>
                      </a:solidFill>
                      <a:prstDash val="solid"/>
                      <a:round/>
                      <a:headEnd type="none" w="med" len="med"/>
                      <a:tailEnd type="none" w="med" len="med"/>
                    </a:lnT>
                    <a:lnB>
                      <a:noFill/>
                    </a:lnB>
                    <a:solidFill>
                      <a:srgbClr val="FFF2CB"/>
                    </a:solidFill>
                  </a:tcPr>
                </a:tc>
              </a:tr>
              <a:tr h="367029">
                <a:tc gridSpan="2">
                  <a:txBody>
                    <a:bodyPr/>
                    <a:lstStyle/>
                    <a:p>
                      <a:pPr algn="l" rtl="0" eaLnBrk="0">
                        <a:lnSpc>
                          <a:spcPct val="102000"/>
                        </a:lnSpc>
                      </a:pPr>
                      <a:endParaRPr lang="en-US" altLang="en-US" sz="600" dirty="0"/>
                    </a:p>
                    <a:p>
                      <a:pPr marL="1083310" algn="l" rtl="0" eaLnBrk="0">
                        <a:lnSpc>
                          <a:spcPct val="95000"/>
                        </a:lnSpc>
                        <a:spcBef>
                          <a:spcPts val="0"/>
                        </a:spcBef>
                      </a:pPr>
                      <a:r>
                        <a:rPr sz="1400" kern="0" spc="-10" dirty="0">
                          <a:solidFill>
                            <a:srgbClr val="000000">
                              <a:alpha val="100000"/>
                            </a:srgbClr>
                          </a:solidFill>
                          <a:cs typeface="宋体" panose="02010600030101010101" pitchFamily="2" charset="-122"/>
                        </a:rPr>
                        <a:t>统一的客户关系管理</a:t>
                      </a:r>
                      <a:endParaRPr lang="en-US" altLang="en-US" sz="1400" dirty="0"/>
                    </a:p>
                  </a:txBody>
                  <a:tcPr marL="0" marR="0" marT="0" marB="0" vert="horz">
                    <a:lnL>
                      <a:noFill/>
                    </a:lnL>
                    <a:lnR>
                      <a:noFill/>
                    </a:lnR>
                    <a:lnT>
                      <a:noFill/>
                    </a:lnT>
                    <a:lnB>
                      <a:noFill/>
                    </a:lnB>
                  </a:tcPr>
                </a:tc>
                <a:tc hMerge="1">
                  <a:tcPr marL="0" marR="0" marT="0" marB="0" vert="horz">
                    <a:lnL>
                      <a:noFill/>
                    </a:lnL>
                    <a:lnR>
                      <a:noFill/>
                    </a:lnR>
                    <a:lnT>
                      <a:noFill/>
                    </a:lnT>
                    <a:lnB>
                      <a:noFill/>
                    </a:lnB>
                  </a:tcPr>
                </a:tc>
                <a:tc>
                  <a:txBody>
                    <a:bodyPr/>
                    <a:lstStyle/>
                    <a:p>
                      <a:pPr algn="l" rtl="0" eaLnBrk="0">
                        <a:lnSpc>
                          <a:spcPct val="102000"/>
                        </a:lnSpc>
                      </a:pPr>
                      <a:endParaRPr lang="en-US" altLang="en-US" sz="700" dirty="0"/>
                    </a:p>
                    <a:p>
                      <a:pPr marL="290830" algn="l" rtl="0" eaLnBrk="0">
                        <a:lnSpc>
                          <a:spcPts val="1740"/>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tcPr>
                </a:tc>
                <a:tc>
                  <a:txBody>
                    <a:bodyPr/>
                    <a:lstStyle/>
                    <a:p>
                      <a:pPr algn="l" rtl="0" eaLnBrk="0">
                        <a:lnSpc>
                          <a:spcPct val="103000"/>
                        </a:lnSpc>
                      </a:pPr>
                      <a:endParaRPr lang="en-US" altLang="en-US" sz="700" dirty="0"/>
                    </a:p>
                    <a:p>
                      <a:pPr marL="257810" algn="l" rtl="0" eaLnBrk="0">
                        <a:lnSpc>
                          <a:spcPts val="1740"/>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tcPr>
                </a:tc>
                <a:tc>
                  <a:txBody>
                    <a:bodyPr/>
                    <a:lstStyle/>
                    <a:p>
                      <a:pPr algn="l" rtl="0" eaLnBrk="0">
                        <a:lnSpc>
                          <a:spcPct val="101000"/>
                        </a:lnSpc>
                      </a:pPr>
                      <a:endParaRPr lang="en-US" altLang="en-US" sz="600" dirty="0"/>
                    </a:p>
                    <a:p>
                      <a:pPr marL="243205" algn="l" rtl="0" eaLnBrk="0">
                        <a:lnSpc>
                          <a:spcPts val="1815"/>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c>
                  <a:txBody>
                    <a:bodyPr/>
                    <a:lstStyle/>
                    <a:p>
                      <a:pPr algn="l" rtl="0" eaLnBrk="0">
                        <a:lnSpc>
                          <a:spcPct val="101000"/>
                        </a:lnSpc>
                      </a:pPr>
                      <a:endParaRPr lang="en-US" altLang="en-US" sz="600" dirty="0"/>
                    </a:p>
                    <a:p>
                      <a:pPr marL="325755" algn="l" rtl="0" eaLnBrk="0">
                        <a:lnSpc>
                          <a:spcPts val="1815"/>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c>
                  <a:txBody>
                    <a:bodyPr/>
                    <a:lstStyle/>
                    <a:p>
                      <a:pPr algn="l" rtl="0" eaLnBrk="0">
                        <a:lnSpc>
                          <a:spcPct val="101000"/>
                        </a:lnSpc>
                      </a:pPr>
                      <a:endParaRPr lang="en-US" altLang="en-US" sz="600" dirty="0"/>
                    </a:p>
                    <a:p>
                      <a:pPr marL="277495" algn="l" rtl="0" eaLnBrk="0">
                        <a:lnSpc>
                          <a:spcPts val="1815"/>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c>
                  <a:txBody>
                    <a:bodyPr/>
                    <a:lstStyle/>
                    <a:p>
                      <a:pPr algn="l" rtl="0" eaLnBrk="0">
                        <a:lnSpc>
                          <a:spcPct val="101000"/>
                        </a:lnSpc>
                      </a:pPr>
                      <a:endParaRPr lang="en-US" altLang="en-US" sz="600" dirty="0"/>
                    </a:p>
                    <a:p>
                      <a:pPr marL="444500" algn="l" rtl="0" eaLnBrk="0">
                        <a:lnSpc>
                          <a:spcPts val="1815"/>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c>
                  <a:txBody>
                    <a:bodyPr/>
                    <a:lstStyle/>
                    <a:p>
                      <a:pPr algn="l" rtl="0" eaLnBrk="0">
                        <a:lnSpc>
                          <a:spcPct val="101000"/>
                        </a:lnSpc>
                      </a:pPr>
                      <a:endParaRPr lang="en-US" altLang="en-US" sz="600" dirty="0"/>
                    </a:p>
                    <a:p>
                      <a:pPr marL="344805" algn="l" rtl="0" eaLnBrk="0">
                        <a:lnSpc>
                          <a:spcPts val="1815"/>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c>
                  <a:txBody>
                    <a:bodyPr/>
                    <a:lstStyle/>
                    <a:p>
                      <a:pPr algn="l" rtl="0" eaLnBrk="0">
                        <a:lnSpc>
                          <a:spcPct val="101000"/>
                        </a:lnSpc>
                      </a:pPr>
                      <a:endParaRPr lang="en-US" altLang="en-US" sz="600" dirty="0"/>
                    </a:p>
                    <a:p>
                      <a:pPr marL="400685" algn="l" rtl="0" eaLnBrk="0">
                        <a:lnSpc>
                          <a:spcPts val="1815"/>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c>
                  <a:txBody>
                    <a:bodyPr/>
                    <a:lstStyle/>
                    <a:p>
                      <a:pPr algn="l" rtl="0" eaLnBrk="0">
                        <a:lnSpc>
                          <a:spcPct val="101000"/>
                        </a:lnSpc>
                      </a:pPr>
                      <a:endParaRPr lang="en-US" altLang="en-US" sz="600" dirty="0"/>
                    </a:p>
                    <a:p>
                      <a:pPr marL="401320" algn="l" rtl="0" eaLnBrk="0">
                        <a:lnSpc>
                          <a:spcPts val="1815"/>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r>
              <a:tr h="304800">
                <a:tc gridSpan="2">
                  <a:txBody>
                    <a:bodyPr/>
                    <a:lstStyle/>
                    <a:p>
                      <a:pPr algn="l" rtl="0" eaLnBrk="0">
                        <a:lnSpc>
                          <a:spcPct val="102000"/>
                        </a:lnSpc>
                      </a:pPr>
                      <a:endParaRPr lang="en-US" altLang="en-US" sz="400" dirty="0"/>
                    </a:p>
                    <a:p>
                      <a:pPr marL="1078230" algn="l" rtl="0" eaLnBrk="0">
                        <a:lnSpc>
                          <a:spcPct val="95000"/>
                        </a:lnSpc>
                        <a:spcBef>
                          <a:spcPts val="0"/>
                        </a:spcBef>
                      </a:pPr>
                      <a:r>
                        <a:rPr sz="1400" kern="0" spc="-10" dirty="0">
                          <a:solidFill>
                            <a:srgbClr val="000000">
                              <a:alpha val="100000"/>
                            </a:srgbClr>
                          </a:solidFill>
                          <a:cs typeface="宋体" panose="02010600030101010101" pitchFamily="2" charset="-122"/>
                        </a:rPr>
                        <a:t>业务基础数据完备性</a:t>
                      </a:r>
                      <a:endParaRPr lang="en-US" altLang="en-US" sz="1400" dirty="0"/>
                    </a:p>
                  </a:txBody>
                  <a:tcPr marL="0" marR="0" marT="0" marB="0" vert="horz">
                    <a:lnL>
                      <a:noFill/>
                    </a:lnL>
                    <a:lnR>
                      <a:noFill/>
                    </a:lnR>
                    <a:lnT>
                      <a:noFill/>
                    </a:lnT>
                    <a:lnB>
                      <a:noFill/>
                    </a:lnB>
                    <a:solidFill>
                      <a:srgbClr val="FFF2CB"/>
                    </a:solidFill>
                  </a:tcPr>
                </a:tc>
                <a:tc hMerge="1">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297180" algn="l" rtl="0" eaLnBrk="0">
                        <a:lnSpc>
                          <a:spcPct val="73000"/>
                        </a:lnSpc>
                        <a:spcBef>
                          <a:spcPts val="0"/>
                        </a:spcBef>
                      </a:pPr>
                      <a:r>
                        <a:rPr sz="1400" kern="0" spc="-20" dirty="0">
                          <a:solidFill>
                            <a:srgbClr val="000000">
                              <a:alpha val="100000"/>
                            </a:srgbClr>
                          </a:solidFill>
                          <a:cs typeface="Calibri" panose="020F0502020204030204"/>
                        </a:rPr>
                        <a:t>5</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264160" algn="l" rtl="0" eaLnBrk="0">
                        <a:lnSpc>
                          <a:spcPct val="73000"/>
                        </a:lnSpc>
                        <a:spcBef>
                          <a:spcPts val="0"/>
                        </a:spcBef>
                      </a:pPr>
                      <a:r>
                        <a:rPr sz="1400" kern="0" spc="-20" dirty="0">
                          <a:solidFill>
                            <a:srgbClr val="000000">
                              <a:alpha val="100000"/>
                            </a:srgbClr>
                          </a:solidFill>
                          <a:cs typeface="Calibri" panose="020F0502020204030204"/>
                        </a:rPr>
                        <a:t>5</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259715" algn="l" rtl="0" eaLnBrk="0">
                        <a:lnSpc>
                          <a:spcPct val="73000"/>
                        </a:lnSpc>
                        <a:spcBef>
                          <a:spcPts val="5"/>
                        </a:spcBef>
                      </a:pPr>
                      <a:r>
                        <a:rPr sz="1400" kern="0" spc="-20" dirty="0">
                          <a:solidFill>
                            <a:srgbClr val="000000">
                              <a:alpha val="100000"/>
                            </a:srgbClr>
                          </a:solidFill>
                          <a:cs typeface="Calibri" panose="020F0502020204030204"/>
                        </a:rPr>
                        <a:t>4</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341630" algn="l" rtl="0" eaLnBrk="0">
                        <a:lnSpc>
                          <a:spcPct val="73000"/>
                        </a:lnSpc>
                        <a:spcBef>
                          <a:spcPts val="5"/>
                        </a:spcBef>
                      </a:pPr>
                      <a:r>
                        <a:rPr sz="1400" kern="0" spc="-20" dirty="0">
                          <a:solidFill>
                            <a:srgbClr val="000000">
                              <a:alpha val="100000"/>
                            </a:srgbClr>
                          </a:solidFill>
                          <a:cs typeface="Calibri" panose="020F0502020204030204"/>
                        </a:rPr>
                        <a:t>4</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226060" algn="l" rtl="0" eaLnBrk="0">
                        <a:lnSpc>
                          <a:spcPct val="73000"/>
                        </a:lnSpc>
                        <a:spcBef>
                          <a:spcPts val="0"/>
                        </a:spcBef>
                      </a:pPr>
                      <a:r>
                        <a:rPr sz="1400" kern="0" spc="-20" dirty="0">
                          <a:solidFill>
                            <a:srgbClr val="000000">
                              <a:alpha val="100000"/>
                            </a:srgbClr>
                          </a:solidFill>
                          <a:cs typeface="Calibri" panose="020F0502020204030204"/>
                        </a:rPr>
                        <a:t>4.5</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393700" algn="l" rtl="0" eaLnBrk="0">
                        <a:lnSpc>
                          <a:spcPct val="73000"/>
                        </a:lnSpc>
                        <a:spcBef>
                          <a:spcPts val="0"/>
                        </a:spcBef>
                      </a:pPr>
                      <a:r>
                        <a:rPr sz="1400" kern="0" spc="-20" dirty="0">
                          <a:solidFill>
                            <a:srgbClr val="000000">
                              <a:alpha val="100000"/>
                            </a:srgbClr>
                          </a:solidFill>
                          <a:cs typeface="Calibri" panose="020F0502020204030204"/>
                        </a:rPr>
                        <a:t>4.5</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297180" algn="l" rtl="0" eaLnBrk="0">
                        <a:lnSpc>
                          <a:spcPct val="73000"/>
                        </a:lnSpc>
                        <a:spcBef>
                          <a:spcPts val="0"/>
                        </a:spcBef>
                      </a:pPr>
                      <a:r>
                        <a:rPr sz="1400" kern="0" spc="-20" dirty="0">
                          <a:solidFill>
                            <a:srgbClr val="000000">
                              <a:alpha val="100000"/>
                            </a:srgbClr>
                          </a:solidFill>
                          <a:cs typeface="Calibri" panose="020F0502020204030204"/>
                        </a:rPr>
                        <a:t>3.5</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354965" algn="l" rtl="0" eaLnBrk="0">
                        <a:lnSpc>
                          <a:spcPct val="73000"/>
                        </a:lnSpc>
                        <a:spcBef>
                          <a:spcPts val="0"/>
                        </a:spcBef>
                      </a:pPr>
                      <a:r>
                        <a:rPr sz="1400" kern="0" spc="-20" dirty="0">
                          <a:solidFill>
                            <a:srgbClr val="000000">
                              <a:alpha val="100000"/>
                            </a:srgbClr>
                          </a:solidFill>
                          <a:cs typeface="Calibri" panose="020F0502020204030204"/>
                        </a:rPr>
                        <a:t>3.8</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8000"/>
                        </a:lnSpc>
                      </a:pPr>
                      <a:endParaRPr lang="en-US" altLang="en-US" sz="600" dirty="0"/>
                    </a:p>
                    <a:p>
                      <a:pPr marL="422275" algn="l" rtl="0" eaLnBrk="0">
                        <a:lnSpc>
                          <a:spcPct val="73000"/>
                        </a:lnSpc>
                        <a:spcBef>
                          <a:spcPts val="0"/>
                        </a:spcBef>
                      </a:pPr>
                      <a:r>
                        <a:rPr sz="1400" kern="0" spc="-20" dirty="0">
                          <a:solidFill>
                            <a:srgbClr val="000000">
                              <a:alpha val="100000"/>
                            </a:srgbClr>
                          </a:solidFill>
                          <a:cs typeface="Calibri" panose="020F0502020204030204"/>
                        </a:rPr>
                        <a:t>3</a:t>
                      </a:r>
                      <a:endParaRPr lang="en-US" altLang="en-US" sz="1400" dirty="0"/>
                    </a:p>
                  </a:txBody>
                  <a:tcPr marL="0" marR="0" marT="0" marB="0" vert="horz">
                    <a:lnL>
                      <a:noFill/>
                    </a:lnL>
                    <a:lnR>
                      <a:noFill/>
                    </a:lnR>
                    <a:lnT>
                      <a:noFill/>
                    </a:lnT>
                    <a:lnB>
                      <a:noFill/>
                    </a:lnB>
                    <a:solidFill>
                      <a:srgbClr val="FFF2CB"/>
                    </a:solidFill>
                  </a:tcPr>
                </a:tc>
              </a:tr>
              <a:tr h="304800">
                <a:tc gridSpan="2">
                  <a:txBody>
                    <a:bodyPr/>
                    <a:lstStyle/>
                    <a:p>
                      <a:pPr algn="l" rtl="0" eaLnBrk="0">
                        <a:lnSpc>
                          <a:spcPct val="102000"/>
                        </a:lnSpc>
                      </a:pPr>
                      <a:endParaRPr lang="en-US" altLang="en-US" sz="400" dirty="0"/>
                    </a:p>
                    <a:p>
                      <a:pPr marL="1080770" algn="l" rtl="0" eaLnBrk="0">
                        <a:lnSpc>
                          <a:spcPct val="95000"/>
                        </a:lnSpc>
                        <a:spcBef>
                          <a:spcPts val="0"/>
                        </a:spcBef>
                      </a:pPr>
                      <a:r>
                        <a:rPr sz="1400" kern="0" spc="-10" dirty="0">
                          <a:solidFill>
                            <a:srgbClr val="000000">
                              <a:alpha val="100000"/>
                            </a:srgbClr>
                          </a:solidFill>
                          <a:cs typeface="宋体" panose="02010600030101010101" pitchFamily="2" charset="-122"/>
                        </a:rPr>
                        <a:t>组织架构层级清晰</a:t>
                      </a:r>
                      <a:endParaRPr lang="en-US" altLang="en-US" sz="1400" dirty="0"/>
                    </a:p>
                  </a:txBody>
                  <a:tcPr marL="0" marR="0" marT="0" marB="0" vert="horz">
                    <a:lnL>
                      <a:noFill/>
                    </a:lnL>
                    <a:lnR>
                      <a:noFill/>
                    </a:lnR>
                    <a:lnT>
                      <a:noFill/>
                    </a:lnT>
                    <a:lnB>
                      <a:noFill/>
                    </a:lnB>
                  </a:tcPr>
                </a:tc>
                <a:tc hMerge="1">
                  <a:tcPr marL="0" marR="0" marT="0" marB="0" vert="horz">
                    <a:lnL>
                      <a:noFill/>
                    </a:lnL>
                    <a:lnR>
                      <a:noFill/>
                    </a:lnR>
                    <a:lnT>
                      <a:noFill/>
                    </a:lnT>
                    <a:lnB>
                      <a:noFill/>
                    </a:lnB>
                  </a:tcPr>
                </a:tc>
                <a:tc>
                  <a:txBody>
                    <a:bodyPr/>
                    <a:lstStyle/>
                    <a:p>
                      <a:pPr algn="l" rtl="0" eaLnBrk="0">
                        <a:lnSpc>
                          <a:spcPct val="108000"/>
                        </a:lnSpc>
                      </a:pPr>
                      <a:endParaRPr lang="en-US" altLang="en-US" sz="600" dirty="0"/>
                    </a:p>
                    <a:p>
                      <a:pPr marL="297180" algn="l" rtl="0" eaLnBrk="0">
                        <a:lnSpc>
                          <a:spcPct val="73000"/>
                        </a:lnSpc>
                        <a:spcBef>
                          <a:spcPts val="0"/>
                        </a:spcBef>
                      </a:pPr>
                      <a:r>
                        <a:rPr sz="1400" kern="0" spc="-20" dirty="0">
                          <a:solidFill>
                            <a:srgbClr val="000000">
                              <a:alpha val="100000"/>
                            </a:srgbClr>
                          </a:solidFill>
                          <a:cs typeface="Calibri" panose="020F0502020204030204"/>
                        </a:rPr>
                        <a:t>5</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600" dirty="0"/>
                    </a:p>
                    <a:p>
                      <a:pPr marL="264160" algn="l" rtl="0" eaLnBrk="0">
                        <a:lnSpc>
                          <a:spcPct val="73000"/>
                        </a:lnSpc>
                        <a:spcBef>
                          <a:spcPts val="0"/>
                        </a:spcBef>
                      </a:pPr>
                      <a:r>
                        <a:rPr sz="1400" kern="0" spc="-20" dirty="0">
                          <a:solidFill>
                            <a:srgbClr val="000000">
                              <a:alpha val="100000"/>
                            </a:srgbClr>
                          </a:solidFill>
                          <a:cs typeface="Calibri" panose="020F0502020204030204"/>
                        </a:rPr>
                        <a:t>5</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600" dirty="0"/>
                    </a:p>
                    <a:p>
                      <a:pPr marL="192405" algn="l" rtl="0" eaLnBrk="0">
                        <a:lnSpc>
                          <a:spcPct val="73000"/>
                        </a:lnSpc>
                        <a:spcBef>
                          <a:spcPts val="0"/>
                        </a:spcBef>
                      </a:pPr>
                      <a:r>
                        <a:rPr sz="1400" kern="0" spc="-20" dirty="0">
                          <a:solidFill>
                            <a:srgbClr val="000000">
                              <a:alpha val="100000"/>
                            </a:srgbClr>
                          </a:solidFill>
                          <a:cs typeface="Calibri" panose="020F0502020204030204"/>
                        </a:rPr>
                        <a:t>4.5</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600" dirty="0"/>
                    </a:p>
                    <a:p>
                      <a:pPr marL="346075" algn="l" rtl="0" eaLnBrk="0">
                        <a:lnSpc>
                          <a:spcPct val="73000"/>
                        </a:lnSpc>
                        <a:spcBef>
                          <a:spcPts val="0"/>
                        </a:spcBef>
                      </a:pPr>
                      <a:r>
                        <a:rPr sz="1400" kern="0" spc="-20" dirty="0">
                          <a:solidFill>
                            <a:srgbClr val="000000">
                              <a:alpha val="100000"/>
                            </a:srgbClr>
                          </a:solidFill>
                          <a:cs typeface="Calibri" panose="020F0502020204030204"/>
                        </a:rPr>
                        <a:t>5</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600" dirty="0"/>
                    </a:p>
                    <a:p>
                      <a:pPr marL="297815" algn="l" rtl="0" eaLnBrk="0">
                        <a:lnSpc>
                          <a:spcPct val="73000"/>
                        </a:lnSpc>
                        <a:spcBef>
                          <a:spcPts val="0"/>
                        </a:spcBef>
                      </a:pPr>
                      <a:r>
                        <a:rPr sz="1400" kern="0" spc="-20" dirty="0">
                          <a:solidFill>
                            <a:srgbClr val="000000">
                              <a:alpha val="100000"/>
                            </a:srgbClr>
                          </a:solidFill>
                          <a:cs typeface="Calibri" panose="020F0502020204030204"/>
                        </a:rPr>
                        <a:t>5</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600" dirty="0"/>
                    </a:p>
                    <a:p>
                      <a:pPr marL="393700" algn="l" rtl="0" eaLnBrk="0">
                        <a:lnSpc>
                          <a:spcPct val="73000"/>
                        </a:lnSpc>
                        <a:spcBef>
                          <a:spcPts val="0"/>
                        </a:spcBef>
                      </a:pPr>
                      <a:r>
                        <a:rPr sz="1400" kern="0" spc="-20" dirty="0">
                          <a:solidFill>
                            <a:srgbClr val="000000">
                              <a:alpha val="100000"/>
                            </a:srgbClr>
                          </a:solidFill>
                          <a:cs typeface="Calibri" panose="020F0502020204030204"/>
                        </a:rPr>
                        <a:t>4.8</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600" dirty="0"/>
                    </a:p>
                    <a:p>
                      <a:pPr marL="365760" algn="l" rtl="0" eaLnBrk="0">
                        <a:lnSpc>
                          <a:spcPct val="73000"/>
                        </a:lnSpc>
                        <a:spcBef>
                          <a:spcPts val="0"/>
                        </a:spcBef>
                      </a:pPr>
                      <a:r>
                        <a:rPr sz="1400" kern="0" spc="-20" dirty="0">
                          <a:solidFill>
                            <a:srgbClr val="000000">
                              <a:alpha val="100000"/>
                            </a:srgbClr>
                          </a:solidFill>
                          <a:cs typeface="Calibri" panose="020F0502020204030204"/>
                        </a:rPr>
                        <a:t>3</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600" dirty="0"/>
                    </a:p>
                    <a:p>
                      <a:pPr marL="349885" algn="l" rtl="0" eaLnBrk="0">
                        <a:lnSpc>
                          <a:spcPct val="73000"/>
                        </a:lnSpc>
                        <a:spcBef>
                          <a:spcPts val="0"/>
                        </a:spcBef>
                      </a:pPr>
                      <a:r>
                        <a:rPr sz="1400" kern="0" spc="-20" dirty="0">
                          <a:solidFill>
                            <a:srgbClr val="000000">
                              <a:alpha val="100000"/>
                            </a:srgbClr>
                          </a:solidFill>
                          <a:cs typeface="Calibri" panose="020F0502020204030204"/>
                        </a:rPr>
                        <a:t>4.5</a:t>
                      </a:r>
                      <a:endParaRPr lang="en-US" altLang="en-US" sz="1400" dirty="0"/>
                    </a:p>
                  </a:txBody>
                  <a:tcPr marL="0" marR="0" marT="0" marB="0" vert="horz">
                    <a:lnL>
                      <a:noFill/>
                    </a:lnL>
                    <a:lnR>
                      <a:noFill/>
                    </a:lnR>
                    <a:lnT>
                      <a:noFill/>
                    </a:lnT>
                    <a:lnB>
                      <a:noFill/>
                    </a:lnB>
                  </a:tcPr>
                </a:tc>
                <a:tc>
                  <a:txBody>
                    <a:bodyPr/>
                    <a:lstStyle/>
                    <a:p>
                      <a:pPr algn="l" rtl="0" eaLnBrk="0">
                        <a:lnSpc>
                          <a:spcPct val="106000"/>
                        </a:lnSpc>
                      </a:pPr>
                      <a:endParaRPr lang="en-US" altLang="en-US" sz="600" dirty="0"/>
                    </a:p>
                    <a:p>
                      <a:pPr marL="423545" algn="l" rtl="0" eaLnBrk="0">
                        <a:lnSpc>
                          <a:spcPct val="74000"/>
                        </a:lnSpc>
                        <a:spcBef>
                          <a:spcPts val="0"/>
                        </a:spcBef>
                      </a:pPr>
                      <a:r>
                        <a:rPr sz="1400" kern="0" spc="-20" dirty="0">
                          <a:solidFill>
                            <a:srgbClr val="000000">
                              <a:alpha val="100000"/>
                            </a:srgbClr>
                          </a:solidFill>
                          <a:cs typeface="Calibri" panose="020F0502020204030204"/>
                        </a:rPr>
                        <a:t>2</a:t>
                      </a:r>
                      <a:endParaRPr lang="en-US" altLang="en-US" sz="1400" dirty="0"/>
                    </a:p>
                  </a:txBody>
                  <a:tcPr marL="0" marR="0" marT="0" marB="0" vert="horz">
                    <a:lnL>
                      <a:noFill/>
                    </a:lnL>
                    <a:lnR>
                      <a:noFill/>
                    </a:lnR>
                    <a:lnT>
                      <a:noFill/>
                    </a:lnT>
                    <a:lnB>
                      <a:noFill/>
                    </a:lnB>
                  </a:tcPr>
                </a:tc>
              </a:tr>
              <a:tr h="518159">
                <a:tc>
                  <a:txBody>
                    <a:bodyPr/>
                    <a:lstStyle/>
                    <a:p>
                      <a:pPr algn="l" rtl="0" eaLnBrk="0">
                        <a:lnSpc>
                          <a:spcPct val="111000"/>
                        </a:lnSpc>
                      </a:pPr>
                      <a:endParaRPr lang="en-US" altLang="en-US" sz="1000" dirty="0"/>
                    </a:p>
                    <a:p>
                      <a:pPr marL="140970" algn="l" rtl="0" eaLnBrk="0">
                        <a:lnSpc>
                          <a:spcPct val="95000"/>
                        </a:lnSpc>
                      </a:pPr>
                      <a:r>
                        <a:rPr sz="1400" kern="0" spc="-20" dirty="0">
                          <a:solidFill>
                            <a:srgbClr val="000000">
                              <a:alpha val="100000"/>
                            </a:srgbClr>
                          </a:solidFill>
                          <a:cs typeface="宋体" panose="02010600030101010101" pitchFamily="2" charset="-122"/>
                        </a:rPr>
                        <a:t>数据事实</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0000"/>
                        </a:lnSpc>
                      </a:pPr>
                      <a:endParaRPr lang="en-US" altLang="en-US" sz="500" dirty="0"/>
                    </a:p>
                    <a:p>
                      <a:pPr marL="123825" indent="-7620" algn="l" rtl="0" eaLnBrk="0">
                        <a:lnSpc>
                          <a:spcPct val="95000"/>
                        </a:lnSpc>
                        <a:spcBef>
                          <a:spcPts val="5"/>
                        </a:spcBef>
                      </a:pPr>
                      <a:r>
                        <a:rPr sz="1400" kern="0" spc="0" dirty="0">
                          <a:solidFill>
                            <a:srgbClr val="000000">
                              <a:alpha val="100000"/>
                            </a:srgbClr>
                          </a:solidFill>
                          <a:cs typeface="宋体" panose="02010600030101010101" pitchFamily="2" charset="-122"/>
                        </a:rPr>
                        <a:t>考核数据报表自动化</a:t>
                      </a:r>
                      <a:r>
                        <a:rPr sz="1400" kern="0" spc="-10" dirty="0">
                          <a:solidFill>
                            <a:srgbClr val="000000">
                              <a:alpha val="100000"/>
                            </a:srgbClr>
                          </a:solidFill>
                          <a:cs typeface="宋体" panose="02010600030101010101" pitchFamily="2" charset="-122"/>
                        </a:rPr>
                        <a:t>且来源    </a:t>
                      </a:r>
                      <a:r>
                        <a:rPr sz="1400" kern="0" spc="-30" dirty="0">
                          <a:solidFill>
                            <a:srgbClr val="000000">
                              <a:alpha val="100000"/>
                            </a:srgbClr>
                          </a:solidFill>
                          <a:cs typeface="宋体" panose="02010600030101010101" pitchFamily="2" charset="-122"/>
                        </a:rPr>
                        <a:t>唯一</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22000"/>
                        </a:lnSpc>
                      </a:pPr>
                      <a:endParaRPr lang="en-US" altLang="en-US" sz="1000" dirty="0"/>
                    </a:p>
                    <a:p>
                      <a:pPr marL="29083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22000"/>
                        </a:lnSpc>
                      </a:pPr>
                      <a:endParaRPr lang="en-US" altLang="en-US" sz="1000" dirty="0"/>
                    </a:p>
                    <a:p>
                      <a:pPr marL="25781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a:noFill/>
                    </a:lnT>
                    <a:lnB>
                      <a:noFill/>
                    </a:lnB>
                    <a:solidFill>
                      <a:srgbClr val="FFF2CB"/>
                    </a:solidFill>
                  </a:tcPr>
                </a:tc>
                <a:tc>
                  <a:txBody>
                    <a:bodyPr/>
                    <a:lstStyle/>
                    <a:p>
                      <a:pPr algn="l" rtl="0" eaLnBrk="0">
                        <a:lnSpc>
                          <a:spcPct val="122000"/>
                        </a:lnSpc>
                      </a:pPr>
                      <a:endParaRPr lang="en-US" altLang="en-US" sz="1000" dirty="0"/>
                    </a:p>
                    <a:p>
                      <a:pPr marL="338455"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a:noFill/>
                    </a:lnT>
                    <a:lnB>
                      <a:noFill/>
                    </a:lnB>
                    <a:solidFill>
                      <a:srgbClr val="FFF2CB"/>
                    </a:solidFill>
                  </a:tcPr>
                </a:tc>
                <a:tc>
                  <a:txBody>
                    <a:bodyPr/>
                    <a:lstStyle/>
                    <a:p>
                      <a:pPr algn="l" rtl="0" eaLnBrk="0">
                        <a:lnSpc>
                          <a:spcPct val="122000"/>
                        </a:lnSpc>
                      </a:pPr>
                      <a:endParaRPr lang="en-US" altLang="en-US" sz="1000" dirty="0"/>
                    </a:p>
                    <a:p>
                      <a:pPr marL="459105"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10000"/>
                        </a:lnSpc>
                      </a:pPr>
                      <a:endParaRPr lang="en-US" altLang="en-US" sz="1000" dirty="0"/>
                    </a:p>
                    <a:p>
                      <a:pPr algn="l" rtl="0" eaLnBrk="0">
                        <a:lnSpc>
                          <a:spcPct val="8000"/>
                        </a:lnSpc>
                      </a:pPr>
                      <a:endParaRPr lang="en-US" altLang="en-US" sz="100" dirty="0"/>
                    </a:p>
                    <a:p>
                      <a:pPr marL="344805" algn="l" rtl="0" eaLnBrk="0">
                        <a:lnSpc>
                          <a:spcPts val="1810"/>
                        </a:lnSpc>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21000"/>
                        </a:lnSpc>
                      </a:pPr>
                      <a:endParaRPr lang="en-US" altLang="en-US" sz="1000" dirty="0"/>
                    </a:p>
                    <a:p>
                      <a:pPr marL="41529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10000"/>
                        </a:lnSpc>
                      </a:pPr>
                      <a:endParaRPr lang="en-US" altLang="en-US" sz="1000" dirty="0"/>
                    </a:p>
                    <a:p>
                      <a:pPr algn="l" rtl="0" eaLnBrk="0">
                        <a:lnSpc>
                          <a:spcPct val="8000"/>
                        </a:lnSpc>
                      </a:pPr>
                      <a:endParaRPr lang="en-US" altLang="en-US" sz="100" dirty="0"/>
                    </a:p>
                    <a:p>
                      <a:pPr marL="401320" algn="l" rtl="0" eaLnBrk="0">
                        <a:lnSpc>
                          <a:spcPts val="1810"/>
                        </a:lnSpc>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solidFill>
                      <a:srgbClr val="FFF2CB"/>
                    </a:solidFill>
                  </a:tcPr>
                </a:tc>
              </a:tr>
              <a:tr h="367029">
                <a:tc gridSpan="2">
                  <a:txBody>
                    <a:bodyPr/>
                    <a:lstStyle/>
                    <a:p>
                      <a:pPr algn="l" rtl="0" eaLnBrk="0">
                        <a:lnSpc>
                          <a:spcPct val="102000"/>
                        </a:lnSpc>
                      </a:pPr>
                      <a:endParaRPr lang="en-US" altLang="en-US" sz="600" dirty="0"/>
                    </a:p>
                    <a:p>
                      <a:pPr marL="1080770" algn="l" rtl="0" eaLnBrk="0">
                        <a:lnSpc>
                          <a:spcPct val="95000"/>
                        </a:lnSpc>
                        <a:spcBef>
                          <a:spcPts val="5"/>
                        </a:spcBef>
                      </a:pPr>
                      <a:r>
                        <a:rPr sz="1400" kern="0" spc="-10" dirty="0">
                          <a:solidFill>
                            <a:srgbClr val="000000">
                              <a:alpha val="100000"/>
                            </a:srgbClr>
                          </a:solidFill>
                          <a:cs typeface="宋体" panose="02010600030101010101" pitchFamily="2" charset="-122"/>
                        </a:rPr>
                        <a:t>各管理层级数据视图</a:t>
                      </a:r>
                      <a:endParaRPr lang="en-US" altLang="en-US" sz="1400" dirty="0"/>
                    </a:p>
                  </a:txBody>
                  <a:tcPr marL="0" marR="0" marT="0" marB="0" vert="horz">
                    <a:lnL>
                      <a:noFill/>
                    </a:lnL>
                    <a:lnR>
                      <a:noFill/>
                    </a:lnR>
                    <a:lnT>
                      <a:noFill/>
                    </a:lnT>
                    <a:lnB>
                      <a:noFill/>
                    </a:lnB>
                  </a:tcPr>
                </a:tc>
                <a:tc hMerge="1">
                  <a:tcPr marL="0" marR="0" marT="0" marB="0" vert="horz">
                    <a:lnL>
                      <a:noFill/>
                    </a:lnL>
                    <a:lnR>
                      <a:noFill/>
                    </a:lnR>
                    <a:lnT>
                      <a:noFill/>
                    </a:lnT>
                    <a:lnB>
                      <a:noFill/>
                    </a:lnB>
                  </a:tcPr>
                </a:tc>
                <a:tc>
                  <a:txBody>
                    <a:bodyPr/>
                    <a:lstStyle/>
                    <a:p>
                      <a:pPr algn="l" rtl="0" eaLnBrk="0">
                        <a:lnSpc>
                          <a:spcPct val="104000"/>
                        </a:lnSpc>
                      </a:pPr>
                      <a:endParaRPr lang="en-US" altLang="en-US" sz="700" dirty="0"/>
                    </a:p>
                    <a:p>
                      <a:pPr marL="29083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tcPr>
                </a:tc>
                <a:tc>
                  <a:txBody>
                    <a:bodyPr/>
                    <a:lstStyle/>
                    <a:p>
                      <a:pPr algn="l" rtl="0" eaLnBrk="0">
                        <a:lnSpc>
                          <a:spcPct val="104000"/>
                        </a:lnSpc>
                      </a:pPr>
                      <a:endParaRPr lang="en-US" altLang="en-US" sz="700" dirty="0"/>
                    </a:p>
                    <a:p>
                      <a:pPr marL="25781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tcPr>
                </a:tc>
                <a:tc>
                  <a:txBody>
                    <a:bodyPr/>
                    <a:lstStyle/>
                    <a:p>
                      <a:pPr algn="l" rtl="0" eaLnBrk="0">
                        <a:lnSpc>
                          <a:spcPct val="100000"/>
                        </a:lnSpc>
                      </a:pPr>
                      <a:endParaRPr lang="en-US" altLang="en-US" sz="1000" dirty="0"/>
                    </a:p>
                  </a:txBody>
                  <a:tcPr marL="0" marR="0" marT="0" marB="0" vert="horz">
                    <a:lnL>
                      <a:noFill/>
                    </a:lnL>
                    <a:lnR>
                      <a:noFill/>
                    </a:lnR>
                    <a:lnT>
                      <a:noFill/>
                    </a:lnT>
                    <a:lnB>
                      <a:noFill/>
                    </a:lnB>
                  </a:tcPr>
                </a:tc>
                <a:tc>
                  <a:txBody>
                    <a:bodyPr/>
                    <a:lstStyle/>
                    <a:p>
                      <a:pPr algn="l" rtl="0" eaLnBrk="0">
                        <a:lnSpc>
                          <a:spcPct val="104000"/>
                        </a:lnSpc>
                      </a:pPr>
                      <a:endParaRPr lang="en-US" altLang="en-US" sz="700" dirty="0"/>
                    </a:p>
                    <a:p>
                      <a:pPr marL="338455"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tcPr>
                </a:tc>
                <a:tc>
                  <a:txBody>
                    <a:bodyPr/>
                    <a:lstStyle/>
                    <a:p>
                      <a:pPr algn="l" rtl="0" eaLnBrk="0">
                        <a:lnSpc>
                          <a:spcPct val="100000"/>
                        </a:lnSpc>
                      </a:pPr>
                      <a:endParaRPr lang="en-US" altLang="en-US" sz="1000" dirty="0"/>
                    </a:p>
                  </a:txBody>
                  <a:tcPr marL="0" marR="0" marT="0" marB="0" vert="horz">
                    <a:lnL>
                      <a:noFill/>
                    </a:lnL>
                    <a:lnR>
                      <a:noFill/>
                    </a:lnR>
                    <a:lnT>
                      <a:noFill/>
                    </a:lnT>
                    <a:lnB>
                      <a:noFill/>
                    </a:lnB>
                  </a:tcPr>
                </a:tc>
                <a:tc>
                  <a:txBody>
                    <a:bodyPr/>
                    <a:lstStyle/>
                    <a:p>
                      <a:pPr algn="l" rtl="0" eaLnBrk="0">
                        <a:lnSpc>
                          <a:spcPct val="104000"/>
                        </a:lnSpc>
                      </a:pPr>
                      <a:endParaRPr lang="en-US" altLang="en-US" sz="700" dirty="0"/>
                    </a:p>
                    <a:p>
                      <a:pPr marL="459105"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tcPr>
                </a:tc>
                <a:tc>
                  <a:txBody>
                    <a:bodyPr/>
                    <a:lstStyle/>
                    <a:p>
                      <a:pPr algn="l" rtl="0" eaLnBrk="0">
                        <a:lnSpc>
                          <a:spcPct val="102000"/>
                        </a:lnSpc>
                      </a:pPr>
                      <a:endParaRPr lang="en-US" altLang="en-US" sz="600" dirty="0"/>
                    </a:p>
                    <a:p>
                      <a:pPr marL="344805" algn="l" rtl="0" eaLnBrk="0">
                        <a:lnSpc>
                          <a:spcPts val="1810"/>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c>
                  <a:txBody>
                    <a:bodyPr/>
                    <a:lstStyle/>
                    <a:p>
                      <a:pPr algn="l" rtl="0" eaLnBrk="0">
                        <a:lnSpc>
                          <a:spcPct val="104000"/>
                        </a:lnSpc>
                      </a:pPr>
                      <a:endParaRPr lang="en-US" altLang="en-US" sz="700" dirty="0"/>
                    </a:p>
                    <a:p>
                      <a:pPr marL="41529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tcPr>
                </a:tc>
                <a:tc>
                  <a:txBody>
                    <a:bodyPr/>
                    <a:lstStyle/>
                    <a:p>
                      <a:pPr algn="l" rtl="0" eaLnBrk="0">
                        <a:lnSpc>
                          <a:spcPct val="109000"/>
                        </a:lnSpc>
                      </a:pPr>
                      <a:endParaRPr lang="en-US" altLang="en-US" sz="600" dirty="0"/>
                    </a:p>
                    <a:p>
                      <a:pPr marL="401320" algn="l" rtl="0" eaLnBrk="0">
                        <a:lnSpc>
                          <a:spcPts val="1810"/>
                        </a:lnSpc>
                        <a:spcBef>
                          <a:spcPts val="0"/>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tcPr>
                </a:tc>
              </a:tr>
              <a:tr h="367029">
                <a:tc gridSpan="2">
                  <a:txBody>
                    <a:bodyPr/>
                    <a:lstStyle/>
                    <a:p>
                      <a:pPr algn="l" rtl="0" eaLnBrk="0">
                        <a:lnSpc>
                          <a:spcPct val="102000"/>
                        </a:lnSpc>
                      </a:pPr>
                      <a:endParaRPr lang="en-US" altLang="en-US" sz="600" dirty="0"/>
                    </a:p>
                    <a:p>
                      <a:pPr marL="1080770" algn="l" rtl="0" eaLnBrk="0">
                        <a:lnSpc>
                          <a:spcPct val="95000"/>
                        </a:lnSpc>
                        <a:spcBef>
                          <a:spcPts val="5"/>
                        </a:spcBef>
                      </a:pPr>
                      <a:r>
                        <a:rPr sz="1400" kern="0" spc="-10" dirty="0">
                          <a:solidFill>
                            <a:srgbClr val="000000">
                              <a:alpha val="100000"/>
                            </a:srgbClr>
                          </a:solidFill>
                          <a:cs typeface="宋体" panose="02010600030101010101" pitchFamily="2" charset="-122"/>
                        </a:rPr>
                        <a:t>各业务主题数据视图</a:t>
                      </a:r>
                      <a:endParaRPr lang="en-US" altLang="en-US" sz="1400" dirty="0"/>
                    </a:p>
                  </a:txBody>
                  <a:tcPr marL="0" marR="0" marT="0" marB="0" vert="horz">
                    <a:lnL>
                      <a:noFill/>
                    </a:lnL>
                    <a:lnR>
                      <a:noFill/>
                    </a:lnR>
                    <a:lnT>
                      <a:noFill/>
                    </a:lnT>
                    <a:lnB>
                      <a:noFill/>
                    </a:lnB>
                    <a:solidFill>
                      <a:srgbClr val="FFF2CB"/>
                    </a:solidFill>
                  </a:tcPr>
                </a:tc>
                <a:tc hMerge="1">
                  <a:tcPr marL="0" marR="0" marT="0" marB="0" vert="horz">
                    <a:lnL>
                      <a:noFill/>
                    </a:lnL>
                    <a:lnR>
                      <a:noFill/>
                    </a:lnR>
                    <a:lnT>
                      <a:noFill/>
                    </a:lnT>
                    <a:lnB>
                      <a:noFill/>
                    </a:lnB>
                    <a:solidFill>
                      <a:srgbClr val="FFF2CB"/>
                    </a:solidFill>
                  </a:tcPr>
                </a:tc>
                <a:tc>
                  <a:txBody>
                    <a:bodyPr/>
                    <a:lstStyle/>
                    <a:p>
                      <a:pPr algn="l" rtl="0" eaLnBrk="0">
                        <a:lnSpc>
                          <a:spcPct val="104000"/>
                        </a:lnSpc>
                      </a:pPr>
                      <a:endParaRPr lang="en-US" altLang="en-US" sz="700" dirty="0"/>
                    </a:p>
                    <a:p>
                      <a:pPr marL="29083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4000"/>
                        </a:lnSpc>
                      </a:pPr>
                      <a:endParaRPr lang="en-US" altLang="en-US" sz="700" dirty="0"/>
                    </a:p>
                    <a:p>
                      <a:pPr marL="25781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a:noFill/>
                    </a:lnT>
                    <a:lnB>
                      <a:noFill/>
                    </a:lnB>
                    <a:solidFill>
                      <a:srgbClr val="FFF2CB"/>
                    </a:solidFill>
                  </a:tcPr>
                </a:tc>
                <a:tc>
                  <a:txBody>
                    <a:bodyPr/>
                    <a:lstStyle/>
                    <a:p>
                      <a:pPr algn="l" rtl="0" eaLnBrk="0">
                        <a:lnSpc>
                          <a:spcPct val="104000"/>
                        </a:lnSpc>
                      </a:pPr>
                      <a:endParaRPr lang="en-US" altLang="en-US" sz="700" dirty="0"/>
                    </a:p>
                    <a:p>
                      <a:pPr marL="338455"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a:noFill/>
                    </a:lnT>
                    <a:lnB>
                      <a:noFill/>
                    </a:lnB>
                    <a:solidFill>
                      <a:srgbClr val="FFF2CB"/>
                    </a:solidFill>
                  </a:tcPr>
                </a:tc>
                <a:tc>
                  <a:txBody>
                    <a:bodyPr/>
                    <a:lstStyle/>
                    <a:p>
                      <a:pPr algn="l" rtl="0" eaLnBrk="0">
                        <a:lnSpc>
                          <a:spcPct val="104000"/>
                        </a:lnSpc>
                      </a:pPr>
                      <a:endParaRPr lang="en-US" altLang="en-US" sz="700" dirty="0"/>
                    </a:p>
                    <a:p>
                      <a:pPr marL="459105"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2000"/>
                        </a:lnSpc>
                      </a:pPr>
                      <a:endParaRPr lang="en-US" altLang="en-US" sz="600" dirty="0"/>
                    </a:p>
                    <a:p>
                      <a:pPr marL="344805" algn="l" rtl="0" eaLnBrk="0">
                        <a:lnSpc>
                          <a:spcPts val="1810"/>
                        </a:lnSpc>
                        <a:spcBef>
                          <a:spcPts val="5"/>
                        </a:spcBef>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4000"/>
                        </a:lnSpc>
                      </a:pPr>
                      <a:endParaRPr lang="en-US" altLang="en-US" sz="700" dirty="0"/>
                    </a:p>
                    <a:p>
                      <a:pPr marL="415290" algn="l" rtl="0" eaLnBrk="0">
                        <a:lnSpc>
                          <a:spcPts val="1735"/>
                        </a:lnSpc>
                        <a:spcBef>
                          <a:spcPts val="5"/>
                        </a:spcBef>
                      </a:pPr>
                      <a:r>
                        <a:rPr sz="1400" kern="0" spc="40" dirty="0">
                          <a:solidFill>
                            <a:srgbClr val="000000">
                              <a:alpha val="100000"/>
                            </a:srgbClr>
                          </a:solidFill>
                          <a:cs typeface="Calibri" panose="020F0502020204030204"/>
                        </a:rPr>
                        <a:t>v</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9000"/>
                        </a:lnSpc>
                      </a:pPr>
                      <a:endParaRPr lang="en-US" altLang="en-US" sz="600" dirty="0"/>
                    </a:p>
                    <a:p>
                      <a:pPr marL="401320" algn="l" rtl="0" eaLnBrk="0">
                        <a:lnSpc>
                          <a:spcPts val="1810"/>
                        </a:lnSpc>
                      </a:pPr>
                      <a:r>
                        <a:rPr sz="1400" kern="0" spc="-10" dirty="0">
                          <a:solidFill>
                            <a:srgbClr val="000000">
                              <a:alpha val="100000"/>
                            </a:srgbClr>
                          </a:solidFill>
                          <a:cs typeface="宋体" panose="02010600030101010101" pitchFamily="2" charset="-122"/>
                        </a:rPr>
                        <a:t>×</a:t>
                      </a:r>
                      <a:endParaRPr lang="en-US" altLang="en-US" sz="1400" dirty="0"/>
                    </a:p>
                  </a:txBody>
                  <a:tcPr marL="0" marR="0" marT="0" marB="0" vert="horz">
                    <a:lnL>
                      <a:noFill/>
                    </a:lnL>
                    <a:lnR>
                      <a:noFill/>
                    </a:lnR>
                    <a:lnT>
                      <a:noFill/>
                    </a:lnT>
                    <a:lnB>
                      <a:noFill/>
                    </a:lnB>
                    <a:solidFill>
                      <a:srgbClr val="FFF2CB"/>
                    </a:solidFill>
                  </a:tcPr>
                </a:tc>
              </a:tr>
              <a:tr h="367029">
                <a:tc gridSpan="2">
                  <a:txBody>
                    <a:bodyPr/>
                    <a:lstStyle/>
                    <a:p>
                      <a:pPr algn="l" rtl="0" eaLnBrk="0">
                        <a:lnSpc>
                          <a:spcPct val="103000"/>
                        </a:lnSpc>
                      </a:pPr>
                      <a:endParaRPr lang="en-US" altLang="en-US" sz="600" dirty="0"/>
                    </a:p>
                    <a:p>
                      <a:pPr marL="1080770" algn="l" rtl="0" eaLnBrk="0">
                        <a:lnSpc>
                          <a:spcPct val="95000"/>
                        </a:lnSpc>
                        <a:spcBef>
                          <a:spcPts val="5"/>
                        </a:spcBef>
                      </a:pPr>
                      <a:r>
                        <a:rPr sz="1400" kern="0" spc="-10" dirty="0">
                          <a:solidFill>
                            <a:srgbClr val="000000">
                              <a:alpha val="100000"/>
                            </a:srgbClr>
                          </a:solidFill>
                          <a:cs typeface="Calibri" panose="020F0502020204030204"/>
                        </a:rPr>
                        <a:t>OLAP</a:t>
                      </a:r>
                      <a:r>
                        <a:rPr sz="1400" kern="0" spc="-10" dirty="0">
                          <a:solidFill>
                            <a:srgbClr val="000000">
                              <a:alpha val="100000"/>
                            </a:srgbClr>
                          </a:solidFill>
                          <a:cs typeface="宋体" panose="02010600030101010101" pitchFamily="2" charset="-122"/>
                        </a:rPr>
                        <a:t>根因下钻分析</a:t>
                      </a:r>
                      <a:endParaRPr lang="en-US" altLang="en-US" sz="1400" dirty="0"/>
                    </a:p>
                  </a:txBody>
                  <a:tcPr marL="0" marR="0" marT="0" marB="0" vert="horz">
                    <a:lnL>
                      <a:noFill/>
                    </a:lnL>
                    <a:lnR>
                      <a:noFill/>
                    </a:lnR>
                    <a:lnT>
                      <a:noFill/>
                    </a:lnT>
                    <a:lnB>
                      <a:noFill/>
                    </a:lnB>
                  </a:tcPr>
                </a:tc>
                <a:tc hMerge="1">
                  <a:tcPr marL="0" marR="0" marT="0" marB="0" vert="horz">
                    <a:lnL>
                      <a:noFill/>
                    </a:lnL>
                    <a:lnR>
                      <a:noFill/>
                    </a:lnR>
                    <a:lnT>
                      <a:noFill/>
                    </a:lnT>
                    <a:lnB>
                      <a:noFill/>
                    </a:lnB>
                  </a:tcPr>
                </a:tc>
                <a:tc>
                  <a:txBody>
                    <a:bodyPr/>
                    <a:lstStyle/>
                    <a:p>
                      <a:pPr algn="l" rtl="0" eaLnBrk="0">
                        <a:lnSpc>
                          <a:spcPct val="106000"/>
                        </a:lnSpc>
                      </a:pPr>
                      <a:endParaRPr lang="en-US" altLang="en-US" sz="800" dirty="0"/>
                    </a:p>
                    <a:p>
                      <a:pPr algn="l" rtl="0" eaLnBrk="0">
                        <a:lnSpc>
                          <a:spcPct val="8000"/>
                        </a:lnSpc>
                      </a:pPr>
                      <a:endParaRPr lang="en-US" altLang="en-US" sz="100" dirty="0"/>
                    </a:p>
                    <a:p>
                      <a:pPr marL="297180" algn="l" rtl="0" eaLnBrk="0">
                        <a:lnSpc>
                          <a:spcPct val="73000"/>
                        </a:lnSpc>
                      </a:pPr>
                      <a:r>
                        <a:rPr sz="1400" kern="0" spc="-20" dirty="0">
                          <a:solidFill>
                            <a:srgbClr val="000000">
                              <a:alpha val="100000"/>
                            </a:srgbClr>
                          </a:solidFill>
                          <a:cs typeface="Calibri" panose="020F0502020204030204"/>
                        </a:rPr>
                        <a:t>5</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800" dirty="0"/>
                    </a:p>
                    <a:p>
                      <a:pPr marL="259080" algn="l" rtl="0" eaLnBrk="0">
                        <a:lnSpc>
                          <a:spcPct val="73000"/>
                        </a:lnSpc>
                        <a:spcBef>
                          <a:spcPts val="5"/>
                        </a:spcBef>
                      </a:pPr>
                      <a:r>
                        <a:rPr sz="1400" kern="0" spc="-20" dirty="0">
                          <a:solidFill>
                            <a:srgbClr val="000000">
                              <a:alpha val="100000"/>
                            </a:srgbClr>
                          </a:solidFill>
                          <a:cs typeface="Calibri" panose="020F0502020204030204"/>
                        </a:rPr>
                        <a:t>4</a:t>
                      </a:r>
                      <a:endParaRPr lang="en-US" altLang="en-US" sz="1400" dirty="0"/>
                    </a:p>
                  </a:txBody>
                  <a:tcPr marL="0" marR="0" marT="0" marB="0" vert="horz">
                    <a:lnL>
                      <a:noFill/>
                    </a:lnL>
                    <a:lnR>
                      <a:noFill/>
                    </a:lnR>
                    <a:lnT>
                      <a:noFill/>
                    </a:lnT>
                    <a:lnB>
                      <a:noFill/>
                    </a:lnB>
                  </a:tcPr>
                </a:tc>
                <a:tc>
                  <a:txBody>
                    <a:bodyPr/>
                    <a:lstStyle/>
                    <a:p>
                      <a:pPr algn="l" rtl="0" eaLnBrk="0">
                        <a:lnSpc>
                          <a:spcPct val="100000"/>
                        </a:lnSpc>
                      </a:pPr>
                      <a:endParaRPr lang="en-US" altLang="en-US" sz="1000" dirty="0"/>
                    </a:p>
                  </a:txBody>
                  <a:tcPr marL="0" marR="0" marT="0" marB="0" vert="horz">
                    <a:lnL>
                      <a:noFill/>
                    </a:lnL>
                    <a:lnR>
                      <a:noFill/>
                    </a:lnR>
                    <a:lnT>
                      <a:noFill/>
                    </a:lnT>
                    <a:lnB>
                      <a:noFill/>
                    </a:lnB>
                  </a:tcPr>
                </a:tc>
                <a:tc>
                  <a:txBody>
                    <a:bodyPr/>
                    <a:lstStyle/>
                    <a:p>
                      <a:pPr algn="l" rtl="0" eaLnBrk="0">
                        <a:lnSpc>
                          <a:spcPct val="114000"/>
                        </a:lnSpc>
                      </a:pPr>
                      <a:endParaRPr lang="en-US" altLang="en-US" sz="700" dirty="0"/>
                    </a:p>
                    <a:p>
                      <a:pPr marL="340360" algn="l" rtl="0" eaLnBrk="0">
                        <a:lnSpc>
                          <a:spcPct val="80000"/>
                        </a:lnSpc>
                        <a:spcBef>
                          <a:spcPts val="0"/>
                        </a:spcBef>
                      </a:pPr>
                      <a:r>
                        <a:rPr sz="1400" kern="0" spc="-20" dirty="0">
                          <a:solidFill>
                            <a:srgbClr val="000000">
                              <a:alpha val="100000"/>
                            </a:srgbClr>
                          </a:solidFill>
                          <a:cs typeface="Arial" panose="020B0604020202020204"/>
                        </a:rPr>
                        <a:t>3</a:t>
                      </a:r>
                      <a:endParaRPr lang="en-US" altLang="en-US" sz="1400" dirty="0"/>
                    </a:p>
                  </a:txBody>
                  <a:tcPr marL="0" marR="0" marT="0" marB="0" vert="horz">
                    <a:lnL>
                      <a:noFill/>
                    </a:lnL>
                    <a:lnR>
                      <a:noFill/>
                    </a:lnR>
                    <a:lnT>
                      <a:noFill/>
                    </a:lnT>
                    <a:lnB>
                      <a:noFill/>
                    </a:lnB>
                  </a:tcPr>
                </a:tc>
                <a:tc>
                  <a:txBody>
                    <a:bodyPr/>
                    <a:lstStyle/>
                    <a:p>
                      <a:pPr algn="l" rtl="0" eaLnBrk="0">
                        <a:lnSpc>
                          <a:spcPct val="100000"/>
                        </a:lnSpc>
                      </a:pPr>
                      <a:endParaRPr lang="en-US" altLang="en-US" sz="1000" dirty="0"/>
                    </a:p>
                  </a:txBody>
                  <a:tcPr marL="0" marR="0" marT="0" marB="0" vert="horz">
                    <a:lnL>
                      <a:noFill/>
                    </a:lnL>
                    <a:lnR>
                      <a:noFill/>
                    </a:lnR>
                    <a:lnT>
                      <a:noFill/>
                    </a:lnT>
                    <a:lnB>
                      <a:noFill/>
                    </a:lnB>
                  </a:tcPr>
                </a:tc>
                <a:tc>
                  <a:txBody>
                    <a:bodyPr/>
                    <a:lstStyle/>
                    <a:p>
                      <a:pPr algn="l" rtl="0" eaLnBrk="0">
                        <a:lnSpc>
                          <a:spcPct val="106000"/>
                        </a:lnSpc>
                      </a:pPr>
                      <a:endParaRPr lang="en-US" altLang="en-US" sz="800" dirty="0"/>
                    </a:p>
                    <a:p>
                      <a:pPr algn="l" rtl="0" eaLnBrk="0">
                        <a:lnSpc>
                          <a:spcPct val="8000"/>
                        </a:lnSpc>
                      </a:pPr>
                      <a:endParaRPr lang="en-US" altLang="en-US" sz="100" dirty="0"/>
                    </a:p>
                    <a:p>
                      <a:pPr marL="398780" algn="l" rtl="0" eaLnBrk="0">
                        <a:lnSpc>
                          <a:spcPct val="73000"/>
                        </a:lnSpc>
                      </a:pPr>
                      <a:r>
                        <a:rPr sz="1400" kern="0" spc="-20" dirty="0">
                          <a:solidFill>
                            <a:srgbClr val="000000">
                              <a:alpha val="100000"/>
                            </a:srgbClr>
                          </a:solidFill>
                          <a:cs typeface="Calibri" panose="020F0502020204030204"/>
                        </a:rPr>
                        <a:t>3.5</a:t>
                      </a:r>
                      <a:endParaRPr lang="en-US" altLang="en-US" sz="1400" dirty="0"/>
                    </a:p>
                  </a:txBody>
                  <a:tcPr marL="0" marR="0" marT="0" marB="0" vert="horz">
                    <a:lnL>
                      <a:noFill/>
                    </a:lnL>
                    <a:lnR>
                      <a:noFill/>
                    </a:lnR>
                    <a:lnT>
                      <a:noFill/>
                    </a:lnT>
                    <a:lnB>
                      <a:noFill/>
                    </a:lnB>
                  </a:tcPr>
                </a:tc>
                <a:tc>
                  <a:txBody>
                    <a:bodyPr/>
                    <a:lstStyle/>
                    <a:p>
                      <a:pPr algn="l" rtl="0" eaLnBrk="0">
                        <a:lnSpc>
                          <a:spcPct val="106000"/>
                        </a:lnSpc>
                      </a:pPr>
                      <a:endParaRPr lang="en-US" altLang="en-US" sz="800" dirty="0"/>
                    </a:p>
                    <a:p>
                      <a:pPr algn="l" rtl="0" eaLnBrk="0">
                        <a:lnSpc>
                          <a:spcPct val="8000"/>
                        </a:lnSpc>
                      </a:pPr>
                      <a:endParaRPr lang="en-US" altLang="en-US" sz="100" dirty="0"/>
                    </a:p>
                    <a:p>
                      <a:pPr marL="303530" algn="l" rtl="0" eaLnBrk="0">
                        <a:lnSpc>
                          <a:spcPct val="73000"/>
                        </a:lnSpc>
                      </a:pPr>
                      <a:r>
                        <a:rPr sz="1400" kern="0" spc="-30" dirty="0">
                          <a:solidFill>
                            <a:srgbClr val="000000">
                              <a:alpha val="100000"/>
                            </a:srgbClr>
                          </a:solidFill>
                          <a:cs typeface="Calibri" panose="020F0502020204030204"/>
                        </a:rPr>
                        <a:t>1.5</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800" dirty="0"/>
                    </a:p>
                    <a:p>
                      <a:pPr marL="421640" algn="l" rtl="0" eaLnBrk="0">
                        <a:lnSpc>
                          <a:spcPct val="73000"/>
                        </a:lnSpc>
                        <a:spcBef>
                          <a:spcPts val="0"/>
                        </a:spcBef>
                      </a:pPr>
                      <a:r>
                        <a:rPr sz="1400" kern="0" spc="-20" dirty="0">
                          <a:solidFill>
                            <a:srgbClr val="000000">
                              <a:alpha val="100000"/>
                            </a:srgbClr>
                          </a:solidFill>
                          <a:cs typeface="Calibri" panose="020F0502020204030204"/>
                        </a:rPr>
                        <a:t>3</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800" dirty="0"/>
                    </a:p>
                    <a:p>
                      <a:pPr marL="361315" algn="l" rtl="0" eaLnBrk="0">
                        <a:lnSpc>
                          <a:spcPct val="73000"/>
                        </a:lnSpc>
                        <a:spcBef>
                          <a:spcPts val="0"/>
                        </a:spcBef>
                      </a:pPr>
                      <a:r>
                        <a:rPr sz="1400" kern="0" spc="-30" dirty="0">
                          <a:solidFill>
                            <a:srgbClr val="000000">
                              <a:alpha val="100000"/>
                            </a:srgbClr>
                          </a:solidFill>
                          <a:cs typeface="Calibri" panose="020F0502020204030204"/>
                        </a:rPr>
                        <a:t>1.5</a:t>
                      </a:r>
                      <a:endParaRPr lang="en-US" altLang="en-US" sz="1400" dirty="0"/>
                    </a:p>
                  </a:txBody>
                  <a:tcPr marL="0" marR="0" marT="0" marB="0" vert="horz">
                    <a:lnL>
                      <a:noFill/>
                    </a:lnL>
                    <a:lnR>
                      <a:noFill/>
                    </a:lnR>
                    <a:lnT>
                      <a:noFill/>
                    </a:lnT>
                    <a:lnB>
                      <a:noFill/>
                    </a:lnB>
                  </a:tcPr>
                </a:tc>
              </a:tr>
              <a:tr h="499109">
                <a:tc gridSpan="2">
                  <a:txBody>
                    <a:bodyPr/>
                    <a:lstStyle/>
                    <a:p>
                      <a:pPr algn="l" rtl="0" eaLnBrk="0">
                        <a:lnSpc>
                          <a:spcPct val="105000"/>
                        </a:lnSpc>
                      </a:pPr>
                      <a:endParaRPr lang="en-US" altLang="en-US" sz="1000" dirty="0"/>
                    </a:p>
                    <a:p>
                      <a:pPr marL="144145" algn="l" rtl="0" eaLnBrk="0">
                        <a:lnSpc>
                          <a:spcPct val="95000"/>
                        </a:lnSpc>
                        <a:spcBef>
                          <a:spcPts val="0"/>
                        </a:spcBef>
                      </a:pPr>
                      <a:r>
                        <a:rPr sz="1400" kern="0" spc="-20" dirty="0">
                          <a:solidFill>
                            <a:srgbClr val="000000">
                              <a:alpha val="100000"/>
                            </a:srgbClr>
                          </a:solidFill>
                          <a:cs typeface="宋体" panose="02010600030101010101" pitchFamily="2" charset="-122"/>
                        </a:rPr>
                        <a:t>智能分析</a:t>
                      </a:r>
                      <a:r>
                        <a:rPr sz="1400" kern="0" spc="250" dirty="0">
                          <a:solidFill>
                            <a:srgbClr val="000000">
                              <a:alpha val="100000"/>
                            </a:srgbClr>
                          </a:solidFill>
                          <a:cs typeface="宋体" panose="02010600030101010101" pitchFamily="2" charset="-122"/>
                        </a:rPr>
                        <a:t>  </a:t>
                      </a:r>
                      <a:r>
                        <a:rPr sz="1400" kern="0" spc="-20" dirty="0">
                          <a:solidFill>
                            <a:srgbClr val="000000">
                              <a:alpha val="100000"/>
                            </a:srgbClr>
                          </a:solidFill>
                          <a:cs typeface="宋体" panose="02010600030101010101" pitchFamily="2" charset="-122"/>
                        </a:rPr>
                        <a:t>实时预警类</a:t>
                      </a:r>
                      <a:endParaRPr lang="en-US" altLang="en-US" sz="1400" dirty="0"/>
                    </a:p>
                  </a:txBody>
                  <a:tcPr marL="0" marR="0" marT="0" marB="0" vert="horz">
                    <a:lnL>
                      <a:noFill/>
                    </a:lnL>
                    <a:lnR>
                      <a:noFill/>
                    </a:lnR>
                    <a:lnT>
                      <a:noFill/>
                    </a:lnT>
                    <a:lnB>
                      <a:noFill/>
                    </a:lnB>
                    <a:solidFill>
                      <a:srgbClr val="FFF2CB"/>
                    </a:solidFill>
                  </a:tcPr>
                </a:tc>
                <a:tc hMerge="1">
                  <a:tcPr marL="0" marR="0" marT="0" marB="0" vert="horz">
                    <a:lnL>
                      <a:noFill/>
                    </a:lnL>
                    <a:lnR>
                      <a:noFill/>
                    </a:lnR>
                    <a:lnT>
                      <a:noFill/>
                    </a:lnT>
                    <a:lnB>
                      <a:noFill/>
                    </a:lnB>
                    <a:solidFill>
                      <a:srgbClr val="FFF2CB"/>
                    </a:solidFill>
                  </a:tcPr>
                </a:tc>
                <a:tc>
                  <a:txBody>
                    <a:bodyPr/>
                    <a:lstStyle/>
                    <a:p>
                      <a:pPr algn="l" rtl="0" eaLnBrk="0">
                        <a:lnSpc>
                          <a:spcPct val="129000"/>
                        </a:lnSpc>
                      </a:pPr>
                      <a:endParaRPr lang="en-US" altLang="en-US" sz="1000" dirty="0"/>
                    </a:p>
                    <a:p>
                      <a:pPr marL="297180" algn="l" rtl="0" eaLnBrk="0">
                        <a:lnSpc>
                          <a:spcPct val="73000"/>
                        </a:lnSpc>
                        <a:spcBef>
                          <a:spcPts val="0"/>
                        </a:spcBef>
                      </a:pPr>
                      <a:r>
                        <a:rPr sz="1400" kern="0" spc="-20" dirty="0">
                          <a:solidFill>
                            <a:srgbClr val="000000">
                              <a:alpha val="100000"/>
                            </a:srgbClr>
                          </a:solidFill>
                          <a:cs typeface="Calibri" panose="020F0502020204030204"/>
                        </a:rPr>
                        <a:t>5</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29000"/>
                        </a:lnSpc>
                      </a:pPr>
                      <a:endParaRPr lang="en-US" altLang="en-US" sz="1000" dirty="0"/>
                    </a:p>
                    <a:p>
                      <a:pPr marL="259080" algn="l" rtl="0" eaLnBrk="0">
                        <a:lnSpc>
                          <a:spcPct val="73000"/>
                        </a:lnSpc>
                        <a:spcBef>
                          <a:spcPts val="5"/>
                        </a:spcBef>
                      </a:pPr>
                      <a:r>
                        <a:rPr sz="1400" kern="0" spc="-20" dirty="0">
                          <a:solidFill>
                            <a:srgbClr val="000000">
                              <a:alpha val="100000"/>
                            </a:srgbClr>
                          </a:solidFill>
                          <a:cs typeface="Calibri" panose="020F0502020204030204"/>
                        </a:rPr>
                        <a:t>4</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a:noFill/>
                    </a:lnT>
                    <a:lnB>
                      <a:noFill/>
                    </a:lnB>
                    <a:solidFill>
                      <a:srgbClr val="FFF2CB"/>
                    </a:solidFill>
                  </a:tcPr>
                </a:tc>
                <a:tc>
                  <a:txBody>
                    <a:bodyPr/>
                    <a:lstStyle/>
                    <a:p>
                      <a:pPr algn="l" rtl="0" eaLnBrk="0">
                        <a:lnSpc>
                          <a:spcPct val="129000"/>
                        </a:lnSpc>
                      </a:pPr>
                      <a:endParaRPr lang="en-US" altLang="en-US" sz="1000" dirty="0"/>
                    </a:p>
                    <a:p>
                      <a:pPr marL="346710" algn="l" rtl="0" eaLnBrk="0">
                        <a:lnSpc>
                          <a:spcPct val="73000"/>
                        </a:lnSpc>
                        <a:spcBef>
                          <a:spcPts val="0"/>
                        </a:spcBef>
                      </a:pPr>
                      <a:r>
                        <a:rPr sz="1400" kern="0" spc="-20" dirty="0">
                          <a:solidFill>
                            <a:srgbClr val="000000">
                              <a:alpha val="100000"/>
                            </a:srgbClr>
                          </a:solidFill>
                          <a:cs typeface="Calibri" panose="020F0502020204030204"/>
                        </a:rPr>
                        <a:t>3</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a:noFill/>
                    </a:lnT>
                    <a:lnB>
                      <a:noFill/>
                    </a:lnB>
                    <a:solidFill>
                      <a:srgbClr val="FFF2CB"/>
                    </a:solidFill>
                  </a:tcPr>
                </a:tc>
                <a:tc>
                  <a:txBody>
                    <a:bodyPr/>
                    <a:lstStyle/>
                    <a:p>
                      <a:pPr algn="l" rtl="0" eaLnBrk="0">
                        <a:lnSpc>
                          <a:spcPct val="129000"/>
                        </a:lnSpc>
                      </a:pPr>
                      <a:endParaRPr lang="en-US" altLang="en-US" sz="1000" dirty="0"/>
                    </a:p>
                    <a:p>
                      <a:pPr marL="461010" algn="l" rtl="0" eaLnBrk="0">
                        <a:lnSpc>
                          <a:spcPct val="73000"/>
                        </a:lnSpc>
                        <a:spcBef>
                          <a:spcPts val="5"/>
                        </a:spcBef>
                      </a:pPr>
                      <a:r>
                        <a:rPr sz="1400" kern="0" spc="-20" dirty="0">
                          <a:solidFill>
                            <a:srgbClr val="000000">
                              <a:alpha val="100000"/>
                            </a:srgbClr>
                          </a:solidFill>
                          <a:cs typeface="Calibri" panose="020F0502020204030204"/>
                        </a:rPr>
                        <a:t>4</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29000"/>
                        </a:lnSpc>
                      </a:pPr>
                      <a:endParaRPr lang="en-US" altLang="en-US" sz="1000" dirty="0"/>
                    </a:p>
                    <a:p>
                      <a:pPr marL="372110" algn="l" rtl="0" eaLnBrk="0">
                        <a:lnSpc>
                          <a:spcPct val="73000"/>
                        </a:lnSpc>
                        <a:spcBef>
                          <a:spcPts val="5"/>
                        </a:spcBef>
                      </a:pPr>
                      <a:r>
                        <a:rPr sz="1400" kern="0" spc="-20" dirty="0">
                          <a:solidFill>
                            <a:srgbClr val="000000">
                              <a:alpha val="100000"/>
                            </a:srgbClr>
                          </a:solidFill>
                          <a:cs typeface="Calibri" panose="020F0502020204030204"/>
                        </a:rPr>
                        <a:t>1</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30000"/>
                        </a:lnSpc>
                      </a:pPr>
                      <a:endParaRPr lang="en-US" altLang="en-US" sz="1000" dirty="0"/>
                    </a:p>
                    <a:p>
                      <a:pPr marL="354965" algn="l" rtl="0" eaLnBrk="0">
                        <a:lnSpc>
                          <a:spcPct val="73000"/>
                        </a:lnSpc>
                        <a:spcBef>
                          <a:spcPts val="0"/>
                        </a:spcBef>
                      </a:pPr>
                      <a:r>
                        <a:rPr sz="1400" kern="0" spc="-20" dirty="0">
                          <a:solidFill>
                            <a:srgbClr val="000000">
                              <a:alpha val="100000"/>
                            </a:srgbClr>
                          </a:solidFill>
                          <a:cs typeface="Calibri" panose="020F0502020204030204"/>
                        </a:rPr>
                        <a:t>3.5</a:t>
                      </a:r>
                      <a:endParaRPr lang="en-US" altLang="en-US" sz="1400" dirty="0"/>
                    </a:p>
                  </a:txBody>
                  <a:tcPr marL="0" marR="0" marT="0" marB="0" vert="horz">
                    <a:lnL>
                      <a:noFill/>
                    </a:lnL>
                    <a:lnR>
                      <a:noFill/>
                    </a:lnR>
                    <a:lnT>
                      <a:noFill/>
                    </a:lnT>
                    <a:lnB>
                      <a:noFill/>
                    </a:lnB>
                    <a:solidFill>
                      <a:srgbClr val="FFF2CB"/>
                    </a:solidFill>
                  </a:tcPr>
                </a:tc>
                <a:tc>
                  <a:txBody>
                    <a:bodyPr/>
                    <a:lstStyle/>
                    <a:p>
                      <a:pPr algn="l" rtl="0" eaLnBrk="0">
                        <a:lnSpc>
                          <a:spcPct val="130000"/>
                        </a:lnSpc>
                      </a:pPr>
                      <a:endParaRPr lang="en-US" altLang="en-US" sz="1000" dirty="0"/>
                    </a:p>
                    <a:p>
                      <a:pPr marL="428625" algn="l" rtl="0" eaLnBrk="0">
                        <a:lnSpc>
                          <a:spcPct val="73000"/>
                        </a:lnSpc>
                        <a:spcBef>
                          <a:spcPts val="5"/>
                        </a:spcBef>
                      </a:pPr>
                      <a:r>
                        <a:rPr sz="1400" kern="0" spc="-20" dirty="0">
                          <a:solidFill>
                            <a:srgbClr val="000000">
                              <a:alpha val="100000"/>
                            </a:srgbClr>
                          </a:solidFill>
                          <a:cs typeface="Calibri" panose="020F0502020204030204"/>
                        </a:rPr>
                        <a:t>1</a:t>
                      </a:r>
                      <a:endParaRPr lang="en-US" altLang="en-US" sz="1400" dirty="0"/>
                    </a:p>
                  </a:txBody>
                  <a:tcPr marL="0" marR="0" marT="0" marB="0" vert="horz">
                    <a:lnL>
                      <a:noFill/>
                    </a:lnL>
                    <a:lnR>
                      <a:noFill/>
                    </a:lnR>
                    <a:lnT>
                      <a:noFill/>
                    </a:lnT>
                    <a:lnB>
                      <a:noFill/>
                    </a:lnB>
                    <a:solidFill>
                      <a:srgbClr val="FFF2CB"/>
                    </a:solidFill>
                  </a:tcPr>
                </a:tc>
              </a:tr>
              <a:tr h="367029">
                <a:tc gridSpan="2">
                  <a:txBody>
                    <a:bodyPr/>
                    <a:lstStyle/>
                    <a:p>
                      <a:pPr algn="l" rtl="0" eaLnBrk="0">
                        <a:lnSpc>
                          <a:spcPct val="104000"/>
                        </a:lnSpc>
                      </a:pPr>
                      <a:endParaRPr lang="en-US" altLang="en-US" sz="600" dirty="0"/>
                    </a:p>
                    <a:p>
                      <a:pPr marL="1080135" algn="l" rtl="0" eaLnBrk="0">
                        <a:lnSpc>
                          <a:spcPct val="95000"/>
                        </a:lnSpc>
                        <a:spcBef>
                          <a:spcPts val="0"/>
                        </a:spcBef>
                      </a:pPr>
                      <a:r>
                        <a:rPr sz="1400" kern="0" spc="-10" dirty="0">
                          <a:solidFill>
                            <a:srgbClr val="000000">
                              <a:alpha val="100000"/>
                            </a:srgbClr>
                          </a:solidFill>
                          <a:cs typeface="宋体" panose="02010600030101010101" pitchFamily="2" charset="-122"/>
                        </a:rPr>
                        <a:t>预测性分析</a:t>
                      </a:r>
                      <a:endParaRPr lang="en-US" altLang="en-US" sz="1400" dirty="0"/>
                    </a:p>
                  </a:txBody>
                  <a:tcPr marL="0" marR="0" marT="0" marB="0" vert="horz">
                    <a:lnL>
                      <a:noFill/>
                    </a:lnL>
                    <a:lnR>
                      <a:noFill/>
                    </a:lnR>
                    <a:lnT>
                      <a:noFill/>
                    </a:lnT>
                    <a:lnB>
                      <a:noFill/>
                    </a:lnB>
                  </a:tcPr>
                </a:tc>
                <a:tc hMerge="1">
                  <a:tcPr marL="0" marR="0" marT="0" marB="0" vert="horz">
                    <a:lnL>
                      <a:noFill/>
                    </a:lnL>
                    <a:lnR>
                      <a:noFill/>
                    </a:lnR>
                    <a:lnT>
                      <a:noFill/>
                    </a:lnT>
                    <a:lnB>
                      <a:noFill/>
                    </a:lnB>
                  </a:tcPr>
                </a:tc>
                <a:tc>
                  <a:txBody>
                    <a:bodyPr/>
                    <a:lstStyle/>
                    <a:p>
                      <a:pPr algn="l" rtl="0" eaLnBrk="0">
                        <a:lnSpc>
                          <a:spcPct val="107000"/>
                        </a:lnSpc>
                      </a:pPr>
                      <a:endParaRPr lang="en-US" altLang="en-US" sz="800" dirty="0"/>
                    </a:p>
                    <a:p>
                      <a:pPr marL="297815" algn="l" rtl="0" eaLnBrk="0">
                        <a:lnSpc>
                          <a:spcPct val="73000"/>
                        </a:lnSpc>
                        <a:spcBef>
                          <a:spcPts val="5"/>
                        </a:spcBef>
                      </a:pPr>
                      <a:r>
                        <a:rPr sz="1400" kern="0" spc="-20" dirty="0">
                          <a:solidFill>
                            <a:srgbClr val="000000">
                              <a:alpha val="100000"/>
                            </a:srgbClr>
                          </a:solidFill>
                          <a:cs typeface="Calibri" panose="020F0502020204030204"/>
                        </a:rPr>
                        <a:t>3</a:t>
                      </a:r>
                      <a:endParaRPr lang="en-US" altLang="en-US" sz="1400" dirty="0"/>
                    </a:p>
                  </a:txBody>
                  <a:tcPr marL="0" marR="0" marT="0" marB="0" vert="horz">
                    <a:lnL>
                      <a:noFill/>
                    </a:lnL>
                    <a:lnR>
                      <a:noFill/>
                    </a:lnR>
                    <a:lnT>
                      <a:noFill/>
                    </a:lnT>
                    <a:lnB>
                      <a:noFill/>
                    </a:lnB>
                  </a:tcPr>
                </a:tc>
                <a:tc>
                  <a:txBody>
                    <a:bodyPr/>
                    <a:lstStyle/>
                    <a:p>
                      <a:pPr algn="l" rtl="0" eaLnBrk="0">
                        <a:lnSpc>
                          <a:spcPct val="107000"/>
                        </a:lnSpc>
                      </a:pPr>
                      <a:endParaRPr lang="en-US" altLang="en-US" sz="800" dirty="0"/>
                    </a:p>
                    <a:p>
                      <a:pPr marL="264160" algn="l" rtl="0" eaLnBrk="0">
                        <a:lnSpc>
                          <a:spcPct val="73000"/>
                        </a:lnSpc>
                        <a:spcBef>
                          <a:spcPts val="5"/>
                        </a:spcBef>
                      </a:pPr>
                      <a:r>
                        <a:rPr sz="1400" kern="0" spc="-20" dirty="0">
                          <a:solidFill>
                            <a:srgbClr val="000000">
                              <a:alpha val="100000"/>
                            </a:srgbClr>
                          </a:solidFill>
                          <a:cs typeface="Calibri" panose="020F0502020204030204"/>
                        </a:rPr>
                        <a:t>3</a:t>
                      </a:r>
                      <a:endParaRPr lang="en-US" altLang="en-US" sz="1400" dirty="0"/>
                    </a:p>
                  </a:txBody>
                  <a:tcPr marL="0" marR="0" marT="0" marB="0" vert="horz">
                    <a:lnL>
                      <a:noFill/>
                    </a:lnL>
                    <a:lnR>
                      <a:noFill/>
                    </a:lnR>
                    <a:lnT>
                      <a:noFill/>
                    </a:lnT>
                    <a:lnB>
                      <a:noFill/>
                    </a:lnB>
                  </a:tcPr>
                </a:tc>
                <a:tc>
                  <a:txBody>
                    <a:bodyPr/>
                    <a:lstStyle/>
                    <a:p>
                      <a:pPr algn="l" rtl="0" eaLnBrk="0">
                        <a:lnSpc>
                          <a:spcPct val="100000"/>
                        </a:lnSpc>
                      </a:pPr>
                      <a:endParaRPr lang="en-US" altLang="en-US" sz="1000" dirty="0"/>
                    </a:p>
                  </a:txBody>
                  <a:tcPr marL="0" marR="0" marT="0" marB="0" vert="horz">
                    <a:lnL>
                      <a:noFill/>
                    </a:lnL>
                    <a:lnR>
                      <a:noFill/>
                    </a:lnR>
                    <a:lnT>
                      <a:noFill/>
                    </a:lnT>
                    <a:lnB>
                      <a:noFill/>
                    </a:lnB>
                  </a:tcPr>
                </a:tc>
                <a:tc>
                  <a:txBody>
                    <a:bodyPr/>
                    <a:lstStyle/>
                    <a:p>
                      <a:pPr algn="l" rtl="0" eaLnBrk="0">
                        <a:lnSpc>
                          <a:spcPct val="105000"/>
                        </a:lnSpc>
                      </a:pPr>
                      <a:endParaRPr lang="en-US" altLang="en-US" sz="800" dirty="0"/>
                    </a:p>
                    <a:p>
                      <a:pPr algn="l" rtl="0" eaLnBrk="0">
                        <a:lnSpc>
                          <a:spcPct val="7000"/>
                        </a:lnSpc>
                      </a:pPr>
                      <a:endParaRPr lang="en-US" altLang="en-US" sz="100" dirty="0"/>
                    </a:p>
                    <a:p>
                      <a:pPr marL="347345" algn="l" rtl="0" eaLnBrk="0">
                        <a:lnSpc>
                          <a:spcPct val="74000"/>
                        </a:lnSpc>
                      </a:pPr>
                      <a:r>
                        <a:rPr sz="1400" kern="0" spc="-20" dirty="0">
                          <a:solidFill>
                            <a:srgbClr val="000000">
                              <a:alpha val="100000"/>
                            </a:srgbClr>
                          </a:solidFill>
                          <a:cs typeface="Calibri" panose="020F0502020204030204"/>
                        </a:rPr>
                        <a:t>2</a:t>
                      </a:r>
                      <a:endParaRPr lang="en-US" altLang="en-US" sz="1400" dirty="0"/>
                    </a:p>
                  </a:txBody>
                  <a:tcPr marL="0" marR="0" marT="0" marB="0" vert="horz">
                    <a:lnL>
                      <a:noFill/>
                    </a:lnL>
                    <a:lnR>
                      <a:noFill/>
                    </a:lnR>
                    <a:lnT>
                      <a:noFill/>
                    </a:lnT>
                    <a:lnB>
                      <a:noFill/>
                    </a:lnB>
                  </a:tcPr>
                </a:tc>
                <a:tc>
                  <a:txBody>
                    <a:bodyPr/>
                    <a:lstStyle/>
                    <a:p>
                      <a:pPr algn="l" rtl="0" eaLnBrk="0">
                        <a:lnSpc>
                          <a:spcPct val="100000"/>
                        </a:lnSpc>
                      </a:pPr>
                      <a:endParaRPr lang="en-US" altLang="en-US" sz="1000" dirty="0"/>
                    </a:p>
                  </a:txBody>
                  <a:tcPr marL="0" marR="0" marT="0" marB="0" vert="horz">
                    <a:lnL>
                      <a:noFill/>
                    </a:lnL>
                    <a:lnR>
                      <a:noFill/>
                    </a:lnR>
                    <a:lnT>
                      <a:noFill/>
                    </a:lnT>
                    <a:lnB>
                      <a:noFill/>
                    </a:lnB>
                  </a:tcPr>
                </a:tc>
                <a:tc>
                  <a:txBody>
                    <a:bodyPr/>
                    <a:lstStyle/>
                    <a:p>
                      <a:pPr algn="l" rtl="0" eaLnBrk="0">
                        <a:lnSpc>
                          <a:spcPct val="107000"/>
                        </a:lnSpc>
                      </a:pPr>
                      <a:endParaRPr lang="en-US" altLang="en-US" sz="800" dirty="0"/>
                    </a:p>
                    <a:p>
                      <a:pPr marL="465455" algn="l" rtl="0" eaLnBrk="0">
                        <a:lnSpc>
                          <a:spcPct val="73000"/>
                        </a:lnSpc>
                        <a:spcBef>
                          <a:spcPts val="5"/>
                        </a:spcBef>
                      </a:pPr>
                      <a:r>
                        <a:rPr sz="1400" kern="0" spc="-20" dirty="0">
                          <a:solidFill>
                            <a:srgbClr val="000000">
                              <a:alpha val="100000"/>
                            </a:srgbClr>
                          </a:solidFill>
                          <a:cs typeface="Calibri" panose="020F0502020204030204"/>
                        </a:rPr>
                        <a:t>3</a:t>
                      </a:r>
                      <a:endParaRPr lang="en-US" altLang="en-US" sz="1400" dirty="0"/>
                    </a:p>
                  </a:txBody>
                  <a:tcPr marL="0" marR="0" marT="0" marB="0" vert="horz">
                    <a:lnL>
                      <a:noFill/>
                    </a:lnL>
                    <a:lnR>
                      <a:noFill/>
                    </a:lnR>
                    <a:lnT>
                      <a:noFill/>
                    </a:lnT>
                    <a:lnB>
                      <a:noFill/>
                    </a:lnB>
                  </a:tcPr>
                </a:tc>
                <a:tc>
                  <a:txBody>
                    <a:bodyPr/>
                    <a:lstStyle/>
                    <a:p>
                      <a:pPr algn="l" rtl="0" eaLnBrk="0">
                        <a:lnSpc>
                          <a:spcPct val="107000"/>
                        </a:lnSpc>
                      </a:pPr>
                      <a:endParaRPr lang="en-US" altLang="en-US" sz="800" dirty="0"/>
                    </a:p>
                    <a:p>
                      <a:pPr marL="372110" algn="l" rtl="0" eaLnBrk="0">
                        <a:lnSpc>
                          <a:spcPct val="73000"/>
                        </a:lnSpc>
                        <a:spcBef>
                          <a:spcPts val="5"/>
                        </a:spcBef>
                      </a:pPr>
                      <a:r>
                        <a:rPr sz="1400" kern="0" spc="-20" dirty="0">
                          <a:solidFill>
                            <a:srgbClr val="000000">
                              <a:alpha val="100000"/>
                            </a:srgbClr>
                          </a:solidFill>
                          <a:cs typeface="Calibri" panose="020F0502020204030204"/>
                        </a:rPr>
                        <a:t>1</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800" dirty="0"/>
                    </a:p>
                    <a:p>
                      <a:pPr algn="l" rtl="0" eaLnBrk="0">
                        <a:lnSpc>
                          <a:spcPct val="6000"/>
                        </a:lnSpc>
                      </a:pPr>
                      <a:endParaRPr lang="en-US" altLang="en-US" sz="100" dirty="0"/>
                    </a:p>
                    <a:p>
                      <a:pPr marL="356235" algn="l" rtl="0" eaLnBrk="0">
                        <a:lnSpc>
                          <a:spcPct val="73000"/>
                        </a:lnSpc>
                      </a:pPr>
                      <a:r>
                        <a:rPr sz="1400" kern="0" spc="-30" dirty="0">
                          <a:solidFill>
                            <a:srgbClr val="000000">
                              <a:alpha val="100000"/>
                            </a:srgbClr>
                          </a:solidFill>
                          <a:cs typeface="Calibri" panose="020F0502020204030204"/>
                        </a:rPr>
                        <a:t>2.5</a:t>
                      </a:r>
                      <a:endParaRPr lang="en-US" altLang="en-US" sz="1400" dirty="0"/>
                    </a:p>
                  </a:txBody>
                  <a:tcPr marL="0" marR="0" marT="0" marB="0" vert="horz">
                    <a:lnL>
                      <a:noFill/>
                    </a:lnL>
                    <a:lnR>
                      <a:noFill/>
                    </a:lnR>
                    <a:lnT>
                      <a:noFill/>
                    </a:lnT>
                    <a:lnB>
                      <a:noFill/>
                    </a:lnB>
                  </a:tcPr>
                </a:tc>
                <a:tc>
                  <a:txBody>
                    <a:bodyPr/>
                    <a:lstStyle/>
                    <a:p>
                      <a:pPr algn="l" rtl="0" eaLnBrk="0">
                        <a:lnSpc>
                          <a:spcPct val="108000"/>
                        </a:lnSpc>
                      </a:pPr>
                      <a:endParaRPr lang="en-US" altLang="en-US" sz="800" dirty="0"/>
                    </a:p>
                    <a:p>
                      <a:pPr algn="l" rtl="0" eaLnBrk="0">
                        <a:lnSpc>
                          <a:spcPct val="6000"/>
                        </a:lnSpc>
                      </a:pPr>
                      <a:endParaRPr lang="en-US" altLang="en-US" sz="100" dirty="0"/>
                    </a:p>
                    <a:p>
                      <a:pPr marL="361315" algn="l" rtl="0" eaLnBrk="0">
                        <a:lnSpc>
                          <a:spcPct val="73000"/>
                        </a:lnSpc>
                      </a:pPr>
                      <a:r>
                        <a:rPr sz="1400" kern="0" spc="-30" dirty="0">
                          <a:solidFill>
                            <a:srgbClr val="000000">
                              <a:alpha val="100000"/>
                            </a:srgbClr>
                          </a:solidFill>
                          <a:cs typeface="Calibri" panose="020F0502020204030204"/>
                        </a:rPr>
                        <a:t>1.5</a:t>
                      </a:r>
                      <a:endParaRPr lang="en-US" altLang="en-US" sz="1400" dirty="0"/>
                    </a:p>
                  </a:txBody>
                  <a:tcPr marL="0" marR="0" marT="0" marB="0" vert="horz">
                    <a:lnL>
                      <a:noFill/>
                    </a:lnL>
                    <a:lnR>
                      <a:noFill/>
                    </a:lnR>
                    <a:lnT>
                      <a:noFill/>
                    </a:lnT>
                    <a:lnB>
                      <a:noFill/>
                    </a:lnB>
                  </a:tcPr>
                </a:tc>
              </a:tr>
              <a:tr h="373379">
                <a:tc gridSpan="2">
                  <a:txBody>
                    <a:bodyPr/>
                    <a:lstStyle/>
                    <a:p>
                      <a:pPr algn="l" rtl="0" eaLnBrk="0">
                        <a:lnSpc>
                          <a:spcPct val="102000"/>
                        </a:lnSpc>
                      </a:pPr>
                      <a:endParaRPr lang="en-US" altLang="en-US" sz="600" dirty="0"/>
                    </a:p>
                    <a:p>
                      <a:pPr marL="1083310" algn="l" rtl="0" eaLnBrk="0">
                        <a:lnSpc>
                          <a:spcPct val="96000"/>
                        </a:lnSpc>
                        <a:spcBef>
                          <a:spcPts val="5"/>
                        </a:spcBef>
                      </a:pPr>
                      <a:r>
                        <a:rPr sz="1400" kern="0" spc="-20" dirty="0">
                          <a:solidFill>
                            <a:srgbClr val="000000">
                              <a:alpha val="100000"/>
                            </a:srgbClr>
                          </a:solidFill>
                          <a:cs typeface="宋体" panose="02010600030101010101" pitchFamily="2" charset="-122"/>
                        </a:rPr>
                        <a:t>智能规划</a:t>
                      </a:r>
                      <a:endParaRPr lang="en-US" altLang="en-US" sz="14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hMerge="1">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7000"/>
                        </a:lnSpc>
                      </a:pPr>
                      <a:endParaRPr lang="en-US" altLang="en-US" sz="800" dirty="0"/>
                    </a:p>
                    <a:p>
                      <a:pPr algn="l" rtl="0" eaLnBrk="0">
                        <a:lnSpc>
                          <a:spcPct val="6000"/>
                        </a:lnSpc>
                      </a:pPr>
                      <a:endParaRPr lang="en-US" altLang="en-US" sz="100" dirty="0"/>
                    </a:p>
                    <a:p>
                      <a:pPr marL="292735" algn="l" rtl="0" eaLnBrk="0">
                        <a:lnSpc>
                          <a:spcPct val="73000"/>
                        </a:lnSpc>
                      </a:pPr>
                      <a:r>
                        <a:rPr sz="1400" kern="0" spc="-20" dirty="0">
                          <a:solidFill>
                            <a:srgbClr val="000000">
                              <a:alpha val="100000"/>
                            </a:srgbClr>
                          </a:solidFill>
                          <a:cs typeface="Calibri" panose="020F0502020204030204"/>
                        </a:rPr>
                        <a:t>4</a:t>
                      </a:r>
                      <a:endParaRPr lang="en-US" altLang="en-US" sz="14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7000"/>
                        </a:lnSpc>
                      </a:pPr>
                      <a:endParaRPr lang="en-US" altLang="en-US" sz="800" dirty="0"/>
                    </a:p>
                    <a:p>
                      <a:pPr algn="l" rtl="0" eaLnBrk="0">
                        <a:lnSpc>
                          <a:spcPct val="6000"/>
                        </a:lnSpc>
                      </a:pPr>
                      <a:endParaRPr lang="en-US" altLang="en-US" sz="100" dirty="0"/>
                    </a:p>
                    <a:p>
                      <a:pPr marL="198120" algn="l" rtl="0" eaLnBrk="0">
                        <a:lnSpc>
                          <a:spcPct val="73000"/>
                        </a:lnSpc>
                      </a:pPr>
                      <a:r>
                        <a:rPr sz="1400" kern="0" spc="-30" dirty="0">
                          <a:solidFill>
                            <a:srgbClr val="000000">
                              <a:alpha val="100000"/>
                            </a:srgbClr>
                          </a:solidFill>
                          <a:cs typeface="Calibri" panose="020F0502020204030204"/>
                        </a:rPr>
                        <a:t>2.5</a:t>
                      </a:r>
                      <a:endParaRPr lang="en-US" altLang="en-US" sz="14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6000"/>
                        </a:lnSpc>
                      </a:pPr>
                      <a:endParaRPr lang="en-US" altLang="en-US" sz="800" dirty="0"/>
                    </a:p>
                    <a:p>
                      <a:pPr marL="347345" algn="l" rtl="0" eaLnBrk="0">
                        <a:lnSpc>
                          <a:spcPct val="74000"/>
                        </a:lnSpc>
                        <a:spcBef>
                          <a:spcPts val="0"/>
                        </a:spcBef>
                      </a:pPr>
                      <a:r>
                        <a:rPr sz="1400" kern="0" spc="-20" dirty="0">
                          <a:solidFill>
                            <a:srgbClr val="000000">
                              <a:alpha val="100000"/>
                            </a:srgbClr>
                          </a:solidFill>
                          <a:cs typeface="Calibri" panose="020F0502020204030204"/>
                        </a:rPr>
                        <a:t>2</a:t>
                      </a:r>
                      <a:endParaRPr lang="en-US" altLang="en-US" sz="14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0000"/>
                        </a:lnSpc>
                      </a:pPr>
                      <a:endParaRPr lang="en-US" altLang="en-US" sz="10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7000"/>
                        </a:lnSpc>
                      </a:pPr>
                      <a:endParaRPr lang="en-US" altLang="en-US" sz="800" dirty="0"/>
                    </a:p>
                    <a:p>
                      <a:pPr algn="l" rtl="0" eaLnBrk="0">
                        <a:lnSpc>
                          <a:spcPct val="6000"/>
                        </a:lnSpc>
                      </a:pPr>
                      <a:endParaRPr lang="en-US" altLang="en-US" sz="100" dirty="0"/>
                    </a:p>
                    <a:p>
                      <a:pPr marL="461010" algn="l" rtl="0" eaLnBrk="0">
                        <a:lnSpc>
                          <a:spcPct val="73000"/>
                        </a:lnSpc>
                      </a:pPr>
                      <a:r>
                        <a:rPr sz="1400" kern="0" spc="-20" dirty="0">
                          <a:solidFill>
                            <a:srgbClr val="000000">
                              <a:alpha val="100000"/>
                            </a:srgbClr>
                          </a:solidFill>
                          <a:cs typeface="Calibri" panose="020F0502020204030204"/>
                        </a:rPr>
                        <a:t>4</a:t>
                      </a:r>
                      <a:endParaRPr lang="en-US" altLang="en-US" sz="14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7000"/>
                        </a:lnSpc>
                      </a:pPr>
                      <a:endParaRPr lang="en-US" altLang="en-US" sz="800" dirty="0"/>
                    </a:p>
                    <a:p>
                      <a:pPr algn="l" rtl="0" eaLnBrk="0">
                        <a:lnSpc>
                          <a:spcPct val="7000"/>
                        </a:lnSpc>
                      </a:pPr>
                      <a:endParaRPr lang="en-US" altLang="en-US" sz="100" dirty="0"/>
                    </a:p>
                    <a:p>
                      <a:pPr marL="372110" algn="l" rtl="0" eaLnBrk="0">
                        <a:lnSpc>
                          <a:spcPct val="73000"/>
                        </a:lnSpc>
                      </a:pPr>
                      <a:r>
                        <a:rPr sz="1400" kern="0" spc="-20" dirty="0">
                          <a:solidFill>
                            <a:srgbClr val="000000">
                              <a:alpha val="100000"/>
                            </a:srgbClr>
                          </a:solidFill>
                          <a:cs typeface="Calibri" panose="020F0502020204030204"/>
                        </a:rPr>
                        <a:t>1</a:t>
                      </a:r>
                      <a:endParaRPr lang="en-US" altLang="en-US" sz="14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7000"/>
                        </a:lnSpc>
                      </a:pPr>
                      <a:endParaRPr lang="en-US" altLang="en-US" sz="800" dirty="0"/>
                    </a:p>
                    <a:p>
                      <a:pPr algn="l" rtl="0" eaLnBrk="0">
                        <a:lnSpc>
                          <a:spcPct val="6000"/>
                        </a:lnSpc>
                      </a:pPr>
                      <a:endParaRPr lang="en-US" altLang="en-US" sz="100" dirty="0"/>
                    </a:p>
                    <a:p>
                      <a:pPr marL="421640" algn="l" rtl="0" eaLnBrk="0">
                        <a:lnSpc>
                          <a:spcPct val="73000"/>
                        </a:lnSpc>
                      </a:pPr>
                      <a:r>
                        <a:rPr sz="1400" kern="0" spc="-20" dirty="0">
                          <a:solidFill>
                            <a:srgbClr val="000000">
                              <a:alpha val="100000"/>
                            </a:srgbClr>
                          </a:solidFill>
                          <a:cs typeface="Calibri" panose="020F0502020204030204"/>
                        </a:rPr>
                        <a:t>3</a:t>
                      </a:r>
                      <a:endParaRPr lang="en-US" altLang="en-US" sz="14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c>
                  <a:txBody>
                    <a:bodyPr/>
                    <a:lstStyle/>
                    <a:p>
                      <a:pPr algn="l" rtl="0" eaLnBrk="0">
                        <a:lnSpc>
                          <a:spcPct val="107000"/>
                        </a:lnSpc>
                      </a:pPr>
                      <a:endParaRPr lang="en-US" altLang="en-US" sz="800" dirty="0"/>
                    </a:p>
                    <a:p>
                      <a:pPr algn="l" rtl="0" eaLnBrk="0">
                        <a:lnSpc>
                          <a:spcPct val="7000"/>
                        </a:lnSpc>
                      </a:pPr>
                      <a:endParaRPr lang="en-US" altLang="en-US" sz="100" dirty="0"/>
                    </a:p>
                    <a:p>
                      <a:pPr marL="428625" algn="l" rtl="0" eaLnBrk="0">
                        <a:lnSpc>
                          <a:spcPct val="73000"/>
                        </a:lnSpc>
                      </a:pPr>
                      <a:r>
                        <a:rPr sz="1400" kern="0" spc="-20" dirty="0">
                          <a:solidFill>
                            <a:srgbClr val="000000">
                              <a:alpha val="100000"/>
                            </a:srgbClr>
                          </a:solidFill>
                          <a:cs typeface="Calibri" panose="020F0502020204030204"/>
                        </a:rPr>
                        <a:t>1</a:t>
                      </a:r>
                      <a:endParaRPr lang="en-US" altLang="en-US" sz="1400" dirty="0"/>
                    </a:p>
                  </a:txBody>
                  <a:tcPr marL="0" marR="0" marT="0" marB="0" vert="horz">
                    <a:lnL>
                      <a:noFill/>
                    </a:lnL>
                    <a:lnR>
                      <a:noFill/>
                    </a:lnR>
                    <a:lnT>
                      <a:noFill/>
                    </a:lnT>
                    <a:lnB w="12700" cap="flat" cmpd="sng" algn="ctr">
                      <a:solidFill>
                        <a:srgbClr val="FFC000"/>
                      </a:solidFill>
                      <a:prstDash val="solid"/>
                      <a:round/>
                      <a:headEnd type="none" w="med" len="med"/>
                      <a:tailEnd type="none" w="med" len="med"/>
                    </a:lnB>
                    <a:solidFill>
                      <a:srgbClr val="FFF2CB"/>
                    </a:solidFill>
                  </a:tcPr>
                </a:tc>
              </a:tr>
            </a:tbl>
          </a:graphicData>
        </a:graphic>
      </p:graphicFrame>
      <p:sp>
        <p:nvSpPr>
          <p:cNvPr id="4214" name="textbox 4214"/>
          <p:cNvSpPr/>
          <p:nvPr>
            <p:custDataLst>
              <p:tags r:id="rId2"/>
            </p:custDataLst>
          </p:nvPr>
        </p:nvSpPr>
        <p:spPr>
          <a:xfrm>
            <a:off x="817226" y="467963"/>
            <a:ext cx="10082530"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行业数据利用化对比: 基于数据基础，用数据事实帮管理者管理，用智能分析帮决策者决策</a:t>
            </a:r>
            <a:endParaRPr lang="en-US" altLang="en-US" sz="2000" b="1" kern="0" spc="0" dirty="0">
              <a:solidFill>
                <a:schemeClr val="dk1"/>
              </a:solidFill>
              <a:cs typeface="微软雅黑" panose="020B0503020204020204" charset="-122"/>
            </a:endParaRPr>
          </a:p>
        </p:txBody>
      </p:sp>
      <p:sp>
        <p:nvSpPr>
          <p:cNvPr id="4218" name="textbox 4218"/>
          <p:cNvSpPr/>
          <p:nvPr>
            <p:custDataLst>
              <p:tags r:id="rId3"/>
            </p:custDataLst>
          </p:nvPr>
        </p:nvSpPr>
        <p:spPr>
          <a:xfrm>
            <a:off x="10422267" y="6117285"/>
            <a:ext cx="1053464" cy="158114"/>
          </a:xfrm>
          <a:prstGeom prst="rect">
            <a:avLst/>
          </a:prstGeom>
        </p:spPr>
        <p:txBody>
          <a:bodyPr vert="horz" wrap="square" lIns="0" tIns="0" rIns="0" bIns="0">
            <a:normAutofit/>
          </a:bodyPr>
          <a:lstStyle/>
          <a:p>
            <a:pPr algn="l" rtl="0" eaLnBrk="0">
              <a:lnSpc>
                <a:spcPct val="80000"/>
              </a:lnSpc>
            </a:pPr>
            <a:endParaRPr lang="en-US" altLang="en-US" sz="100" dirty="0">
              <a:solidFill>
                <a:schemeClr val="dk1"/>
              </a:solidFill>
            </a:endParaRPr>
          </a:p>
          <a:p>
            <a:pPr marL="12700" algn="l" rtl="0" eaLnBrk="0">
              <a:lnSpc>
                <a:spcPct val="97000"/>
              </a:lnSpc>
            </a:pPr>
            <a:r>
              <a:rPr sz="900" kern="0" spc="-10" dirty="0">
                <a:solidFill>
                  <a:schemeClr val="dk1"/>
                </a:solidFill>
                <a:cs typeface="微软雅黑" panose="020B0503020204020204" charset="-122"/>
              </a:rPr>
              <a:t>数据来源：原色咨询</a:t>
            </a:r>
            <a:endParaRPr lang="en-US" altLang="en-US" sz="900" kern="0" spc="-10" dirty="0">
              <a:solidFill>
                <a:schemeClr val="dk1"/>
              </a:solidFill>
              <a:cs typeface="微软雅黑" panose="020B0503020204020204" charset="-122"/>
            </a:endParaRPr>
          </a:p>
        </p:txBody>
      </p:sp>
    </p:spTree>
    <p:custDataLst>
      <p:tags r:id="rId4"/>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22" name="picture 4222"/>
          <p:cNvPicPr>
            <a:picLocks noChangeAspect="1"/>
          </p:cNvPicPr>
          <p:nvPr>
            <p:custDataLst>
              <p:tags r:id="rId1"/>
            </p:custDataLst>
          </p:nvPr>
        </p:nvPicPr>
        <p:blipFill>
          <a:blip r:embed="rId2"/>
          <a:stretch>
            <a:fillRect/>
          </a:stretch>
        </p:blipFill>
        <p:spPr>
          <a:xfrm rot="21600000">
            <a:off x="6086855" y="2186940"/>
            <a:ext cx="1911096" cy="1392935"/>
          </a:xfrm>
          <a:prstGeom prst="rect">
            <a:avLst/>
          </a:prstGeom>
        </p:spPr>
      </p:pic>
      <p:graphicFrame>
        <p:nvGraphicFramePr>
          <p:cNvPr id="4224" name="table 4224"/>
          <p:cNvGraphicFramePr>
            <a:graphicFrameLocks noGrp="1"/>
          </p:cNvGraphicFramePr>
          <p:nvPr>
            <p:custDataLst>
              <p:tags r:id="rId3"/>
            </p:custDataLst>
          </p:nvPr>
        </p:nvGraphicFramePr>
        <p:xfrm>
          <a:off x="6082093" y="2182177"/>
          <a:ext cx="1920239" cy="1402079"/>
        </p:xfrm>
        <a:graphic>
          <a:graphicData uri="http://schemas.openxmlformats.org/drawingml/2006/table">
            <a:tbl>
              <a:tblPr/>
              <a:tblGrid>
                <a:gridCol w="1920239"/>
              </a:tblGrid>
              <a:tr h="1392554">
                <a:tc>
                  <a:txBody>
                    <a:bodyPr/>
                    <a:lstStyle/>
                    <a:p>
                      <a:pPr algn="l" rtl="0" eaLnBrk="0">
                        <a:lnSpc>
                          <a:spcPct val="100000"/>
                        </a:lnSpc>
                      </a:pPr>
                      <a:endParaRPr lang="en-US" altLang="en-US" sz="10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4226" name="picture 4226"/>
          <p:cNvPicPr>
            <a:picLocks noChangeAspect="1"/>
          </p:cNvPicPr>
          <p:nvPr>
            <p:custDataLst>
              <p:tags r:id="rId4"/>
            </p:custDataLst>
          </p:nvPr>
        </p:nvPicPr>
        <p:blipFill>
          <a:blip r:embed="rId5"/>
          <a:stretch>
            <a:fillRect/>
          </a:stretch>
        </p:blipFill>
        <p:spPr>
          <a:xfrm rot="21600000">
            <a:off x="4133088" y="2194559"/>
            <a:ext cx="1935479" cy="1395984"/>
          </a:xfrm>
          <a:prstGeom prst="rect">
            <a:avLst/>
          </a:prstGeom>
        </p:spPr>
      </p:pic>
      <p:grpSp>
        <p:nvGrpSpPr>
          <p:cNvPr id="456" name="group 456"/>
          <p:cNvGrpSpPr/>
          <p:nvPr/>
        </p:nvGrpSpPr>
        <p:grpSpPr>
          <a:xfrm rot="21600000">
            <a:off x="4166361" y="2634741"/>
            <a:ext cx="582676" cy="495808"/>
            <a:chOff x="0" y="0"/>
            <a:chExt cx="582676" cy="495808"/>
          </a:xfrm>
        </p:grpSpPr>
        <p:sp>
          <p:nvSpPr>
            <p:cNvPr id="4228" name="path"/>
            <p:cNvSpPr/>
            <p:nvPr/>
          </p:nvSpPr>
          <p:spPr>
            <a:xfrm>
              <a:off x="6350" y="6350"/>
              <a:ext cx="569976" cy="483108"/>
            </a:xfrm>
            <a:custGeom>
              <a:avLst/>
              <a:gdLst/>
              <a:ahLst/>
              <a:cxnLst/>
              <a:rect l="0" t="0" r="0" b="0"/>
              <a:pathLst>
                <a:path w="897" h="760">
                  <a:moveTo>
                    <a:pt x="0" y="380"/>
                  </a:moveTo>
                  <a:cubicBezTo>
                    <a:pt x="0" y="170"/>
                    <a:pt x="201" y="0"/>
                    <a:pt x="448" y="0"/>
                  </a:cubicBezTo>
                  <a:cubicBezTo>
                    <a:pt x="696" y="0"/>
                    <a:pt x="897" y="170"/>
                    <a:pt x="897" y="380"/>
                  </a:cubicBezTo>
                  <a:cubicBezTo>
                    <a:pt x="897" y="590"/>
                    <a:pt x="696" y="760"/>
                    <a:pt x="448" y="760"/>
                  </a:cubicBezTo>
                  <a:cubicBezTo>
                    <a:pt x="201" y="760"/>
                    <a:pt x="0" y="590"/>
                    <a:pt x="0" y="380"/>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4230" name="path"/>
            <p:cNvSpPr/>
            <p:nvPr/>
          </p:nvSpPr>
          <p:spPr>
            <a:xfrm>
              <a:off x="0" y="0"/>
              <a:ext cx="582676" cy="495808"/>
            </a:xfrm>
            <a:custGeom>
              <a:avLst/>
              <a:gdLst/>
              <a:ahLst/>
              <a:cxnLst/>
              <a:rect l="0" t="0" r="0" b="0"/>
              <a:pathLst>
                <a:path w="917" h="780">
                  <a:moveTo>
                    <a:pt x="10" y="390"/>
                  </a:moveTo>
                  <a:cubicBezTo>
                    <a:pt x="10" y="180"/>
                    <a:pt x="211" y="10"/>
                    <a:pt x="458" y="10"/>
                  </a:cubicBezTo>
                  <a:cubicBezTo>
                    <a:pt x="706" y="10"/>
                    <a:pt x="907" y="180"/>
                    <a:pt x="907" y="390"/>
                  </a:cubicBezTo>
                  <a:cubicBezTo>
                    <a:pt x="907" y="600"/>
                    <a:pt x="706" y="770"/>
                    <a:pt x="458" y="770"/>
                  </a:cubicBezTo>
                  <a:cubicBezTo>
                    <a:pt x="211" y="770"/>
                    <a:pt x="10" y="600"/>
                    <a:pt x="10" y="390"/>
                  </a:cubicBezTo>
                </a:path>
              </a:pathLst>
            </a:custGeom>
            <a:noFill/>
            <a:ln w="12700" cap="flat">
              <a:solidFill>
                <a:srgbClr val="000000">
                  <a:alpha val="100000"/>
                </a:srgbClr>
              </a:solidFill>
              <a:prstDash val="solid"/>
              <a:miter lim="1000000"/>
            </a:ln>
          </p:spPr>
          <p:txBody>
            <a:bodyPr rtlCol="0"/>
            <a:lstStyle/>
            <a:p>
              <a:pPr algn="ctr"/>
              <a:endParaRPr lang="zh-CN" altLang="en-US"/>
            </a:p>
          </p:txBody>
        </p:sp>
      </p:grpSp>
      <p:grpSp>
        <p:nvGrpSpPr>
          <p:cNvPr id="458" name="group 458"/>
          <p:cNvGrpSpPr/>
          <p:nvPr/>
        </p:nvGrpSpPr>
        <p:grpSpPr>
          <a:xfrm rot="21600000">
            <a:off x="4634229" y="2553970"/>
            <a:ext cx="762508" cy="637539"/>
            <a:chOff x="0" y="0"/>
            <a:chExt cx="762508" cy="637539"/>
          </a:xfrm>
        </p:grpSpPr>
        <p:sp>
          <p:nvSpPr>
            <p:cNvPr id="4232" name="path"/>
            <p:cNvSpPr/>
            <p:nvPr/>
          </p:nvSpPr>
          <p:spPr>
            <a:xfrm>
              <a:off x="6350" y="6350"/>
              <a:ext cx="749808" cy="624839"/>
            </a:xfrm>
            <a:custGeom>
              <a:avLst/>
              <a:gdLst/>
              <a:ahLst/>
              <a:cxnLst/>
              <a:rect l="0" t="0" r="0" b="0"/>
              <a:pathLst>
                <a:path w="1180" h="983">
                  <a:moveTo>
                    <a:pt x="0" y="492"/>
                  </a:moveTo>
                  <a:cubicBezTo>
                    <a:pt x="0" y="220"/>
                    <a:pt x="264" y="0"/>
                    <a:pt x="590" y="0"/>
                  </a:cubicBezTo>
                  <a:cubicBezTo>
                    <a:pt x="916" y="0"/>
                    <a:pt x="1180" y="220"/>
                    <a:pt x="1180" y="492"/>
                  </a:cubicBezTo>
                  <a:cubicBezTo>
                    <a:pt x="1180" y="763"/>
                    <a:pt x="916" y="983"/>
                    <a:pt x="590" y="983"/>
                  </a:cubicBezTo>
                  <a:cubicBezTo>
                    <a:pt x="264" y="983"/>
                    <a:pt x="0" y="763"/>
                    <a:pt x="0" y="492"/>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4234" name="path"/>
            <p:cNvSpPr/>
            <p:nvPr/>
          </p:nvSpPr>
          <p:spPr>
            <a:xfrm>
              <a:off x="0" y="0"/>
              <a:ext cx="762508" cy="637539"/>
            </a:xfrm>
            <a:custGeom>
              <a:avLst/>
              <a:gdLst/>
              <a:ahLst/>
              <a:cxnLst/>
              <a:rect l="0" t="0" r="0" b="0"/>
              <a:pathLst>
                <a:path w="1200" h="1003">
                  <a:moveTo>
                    <a:pt x="10" y="502"/>
                  </a:moveTo>
                  <a:cubicBezTo>
                    <a:pt x="10" y="230"/>
                    <a:pt x="274" y="10"/>
                    <a:pt x="600" y="10"/>
                  </a:cubicBezTo>
                  <a:cubicBezTo>
                    <a:pt x="926" y="10"/>
                    <a:pt x="1190" y="230"/>
                    <a:pt x="1190" y="502"/>
                  </a:cubicBezTo>
                  <a:cubicBezTo>
                    <a:pt x="1190" y="773"/>
                    <a:pt x="926" y="993"/>
                    <a:pt x="600" y="993"/>
                  </a:cubicBezTo>
                  <a:cubicBezTo>
                    <a:pt x="274" y="993"/>
                    <a:pt x="10" y="773"/>
                    <a:pt x="10" y="502"/>
                  </a:cubicBezTo>
                </a:path>
              </a:pathLst>
            </a:custGeom>
            <a:noFill/>
            <a:ln w="12700" cap="flat">
              <a:solidFill>
                <a:srgbClr val="000000">
                  <a:alpha val="100000"/>
                </a:srgbClr>
              </a:solidFill>
              <a:prstDash val="solid"/>
              <a:miter lim="1000000"/>
            </a:ln>
          </p:spPr>
          <p:txBody>
            <a:bodyPr rtlCol="0"/>
            <a:lstStyle/>
            <a:p>
              <a:pPr algn="ctr"/>
              <a:endParaRPr lang="zh-CN" altLang="en-US"/>
            </a:p>
          </p:txBody>
        </p:sp>
      </p:grpSp>
      <p:grpSp>
        <p:nvGrpSpPr>
          <p:cNvPr id="460" name="group 460"/>
          <p:cNvGrpSpPr/>
          <p:nvPr/>
        </p:nvGrpSpPr>
        <p:grpSpPr>
          <a:xfrm rot="21600000">
            <a:off x="5274309" y="2584450"/>
            <a:ext cx="799084" cy="669544"/>
            <a:chOff x="0" y="0"/>
            <a:chExt cx="799084" cy="669544"/>
          </a:xfrm>
        </p:grpSpPr>
        <p:sp>
          <p:nvSpPr>
            <p:cNvPr id="4236" name="path"/>
            <p:cNvSpPr/>
            <p:nvPr/>
          </p:nvSpPr>
          <p:spPr>
            <a:xfrm>
              <a:off x="6350" y="6350"/>
              <a:ext cx="786384" cy="656844"/>
            </a:xfrm>
            <a:custGeom>
              <a:avLst/>
              <a:gdLst/>
              <a:ahLst/>
              <a:cxnLst/>
              <a:rect l="0" t="0" r="0" b="0"/>
              <a:pathLst>
                <a:path w="1238" h="1034">
                  <a:moveTo>
                    <a:pt x="0" y="517"/>
                  </a:moveTo>
                  <a:cubicBezTo>
                    <a:pt x="0" y="231"/>
                    <a:pt x="277" y="0"/>
                    <a:pt x="619" y="0"/>
                  </a:cubicBezTo>
                  <a:cubicBezTo>
                    <a:pt x="961" y="0"/>
                    <a:pt x="1238" y="231"/>
                    <a:pt x="1238" y="517"/>
                  </a:cubicBezTo>
                  <a:cubicBezTo>
                    <a:pt x="1238" y="802"/>
                    <a:pt x="961" y="1034"/>
                    <a:pt x="619" y="1034"/>
                  </a:cubicBezTo>
                  <a:cubicBezTo>
                    <a:pt x="277" y="1034"/>
                    <a:pt x="0" y="802"/>
                    <a:pt x="0" y="517"/>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4238" name="path"/>
            <p:cNvSpPr/>
            <p:nvPr/>
          </p:nvSpPr>
          <p:spPr>
            <a:xfrm>
              <a:off x="0" y="0"/>
              <a:ext cx="799084" cy="669544"/>
            </a:xfrm>
            <a:custGeom>
              <a:avLst/>
              <a:gdLst/>
              <a:ahLst/>
              <a:cxnLst/>
              <a:rect l="0" t="0" r="0" b="0"/>
              <a:pathLst>
                <a:path w="1258" h="1054">
                  <a:moveTo>
                    <a:pt x="10" y="527"/>
                  </a:moveTo>
                  <a:cubicBezTo>
                    <a:pt x="10" y="241"/>
                    <a:pt x="287" y="10"/>
                    <a:pt x="629" y="10"/>
                  </a:cubicBezTo>
                  <a:cubicBezTo>
                    <a:pt x="971" y="10"/>
                    <a:pt x="1248" y="241"/>
                    <a:pt x="1248" y="527"/>
                  </a:cubicBezTo>
                  <a:cubicBezTo>
                    <a:pt x="1248" y="812"/>
                    <a:pt x="971" y="1044"/>
                    <a:pt x="629" y="1044"/>
                  </a:cubicBezTo>
                  <a:cubicBezTo>
                    <a:pt x="287" y="1044"/>
                    <a:pt x="10" y="812"/>
                    <a:pt x="10" y="527"/>
                  </a:cubicBezTo>
                </a:path>
              </a:pathLst>
            </a:custGeom>
            <a:noFill/>
            <a:ln w="12700" cap="flat">
              <a:solidFill>
                <a:srgbClr val="000000">
                  <a:alpha val="100000"/>
                </a:srgbClr>
              </a:solidFill>
              <a:prstDash val="solid"/>
              <a:miter lim="1000000"/>
            </a:ln>
          </p:spPr>
          <p:txBody>
            <a:bodyPr rtlCol="0"/>
            <a:lstStyle/>
            <a:p>
              <a:pPr algn="ctr"/>
              <a:endParaRPr lang="zh-CN" altLang="en-US"/>
            </a:p>
          </p:txBody>
        </p:sp>
      </p:grpSp>
      <p:graphicFrame>
        <p:nvGraphicFramePr>
          <p:cNvPr id="4240" name="table 4240"/>
          <p:cNvGraphicFramePr>
            <a:graphicFrameLocks noGrp="1"/>
          </p:cNvGraphicFramePr>
          <p:nvPr>
            <p:custDataLst>
              <p:tags r:id="rId6"/>
            </p:custDataLst>
          </p:nvPr>
        </p:nvGraphicFramePr>
        <p:xfrm>
          <a:off x="4126738" y="2188209"/>
          <a:ext cx="1947545" cy="1408429"/>
        </p:xfrm>
        <a:graphic>
          <a:graphicData uri="http://schemas.openxmlformats.org/drawingml/2006/table">
            <a:tbl>
              <a:tblPr/>
              <a:tblGrid>
                <a:gridCol w="1947545"/>
              </a:tblGrid>
              <a:tr h="1395729">
                <a:tc>
                  <a:txBody>
                    <a:bodyPr/>
                    <a:lstStyle/>
                    <a:p>
                      <a:pPr algn="l" rtl="0" eaLnBrk="0">
                        <a:lnSpc>
                          <a:spcPct val="105000"/>
                        </a:lnSpc>
                      </a:pPr>
                      <a:endParaRPr lang="en-US" altLang="en-US" sz="1000" dirty="0"/>
                    </a:p>
                    <a:p>
                      <a:pPr algn="l" rtl="0" eaLnBrk="0">
                        <a:lnSpc>
                          <a:spcPct val="106000"/>
                        </a:lnSpc>
                      </a:pPr>
                      <a:endParaRPr lang="en-US" altLang="en-US" sz="1000" dirty="0"/>
                    </a:p>
                    <a:p>
                      <a:pPr algn="l" rtl="0" eaLnBrk="0">
                        <a:lnSpc>
                          <a:spcPct val="106000"/>
                        </a:lnSpc>
                      </a:pPr>
                      <a:endParaRPr lang="en-US" altLang="en-US" sz="1000" dirty="0"/>
                    </a:p>
                    <a:p>
                      <a:pPr marL="1401445" algn="l" rtl="0" eaLnBrk="0">
                        <a:lnSpc>
                          <a:spcPct val="95000"/>
                        </a:lnSpc>
                        <a:spcBef>
                          <a:spcPts val="5"/>
                        </a:spcBef>
                      </a:pPr>
                      <a:r>
                        <a:rPr sz="1200" kern="0" spc="-20" dirty="0">
                          <a:solidFill>
                            <a:srgbClr val="000000">
                              <a:alpha val="100000"/>
                            </a:srgbClr>
                          </a:solidFill>
                          <a:cs typeface="宋体" panose="02010600030101010101" pitchFamily="2" charset="-122"/>
                        </a:rPr>
                        <a:t>数据</a:t>
                      </a:r>
                      <a:endParaRPr lang="en-US" altLang="en-US" sz="1200" dirty="0"/>
                    </a:p>
                    <a:p>
                      <a:pPr algn="l" rtl="0" eaLnBrk="0">
                        <a:lnSpc>
                          <a:spcPct val="108000"/>
                        </a:lnSpc>
                      </a:pPr>
                      <a:endParaRPr lang="en-US" altLang="en-US" sz="1100" dirty="0"/>
                    </a:p>
                    <a:p>
                      <a:pPr marL="1403985" algn="l" rtl="0" eaLnBrk="0">
                        <a:lnSpc>
                          <a:spcPct val="95000"/>
                        </a:lnSpc>
                        <a:spcBef>
                          <a:spcPts val="5"/>
                        </a:spcBef>
                      </a:pPr>
                      <a:r>
                        <a:rPr sz="1200" kern="0" spc="-30" dirty="0">
                          <a:solidFill>
                            <a:srgbClr val="000000">
                              <a:alpha val="100000"/>
                            </a:srgbClr>
                          </a:solidFill>
                          <a:cs typeface="宋体" panose="02010600030101010101" pitchFamily="2" charset="-122"/>
                        </a:rPr>
                        <a:t>管理</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pSp>
        <p:nvGrpSpPr>
          <p:cNvPr id="462" name="group 462"/>
          <p:cNvGrpSpPr/>
          <p:nvPr/>
        </p:nvGrpSpPr>
        <p:grpSpPr>
          <a:xfrm rot="21600000">
            <a:off x="4149797" y="1103931"/>
            <a:ext cx="3839064" cy="1088393"/>
            <a:chOff x="0" y="0"/>
            <a:chExt cx="3839064" cy="1088393"/>
          </a:xfrm>
        </p:grpSpPr>
        <p:pic>
          <p:nvPicPr>
            <p:cNvPr id="4242" name="picture 4242"/>
            <p:cNvPicPr>
              <a:picLocks noChangeAspect="1"/>
            </p:cNvPicPr>
            <p:nvPr>
              <p:custDataLst>
                <p:tags r:id="rId7"/>
              </p:custDataLst>
            </p:nvPr>
          </p:nvPicPr>
          <p:blipFill>
            <a:blip r:embed="rId8"/>
            <a:stretch>
              <a:fillRect/>
            </a:stretch>
          </p:blipFill>
          <p:spPr>
            <a:xfrm rot="21600000">
              <a:off x="0" y="0"/>
              <a:ext cx="3839064" cy="1083977"/>
            </a:xfrm>
            <a:prstGeom prst="rect">
              <a:avLst/>
            </a:prstGeom>
          </p:spPr>
        </p:pic>
        <p:sp>
          <p:nvSpPr>
            <p:cNvPr id="4244" name="textbox 4244"/>
            <p:cNvSpPr/>
            <p:nvPr>
              <p:custDataLst>
                <p:tags r:id="rId9"/>
              </p:custDataLst>
            </p:nvPr>
          </p:nvSpPr>
          <p:spPr>
            <a:xfrm>
              <a:off x="-12700" y="-12700"/>
              <a:ext cx="3864609" cy="1150619"/>
            </a:xfrm>
            <a:prstGeom prst="rect">
              <a:avLst/>
            </a:prstGeom>
          </p:spPr>
          <p:txBody>
            <a:bodyPr vert="horz" wrap="square" lIns="0" tIns="0" rIns="0" bIns="0">
              <a:normAutofit/>
            </a:bodyPr>
            <a:lstStyle/>
            <a:p>
              <a:pPr algn="l" rtl="0" eaLnBrk="0">
                <a:lnSpc>
                  <a:spcPct val="126000"/>
                </a:lnSpc>
              </a:pPr>
              <a:endParaRPr lang="en-US" altLang="en-US" sz="1000" dirty="0">
                <a:solidFill>
                  <a:schemeClr val="tx1"/>
                </a:solidFill>
              </a:endParaRPr>
            </a:p>
            <a:p>
              <a:pPr algn="l" rtl="0" eaLnBrk="0">
                <a:lnSpc>
                  <a:spcPct val="126000"/>
                </a:lnSpc>
              </a:pPr>
              <a:endParaRPr lang="en-US" altLang="en-US" sz="1000" dirty="0">
                <a:solidFill>
                  <a:schemeClr val="tx1"/>
                </a:solidFill>
              </a:endParaRPr>
            </a:p>
            <a:p>
              <a:pPr algn="l" rtl="0" eaLnBrk="0">
                <a:lnSpc>
                  <a:spcPct val="127000"/>
                </a:lnSpc>
              </a:pPr>
              <a:endParaRPr lang="en-US" altLang="en-US" sz="1000" dirty="0">
                <a:solidFill>
                  <a:schemeClr val="tx1"/>
                </a:solidFill>
              </a:endParaRPr>
            </a:p>
            <a:p>
              <a:pPr marL="1363980" algn="l" rtl="0" eaLnBrk="0">
                <a:lnSpc>
                  <a:spcPct val="98000"/>
                </a:lnSpc>
              </a:pPr>
              <a:r>
                <a:rPr sz="1800" kern="0" spc="-10" dirty="0">
                  <a:solidFill>
                    <a:schemeClr val="tx1"/>
                  </a:solidFill>
                  <a:cs typeface="Microsoft YaHei UI" panose="020B0503020204020204" charset="-122"/>
                </a:rPr>
                <a:t>管理驾驶舱</a:t>
              </a:r>
              <a:endParaRPr lang="en-US" altLang="en-US" sz="1800" dirty="0">
                <a:solidFill>
                  <a:schemeClr val="tx1"/>
                </a:solidFill>
              </a:endParaRPr>
            </a:p>
            <a:p>
              <a:pPr marL="15240" algn="l" rtl="0" eaLnBrk="0">
                <a:lnSpc>
                  <a:spcPct val="97000"/>
                </a:lnSpc>
                <a:spcBef>
                  <a:spcPts val="95"/>
                </a:spcBef>
                <a:tabLst>
                  <a:tab pos="1706245" algn="l"/>
                  <a:tab pos="3848100" algn="l"/>
                </a:tabLst>
              </a:pPr>
              <a:r>
                <a:rPr sz="1800" u="sng" kern="0" spc="0" dirty="0">
                  <a:solidFill>
                    <a:schemeClr val="tx1"/>
                  </a:solidFill>
                  <a:uFill>
                    <a:solidFill>
                      <a:srgbClr val="41719C"/>
                    </a:solidFill>
                  </a:uFill>
                  <a:cs typeface="Microsoft YaHei UI" panose="020B0503020204020204" charset="-122"/>
                </a:rPr>
                <a:t>	</a:t>
              </a:r>
              <a:r>
                <a:rPr sz="1800" u="sng" kern="0" spc="-20" dirty="0">
                  <a:solidFill>
                    <a:schemeClr val="tx1"/>
                  </a:solidFill>
                  <a:uFill>
                    <a:solidFill>
                      <a:srgbClr val="41719C"/>
                    </a:solidFill>
                  </a:uFill>
                  <a:cs typeface="Microsoft YaHei UI" panose="020B0503020204020204" charset="-122"/>
                </a:rPr>
                <a:t>报表</a:t>
              </a:r>
              <a:r>
                <a:rPr sz="1800" u="sng" kern="0" spc="0" dirty="0">
                  <a:solidFill>
                    <a:schemeClr val="tx1"/>
                  </a:solidFill>
                  <a:uFill>
                    <a:solidFill>
                      <a:srgbClr val="41719C"/>
                    </a:solidFill>
                  </a:uFill>
                  <a:cs typeface="Microsoft YaHei UI" panose="020B0503020204020204" charset="-122"/>
                </a:rPr>
                <a:t>	</a:t>
              </a:r>
              <a:endParaRPr lang="en-US" altLang="en-US" sz="1800" u="sng" kern="0" spc="0" dirty="0">
                <a:solidFill>
                  <a:schemeClr val="tx1"/>
                </a:solidFill>
                <a:uFill>
                  <a:solidFill>
                    <a:srgbClr val="41719C"/>
                  </a:solidFill>
                </a:uFill>
                <a:cs typeface="Microsoft YaHei UI" panose="020B0503020204020204" charset="-122"/>
              </a:endParaRPr>
            </a:p>
          </p:txBody>
        </p:sp>
      </p:grpSp>
      <p:pic>
        <p:nvPicPr>
          <p:cNvPr id="4246" name="picture 4246"/>
          <p:cNvPicPr>
            <a:picLocks noChangeAspect="1"/>
          </p:cNvPicPr>
          <p:nvPr>
            <p:custDataLst>
              <p:tags r:id="rId10"/>
            </p:custDataLst>
          </p:nvPr>
        </p:nvPicPr>
        <p:blipFill>
          <a:blip r:embed="rId11"/>
          <a:stretch>
            <a:fillRect/>
          </a:stretch>
        </p:blipFill>
        <p:spPr>
          <a:xfrm rot="21600000">
            <a:off x="3989832" y="4436364"/>
            <a:ext cx="1962911" cy="1011935"/>
          </a:xfrm>
          <a:prstGeom prst="rect">
            <a:avLst/>
          </a:prstGeom>
        </p:spPr>
      </p:pic>
      <p:sp>
        <p:nvSpPr>
          <p:cNvPr id="4248" name="textbox 4248"/>
          <p:cNvSpPr/>
          <p:nvPr>
            <p:custDataLst>
              <p:tags r:id="rId12"/>
            </p:custDataLst>
          </p:nvPr>
        </p:nvSpPr>
        <p:spPr>
          <a:xfrm>
            <a:off x="5266074" y="5003044"/>
            <a:ext cx="226059" cy="480694"/>
          </a:xfrm>
          <a:prstGeom prst="rect">
            <a:avLst/>
          </a:prstGeom>
        </p:spPr>
        <p:txBody>
          <a:bodyPr vert="horz" wrap="square" lIns="0" tIns="0" rIns="0" bIns="0">
            <a:normAutofit/>
          </a:bodyPr>
          <a:lstStyle/>
          <a:p>
            <a:pPr algn="l" rtl="0" eaLnBrk="0">
              <a:lnSpc>
                <a:spcPct val="70000"/>
              </a:lnSpc>
            </a:pPr>
            <a:endParaRPr lang="en-US" altLang="en-US" sz="100" dirty="0">
              <a:solidFill>
                <a:schemeClr val="dk1"/>
              </a:solidFill>
            </a:endParaRPr>
          </a:p>
          <a:p>
            <a:pPr marL="12700" algn="l" rtl="0" eaLnBrk="0">
              <a:lnSpc>
                <a:spcPct val="100000"/>
              </a:lnSpc>
            </a:pPr>
            <a:r>
              <a:rPr sz="1500" b="1" kern="0" spc="60" dirty="0">
                <a:solidFill>
                  <a:schemeClr val="dk1"/>
                </a:solidFill>
                <a:cs typeface="微软雅黑" panose="020B0503020204020204" charset="-122"/>
              </a:rPr>
              <a:t>梳</a:t>
            </a:r>
            <a:r>
              <a:rPr sz="1500" b="1" kern="0" spc="0" dirty="0">
                <a:solidFill>
                  <a:schemeClr val="dk1"/>
                </a:solidFill>
                <a:cs typeface="微软雅黑" panose="020B0503020204020204" charset="-122"/>
              </a:rPr>
              <a:t> </a:t>
            </a:r>
            <a:r>
              <a:rPr sz="1500" b="1" kern="0" spc="60" dirty="0">
                <a:solidFill>
                  <a:schemeClr val="dk1"/>
                </a:solidFill>
                <a:cs typeface="微软雅黑" panose="020B0503020204020204" charset="-122"/>
              </a:rPr>
              <a:t>理</a:t>
            </a:r>
            <a:endParaRPr lang="en-US" altLang="en-US" sz="1500" b="1" kern="0" spc="60" dirty="0">
              <a:solidFill>
                <a:schemeClr val="dk1"/>
              </a:solidFill>
              <a:cs typeface="微软雅黑" panose="020B0503020204020204" charset="-122"/>
            </a:endParaRPr>
          </a:p>
        </p:txBody>
      </p:sp>
      <p:grpSp>
        <p:nvGrpSpPr>
          <p:cNvPr id="464" name="group 464"/>
          <p:cNvGrpSpPr/>
          <p:nvPr/>
        </p:nvGrpSpPr>
        <p:grpSpPr>
          <a:xfrm rot="21600000">
            <a:off x="4791202" y="4673854"/>
            <a:ext cx="829563" cy="313917"/>
            <a:chOff x="0" y="0"/>
            <a:chExt cx="829563" cy="313917"/>
          </a:xfrm>
        </p:grpSpPr>
        <p:sp>
          <p:nvSpPr>
            <p:cNvPr id="4250" name="rect"/>
            <p:cNvSpPr/>
            <p:nvPr/>
          </p:nvSpPr>
          <p:spPr>
            <a:xfrm>
              <a:off x="6350" y="6350"/>
              <a:ext cx="816863" cy="283463"/>
            </a:xfrm>
            <a:prstGeom prst="rect">
              <a:avLst/>
            </a:prstGeom>
            <a:solidFill>
              <a:schemeClr val="accent1">
                <a:alpha val="93725"/>
              </a:schemeClr>
            </a:solidFill>
            <a:ln cap="flat">
              <a:noFill/>
              <a:prstDash val="solid"/>
              <a:miter lim="0"/>
            </a:ln>
          </p:spPr>
          <p:txBody>
            <a:bodyPr rtlCol="0"/>
            <a:lstStyle/>
            <a:p>
              <a:pPr algn="ctr"/>
              <a:endParaRPr lang="zh-CN" altLang="en-US"/>
            </a:p>
          </p:txBody>
        </p:sp>
        <p:sp>
          <p:nvSpPr>
            <p:cNvPr id="4252" name="path"/>
            <p:cNvSpPr/>
            <p:nvPr/>
          </p:nvSpPr>
          <p:spPr>
            <a:xfrm>
              <a:off x="0" y="0"/>
              <a:ext cx="829563" cy="296163"/>
            </a:xfrm>
            <a:custGeom>
              <a:avLst/>
              <a:gdLst/>
              <a:ahLst/>
              <a:cxnLst/>
              <a:rect l="0" t="0" r="0" b="0"/>
              <a:pathLst>
                <a:path w="1306" h="466">
                  <a:moveTo>
                    <a:pt x="10" y="84"/>
                  </a:moveTo>
                  <a:cubicBezTo>
                    <a:pt x="10" y="43"/>
                    <a:pt x="43" y="10"/>
                    <a:pt x="84" y="10"/>
                  </a:cubicBezTo>
                  <a:lnTo>
                    <a:pt x="1221" y="10"/>
                  </a:lnTo>
                  <a:cubicBezTo>
                    <a:pt x="1262" y="10"/>
                    <a:pt x="1296" y="43"/>
                    <a:pt x="1296" y="84"/>
                  </a:cubicBezTo>
                  <a:lnTo>
                    <a:pt x="1296" y="381"/>
                  </a:lnTo>
                  <a:cubicBezTo>
                    <a:pt x="1296" y="422"/>
                    <a:pt x="1262" y="456"/>
                    <a:pt x="1221" y="456"/>
                  </a:cubicBezTo>
                  <a:lnTo>
                    <a:pt x="84" y="456"/>
                  </a:lnTo>
                  <a:cubicBezTo>
                    <a:pt x="43" y="456"/>
                    <a:pt x="10" y="422"/>
                    <a:pt x="10" y="381"/>
                  </a:cubicBezTo>
                  <a:lnTo>
                    <a:pt x="10" y="84"/>
                  </a:lnTo>
                  <a:close/>
                </a:path>
              </a:pathLst>
            </a:custGeom>
            <a:noFill/>
            <a:ln w="12700" cap="flat">
              <a:solidFill>
                <a:srgbClr val="BC8C00">
                  <a:alpha val="100000"/>
                </a:srgbClr>
              </a:solidFill>
              <a:prstDash val="solid"/>
              <a:miter lim="1000000"/>
            </a:ln>
          </p:spPr>
          <p:txBody>
            <a:bodyPr rtlCol="0"/>
            <a:lstStyle/>
            <a:p>
              <a:pPr algn="ctr"/>
              <a:endParaRPr lang="zh-CN" altLang="en-US"/>
            </a:p>
          </p:txBody>
        </p:sp>
        <p:sp>
          <p:nvSpPr>
            <p:cNvPr id="4254" name="textbox 4254"/>
            <p:cNvSpPr/>
            <p:nvPr>
              <p:custDataLst>
                <p:tags r:id="rId13"/>
              </p:custDataLst>
            </p:nvPr>
          </p:nvSpPr>
          <p:spPr>
            <a:xfrm>
              <a:off x="202481" y="85350"/>
              <a:ext cx="427990" cy="26225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60"/>
                </a:lnSpc>
              </a:pPr>
              <a:r>
                <a:rPr sz="1500" b="1" kern="0" spc="70" dirty="0">
                  <a:solidFill>
                    <a:schemeClr val="dk1"/>
                  </a:solidFill>
                  <a:cs typeface="微软雅黑" panose="020B0503020204020204" charset="-122"/>
                </a:rPr>
                <a:t>指标</a:t>
              </a:r>
              <a:endParaRPr lang="en-US" altLang="en-US" sz="1500" b="1" kern="0" spc="70" dirty="0">
                <a:solidFill>
                  <a:schemeClr val="dk1"/>
                </a:solidFill>
                <a:cs typeface="微软雅黑" panose="020B0503020204020204" charset="-122"/>
              </a:endParaRPr>
            </a:p>
          </p:txBody>
        </p:sp>
      </p:grpSp>
      <p:pic>
        <p:nvPicPr>
          <p:cNvPr id="4256" name="picture 4256"/>
          <p:cNvPicPr>
            <a:picLocks noChangeAspect="1"/>
          </p:cNvPicPr>
          <p:nvPr>
            <p:custDataLst>
              <p:tags r:id="rId14"/>
            </p:custDataLst>
          </p:nvPr>
        </p:nvPicPr>
        <p:blipFill>
          <a:blip r:embed="rId15"/>
          <a:stretch>
            <a:fillRect/>
          </a:stretch>
        </p:blipFill>
        <p:spPr>
          <a:xfrm rot="21600000">
            <a:off x="3902963" y="4509516"/>
            <a:ext cx="2395727" cy="1031747"/>
          </a:xfrm>
          <a:prstGeom prst="rect">
            <a:avLst/>
          </a:prstGeom>
        </p:spPr>
      </p:pic>
      <p:sp>
        <p:nvSpPr>
          <p:cNvPr id="4258" name="textbox 4258"/>
          <p:cNvSpPr/>
          <p:nvPr>
            <p:custDataLst>
              <p:tags r:id="rId16"/>
            </p:custDataLst>
          </p:nvPr>
        </p:nvSpPr>
        <p:spPr>
          <a:xfrm>
            <a:off x="4619824" y="652157"/>
            <a:ext cx="3645534" cy="474344"/>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227965" indent="-215265" algn="l" rtl="0" eaLnBrk="0">
              <a:lnSpc>
                <a:spcPct val="98000"/>
              </a:lnSpc>
            </a:pPr>
            <a:r>
              <a:rPr sz="1500" kern="0" spc="90" dirty="0">
                <a:solidFill>
                  <a:schemeClr val="dk1"/>
                </a:solidFill>
                <a:cs typeface="Microsoft YaHei UI" panose="020B0503020204020204" charset="-122"/>
              </a:rPr>
              <a:t>管理驾驶舱&amp;层级统计报表（</a:t>
            </a:r>
            <a:r>
              <a:rPr sz="1500" kern="0" spc="90" dirty="0">
                <a:solidFill>
                  <a:schemeClr val="dk1"/>
                </a:solidFill>
                <a:cs typeface="微软雅黑" panose="020B0503020204020204" charset="-122"/>
              </a:rPr>
              <a:t>七大战略指</a:t>
            </a:r>
            <a:r>
              <a:rPr sz="1500" kern="0" spc="60" dirty="0">
                <a:solidFill>
                  <a:schemeClr val="dk1"/>
                </a:solidFill>
                <a:cs typeface="微软雅黑" panose="020B0503020204020204" charset="-122"/>
              </a:rPr>
              <a:t> </a:t>
            </a:r>
            <a:r>
              <a:rPr sz="1500" kern="0" spc="90" dirty="0">
                <a:solidFill>
                  <a:schemeClr val="dk1"/>
                </a:solidFill>
                <a:cs typeface="微软雅黑" panose="020B0503020204020204" charset="-122"/>
              </a:rPr>
              <a:t>标+装载率、运行合格</a:t>
            </a:r>
            <a:r>
              <a:rPr sz="1500" kern="0" spc="80" dirty="0">
                <a:solidFill>
                  <a:schemeClr val="dk1"/>
                </a:solidFill>
                <a:cs typeface="微软雅黑" panose="020B0503020204020204" charset="-122"/>
              </a:rPr>
              <a:t>率、用户数</a:t>
            </a:r>
            <a:r>
              <a:rPr sz="1500" kern="0" spc="80" dirty="0">
                <a:solidFill>
                  <a:schemeClr val="dk1"/>
                </a:solidFill>
                <a:cs typeface="Microsoft YaHei UI" panose="020B0503020204020204" charset="-122"/>
              </a:rPr>
              <a:t>）</a:t>
            </a:r>
            <a:endParaRPr lang="en-US" altLang="en-US" sz="1500" kern="0" spc="80" dirty="0">
              <a:solidFill>
                <a:schemeClr val="dk1"/>
              </a:solidFill>
              <a:cs typeface="Microsoft YaHei UI" panose="020B0503020204020204" charset="-122"/>
            </a:endParaRPr>
          </a:p>
        </p:txBody>
      </p:sp>
      <p:sp>
        <p:nvSpPr>
          <p:cNvPr id="4262" name="textbox 4262"/>
          <p:cNvSpPr/>
          <p:nvPr>
            <p:custDataLst>
              <p:tags r:id="rId17"/>
            </p:custDataLst>
          </p:nvPr>
        </p:nvSpPr>
        <p:spPr>
          <a:xfrm>
            <a:off x="8196620" y="2649733"/>
            <a:ext cx="1750695" cy="457200"/>
          </a:xfrm>
          <a:prstGeom prst="rect">
            <a:avLst/>
          </a:prstGeom>
        </p:spPr>
        <p:txBody>
          <a:bodyPr vert="horz" wrap="square" lIns="0" tIns="0" rIns="0" bIns="0">
            <a:normAutofit/>
          </a:bodyPr>
          <a:lstStyle/>
          <a:p>
            <a:pPr algn="l" rtl="0" eaLnBrk="0">
              <a:lnSpc>
                <a:spcPct val="93000"/>
              </a:lnSpc>
            </a:pPr>
            <a:endParaRPr lang="en-US" altLang="en-US" sz="100" dirty="0">
              <a:solidFill>
                <a:schemeClr val="dk1"/>
              </a:solidFill>
            </a:endParaRPr>
          </a:p>
          <a:p>
            <a:pPr marL="12700" indent="48895" algn="l" rtl="0" eaLnBrk="0">
              <a:lnSpc>
                <a:spcPct val="94000"/>
              </a:lnSpc>
            </a:pPr>
            <a:r>
              <a:rPr sz="1500" kern="0" spc="90" dirty="0">
                <a:solidFill>
                  <a:schemeClr val="dk1"/>
                </a:solidFill>
                <a:cs typeface="Microsoft YaHei UI" panose="020B0503020204020204" charset="-122"/>
              </a:rPr>
              <a:t>构建统一数据仓库</a:t>
            </a:r>
            <a:r>
              <a:rPr sz="1500" kern="0" spc="0" dirty="0">
                <a:solidFill>
                  <a:schemeClr val="dk1"/>
                </a:solidFill>
                <a:cs typeface="Microsoft YaHei UI" panose="020B0503020204020204" charset="-122"/>
              </a:rPr>
              <a:t>  ODS</a:t>
            </a:r>
            <a:r>
              <a:rPr sz="1500" kern="0" spc="190" dirty="0">
                <a:solidFill>
                  <a:schemeClr val="dk1"/>
                </a:solidFill>
                <a:cs typeface="Microsoft YaHei UI" panose="020B0503020204020204" charset="-122"/>
              </a:rPr>
              <a:t>、</a:t>
            </a:r>
            <a:r>
              <a:rPr sz="1500" kern="0" spc="-230" dirty="0">
                <a:solidFill>
                  <a:schemeClr val="dk1"/>
                </a:solidFill>
                <a:cs typeface="Microsoft YaHei UI" panose="020B0503020204020204" charset="-122"/>
              </a:rPr>
              <a:t> </a:t>
            </a:r>
            <a:r>
              <a:rPr sz="1500" kern="0" spc="0" dirty="0">
                <a:solidFill>
                  <a:schemeClr val="dk1"/>
                </a:solidFill>
                <a:cs typeface="Microsoft YaHei UI" panose="020B0503020204020204" charset="-122"/>
              </a:rPr>
              <a:t>DM</a:t>
            </a:r>
            <a:r>
              <a:rPr sz="1500" kern="0" spc="190" dirty="0">
                <a:solidFill>
                  <a:schemeClr val="dk1"/>
                </a:solidFill>
                <a:cs typeface="Microsoft YaHei UI" panose="020B0503020204020204" charset="-122"/>
              </a:rPr>
              <a:t>、</a:t>
            </a:r>
            <a:r>
              <a:rPr sz="1500" kern="0" spc="-310" dirty="0">
                <a:solidFill>
                  <a:schemeClr val="dk1"/>
                </a:solidFill>
                <a:cs typeface="Microsoft YaHei UI" panose="020B0503020204020204" charset="-122"/>
              </a:rPr>
              <a:t> </a:t>
            </a:r>
            <a:r>
              <a:rPr sz="1500" kern="0" spc="0" dirty="0">
                <a:solidFill>
                  <a:schemeClr val="dk1"/>
                </a:solidFill>
                <a:cs typeface="Microsoft YaHei UI" panose="020B0503020204020204" charset="-122"/>
              </a:rPr>
              <a:t>OLAP</a:t>
            </a:r>
            <a:endParaRPr lang="en-US" altLang="en-US" sz="1500" kern="0" spc="0" dirty="0">
              <a:solidFill>
                <a:schemeClr val="dk1"/>
              </a:solidFill>
              <a:cs typeface="Microsoft YaHei UI" panose="020B0503020204020204" charset="-122"/>
            </a:endParaRPr>
          </a:p>
        </p:txBody>
      </p:sp>
      <p:sp>
        <p:nvSpPr>
          <p:cNvPr id="4264" name="textbox 4264"/>
          <p:cNvSpPr/>
          <p:nvPr>
            <p:custDataLst>
              <p:tags r:id="rId18"/>
            </p:custDataLst>
          </p:nvPr>
        </p:nvSpPr>
        <p:spPr>
          <a:xfrm>
            <a:off x="2243728" y="2639319"/>
            <a:ext cx="1644650" cy="479425"/>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9000"/>
              </a:lnSpc>
            </a:pPr>
            <a:r>
              <a:rPr sz="1500" kern="0" spc="90" dirty="0">
                <a:solidFill>
                  <a:schemeClr val="dk1"/>
                </a:solidFill>
                <a:cs typeface="Microsoft YaHei UI" panose="020B0503020204020204" charset="-122"/>
              </a:rPr>
              <a:t>维护指标、指标目</a:t>
            </a:r>
            <a:r>
              <a:rPr sz="1500" kern="0" spc="10" dirty="0">
                <a:solidFill>
                  <a:schemeClr val="dk1"/>
                </a:solidFill>
                <a:cs typeface="Microsoft YaHei UI" panose="020B0503020204020204" charset="-122"/>
              </a:rPr>
              <a:t> </a:t>
            </a:r>
            <a:r>
              <a:rPr sz="1500" kern="0" spc="90" dirty="0">
                <a:solidFill>
                  <a:schemeClr val="dk1"/>
                </a:solidFill>
                <a:cs typeface="Microsoft YaHei UI" panose="020B0503020204020204" charset="-122"/>
              </a:rPr>
              <a:t>标值、数据字典等</a:t>
            </a:r>
            <a:endParaRPr lang="en-US" altLang="en-US" sz="1500" kern="0" spc="90" dirty="0">
              <a:solidFill>
                <a:schemeClr val="dk1"/>
              </a:solidFill>
              <a:cs typeface="Microsoft YaHei UI" panose="020B0503020204020204" charset="-122"/>
            </a:endParaRPr>
          </a:p>
        </p:txBody>
      </p:sp>
      <p:pic>
        <p:nvPicPr>
          <p:cNvPr id="4266" name="picture 4266"/>
          <p:cNvPicPr>
            <a:picLocks noChangeAspect="1"/>
          </p:cNvPicPr>
          <p:nvPr>
            <p:custDataLst>
              <p:tags r:id="rId19"/>
            </p:custDataLst>
          </p:nvPr>
        </p:nvPicPr>
        <p:blipFill>
          <a:blip r:embed="rId20"/>
          <a:stretch>
            <a:fillRect/>
          </a:stretch>
        </p:blipFill>
        <p:spPr>
          <a:xfrm rot="21600000">
            <a:off x="4956130" y="3645489"/>
            <a:ext cx="309208" cy="700958"/>
          </a:xfrm>
          <a:prstGeom prst="rect">
            <a:avLst/>
          </a:prstGeom>
        </p:spPr>
      </p:pic>
      <p:pic>
        <p:nvPicPr>
          <p:cNvPr id="4268" name="picture 4268"/>
          <p:cNvPicPr>
            <a:picLocks noChangeAspect="1"/>
          </p:cNvPicPr>
          <p:nvPr>
            <p:custDataLst>
              <p:tags r:id="rId21"/>
            </p:custDataLst>
          </p:nvPr>
        </p:nvPicPr>
        <p:blipFill>
          <a:blip r:embed="rId22"/>
          <a:stretch>
            <a:fillRect/>
          </a:stretch>
        </p:blipFill>
        <p:spPr>
          <a:xfrm rot="21600000">
            <a:off x="4960620" y="3793744"/>
            <a:ext cx="300228" cy="559054"/>
          </a:xfrm>
          <a:prstGeom prst="rect">
            <a:avLst/>
          </a:prstGeom>
        </p:spPr>
      </p:pic>
      <p:sp>
        <p:nvSpPr>
          <p:cNvPr id="4270" name="textbox 4270"/>
          <p:cNvSpPr/>
          <p:nvPr>
            <p:custDataLst>
              <p:tags r:id="rId23"/>
            </p:custDataLst>
          </p:nvPr>
        </p:nvSpPr>
        <p:spPr>
          <a:xfrm>
            <a:off x="3795728" y="3946074"/>
            <a:ext cx="2309495" cy="29146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7000"/>
              </a:lnSpc>
            </a:pPr>
            <a:r>
              <a:rPr sz="1800" b="1" kern="0" spc="-10" dirty="0">
                <a:solidFill>
                  <a:schemeClr val="dk1"/>
                </a:solidFill>
                <a:cs typeface="Microsoft YaHei UI" panose="020B0503020204020204" charset="-122"/>
              </a:rPr>
              <a:t>根据数据组指标库输出</a:t>
            </a:r>
            <a:endParaRPr lang="en-US" altLang="en-US" sz="1800" b="1" kern="0" spc="-10" dirty="0">
              <a:solidFill>
                <a:schemeClr val="dk1"/>
              </a:solidFill>
              <a:cs typeface="Microsoft YaHei UI" panose="020B0503020204020204" charset="-122"/>
            </a:endParaRPr>
          </a:p>
        </p:txBody>
      </p:sp>
      <p:pic>
        <p:nvPicPr>
          <p:cNvPr id="4272" name="picture 4272"/>
          <p:cNvPicPr>
            <a:picLocks noChangeAspect="1"/>
          </p:cNvPicPr>
          <p:nvPr>
            <p:custDataLst>
              <p:tags r:id="rId24"/>
            </p:custDataLst>
          </p:nvPr>
        </p:nvPicPr>
        <p:blipFill>
          <a:blip r:embed="rId25"/>
          <a:stretch>
            <a:fillRect/>
          </a:stretch>
        </p:blipFill>
        <p:spPr>
          <a:xfrm rot="21600000">
            <a:off x="7152213" y="3639394"/>
            <a:ext cx="310732" cy="708831"/>
          </a:xfrm>
          <a:prstGeom prst="rect">
            <a:avLst/>
          </a:prstGeom>
        </p:spPr>
      </p:pic>
      <p:sp>
        <p:nvSpPr>
          <p:cNvPr id="4274" name="textbox 4274"/>
          <p:cNvSpPr/>
          <p:nvPr>
            <p:custDataLst>
              <p:tags r:id="rId26"/>
            </p:custDataLst>
          </p:nvPr>
        </p:nvSpPr>
        <p:spPr>
          <a:xfrm>
            <a:off x="6286322" y="3956100"/>
            <a:ext cx="2308860" cy="291465"/>
          </a:xfrm>
          <a:prstGeom prst="rect">
            <a:avLst/>
          </a:prstGeom>
        </p:spPr>
        <p:txBody>
          <a:bodyPr vert="horz" wrap="square" lIns="0" tIns="0" rIns="0" bIns="0">
            <a:normAutofit/>
          </a:bodyPr>
          <a:lstStyle/>
          <a:p>
            <a:pPr algn="l" rtl="0" eaLnBrk="0">
              <a:lnSpc>
                <a:spcPct val="80000"/>
              </a:lnSpc>
            </a:pPr>
            <a:endParaRPr lang="en-US" altLang="en-US" sz="100" dirty="0">
              <a:solidFill>
                <a:schemeClr val="dk1"/>
              </a:solidFill>
            </a:endParaRPr>
          </a:p>
          <a:p>
            <a:pPr marL="12700" algn="l" rtl="0" eaLnBrk="0">
              <a:lnSpc>
                <a:spcPct val="97000"/>
              </a:lnSpc>
            </a:pPr>
            <a:r>
              <a:rPr sz="1800" b="1" kern="0" spc="-10" dirty="0">
                <a:solidFill>
                  <a:schemeClr val="dk1"/>
                </a:solidFill>
                <a:cs typeface="Microsoft YaHei UI" panose="020B0503020204020204" charset="-122"/>
              </a:rPr>
              <a:t>根据目前各系统表输出</a:t>
            </a:r>
            <a:endParaRPr lang="en-US" altLang="en-US" sz="1800" b="1" kern="0" spc="-10" dirty="0">
              <a:solidFill>
                <a:schemeClr val="dk1"/>
              </a:solidFill>
              <a:cs typeface="Microsoft YaHei UI" panose="020B0503020204020204" charset="-122"/>
            </a:endParaRPr>
          </a:p>
        </p:txBody>
      </p:sp>
      <p:sp>
        <p:nvSpPr>
          <p:cNvPr id="4276" name="textbox 4276"/>
          <p:cNvSpPr/>
          <p:nvPr>
            <p:custDataLst>
              <p:tags r:id="rId27"/>
            </p:custDataLst>
          </p:nvPr>
        </p:nvSpPr>
        <p:spPr>
          <a:xfrm>
            <a:off x="882694" y="434181"/>
            <a:ext cx="2002789" cy="321309"/>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150" dirty="0">
                <a:solidFill>
                  <a:schemeClr val="dk1"/>
                </a:solidFill>
                <a:cs typeface="微软雅黑" panose="020B0503020204020204" charset="-122"/>
              </a:rPr>
              <a:t>BI实施思路概略：</a:t>
            </a:r>
            <a:endParaRPr lang="en-US" altLang="en-US" sz="2000" b="1" kern="0" spc="-150" dirty="0">
              <a:solidFill>
                <a:schemeClr val="dk1"/>
              </a:solidFill>
              <a:cs typeface="微软雅黑" panose="020B0503020204020204" charset="-122"/>
            </a:endParaRPr>
          </a:p>
        </p:txBody>
      </p:sp>
      <p:sp>
        <p:nvSpPr>
          <p:cNvPr id="4278" name="textbox 4278"/>
          <p:cNvSpPr/>
          <p:nvPr>
            <p:custDataLst>
              <p:tags r:id="rId28"/>
            </p:custDataLst>
          </p:nvPr>
        </p:nvSpPr>
        <p:spPr>
          <a:xfrm>
            <a:off x="3548985" y="5804718"/>
            <a:ext cx="2456179"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5"/>
              </a:lnSpc>
            </a:pPr>
            <a:r>
              <a:rPr sz="1500" b="1" kern="0" spc="90" dirty="0">
                <a:solidFill>
                  <a:schemeClr val="dk1"/>
                </a:solidFill>
                <a:cs typeface="Microsoft YaHei UI" panose="020B0503020204020204" charset="-122"/>
              </a:rPr>
              <a:t>数据组梳理好的线下指标库</a:t>
            </a:r>
            <a:endParaRPr lang="en-US" altLang="en-US" sz="1500" b="1" kern="0" spc="90" dirty="0">
              <a:solidFill>
                <a:schemeClr val="dk1"/>
              </a:solidFill>
              <a:cs typeface="Microsoft YaHei UI" panose="020B0503020204020204" charset="-122"/>
            </a:endParaRPr>
          </a:p>
        </p:txBody>
      </p:sp>
      <p:sp>
        <p:nvSpPr>
          <p:cNvPr id="4280" name="textbox 4280"/>
          <p:cNvSpPr/>
          <p:nvPr>
            <p:custDataLst>
              <p:tags r:id="rId29"/>
            </p:custDataLst>
          </p:nvPr>
        </p:nvSpPr>
        <p:spPr>
          <a:xfrm>
            <a:off x="6479775" y="5820263"/>
            <a:ext cx="2432685" cy="2609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b="1" kern="0" spc="0" dirty="0">
                <a:solidFill>
                  <a:schemeClr val="dk1"/>
                </a:solidFill>
                <a:cs typeface="Microsoft YaHei UI" panose="020B0503020204020204" charset="-122"/>
              </a:rPr>
              <a:t>IT</a:t>
            </a:r>
            <a:r>
              <a:rPr sz="1500" b="1" kern="0" spc="90" dirty="0">
                <a:solidFill>
                  <a:schemeClr val="dk1"/>
                </a:solidFill>
                <a:cs typeface="Microsoft YaHei UI" panose="020B0503020204020204" charset="-122"/>
              </a:rPr>
              <a:t>抽取源业务系统构建数仓</a:t>
            </a:r>
            <a:endParaRPr lang="en-US" altLang="en-US" sz="1500" b="1" kern="0" spc="90" dirty="0">
              <a:solidFill>
                <a:schemeClr val="dk1"/>
              </a:solidFill>
              <a:cs typeface="Microsoft YaHei UI" panose="020B0503020204020204" charset="-122"/>
            </a:endParaRPr>
          </a:p>
        </p:txBody>
      </p:sp>
      <p:sp>
        <p:nvSpPr>
          <p:cNvPr id="4282" name="path"/>
          <p:cNvSpPr/>
          <p:nvPr/>
        </p:nvSpPr>
        <p:spPr>
          <a:xfrm>
            <a:off x="6649211" y="5298947"/>
            <a:ext cx="1423415" cy="245363"/>
          </a:xfrm>
          <a:custGeom>
            <a:avLst/>
            <a:gdLst/>
            <a:ahLst/>
            <a:cxnLst/>
            <a:rect l="0" t="0" r="0" b="0"/>
            <a:pathLst>
              <a:path w="2241" h="386">
                <a:moveTo>
                  <a:pt x="0" y="0"/>
                </a:moveTo>
                <a:cubicBezTo>
                  <a:pt x="0" y="30"/>
                  <a:pt x="501" y="55"/>
                  <a:pt x="1120" y="55"/>
                </a:cubicBezTo>
                <a:cubicBezTo>
                  <a:pt x="1739" y="55"/>
                  <a:pt x="2241" y="30"/>
                  <a:pt x="2241" y="0"/>
                </a:cubicBezTo>
                <a:lnTo>
                  <a:pt x="2241" y="331"/>
                </a:lnTo>
                <a:cubicBezTo>
                  <a:pt x="2241" y="361"/>
                  <a:pt x="1739" y="386"/>
                  <a:pt x="1120" y="386"/>
                </a:cubicBezTo>
                <a:cubicBezTo>
                  <a:pt x="501" y="386"/>
                  <a:pt x="0" y="361"/>
                  <a:pt x="0" y="331"/>
                </a:cubicBezTo>
                <a:lnTo>
                  <a:pt x="0" y="0"/>
                </a:lnTo>
                <a:close/>
              </a:path>
            </a:pathLst>
          </a:custGeom>
          <a:solidFill>
            <a:srgbClr val="FFFFFF">
              <a:alpha val="100000"/>
            </a:srgbClr>
          </a:solidFill>
          <a:ln cap="flat">
            <a:noFill/>
            <a:prstDash val="solid"/>
            <a:miter lim="0"/>
          </a:ln>
        </p:spPr>
        <p:txBody>
          <a:bodyPr rtlCol="0"/>
          <a:lstStyle/>
          <a:p>
            <a:pPr algn="ctr"/>
            <a:endParaRPr lang="zh-CN" altLang="en-US"/>
          </a:p>
        </p:txBody>
      </p:sp>
      <p:grpSp>
        <p:nvGrpSpPr>
          <p:cNvPr id="466" name="group 466"/>
          <p:cNvGrpSpPr/>
          <p:nvPr/>
        </p:nvGrpSpPr>
        <p:grpSpPr>
          <a:xfrm rot="21600000">
            <a:off x="6642861" y="5257546"/>
            <a:ext cx="1436115" cy="293115"/>
            <a:chOff x="0" y="0"/>
            <a:chExt cx="1436115" cy="293115"/>
          </a:xfrm>
        </p:grpSpPr>
        <p:grpSp>
          <p:nvGrpSpPr>
            <p:cNvPr id="468" name="group 468"/>
            <p:cNvGrpSpPr/>
            <p:nvPr/>
          </p:nvGrpSpPr>
          <p:grpSpPr>
            <a:xfrm rot="21600000">
              <a:off x="0" y="0"/>
              <a:ext cx="1436115" cy="293115"/>
              <a:chOff x="0" y="0"/>
              <a:chExt cx="1436115" cy="293115"/>
            </a:xfrm>
          </p:grpSpPr>
          <p:sp>
            <p:nvSpPr>
              <p:cNvPr id="4284" name="path"/>
              <p:cNvSpPr/>
              <p:nvPr/>
            </p:nvSpPr>
            <p:spPr>
              <a:xfrm>
                <a:off x="6350" y="6350"/>
                <a:ext cx="1423415" cy="70103"/>
              </a:xfrm>
              <a:custGeom>
                <a:avLst/>
                <a:gdLst/>
                <a:ahLst/>
                <a:cxnLst/>
                <a:rect l="0" t="0" r="0" b="0"/>
                <a:pathLst>
                  <a:path w="2241" h="110">
                    <a:moveTo>
                      <a:pt x="0" y="55"/>
                    </a:moveTo>
                    <a:cubicBezTo>
                      <a:pt x="0" y="24"/>
                      <a:pt x="501" y="0"/>
                      <a:pt x="1120" y="0"/>
                    </a:cubicBezTo>
                    <a:cubicBezTo>
                      <a:pt x="1739" y="0"/>
                      <a:pt x="2241" y="24"/>
                      <a:pt x="2241" y="55"/>
                    </a:cubicBezTo>
                    <a:cubicBezTo>
                      <a:pt x="2241" y="85"/>
                      <a:pt x="1739" y="110"/>
                      <a:pt x="1120" y="110"/>
                    </a:cubicBezTo>
                    <a:cubicBezTo>
                      <a:pt x="501" y="110"/>
                      <a:pt x="0" y="85"/>
                      <a:pt x="0" y="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4286" name="path"/>
              <p:cNvSpPr/>
              <p:nvPr/>
            </p:nvSpPr>
            <p:spPr>
              <a:xfrm>
                <a:off x="0" y="0"/>
                <a:ext cx="1436115" cy="293115"/>
              </a:xfrm>
              <a:custGeom>
                <a:avLst/>
                <a:gdLst/>
                <a:ahLst/>
                <a:cxnLst/>
                <a:rect l="0" t="0" r="0" b="0"/>
                <a:pathLst>
                  <a:path w="2261" h="461">
                    <a:moveTo>
                      <a:pt x="2251" y="65"/>
                    </a:moveTo>
                    <a:cubicBezTo>
                      <a:pt x="2251" y="95"/>
                      <a:pt x="1749" y="120"/>
                      <a:pt x="1130" y="120"/>
                    </a:cubicBezTo>
                    <a:cubicBezTo>
                      <a:pt x="511" y="120"/>
                      <a:pt x="10" y="95"/>
                      <a:pt x="10" y="65"/>
                    </a:cubicBezTo>
                    <a:cubicBezTo>
                      <a:pt x="10" y="34"/>
                      <a:pt x="511" y="10"/>
                      <a:pt x="1130" y="10"/>
                    </a:cubicBezTo>
                    <a:cubicBezTo>
                      <a:pt x="1749" y="10"/>
                      <a:pt x="2251" y="34"/>
                      <a:pt x="2251" y="65"/>
                    </a:cubicBezTo>
                    <a:lnTo>
                      <a:pt x="2251" y="396"/>
                    </a:lnTo>
                    <a:cubicBezTo>
                      <a:pt x="2251" y="426"/>
                      <a:pt x="1749" y="451"/>
                      <a:pt x="1130" y="451"/>
                    </a:cubicBezTo>
                    <a:cubicBezTo>
                      <a:pt x="511" y="451"/>
                      <a:pt x="10" y="426"/>
                      <a:pt x="10" y="396"/>
                    </a:cubicBezTo>
                    <a:lnTo>
                      <a:pt x="10" y="65"/>
                    </a:lnTo>
                  </a:path>
                </a:pathLst>
              </a:custGeom>
              <a:noFill/>
              <a:ln w="12700" cap="flat">
                <a:solidFill>
                  <a:srgbClr val="000000">
                    <a:alpha val="100000"/>
                  </a:srgbClr>
                </a:solidFill>
                <a:prstDash val="solid"/>
                <a:miter lim="1000000"/>
              </a:ln>
            </p:spPr>
            <p:txBody>
              <a:bodyPr rtlCol="0"/>
              <a:lstStyle/>
              <a:p>
                <a:pPr algn="ctr"/>
                <a:endParaRPr lang="zh-CN" altLang="en-US"/>
              </a:p>
            </p:txBody>
          </p:sp>
        </p:grpSp>
        <p:sp>
          <p:nvSpPr>
            <p:cNvPr id="4288" name="textbox 4288"/>
            <p:cNvSpPr/>
            <p:nvPr>
              <p:custDataLst>
                <p:tags r:id="rId30"/>
              </p:custDataLst>
            </p:nvPr>
          </p:nvSpPr>
          <p:spPr>
            <a:xfrm>
              <a:off x="-12700" y="-12700"/>
              <a:ext cx="1461769" cy="371475"/>
            </a:xfrm>
            <a:prstGeom prst="rect">
              <a:avLst/>
            </a:prstGeom>
          </p:spPr>
          <p:txBody>
            <a:bodyPr vert="horz" wrap="square" lIns="0" tIns="0" rIns="0" bIns="0">
              <a:normAutofit/>
            </a:bodyPr>
            <a:lstStyle/>
            <a:p>
              <a:pPr algn="l" rtl="0" eaLnBrk="0">
                <a:lnSpc>
                  <a:spcPct val="153000"/>
                </a:lnSpc>
              </a:pPr>
              <a:endParaRPr lang="en-US" altLang="en-US" sz="1000" dirty="0">
                <a:solidFill>
                  <a:schemeClr val="dk1"/>
                </a:solidFill>
              </a:endParaRPr>
            </a:p>
            <a:p>
              <a:pPr marL="562610" algn="l" rtl="0" eaLnBrk="0">
                <a:lnSpc>
                  <a:spcPts val="635"/>
                </a:lnSpc>
                <a:spcBef>
                  <a:spcPts val="5"/>
                </a:spcBef>
              </a:pPr>
              <a:r>
                <a:rPr sz="1800" kern="0" spc="-40" dirty="0">
                  <a:solidFill>
                    <a:schemeClr val="dk1"/>
                  </a:solidFill>
                  <a:cs typeface="微软雅黑" panose="020B0503020204020204" charset="-122"/>
                </a:rPr>
                <a:t>……</a:t>
              </a:r>
              <a:endParaRPr lang="en-US" altLang="en-US" sz="1800" kern="0" spc="-40" dirty="0">
                <a:solidFill>
                  <a:schemeClr val="dk1"/>
                </a:solidFill>
                <a:cs typeface="微软雅黑" panose="020B0503020204020204" charset="-122"/>
              </a:endParaRPr>
            </a:p>
          </p:txBody>
        </p:sp>
      </p:grpSp>
      <p:sp>
        <p:nvSpPr>
          <p:cNvPr id="4290" name="path"/>
          <p:cNvSpPr/>
          <p:nvPr/>
        </p:nvSpPr>
        <p:spPr>
          <a:xfrm>
            <a:off x="6621780" y="4731511"/>
            <a:ext cx="1443227" cy="230631"/>
          </a:xfrm>
          <a:custGeom>
            <a:avLst/>
            <a:gdLst/>
            <a:ahLst/>
            <a:cxnLst/>
            <a:rect l="0" t="0" r="0" b="0"/>
            <a:pathLst>
              <a:path w="2272" h="363">
                <a:moveTo>
                  <a:pt x="0" y="0"/>
                </a:moveTo>
                <a:cubicBezTo>
                  <a:pt x="0" y="28"/>
                  <a:pt x="508" y="51"/>
                  <a:pt x="1136" y="51"/>
                </a:cubicBezTo>
                <a:cubicBezTo>
                  <a:pt x="1763" y="51"/>
                  <a:pt x="2272" y="28"/>
                  <a:pt x="2272" y="0"/>
                </a:cubicBezTo>
                <a:lnTo>
                  <a:pt x="2272" y="311"/>
                </a:lnTo>
                <a:cubicBezTo>
                  <a:pt x="2272" y="340"/>
                  <a:pt x="1763" y="363"/>
                  <a:pt x="1136" y="363"/>
                </a:cubicBezTo>
                <a:cubicBezTo>
                  <a:pt x="508" y="363"/>
                  <a:pt x="0" y="340"/>
                  <a:pt x="0" y="311"/>
                </a:cubicBezTo>
                <a:lnTo>
                  <a:pt x="0" y="0"/>
                </a:lnTo>
                <a:close/>
              </a:path>
            </a:pathLst>
          </a:custGeom>
          <a:solidFill>
            <a:srgbClr val="FFFFFF">
              <a:alpha val="100000"/>
            </a:srgbClr>
          </a:solidFill>
          <a:ln cap="flat">
            <a:noFill/>
            <a:prstDash val="solid"/>
            <a:miter lim="0"/>
          </a:ln>
        </p:spPr>
        <p:txBody>
          <a:bodyPr rtlCol="0"/>
          <a:lstStyle/>
          <a:p>
            <a:pPr algn="ctr"/>
            <a:endParaRPr lang="zh-CN" altLang="en-US"/>
          </a:p>
        </p:txBody>
      </p:sp>
      <p:grpSp>
        <p:nvGrpSpPr>
          <p:cNvPr id="470" name="group 470"/>
          <p:cNvGrpSpPr/>
          <p:nvPr/>
        </p:nvGrpSpPr>
        <p:grpSpPr>
          <a:xfrm rot="21600000">
            <a:off x="6615430" y="4692142"/>
            <a:ext cx="1455927" cy="276351"/>
            <a:chOff x="0" y="0"/>
            <a:chExt cx="1455927" cy="276351"/>
          </a:xfrm>
        </p:grpSpPr>
        <p:sp>
          <p:nvSpPr>
            <p:cNvPr id="4292" name="path"/>
            <p:cNvSpPr/>
            <p:nvPr/>
          </p:nvSpPr>
          <p:spPr>
            <a:xfrm>
              <a:off x="6350" y="6350"/>
              <a:ext cx="1443227" cy="65912"/>
            </a:xfrm>
            <a:custGeom>
              <a:avLst/>
              <a:gdLst/>
              <a:ahLst/>
              <a:cxnLst/>
              <a:rect l="0" t="0" r="0" b="0"/>
              <a:pathLst>
                <a:path w="2272" h="103">
                  <a:moveTo>
                    <a:pt x="0" y="52"/>
                  </a:moveTo>
                  <a:cubicBezTo>
                    <a:pt x="0" y="23"/>
                    <a:pt x="508" y="0"/>
                    <a:pt x="1136" y="0"/>
                  </a:cubicBezTo>
                  <a:cubicBezTo>
                    <a:pt x="1763" y="0"/>
                    <a:pt x="2272" y="23"/>
                    <a:pt x="2272" y="52"/>
                  </a:cubicBezTo>
                  <a:cubicBezTo>
                    <a:pt x="2272" y="80"/>
                    <a:pt x="1763" y="103"/>
                    <a:pt x="1136" y="103"/>
                  </a:cubicBezTo>
                  <a:cubicBezTo>
                    <a:pt x="508" y="103"/>
                    <a:pt x="0" y="80"/>
                    <a:pt x="0" y="52"/>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4294" name="path"/>
            <p:cNvSpPr/>
            <p:nvPr/>
          </p:nvSpPr>
          <p:spPr>
            <a:xfrm>
              <a:off x="0" y="0"/>
              <a:ext cx="1455927" cy="276351"/>
            </a:xfrm>
            <a:custGeom>
              <a:avLst/>
              <a:gdLst/>
              <a:ahLst/>
              <a:cxnLst/>
              <a:rect l="0" t="0" r="0" b="0"/>
              <a:pathLst>
                <a:path w="2292" h="435">
                  <a:moveTo>
                    <a:pt x="2282" y="62"/>
                  </a:moveTo>
                  <a:cubicBezTo>
                    <a:pt x="2282" y="90"/>
                    <a:pt x="1773" y="113"/>
                    <a:pt x="1146" y="113"/>
                  </a:cubicBezTo>
                  <a:cubicBezTo>
                    <a:pt x="518" y="113"/>
                    <a:pt x="10" y="90"/>
                    <a:pt x="10" y="62"/>
                  </a:cubicBezTo>
                  <a:cubicBezTo>
                    <a:pt x="10" y="33"/>
                    <a:pt x="518" y="10"/>
                    <a:pt x="1146" y="10"/>
                  </a:cubicBezTo>
                  <a:cubicBezTo>
                    <a:pt x="1773" y="10"/>
                    <a:pt x="2282" y="33"/>
                    <a:pt x="2282" y="62"/>
                  </a:cubicBezTo>
                  <a:lnTo>
                    <a:pt x="2282" y="373"/>
                  </a:lnTo>
                  <a:cubicBezTo>
                    <a:pt x="2282" y="402"/>
                    <a:pt x="1773" y="425"/>
                    <a:pt x="1146" y="425"/>
                  </a:cubicBezTo>
                  <a:cubicBezTo>
                    <a:pt x="518" y="425"/>
                    <a:pt x="10" y="402"/>
                    <a:pt x="10" y="373"/>
                  </a:cubicBezTo>
                  <a:lnTo>
                    <a:pt x="10" y="62"/>
                  </a:lnTo>
                </a:path>
              </a:pathLst>
            </a:custGeom>
            <a:noFill/>
            <a:ln w="12700" cap="flat">
              <a:solidFill>
                <a:srgbClr val="000000">
                  <a:alpha val="100000"/>
                </a:srgbClr>
              </a:solidFill>
              <a:prstDash val="solid"/>
              <a:miter lim="1000000"/>
            </a:ln>
          </p:spPr>
          <p:txBody>
            <a:bodyPr rtlCol="0"/>
            <a:lstStyle/>
            <a:p>
              <a:pPr algn="ctr"/>
              <a:endParaRPr lang="zh-CN" altLang="en-US"/>
            </a:p>
          </p:txBody>
        </p:sp>
      </p:grpSp>
      <p:grpSp>
        <p:nvGrpSpPr>
          <p:cNvPr id="472" name="group 472"/>
          <p:cNvGrpSpPr/>
          <p:nvPr/>
        </p:nvGrpSpPr>
        <p:grpSpPr>
          <a:xfrm rot="21600000">
            <a:off x="6623050" y="4972558"/>
            <a:ext cx="1454404" cy="276351"/>
            <a:chOff x="0" y="0"/>
            <a:chExt cx="1454404" cy="276351"/>
          </a:xfrm>
        </p:grpSpPr>
        <p:grpSp>
          <p:nvGrpSpPr>
            <p:cNvPr id="474" name="group 474"/>
            <p:cNvGrpSpPr/>
            <p:nvPr/>
          </p:nvGrpSpPr>
          <p:grpSpPr>
            <a:xfrm rot="21600000">
              <a:off x="0" y="0"/>
              <a:ext cx="1454404" cy="276351"/>
              <a:chOff x="0" y="0"/>
              <a:chExt cx="1454404" cy="276351"/>
            </a:xfrm>
          </p:grpSpPr>
          <p:sp>
            <p:nvSpPr>
              <p:cNvPr id="4296" name="path"/>
              <p:cNvSpPr/>
              <p:nvPr/>
            </p:nvSpPr>
            <p:spPr>
              <a:xfrm>
                <a:off x="6350" y="6350"/>
                <a:ext cx="1441704" cy="263651"/>
              </a:xfrm>
              <a:custGeom>
                <a:avLst/>
                <a:gdLst/>
                <a:ahLst/>
                <a:cxnLst/>
                <a:rect l="0" t="0" r="0" b="0"/>
                <a:pathLst>
                  <a:path w="2270" h="415">
                    <a:moveTo>
                      <a:pt x="0" y="51"/>
                    </a:moveTo>
                    <a:cubicBezTo>
                      <a:pt x="0" y="80"/>
                      <a:pt x="508" y="103"/>
                      <a:pt x="1135" y="103"/>
                    </a:cubicBezTo>
                    <a:cubicBezTo>
                      <a:pt x="1762" y="103"/>
                      <a:pt x="2270" y="80"/>
                      <a:pt x="2270" y="51"/>
                    </a:cubicBezTo>
                    <a:lnTo>
                      <a:pt x="2270" y="363"/>
                    </a:lnTo>
                    <a:cubicBezTo>
                      <a:pt x="2270" y="391"/>
                      <a:pt x="1762" y="415"/>
                      <a:pt x="1135" y="415"/>
                    </a:cubicBezTo>
                    <a:cubicBezTo>
                      <a:pt x="508" y="415"/>
                      <a:pt x="0" y="391"/>
                      <a:pt x="0" y="363"/>
                    </a:cubicBezTo>
                    <a:lnTo>
                      <a:pt x="0" y="51"/>
                    </a:lnTo>
                    <a:close/>
                  </a:path>
                  <a:path w="2270" h="415">
                    <a:moveTo>
                      <a:pt x="0" y="51"/>
                    </a:moveTo>
                    <a:cubicBezTo>
                      <a:pt x="0" y="23"/>
                      <a:pt x="508" y="0"/>
                      <a:pt x="1135" y="0"/>
                    </a:cubicBezTo>
                    <a:cubicBezTo>
                      <a:pt x="1762" y="0"/>
                      <a:pt x="2270" y="23"/>
                      <a:pt x="2270" y="51"/>
                    </a:cubicBezTo>
                    <a:cubicBezTo>
                      <a:pt x="2270" y="80"/>
                      <a:pt x="1762" y="103"/>
                      <a:pt x="1135" y="103"/>
                    </a:cubicBezTo>
                    <a:cubicBezTo>
                      <a:pt x="508" y="103"/>
                      <a:pt x="0" y="80"/>
                      <a:pt x="0" y="51"/>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4298" name="path"/>
              <p:cNvSpPr/>
              <p:nvPr/>
            </p:nvSpPr>
            <p:spPr>
              <a:xfrm>
                <a:off x="0" y="0"/>
                <a:ext cx="1454404" cy="276351"/>
              </a:xfrm>
              <a:custGeom>
                <a:avLst/>
                <a:gdLst/>
                <a:ahLst/>
                <a:cxnLst/>
                <a:rect l="0" t="0" r="0" b="0"/>
                <a:pathLst>
                  <a:path w="2290" h="435">
                    <a:moveTo>
                      <a:pt x="2280" y="61"/>
                    </a:moveTo>
                    <a:cubicBezTo>
                      <a:pt x="2280" y="90"/>
                      <a:pt x="1772" y="113"/>
                      <a:pt x="1145" y="113"/>
                    </a:cubicBezTo>
                    <a:cubicBezTo>
                      <a:pt x="518" y="113"/>
                      <a:pt x="10" y="90"/>
                      <a:pt x="10" y="61"/>
                    </a:cubicBezTo>
                    <a:cubicBezTo>
                      <a:pt x="10" y="33"/>
                      <a:pt x="518" y="10"/>
                      <a:pt x="1145" y="10"/>
                    </a:cubicBezTo>
                    <a:cubicBezTo>
                      <a:pt x="1772" y="10"/>
                      <a:pt x="2280" y="33"/>
                      <a:pt x="2280" y="61"/>
                    </a:cubicBezTo>
                    <a:lnTo>
                      <a:pt x="2280" y="373"/>
                    </a:lnTo>
                    <a:cubicBezTo>
                      <a:pt x="2280" y="401"/>
                      <a:pt x="1772" y="425"/>
                      <a:pt x="1145" y="425"/>
                    </a:cubicBezTo>
                    <a:cubicBezTo>
                      <a:pt x="518" y="425"/>
                      <a:pt x="10" y="401"/>
                      <a:pt x="10" y="373"/>
                    </a:cubicBezTo>
                    <a:lnTo>
                      <a:pt x="10" y="61"/>
                    </a:lnTo>
                  </a:path>
                </a:pathLst>
              </a:custGeom>
              <a:noFill/>
              <a:ln w="12700" cap="flat">
                <a:solidFill>
                  <a:srgbClr val="000000">
                    <a:alpha val="100000"/>
                  </a:srgbClr>
                </a:solidFill>
                <a:prstDash val="solid"/>
                <a:miter lim="1000000"/>
              </a:ln>
            </p:spPr>
            <p:txBody>
              <a:bodyPr rtlCol="0"/>
              <a:lstStyle/>
              <a:p>
                <a:pPr algn="ctr"/>
                <a:endParaRPr lang="zh-CN" altLang="en-US"/>
              </a:p>
            </p:txBody>
          </p:sp>
        </p:grpSp>
        <p:sp>
          <p:nvSpPr>
            <p:cNvPr id="4300" name="textbox 4300"/>
            <p:cNvSpPr/>
            <p:nvPr>
              <p:custDataLst>
                <p:tags r:id="rId31"/>
              </p:custDataLst>
            </p:nvPr>
          </p:nvSpPr>
          <p:spPr>
            <a:xfrm>
              <a:off x="-12700" y="-12700"/>
              <a:ext cx="1480185" cy="323215"/>
            </a:xfrm>
            <a:prstGeom prst="rect">
              <a:avLst/>
            </a:prstGeom>
          </p:spPr>
          <p:txBody>
            <a:bodyPr vert="horz" wrap="square" lIns="0" tIns="0" rIns="0" bIns="0">
              <a:normAutofit/>
            </a:bodyPr>
            <a:lstStyle/>
            <a:p>
              <a:pPr algn="l" rtl="0" eaLnBrk="0">
                <a:lnSpc>
                  <a:spcPct val="101000"/>
                </a:lnSpc>
              </a:pPr>
              <a:endParaRPr lang="en-US" altLang="en-US" sz="600" dirty="0">
                <a:solidFill>
                  <a:schemeClr val="dk1"/>
                </a:solidFill>
              </a:endParaRPr>
            </a:p>
            <a:p>
              <a:pPr marL="439420" algn="l" rtl="0" eaLnBrk="0">
                <a:lnSpc>
                  <a:spcPct val="95000"/>
                </a:lnSpc>
              </a:pPr>
              <a:r>
                <a:rPr sz="1200" kern="0" spc="-10" dirty="0">
                  <a:ln w="4354" cap="flat" cmpd="sng">
                    <a:solidFill>
                      <a:srgbClr val="000000">
                        <a:alpha val="100000"/>
                      </a:srgbClr>
                    </a:solidFill>
                    <a:prstDash val="solid"/>
                    <a:miter lim="10"/>
                  </a:ln>
                  <a:solidFill>
                    <a:schemeClr val="dk1"/>
                  </a:solidFill>
                  <a:cs typeface="宋体" panose="02010600030101010101" pitchFamily="2" charset="-122"/>
                </a:rPr>
                <a:t>财务系统</a:t>
              </a:r>
              <a:endParaRPr lang="en-US" altLang="en-US" sz="1200" kern="0" spc="-10" dirty="0">
                <a:ln w="4354" cap="flat" cmpd="sng">
                  <a:solidFill>
                    <a:srgbClr val="000000">
                      <a:alpha val="100000"/>
                    </a:srgbClr>
                  </a:solidFill>
                  <a:prstDash val="solid"/>
                  <a:miter lim="10"/>
                </a:ln>
                <a:solidFill>
                  <a:schemeClr val="dk1"/>
                </a:solidFill>
                <a:cs typeface="宋体" panose="02010600030101010101" pitchFamily="2" charset="-122"/>
              </a:endParaRPr>
            </a:p>
          </p:txBody>
        </p:sp>
      </p:grpSp>
      <p:grpSp>
        <p:nvGrpSpPr>
          <p:cNvPr id="476" name="group 476"/>
          <p:cNvGrpSpPr/>
          <p:nvPr/>
        </p:nvGrpSpPr>
        <p:grpSpPr>
          <a:xfrm rot="21600000">
            <a:off x="6623050" y="4442205"/>
            <a:ext cx="1454404" cy="247396"/>
            <a:chOff x="0" y="0"/>
            <a:chExt cx="1454404" cy="247396"/>
          </a:xfrm>
        </p:grpSpPr>
        <p:grpSp>
          <p:nvGrpSpPr>
            <p:cNvPr id="478" name="group 478"/>
            <p:cNvGrpSpPr/>
            <p:nvPr/>
          </p:nvGrpSpPr>
          <p:grpSpPr>
            <a:xfrm rot="21600000">
              <a:off x="0" y="0"/>
              <a:ext cx="1454404" cy="247396"/>
              <a:chOff x="0" y="0"/>
              <a:chExt cx="1454404" cy="247396"/>
            </a:xfrm>
          </p:grpSpPr>
          <p:sp>
            <p:nvSpPr>
              <p:cNvPr id="4302" name="path"/>
              <p:cNvSpPr/>
              <p:nvPr/>
            </p:nvSpPr>
            <p:spPr>
              <a:xfrm>
                <a:off x="6350" y="6350"/>
                <a:ext cx="1441704" cy="234696"/>
              </a:xfrm>
              <a:custGeom>
                <a:avLst/>
                <a:gdLst/>
                <a:ahLst/>
                <a:cxnLst/>
                <a:rect l="0" t="0" r="0" b="0"/>
                <a:pathLst>
                  <a:path w="2270" h="369">
                    <a:moveTo>
                      <a:pt x="0" y="46"/>
                    </a:moveTo>
                    <a:cubicBezTo>
                      <a:pt x="0" y="71"/>
                      <a:pt x="508" y="92"/>
                      <a:pt x="1135" y="92"/>
                    </a:cubicBezTo>
                    <a:cubicBezTo>
                      <a:pt x="1762" y="92"/>
                      <a:pt x="2270" y="71"/>
                      <a:pt x="2270" y="46"/>
                    </a:cubicBezTo>
                    <a:lnTo>
                      <a:pt x="2270" y="323"/>
                    </a:lnTo>
                    <a:cubicBezTo>
                      <a:pt x="2270" y="348"/>
                      <a:pt x="1762" y="369"/>
                      <a:pt x="1135" y="369"/>
                    </a:cubicBezTo>
                    <a:cubicBezTo>
                      <a:pt x="508" y="369"/>
                      <a:pt x="0" y="348"/>
                      <a:pt x="0" y="323"/>
                    </a:cubicBezTo>
                    <a:lnTo>
                      <a:pt x="0" y="46"/>
                    </a:lnTo>
                    <a:close/>
                  </a:path>
                  <a:path w="2270" h="369">
                    <a:moveTo>
                      <a:pt x="0" y="46"/>
                    </a:moveTo>
                    <a:cubicBezTo>
                      <a:pt x="0" y="20"/>
                      <a:pt x="508" y="0"/>
                      <a:pt x="1135" y="0"/>
                    </a:cubicBezTo>
                    <a:cubicBezTo>
                      <a:pt x="1762" y="0"/>
                      <a:pt x="2270" y="20"/>
                      <a:pt x="2270" y="46"/>
                    </a:cubicBezTo>
                    <a:cubicBezTo>
                      <a:pt x="2270" y="71"/>
                      <a:pt x="1762" y="92"/>
                      <a:pt x="1135" y="92"/>
                    </a:cubicBezTo>
                    <a:cubicBezTo>
                      <a:pt x="508" y="92"/>
                      <a:pt x="0" y="71"/>
                      <a:pt x="0" y="4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4304" name="path"/>
              <p:cNvSpPr/>
              <p:nvPr/>
            </p:nvSpPr>
            <p:spPr>
              <a:xfrm>
                <a:off x="0" y="0"/>
                <a:ext cx="1454404" cy="247396"/>
              </a:xfrm>
              <a:custGeom>
                <a:avLst/>
                <a:gdLst/>
                <a:ahLst/>
                <a:cxnLst/>
                <a:rect l="0" t="0" r="0" b="0"/>
                <a:pathLst>
                  <a:path w="2290" h="389">
                    <a:moveTo>
                      <a:pt x="2280" y="56"/>
                    </a:moveTo>
                    <a:cubicBezTo>
                      <a:pt x="2280" y="81"/>
                      <a:pt x="1772" y="102"/>
                      <a:pt x="1145" y="102"/>
                    </a:cubicBezTo>
                    <a:cubicBezTo>
                      <a:pt x="518" y="102"/>
                      <a:pt x="10" y="81"/>
                      <a:pt x="10" y="56"/>
                    </a:cubicBezTo>
                    <a:cubicBezTo>
                      <a:pt x="10" y="30"/>
                      <a:pt x="518" y="10"/>
                      <a:pt x="1145" y="10"/>
                    </a:cubicBezTo>
                    <a:cubicBezTo>
                      <a:pt x="1772" y="10"/>
                      <a:pt x="2280" y="30"/>
                      <a:pt x="2280" y="56"/>
                    </a:cubicBezTo>
                    <a:lnTo>
                      <a:pt x="2280" y="333"/>
                    </a:lnTo>
                    <a:cubicBezTo>
                      <a:pt x="2280" y="358"/>
                      <a:pt x="1772" y="379"/>
                      <a:pt x="1145" y="379"/>
                    </a:cubicBezTo>
                    <a:cubicBezTo>
                      <a:pt x="518" y="379"/>
                      <a:pt x="10" y="358"/>
                      <a:pt x="10" y="333"/>
                    </a:cubicBezTo>
                    <a:lnTo>
                      <a:pt x="10" y="56"/>
                    </a:lnTo>
                  </a:path>
                </a:pathLst>
              </a:custGeom>
              <a:noFill/>
              <a:ln w="12700" cap="flat">
                <a:solidFill>
                  <a:srgbClr val="000000">
                    <a:alpha val="100000"/>
                  </a:srgbClr>
                </a:solidFill>
                <a:prstDash val="solid"/>
                <a:miter lim="1000000"/>
              </a:ln>
            </p:spPr>
            <p:txBody>
              <a:bodyPr rtlCol="0"/>
              <a:lstStyle/>
              <a:p>
                <a:pPr algn="ctr"/>
                <a:endParaRPr lang="zh-CN" altLang="en-US"/>
              </a:p>
            </p:txBody>
          </p:sp>
        </p:grpSp>
        <p:sp>
          <p:nvSpPr>
            <p:cNvPr id="4306" name="textbox 4306"/>
            <p:cNvSpPr/>
            <p:nvPr>
              <p:custDataLst>
                <p:tags r:id="rId32"/>
              </p:custDataLst>
            </p:nvPr>
          </p:nvSpPr>
          <p:spPr>
            <a:xfrm>
              <a:off x="-12700" y="-12700"/>
              <a:ext cx="1480185" cy="288925"/>
            </a:xfrm>
            <a:prstGeom prst="rect">
              <a:avLst/>
            </a:prstGeom>
          </p:spPr>
          <p:txBody>
            <a:bodyPr vert="horz" wrap="square" lIns="0" tIns="0" rIns="0" bIns="0">
              <a:normAutofit/>
            </a:bodyPr>
            <a:lstStyle/>
            <a:p>
              <a:pPr algn="l" rtl="0" eaLnBrk="0">
                <a:lnSpc>
                  <a:spcPct val="110000"/>
                </a:lnSpc>
              </a:pPr>
              <a:endParaRPr lang="en-US" altLang="en-US" sz="500" dirty="0">
                <a:solidFill>
                  <a:schemeClr val="dk1"/>
                </a:solidFill>
              </a:endParaRPr>
            </a:p>
            <a:p>
              <a:pPr marL="436880" algn="l" rtl="0" eaLnBrk="0">
                <a:lnSpc>
                  <a:spcPct val="97000"/>
                </a:lnSpc>
                <a:spcBef>
                  <a:spcPts val="5"/>
                </a:spcBef>
              </a:pPr>
              <a:r>
                <a:rPr sz="1200" kern="0" spc="-10" dirty="0">
                  <a:solidFill>
                    <a:schemeClr val="dk1"/>
                  </a:solidFill>
                  <a:cs typeface="微软雅黑" panose="020B0503020204020204" charset="-122"/>
                </a:rPr>
                <a:t>银河系统</a:t>
              </a:r>
              <a:endParaRPr lang="en-US" altLang="en-US" sz="1200" kern="0" spc="-10" dirty="0">
                <a:solidFill>
                  <a:schemeClr val="dk1"/>
                </a:solidFill>
                <a:cs typeface="微软雅黑" panose="020B0503020204020204" charset="-122"/>
              </a:endParaRPr>
            </a:p>
          </p:txBody>
        </p:sp>
      </p:grpSp>
      <p:sp>
        <p:nvSpPr>
          <p:cNvPr id="4308" name="textbox 4308"/>
          <p:cNvSpPr/>
          <p:nvPr>
            <p:custDataLst>
              <p:tags r:id="rId33"/>
            </p:custDataLst>
          </p:nvPr>
        </p:nvSpPr>
        <p:spPr>
          <a:xfrm>
            <a:off x="4884801" y="2612034"/>
            <a:ext cx="295275" cy="562609"/>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algn="r" rtl="0" eaLnBrk="0">
              <a:lnSpc>
                <a:spcPts val="1355"/>
              </a:lnSpc>
            </a:pPr>
            <a:r>
              <a:rPr sz="1100" kern="0" spc="-50" dirty="0">
                <a:solidFill>
                  <a:schemeClr val="dk1"/>
                </a:solidFill>
                <a:cs typeface="宋体" panose="02010600030101010101" pitchFamily="2" charset="-122"/>
              </a:rPr>
              <a:t>目标</a:t>
            </a:r>
            <a:endParaRPr lang="en-US" altLang="en-US" sz="1100" dirty="0">
              <a:solidFill>
                <a:schemeClr val="dk1"/>
              </a:solidFill>
            </a:endParaRPr>
          </a:p>
          <a:p>
            <a:pPr algn="l" rtl="0" eaLnBrk="0">
              <a:lnSpc>
                <a:spcPct val="100000"/>
              </a:lnSpc>
            </a:pPr>
            <a:endParaRPr lang="en-US" altLang="en-US" sz="1200" dirty="0">
              <a:solidFill>
                <a:schemeClr val="dk1"/>
              </a:solidFill>
            </a:endParaRPr>
          </a:p>
          <a:p>
            <a:pPr marL="61595" algn="l" rtl="0" eaLnBrk="0">
              <a:lnSpc>
                <a:spcPct val="99000"/>
              </a:lnSpc>
              <a:spcBef>
                <a:spcPts val="5"/>
              </a:spcBef>
            </a:pPr>
            <a:r>
              <a:rPr sz="1200" kern="0" spc="-10" dirty="0">
                <a:solidFill>
                  <a:schemeClr val="dk1"/>
                </a:solidFill>
                <a:cs typeface="宋体" panose="02010600030101010101" pitchFamily="2" charset="-122"/>
              </a:rPr>
              <a:t>理</a:t>
            </a:r>
            <a:endParaRPr lang="en-US" altLang="en-US" sz="1200" kern="0" spc="-10" dirty="0">
              <a:solidFill>
                <a:schemeClr val="dk1"/>
              </a:solidFill>
              <a:cs typeface="宋体" panose="02010600030101010101" pitchFamily="2" charset="-122"/>
            </a:endParaRPr>
          </a:p>
        </p:txBody>
      </p:sp>
      <p:graphicFrame>
        <p:nvGraphicFramePr>
          <p:cNvPr id="4310" name="table 4310"/>
          <p:cNvGraphicFramePr>
            <a:graphicFrameLocks noGrp="1"/>
          </p:cNvGraphicFramePr>
          <p:nvPr>
            <p:custDataLst>
              <p:tags r:id="rId34"/>
            </p:custDataLst>
          </p:nvPr>
        </p:nvGraphicFramePr>
        <p:xfrm>
          <a:off x="4643373" y="2768854"/>
          <a:ext cx="1187450" cy="281304"/>
        </p:xfrm>
        <a:graphic>
          <a:graphicData uri="http://schemas.openxmlformats.org/drawingml/2006/table">
            <a:tbl>
              <a:tblPr>
                <a:solidFill>
                  <a:srgbClr val="FFC000"/>
                </a:solidFill>
              </a:tblPr>
              <a:tblGrid>
                <a:gridCol w="1187450"/>
              </a:tblGrid>
              <a:tr h="268604">
                <a:tc>
                  <a:txBody>
                    <a:bodyPr/>
                    <a:lstStyle/>
                    <a:p>
                      <a:pPr algn="l" rtl="0" eaLnBrk="0">
                        <a:lnSpc>
                          <a:spcPct val="100000"/>
                        </a:lnSpc>
                      </a:pPr>
                      <a:endParaRPr lang="en-US" altLang="en-US" sz="600" dirty="0"/>
                    </a:p>
                    <a:p>
                      <a:pPr marL="161290" algn="l" rtl="0" eaLnBrk="0">
                        <a:lnSpc>
                          <a:spcPct val="86000"/>
                        </a:lnSpc>
                      </a:pPr>
                      <a:r>
                        <a:rPr sz="1400" b="1" kern="0" spc="-30" dirty="0">
                          <a:solidFill>
                            <a:srgbClr val="000000">
                              <a:alpha val="100000"/>
                            </a:srgbClr>
                          </a:solidFill>
                          <a:cs typeface="Microsoft YaHei UI" panose="020B0503020204020204" charset="-122"/>
                        </a:rPr>
                        <a:t>BI支撑平台</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4312" name="table 4312"/>
          <p:cNvGraphicFramePr>
            <a:graphicFrameLocks noGrp="1"/>
          </p:cNvGraphicFramePr>
          <p:nvPr>
            <p:custDataLst>
              <p:tags r:id="rId35"/>
            </p:custDataLst>
          </p:nvPr>
        </p:nvGraphicFramePr>
        <p:xfrm>
          <a:off x="6591046" y="2744470"/>
          <a:ext cx="1094105" cy="300354"/>
        </p:xfrm>
        <a:graphic>
          <a:graphicData uri="http://schemas.openxmlformats.org/drawingml/2006/table">
            <a:tbl>
              <a:tblPr>
                <a:solidFill>
                  <a:srgbClr val="FFC000"/>
                </a:solidFill>
              </a:tblPr>
              <a:tblGrid>
                <a:gridCol w="1094105"/>
              </a:tblGrid>
              <a:tr h="287654">
                <a:tc>
                  <a:txBody>
                    <a:bodyPr/>
                    <a:lstStyle/>
                    <a:p>
                      <a:pPr algn="l" rtl="0" eaLnBrk="0">
                        <a:lnSpc>
                          <a:spcPct val="119000"/>
                        </a:lnSpc>
                      </a:pPr>
                      <a:endParaRPr lang="en-US" altLang="en-US" sz="500" dirty="0"/>
                    </a:p>
                    <a:p>
                      <a:pPr marL="192405" algn="l" rtl="0" eaLnBrk="0">
                        <a:lnSpc>
                          <a:spcPct val="95000"/>
                        </a:lnSpc>
                        <a:spcBef>
                          <a:spcPts val="5"/>
                        </a:spcBef>
                      </a:pPr>
                      <a:r>
                        <a:rPr sz="1400" b="1" kern="0" spc="-10" dirty="0">
                          <a:solidFill>
                            <a:srgbClr val="000000">
                              <a:alpha val="100000"/>
                            </a:srgbClr>
                          </a:solidFill>
                          <a:cs typeface="微软雅黑" panose="020B0503020204020204" charset="-122"/>
                        </a:rPr>
                        <a:t>数据仓库</a:t>
                      </a:r>
                      <a:endParaRPr lang="en-US" altLang="en-US" sz="1400" dirty="0"/>
                    </a:p>
                  </a:txBody>
                  <a:tcPr marL="0" marR="0" marT="0" marB="0" vert="horz">
                    <a:lnL w="12700" cap="flat" cmpd="sng" algn="ctr">
                      <a:solidFill>
                        <a:srgbClr val="BC8C00"/>
                      </a:solidFill>
                      <a:prstDash val="solid"/>
                      <a:round/>
                      <a:headEnd type="none" w="med" len="med"/>
                      <a:tailEnd type="none" w="med" len="med"/>
                    </a:lnL>
                    <a:lnR w="12700" cap="flat" cmpd="sng" algn="ctr">
                      <a:solidFill>
                        <a:srgbClr val="BC8C00"/>
                      </a:solidFill>
                      <a:prstDash val="solid"/>
                      <a:round/>
                      <a:headEnd type="none" w="med" len="med"/>
                      <a:tailEnd type="none" w="med" len="med"/>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solidFill>
                      <a:srgbClr val="FFC000"/>
                    </a:solidFill>
                  </a:tcPr>
                </a:tc>
              </a:tr>
            </a:tbl>
          </a:graphicData>
        </a:graphic>
      </p:graphicFrame>
      <p:graphicFrame>
        <p:nvGraphicFramePr>
          <p:cNvPr id="4314" name="table 4314"/>
          <p:cNvGraphicFramePr>
            <a:graphicFrameLocks noGrp="1"/>
          </p:cNvGraphicFramePr>
          <p:nvPr>
            <p:custDataLst>
              <p:tags r:id="rId36"/>
            </p:custDataLst>
          </p:nvPr>
        </p:nvGraphicFramePr>
        <p:xfrm>
          <a:off x="5608065" y="1321054"/>
          <a:ext cx="920749" cy="300354"/>
        </p:xfrm>
        <a:graphic>
          <a:graphicData uri="http://schemas.openxmlformats.org/drawingml/2006/table">
            <a:tbl>
              <a:tblPr>
                <a:solidFill>
                  <a:srgbClr val="FFC000"/>
                </a:solidFill>
              </a:tblPr>
              <a:tblGrid>
                <a:gridCol w="920749"/>
              </a:tblGrid>
              <a:tr h="287654">
                <a:tc>
                  <a:txBody>
                    <a:bodyPr/>
                    <a:lstStyle/>
                    <a:p>
                      <a:pPr algn="l" rtl="0" eaLnBrk="0">
                        <a:lnSpc>
                          <a:spcPct val="119000"/>
                        </a:lnSpc>
                      </a:pPr>
                      <a:endParaRPr lang="en-US" altLang="en-US" sz="500" dirty="0"/>
                    </a:p>
                    <a:p>
                      <a:pPr marL="195580" algn="l" rtl="0" eaLnBrk="0">
                        <a:lnSpc>
                          <a:spcPct val="95000"/>
                        </a:lnSpc>
                        <a:spcBef>
                          <a:spcPts val="5"/>
                        </a:spcBef>
                      </a:pPr>
                      <a:r>
                        <a:rPr sz="1400" b="1" kern="0" spc="-10" dirty="0">
                          <a:solidFill>
                            <a:srgbClr val="000000">
                              <a:alpha val="100000"/>
                            </a:srgbClr>
                          </a:solidFill>
                          <a:cs typeface="微软雅黑" panose="020B0503020204020204" charset="-122"/>
                        </a:rPr>
                        <a:t>驾驶舱</a:t>
                      </a:r>
                      <a:endParaRPr lang="en-US" altLang="en-US" sz="1400" dirty="0"/>
                    </a:p>
                  </a:txBody>
                  <a:tcPr marL="0" marR="0" marT="0" marB="0" vert="horz">
                    <a:lnL w="12700" cap="flat" cmpd="sng" algn="ctr">
                      <a:solidFill>
                        <a:srgbClr val="BC8C00"/>
                      </a:solidFill>
                      <a:prstDash val="solid"/>
                      <a:round/>
                      <a:headEnd type="none" w="med" len="med"/>
                      <a:tailEnd type="none" w="med" len="med"/>
                    </a:lnL>
                    <a:lnR w="12700" cap="flat" cmpd="sng" algn="ctr">
                      <a:solidFill>
                        <a:srgbClr val="BC8C00"/>
                      </a:solidFill>
                      <a:prstDash val="solid"/>
                      <a:round/>
                      <a:headEnd type="none" w="med" len="med"/>
                      <a:tailEnd type="none" w="med" len="med"/>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solidFill>
                      <a:srgbClr val="FFC000"/>
                    </a:solidFill>
                  </a:tcPr>
                </a:tc>
              </a:tr>
            </a:tbl>
          </a:graphicData>
        </a:graphic>
      </p:graphicFrame>
      <p:graphicFrame>
        <p:nvGraphicFramePr>
          <p:cNvPr id="4316" name="table 4316"/>
          <p:cNvGraphicFramePr>
            <a:graphicFrameLocks noGrp="1"/>
          </p:cNvGraphicFramePr>
          <p:nvPr>
            <p:custDataLst>
              <p:tags r:id="rId37"/>
            </p:custDataLst>
          </p:nvPr>
        </p:nvGraphicFramePr>
        <p:xfrm>
          <a:off x="6979666" y="4792726"/>
          <a:ext cx="772794" cy="219710"/>
        </p:xfrm>
        <a:graphic>
          <a:graphicData uri="http://schemas.openxmlformats.org/drawingml/2006/table">
            <a:tbl>
              <a:tblPr>
                <a:solidFill>
                  <a:srgbClr val="FFC000"/>
                </a:solidFill>
              </a:tblPr>
              <a:tblGrid>
                <a:gridCol w="772794"/>
              </a:tblGrid>
              <a:tr h="207010">
                <a:tc>
                  <a:txBody>
                    <a:bodyPr/>
                    <a:lstStyle/>
                    <a:p>
                      <a:pPr algn="l" rtl="0" eaLnBrk="0">
                        <a:lnSpc>
                          <a:spcPct val="196000"/>
                        </a:lnSpc>
                      </a:pPr>
                      <a:endParaRPr lang="en-US" altLang="en-US" sz="100" dirty="0"/>
                    </a:p>
                    <a:p>
                      <a:pPr marL="120015" algn="l" rtl="0" eaLnBrk="0">
                        <a:lnSpc>
                          <a:spcPct val="86000"/>
                        </a:lnSpc>
                      </a:pPr>
                      <a:r>
                        <a:rPr sz="1400" b="1" kern="0" spc="-10" dirty="0">
                          <a:solidFill>
                            <a:srgbClr val="000000">
                              <a:alpha val="100000"/>
                            </a:srgbClr>
                          </a:solidFill>
                          <a:cs typeface="微软雅黑" panose="020B0503020204020204" charset="-122"/>
                        </a:rPr>
                        <a:t>数据源</a:t>
                      </a:r>
                      <a:endParaRPr lang="en-US" altLang="en-US" sz="1400" dirty="0"/>
                    </a:p>
                  </a:txBody>
                  <a:tcPr marL="0" marR="0" marT="0" marB="0" vert="horz">
                    <a:lnL w="12700" cap="flat" cmpd="sng" algn="ctr">
                      <a:solidFill>
                        <a:srgbClr val="BC8C00"/>
                      </a:solidFill>
                      <a:prstDash val="solid"/>
                      <a:round/>
                      <a:headEnd type="none" w="med" len="med"/>
                      <a:tailEnd type="none" w="med" len="med"/>
                    </a:lnL>
                    <a:lnR w="12700" cap="flat" cmpd="sng" algn="ctr">
                      <a:solidFill>
                        <a:srgbClr val="BC8C00"/>
                      </a:solidFill>
                      <a:prstDash val="solid"/>
                      <a:round/>
                      <a:headEnd type="none" w="med" len="med"/>
                      <a:tailEnd type="none" w="med" len="med"/>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solidFill>
                      <a:srgbClr val="FFC000"/>
                    </a:solidFill>
                  </a:tcPr>
                </a:tc>
              </a:tr>
            </a:tbl>
          </a:graphicData>
        </a:graphic>
      </p:graphicFrame>
      <p:sp>
        <p:nvSpPr>
          <p:cNvPr id="4318" name="textbox 4318"/>
          <p:cNvSpPr/>
          <p:nvPr>
            <p:custDataLst>
              <p:tags r:id="rId38"/>
            </p:custDataLst>
          </p:nvPr>
        </p:nvSpPr>
        <p:spPr>
          <a:xfrm>
            <a:off x="4354247" y="2530754"/>
            <a:ext cx="193039" cy="716280"/>
          </a:xfrm>
          <a:prstGeom prst="rect">
            <a:avLst/>
          </a:prstGeom>
        </p:spPr>
        <p:txBody>
          <a:bodyPr vert="eaVert"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0000"/>
              </a:lnSpc>
            </a:pPr>
            <a:r>
              <a:rPr sz="1200" kern="0" spc="150" dirty="0">
                <a:solidFill>
                  <a:schemeClr val="dk1"/>
                </a:solidFill>
                <a:cs typeface="宋体" panose="02010600030101010101" pitchFamily="2" charset="-122"/>
              </a:rPr>
              <a:t>指标管理</a:t>
            </a:r>
            <a:endParaRPr lang="en-US" altLang="en-US" sz="1200" kern="0" spc="150" dirty="0">
              <a:solidFill>
                <a:schemeClr val="dk1"/>
              </a:solidFill>
              <a:cs typeface="宋体" panose="02010600030101010101" pitchFamily="2" charset="-122"/>
            </a:endParaRPr>
          </a:p>
        </p:txBody>
      </p:sp>
    </p:spTree>
    <p:custDataLst>
      <p:tags r:id="rId39"/>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0" name="group 480"/>
          <p:cNvGrpSpPr/>
          <p:nvPr/>
        </p:nvGrpSpPr>
        <p:grpSpPr>
          <a:xfrm rot="21600000">
            <a:off x="8825260" y="2537347"/>
            <a:ext cx="1434561" cy="995538"/>
            <a:chOff x="0" y="0"/>
            <a:chExt cx="1434561" cy="995538"/>
          </a:xfrm>
        </p:grpSpPr>
        <p:sp>
          <p:nvSpPr>
            <p:cNvPr id="4320" name="path"/>
            <p:cNvSpPr/>
            <p:nvPr/>
          </p:nvSpPr>
          <p:spPr>
            <a:xfrm>
              <a:off x="6319" y="125080"/>
              <a:ext cx="1421891" cy="864108"/>
            </a:xfrm>
            <a:custGeom>
              <a:avLst/>
              <a:gdLst/>
              <a:ahLst/>
              <a:cxnLst/>
              <a:rect l="0" t="0" r="0" b="0"/>
              <a:pathLst>
                <a:path w="2239" h="1360">
                  <a:moveTo>
                    <a:pt x="2239" y="1360"/>
                  </a:moveTo>
                  <a:lnTo>
                    <a:pt x="1495" y="1360"/>
                  </a:lnTo>
                  <a:lnTo>
                    <a:pt x="1476" y="1352"/>
                  </a:lnTo>
                  <a:lnTo>
                    <a:pt x="1460" y="1347"/>
                  </a:lnTo>
                  <a:lnTo>
                    <a:pt x="1449" y="1337"/>
                  </a:lnTo>
                  <a:lnTo>
                    <a:pt x="1443" y="1334"/>
                  </a:lnTo>
                  <a:lnTo>
                    <a:pt x="1440" y="1329"/>
                  </a:lnTo>
                  <a:lnTo>
                    <a:pt x="1438" y="1321"/>
                  </a:lnTo>
                  <a:lnTo>
                    <a:pt x="1435" y="1311"/>
                  </a:lnTo>
                  <a:lnTo>
                    <a:pt x="1438" y="1301"/>
                  </a:lnTo>
                  <a:lnTo>
                    <a:pt x="1440" y="1290"/>
                  </a:lnTo>
                  <a:lnTo>
                    <a:pt x="1454" y="1267"/>
                  </a:lnTo>
                  <a:lnTo>
                    <a:pt x="1470" y="1241"/>
                  </a:lnTo>
                  <a:lnTo>
                    <a:pt x="1498" y="1207"/>
                  </a:lnTo>
                  <a:lnTo>
                    <a:pt x="1511" y="1187"/>
                  </a:lnTo>
                  <a:lnTo>
                    <a:pt x="1520" y="1168"/>
                  </a:lnTo>
                  <a:lnTo>
                    <a:pt x="1525" y="1153"/>
                  </a:lnTo>
                  <a:lnTo>
                    <a:pt x="1528" y="1145"/>
                  </a:lnTo>
                  <a:lnTo>
                    <a:pt x="1528" y="1135"/>
                  </a:lnTo>
                  <a:lnTo>
                    <a:pt x="1528" y="1119"/>
                  </a:lnTo>
                  <a:lnTo>
                    <a:pt x="1525" y="1101"/>
                  </a:lnTo>
                  <a:lnTo>
                    <a:pt x="1522" y="1093"/>
                  </a:lnTo>
                  <a:lnTo>
                    <a:pt x="1520" y="1088"/>
                  </a:lnTo>
                  <a:lnTo>
                    <a:pt x="1514" y="1078"/>
                  </a:lnTo>
                  <a:lnTo>
                    <a:pt x="1509" y="1067"/>
                  </a:lnTo>
                  <a:lnTo>
                    <a:pt x="1500" y="1057"/>
                  </a:lnTo>
                  <a:lnTo>
                    <a:pt x="1492" y="1049"/>
                  </a:lnTo>
                  <a:lnTo>
                    <a:pt x="1481" y="1041"/>
                  </a:lnTo>
                  <a:lnTo>
                    <a:pt x="1460" y="1026"/>
                  </a:lnTo>
                  <a:lnTo>
                    <a:pt x="1446" y="1018"/>
                  </a:lnTo>
                  <a:lnTo>
                    <a:pt x="1435" y="1013"/>
                  </a:lnTo>
                  <a:lnTo>
                    <a:pt x="1416" y="1008"/>
                  </a:lnTo>
                  <a:lnTo>
                    <a:pt x="1402" y="1003"/>
                  </a:lnTo>
                  <a:lnTo>
                    <a:pt x="1372" y="995"/>
                  </a:lnTo>
                  <a:lnTo>
                    <a:pt x="1356" y="992"/>
                  </a:lnTo>
                  <a:lnTo>
                    <a:pt x="1340" y="992"/>
                  </a:lnTo>
                  <a:lnTo>
                    <a:pt x="1307" y="990"/>
                  </a:lnTo>
                  <a:lnTo>
                    <a:pt x="1274" y="992"/>
                  </a:lnTo>
                  <a:lnTo>
                    <a:pt x="1244" y="997"/>
                  </a:lnTo>
                  <a:lnTo>
                    <a:pt x="1212" y="1005"/>
                  </a:lnTo>
                  <a:lnTo>
                    <a:pt x="1195" y="1013"/>
                  </a:lnTo>
                  <a:lnTo>
                    <a:pt x="1182" y="1018"/>
                  </a:lnTo>
                  <a:lnTo>
                    <a:pt x="1168" y="1026"/>
                  </a:lnTo>
                  <a:lnTo>
                    <a:pt x="1154" y="1034"/>
                  </a:lnTo>
                  <a:lnTo>
                    <a:pt x="1144" y="1044"/>
                  </a:lnTo>
                  <a:lnTo>
                    <a:pt x="1133" y="1054"/>
                  </a:lnTo>
                  <a:lnTo>
                    <a:pt x="1122" y="1065"/>
                  </a:lnTo>
                  <a:lnTo>
                    <a:pt x="1114" y="1078"/>
                  </a:lnTo>
                  <a:lnTo>
                    <a:pt x="1105" y="1088"/>
                  </a:lnTo>
                  <a:lnTo>
                    <a:pt x="1100" y="1101"/>
                  </a:lnTo>
                  <a:lnTo>
                    <a:pt x="1097" y="1117"/>
                  </a:lnTo>
                  <a:lnTo>
                    <a:pt x="1094" y="1127"/>
                  </a:lnTo>
                  <a:lnTo>
                    <a:pt x="1094" y="1137"/>
                  </a:lnTo>
                  <a:lnTo>
                    <a:pt x="1097" y="1150"/>
                  </a:lnTo>
                  <a:lnTo>
                    <a:pt x="1100" y="1161"/>
                  </a:lnTo>
                  <a:lnTo>
                    <a:pt x="1103" y="1171"/>
                  </a:lnTo>
                  <a:lnTo>
                    <a:pt x="1111" y="1192"/>
                  </a:lnTo>
                  <a:lnTo>
                    <a:pt x="1122" y="1212"/>
                  </a:lnTo>
                  <a:lnTo>
                    <a:pt x="1135" y="1231"/>
                  </a:lnTo>
                  <a:lnTo>
                    <a:pt x="1149" y="1249"/>
                  </a:lnTo>
                  <a:lnTo>
                    <a:pt x="1163" y="1264"/>
                  </a:lnTo>
                  <a:lnTo>
                    <a:pt x="1173" y="1282"/>
                  </a:lnTo>
                  <a:lnTo>
                    <a:pt x="1179" y="1298"/>
                  </a:lnTo>
                  <a:lnTo>
                    <a:pt x="1182" y="1306"/>
                  </a:lnTo>
                  <a:lnTo>
                    <a:pt x="1182" y="1314"/>
                  </a:lnTo>
                  <a:lnTo>
                    <a:pt x="1182" y="1319"/>
                  </a:lnTo>
                  <a:lnTo>
                    <a:pt x="1179" y="1327"/>
                  </a:lnTo>
                  <a:lnTo>
                    <a:pt x="1176" y="1332"/>
                  </a:lnTo>
                  <a:lnTo>
                    <a:pt x="1171" y="1340"/>
                  </a:lnTo>
                  <a:lnTo>
                    <a:pt x="1163" y="1345"/>
                  </a:lnTo>
                  <a:lnTo>
                    <a:pt x="1152" y="1350"/>
                  </a:lnTo>
                  <a:lnTo>
                    <a:pt x="1141" y="1355"/>
                  </a:lnTo>
                  <a:lnTo>
                    <a:pt x="1124" y="1360"/>
                  </a:lnTo>
                  <a:lnTo>
                    <a:pt x="386" y="1360"/>
                  </a:lnTo>
                  <a:lnTo>
                    <a:pt x="386" y="847"/>
                  </a:lnTo>
                  <a:lnTo>
                    <a:pt x="375" y="821"/>
                  </a:lnTo>
                  <a:lnTo>
                    <a:pt x="364" y="806"/>
                  </a:lnTo>
                  <a:lnTo>
                    <a:pt x="359" y="800"/>
                  </a:lnTo>
                  <a:lnTo>
                    <a:pt x="351" y="798"/>
                  </a:lnTo>
                  <a:lnTo>
                    <a:pt x="345" y="795"/>
                  </a:lnTo>
                  <a:lnTo>
                    <a:pt x="337" y="795"/>
                  </a:lnTo>
                  <a:lnTo>
                    <a:pt x="329" y="798"/>
                  </a:lnTo>
                  <a:lnTo>
                    <a:pt x="321" y="800"/>
                  </a:lnTo>
                  <a:lnTo>
                    <a:pt x="304" y="808"/>
                  </a:lnTo>
                  <a:lnTo>
                    <a:pt x="288" y="818"/>
                  </a:lnTo>
                  <a:lnTo>
                    <a:pt x="266" y="831"/>
                  </a:lnTo>
                  <a:lnTo>
                    <a:pt x="225" y="857"/>
                  </a:lnTo>
                  <a:lnTo>
                    <a:pt x="215" y="863"/>
                  </a:lnTo>
                  <a:lnTo>
                    <a:pt x="206" y="870"/>
                  </a:lnTo>
                  <a:lnTo>
                    <a:pt x="196" y="875"/>
                  </a:lnTo>
                  <a:lnTo>
                    <a:pt x="185" y="878"/>
                  </a:lnTo>
                  <a:lnTo>
                    <a:pt x="160" y="886"/>
                  </a:lnTo>
                  <a:lnTo>
                    <a:pt x="149" y="886"/>
                  </a:lnTo>
                  <a:lnTo>
                    <a:pt x="138" y="886"/>
                  </a:lnTo>
                  <a:lnTo>
                    <a:pt x="127" y="883"/>
                  </a:lnTo>
                  <a:lnTo>
                    <a:pt x="117" y="881"/>
                  </a:lnTo>
                  <a:lnTo>
                    <a:pt x="103" y="875"/>
                  </a:lnTo>
                  <a:lnTo>
                    <a:pt x="92" y="870"/>
                  </a:lnTo>
                  <a:lnTo>
                    <a:pt x="70" y="852"/>
                  </a:lnTo>
                  <a:lnTo>
                    <a:pt x="60" y="842"/>
                  </a:lnTo>
                  <a:lnTo>
                    <a:pt x="51" y="831"/>
                  </a:lnTo>
                  <a:lnTo>
                    <a:pt x="32" y="811"/>
                  </a:lnTo>
                  <a:lnTo>
                    <a:pt x="27" y="798"/>
                  </a:lnTo>
                  <a:lnTo>
                    <a:pt x="21" y="787"/>
                  </a:lnTo>
                  <a:lnTo>
                    <a:pt x="10" y="759"/>
                  </a:lnTo>
                  <a:lnTo>
                    <a:pt x="8" y="743"/>
                  </a:lnTo>
                  <a:lnTo>
                    <a:pt x="5" y="730"/>
                  </a:lnTo>
                  <a:lnTo>
                    <a:pt x="2" y="704"/>
                  </a:lnTo>
                  <a:lnTo>
                    <a:pt x="0" y="676"/>
                  </a:lnTo>
                  <a:lnTo>
                    <a:pt x="2" y="647"/>
                  </a:lnTo>
                  <a:lnTo>
                    <a:pt x="8" y="621"/>
                  </a:lnTo>
                  <a:lnTo>
                    <a:pt x="16" y="593"/>
                  </a:lnTo>
                  <a:lnTo>
                    <a:pt x="21" y="580"/>
                  </a:lnTo>
                  <a:lnTo>
                    <a:pt x="27" y="567"/>
                  </a:lnTo>
                  <a:lnTo>
                    <a:pt x="38" y="544"/>
                  </a:lnTo>
                  <a:lnTo>
                    <a:pt x="48" y="533"/>
                  </a:lnTo>
                  <a:lnTo>
                    <a:pt x="57" y="523"/>
                  </a:lnTo>
                  <a:lnTo>
                    <a:pt x="73" y="505"/>
                  </a:lnTo>
                  <a:lnTo>
                    <a:pt x="84" y="497"/>
                  </a:lnTo>
                  <a:lnTo>
                    <a:pt x="95" y="492"/>
                  </a:lnTo>
                  <a:lnTo>
                    <a:pt x="108" y="484"/>
                  </a:lnTo>
                  <a:lnTo>
                    <a:pt x="119" y="479"/>
                  </a:lnTo>
                  <a:lnTo>
                    <a:pt x="133" y="476"/>
                  </a:lnTo>
                  <a:lnTo>
                    <a:pt x="144" y="474"/>
                  </a:lnTo>
                  <a:lnTo>
                    <a:pt x="155" y="474"/>
                  </a:lnTo>
                  <a:lnTo>
                    <a:pt x="166" y="474"/>
                  </a:lnTo>
                  <a:lnTo>
                    <a:pt x="179" y="476"/>
                  </a:lnTo>
                  <a:lnTo>
                    <a:pt x="190" y="479"/>
                  </a:lnTo>
                  <a:lnTo>
                    <a:pt x="212" y="489"/>
                  </a:lnTo>
                  <a:lnTo>
                    <a:pt x="231" y="500"/>
                  </a:lnTo>
                  <a:lnTo>
                    <a:pt x="250" y="513"/>
                  </a:lnTo>
                  <a:lnTo>
                    <a:pt x="269" y="526"/>
                  </a:lnTo>
                  <a:lnTo>
                    <a:pt x="291" y="536"/>
                  </a:lnTo>
                  <a:lnTo>
                    <a:pt x="307" y="546"/>
                  </a:lnTo>
                  <a:lnTo>
                    <a:pt x="324" y="554"/>
                  </a:lnTo>
                  <a:lnTo>
                    <a:pt x="329" y="557"/>
                  </a:lnTo>
                  <a:lnTo>
                    <a:pt x="337" y="557"/>
                  </a:lnTo>
                  <a:lnTo>
                    <a:pt x="345" y="557"/>
                  </a:lnTo>
                  <a:lnTo>
                    <a:pt x="351" y="554"/>
                  </a:lnTo>
                  <a:lnTo>
                    <a:pt x="359" y="551"/>
                  </a:lnTo>
                  <a:lnTo>
                    <a:pt x="364" y="546"/>
                  </a:lnTo>
                  <a:lnTo>
                    <a:pt x="375" y="531"/>
                  </a:lnTo>
                  <a:lnTo>
                    <a:pt x="381" y="520"/>
                  </a:lnTo>
                  <a:lnTo>
                    <a:pt x="386" y="507"/>
                  </a:lnTo>
                  <a:lnTo>
                    <a:pt x="386" y="0"/>
                  </a:lnTo>
                  <a:lnTo>
                    <a:pt x="2239" y="0"/>
                  </a:lnTo>
                  <a:lnTo>
                    <a:pt x="2239" y="1360"/>
                  </a:lnTo>
                  <a:close/>
                </a:path>
              </a:pathLst>
            </a:custGeom>
            <a:solidFill>
              <a:schemeClr val="accent4">
                <a:alpha val="100000"/>
              </a:schemeClr>
            </a:solidFill>
            <a:ln cap="flat">
              <a:noFill/>
              <a:prstDash val="solid"/>
              <a:miter lim="0"/>
            </a:ln>
          </p:spPr>
          <p:txBody>
            <a:bodyPr rtlCol="0"/>
            <a:lstStyle/>
            <a:p>
              <a:pPr algn="ctr"/>
              <a:endParaRPr lang="zh-CN" altLang="en-US"/>
            </a:p>
          </p:txBody>
        </p:sp>
        <p:sp>
          <p:nvSpPr>
            <p:cNvPr id="4322" name="path"/>
            <p:cNvSpPr/>
            <p:nvPr/>
          </p:nvSpPr>
          <p:spPr>
            <a:xfrm>
              <a:off x="245587" y="125080"/>
              <a:ext cx="1188973" cy="864108"/>
            </a:xfrm>
            <a:custGeom>
              <a:avLst/>
              <a:gdLst/>
              <a:ahLst/>
              <a:cxnLst/>
              <a:rect l="0" t="0" r="0" b="0"/>
              <a:pathLst>
                <a:path w="1872" h="1360">
                  <a:moveTo>
                    <a:pt x="10" y="1360"/>
                  </a:moveTo>
                  <a:lnTo>
                    <a:pt x="10" y="847"/>
                  </a:lnTo>
                  <a:moveTo>
                    <a:pt x="1862" y="0"/>
                  </a:moveTo>
                  <a:lnTo>
                    <a:pt x="1862" y="1360"/>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24" name="textbox 4324"/>
            <p:cNvSpPr/>
            <p:nvPr>
              <p:custDataLst>
                <p:tags r:id="rId1"/>
              </p:custDataLst>
            </p:nvPr>
          </p:nvSpPr>
          <p:spPr>
            <a:xfrm>
              <a:off x="-12700" y="-12700"/>
              <a:ext cx="1454150" cy="716280"/>
            </a:xfrm>
            <a:prstGeom prst="rect">
              <a:avLst/>
            </a:prstGeom>
          </p:spPr>
          <p:txBody>
            <a:bodyPr vert="horz" wrap="square" lIns="0" tIns="0" rIns="0" bIns="0">
              <a:normAutofit/>
            </a:bodyPr>
            <a:lstStyle/>
            <a:p>
              <a:pPr algn="l" rtl="0" eaLnBrk="0">
                <a:lnSpc>
                  <a:spcPct val="83000"/>
                </a:lnSpc>
              </a:pPr>
              <a:endParaRPr lang="en-US" altLang="en-US" sz="100" dirty="0">
                <a:solidFill>
                  <a:schemeClr val="tx1">
                    <a:lumMod val="75000"/>
                    <a:lumOff val="25000"/>
                  </a:schemeClr>
                </a:solidFill>
              </a:endParaRPr>
            </a:p>
            <a:p>
              <a:pPr marL="264160" algn="l" rtl="0" eaLnBrk="0">
                <a:lnSpc>
                  <a:spcPts val="1095"/>
                </a:lnSpc>
                <a:tabLst>
                  <a:tab pos="1440180" algn="l"/>
                </a:tabLst>
              </a:pPr>
              <a:r>
                <a:rPr sz="1000" u="sng" kern="0" spc="0" dirty="0">
                  <a:solidFill>
                    <a:schemeClr val="tx1">
                      <a:lumMod val="75000"/>
                      <a:lumOff val="25000"/>
                    </a:schemeClr>
                  </a:solidFill>
                  <a:cs typeface="Arial" panose="020B0604020202020204"/>
                </a:rPr>
                <a:t>	</a:t>
              </a:r>
              <a:endParaRPr lang="en-US" altLang="en-US" sz="1000" dirty="0">
                <a:solidFill>
                  <a:schemeClr val="tx1">
                    <a:lumMod val="75000"/>
                    <a:lumOff val="25000"/>
                  </a:schemeClr>
                </a:solidFill>
              </a:endParaRPr>
            </a:p>
            <a:p>
              <a:pPr algn="l" rtl="0" eaLnBrk="0">
                <a:lnSpc>
                  <a:spcPct val="118000"/>
                </a:lnSpc>
              </a:pPr>
              <a:endParaRPr lang="en-US" altLang="en-US" sz="1000" dirty="0">
                <a:solidFill>
                  <a:schemeClr val="tx1">
                    <a:lumMod val="75000"/>
                    <a:lumOff val="25000"/>
                  </a:schemeClr>
                </a:solidFill>
              </a:endParaRPr>
            </a:p>
            <a:p>
              <a:pPr marL="270510" algn="l" rtl="0" eaLnBrk="0">
                <a:lnSpc>
                  <a:spcPct val="83000"/>
                </a:lnSpc>
                <a:spcBef>
                  <a:spcPts val="340"/>
                </a:spcBef>
                <a:tabLst>
                  <a:tab pos="374015" algn="l"/>
                </a:tabLst>
              </a:pPr>
              <a:r>
                <a:rPr sz="1100" kern="0" spc="0" dirty="0">
                  <a:solidFill>
                    <a:schemeClr val="tx1">
                      <a:lumMod val="75000"/>
                      <a:lumOff val="25000"/>
                    </a:schemeClr>
                  </a:solidFill>
                  <a:cs typeface="微软雅黑" panose="020B0503020204020204" charset="-122"/>
                </a:rPr>
                <a:t>	</a:t>
              </a:r>
              <a:r>
                <a:rPr sz="1100" b="1" i="1" u="sng" kern="0" spc="-10" dirty="0">
                  <a:solidFill>
                    <a:schemeClr val="tx1">
                      <a:lumMod val="75000"/>
                      <a:lumOff val="25000"/>
                    </a:schemeClr>
                  </a:solidFill>
                  <a:cs typeface="微软雅黑" panose="020B0503020204020204" charset="-122"/>
                </a:rPr>
                <a:t>O</a:t>
              </a:r>
              <a:r>
                <a:rPr sz="1100" b="1" kern="0" spc="-10" dirty="0">
                  <a:solidFill>
                    <a:schemeClr val="tx1">
                      <a:lumMod val="75000"/>
                      <a:lumOff val="25000"/>
                    </a:schemeClr>
                  </a:solidFill>
                  <a:cs typeface="微软雅黑" panose="020B0503020204020204" charset="-122"/>
                </a:rPr>
                <a:t>rganization</a:t>
              </a:r>
              <a:endParaRPr lang="en-US" altLang="en-US" sz="1100" dirty="0">
                <a:solidFill>
                  <a:schemeClr val="tx1">
                    <a:lumMod val="75000"/>
                    <a:lumOff val="25000"/>
                  </a:schemeClr>
                </a:solidFill>
              </a:endParaRPr>
            </a:p>
            <a:p>
              <a:pPr marL="269875" algn="l" rtl="0" eaLnBrk="0">
                <a:lnSpc>
                  <a:spcPct val="82000"/>
                </a:lnSpc>
                <a:spcBef>
                  <a:spcPts val="325"/>
                </a:spcBef>
                <a:tabLst>
                  <a:tab pos="476885" algn="l"/>
                </a:tabLst>
              </a:pPr>
              <a:r>
                <a:rPr sz="1100" kern="0" spc="0" dirty="0">
                  <a:solidFill>
                    <a:schemeClr val="tx1">
                      <a:lumMod val="75000"/>
                      <a:lumOff val="25000"/>
                    </a:schemeClr>
                  </a:solidFill>
                  <a:cs typeface="微软雅黑" panose="020B0503020204020204" charset="-122"/>
                </a:rPr>
                <a:t>	</a:t>
              </a:r>
              <a:r>
                <a:rPr sz="1100" b="1" kern="0" spc="-10" dirty="0">
                  <a:solidFill>
                    <a:schemeClr val="tx1">
                      <a:lumMod val="75000"/>
                      <a:lumOff val="25000"/>
                    </a:schemeClr>
                  </a:solidFill>
                  <a:cs typeface="微软雅黑" panose="020B0503020204020204" charset="-122"/>
                </a:rPr>
                <a:t>组织和职责</a:t>
              </a:r>
              <a:endParaRPr lang="en-US" altLang="en-US" sz="1100" b="1" kern="0" spc="-10" dirty="0">
                <a:solidFill>
                  <a:schemeClr val="tx1">
                    <a:lumMod val="75000"/>
                    <a:lumOff val="25000"/>
                  </a:schemeClr>
                </a:solidFill>
                <a:cs typeface="微软雅黑" panose="020B0503020204020204" charset="-122"/>
              </a:endParaRPr>
            </a:p>
          </p:txBody>
        </p:sp>
        <p:sp>
          <p:nvSpPr>
            <p:cNvPr id="4326" name="path"/>
            <p:cNvSpPr/>
            <p:nvPr/>
          </p:nvSpPr>
          <p:spPr>
            <a:xfrm>
              <a:off x="0" y="564993"/>
              <a:ext cx="257800" cy="125579"/>
            </a:xfrm>
            <a:custGeom>
              <a:avLst/>
              <a:gdLst/>
              <a:ahLst/>
              <a:cxnLst/>
              <a:rect l="0" t="0" r="0" b="0"/>
              <a:pathLst>
                <a:path w="405" h="197">
                  <a:moveTo>
                    <a:pt x="396" y="158"/>
                  </a:moveTo>
                  <a:lnTo>
                    <a:pt x="385" y="134"/>
                  </a:lnTo>
                  <a:lnTo>
                    <a:pt x="374" y="120"/>
                  </a:lnTo>
                  <a:lnTo>
                    <a:pt x="369" y="115"/>
                  </a:lnTo>
                  <a:lnTo>
                    <a:pt x="361" y="112"/>
                  </a:lnTo>
                  <a:lnTo>
                    <a:pt x="355" y="110"/>
                  </a:lnTo>
                  <a:lnTo>
                    <a:pt x="347" y="110"/>
                  </a:lnTo>
                  <a:lnTo>
                    <a:pt x="339" y="112"/>
                  </a:lnTo>
                  <a:lnTo>
                    <a:pt x="331" y="115"/>
                  </a:lnTo>
                  <a:lnTo>
                    <a:pt x="314" y="122"/>
                  </a:lnTo>
                  <a:lnTo>
                    <a:pt x="298" y="131"/>
                  </a:lnTo>
                  <a:lnTo>
                    <a:pt x="276" y="143"/>
                  </a:lnTo>
                  <a:lnTo>
                    <a:pt x="235" y="167"/>
                  </a:lnTo>
                  <a:lnTo>
                    <a:pt x="225" y="172"/>
                  </a:lnTo>
                  <a:lnTo>
                    <a:pt x="216" y="179"/>
                  </a:lnTo>
                  <a:lnTo>
                    <a:pt x="206" y="184"/>
                  </a:lnTo>
                  <a:lnTo>
                    <a:pt x="195" y="186"/>
                  </a:lnTo>
                  <a:moveTo>
                    <a:pt x="127" y="189"/>
                  </a:moveTo>
                  <a:lnTo>
                    <a:pt x="113" y="184"/>
                  </a:lnTo>
                  <a:lnTo>
                    <a:pt x="102" y="179"/>
                  </a:lnTo>
                  <a:lnTo>
                    <a:pt x="80" y="163"/>
                  </a:lnTo>
                  <a:lnTo>
                    <a:pt x="69" y="153"/>
                  </a:lnTo>
                  <a:lnTo>
                    <a:pt x="61" y="143"/>
                  </a:lnTo>
                  <a:lnTo>
                    <a:pt x="42" y="124"/>
                  </a:lnTo>
                  <a:lnTo>
                    <a:pt x="37" y="112"/>
                  </a:lnTo>
                  <a:lnTo>
                    <a:pt x="31" y="103"/>
                  </a:lnTo>
                  <a:lnTo>
                    <a:pt x="20" y="77"/>
                  </a:lnTo>
                  <a:lnTo>
                    <a:pt x="18" y="62"/>
                  </a:lnTo>
                  <a:lnTo>
                    <a:pt x="15" y="50"/>
                  </a:lnTo>
                  <a:lnTo>
                    <a:pt x="12" y="27"/>
                  </a:lnTo>
                  <a:lnTo>
                    <a:pt x="9" y="0"/>
                  </a:lnTo>
                </a:path>
              </a:pathLst>
            </a:custGeom>
            <a:noFill/>
            <a:ln w="11686" cap="flat">
              <a:solidFill>
                <a:srgbClr val="FFFFFF">
                  <a:alpha val="100000"/>
                </a:srgbClr>
              </a:solidFill>
              <a:prstDash val="solid"/>
              <a:round/>
            </a:ln>
          </p:spPr>
          <p:txBody>
            <a:bodyPr rtlCol="0"/>
            <a:lstStyle/>
            <a:p>
              <a:pPr algn="ctr"/>
              <a:endParaRPr lang="zh-CN" altLang="en-US"/>
            </a:p>
          </p:txBody>
        </p:sp>
        <p:sp>
          <p:nvSpPr>
            <p:cNvPr id="4328" name="path"/>
            <p:cNvSpPr/>
            <p:nvPr/>
          </p:nvSpPr>
          <p:spPr>
            <a:xfrm>
              <a:off x="0" y="139209"/>
              <a:ext cx="258287" cy="403282"/>
            </a:xfrm>
            <a:custGeom>
              <a:avLst/>
              <a:gdLst/>
              <a:ahLst/>
              <a:cxnLst/>
              <a:rect l="0" t="0" r="0" b="0"/>
              <a:pathLst>
                <a:path w="406" h="635">
                  <a:moveTo>
                    <a:pt x="9" y="634"/>
                  </a:moveTo>
                  <a:lnTo>
                    <a:pt x="12" y="607"/>
                  </a:lnTo>
                  <a:lnTo>
                    <a:pt x="18" y="583"/>
                  </a:lnTo>
                  <a:lnTo>
                    <a:pt x="26" y="556"/>
                  </a:lnTo>
                  <a:lnTo>
                    <a:pt x="31" y="544"/>
                  </a:lnTo>
                  <a:lnTo>
                    <a:pt x="37" y="532"/>
                  </a:lnTo>
                  <a:lnTo>
                    <a:pt x="48" y="510"/>
                  </a:lnTo>
                  <a:lnTo>
                    <a:pt x="58" y="500"/>
                  </a:lnTo>
                  <a:lnTo>
                    <a:pt x="67" y="490"/>
                  </a:lnTo>
                  <a:lnTo>
                    <a:pt x="83" y="473"/>
                  </a:lnTo>
                  <a:lnTo>
                    <a:pt x="94" y="466"/>
                  </a:lnTo>
                  <a:lnTo>
                    <a:pt x="105" y="461"/>
                  </a:lnTo>
                  <a:lnTo>
                    <a:pt x="118" y="454"/>
                  </a:lnTo>
                  <a:lnTo>
                    <a:pt x="129" y="449"/>
                  </a:lnTo>
                  <a:lnTo>
                    <a:pt x="143" y="447"/>
                  </a:lnTo>
                  <a:lnTo>
                    <a:pt x="154" y="444"/>
                  </a:lnTo>
                  <a:lnTo>
                    <a:pt x="165" y="444"/>
                  </a:lnTo>
                  <a:lnTo>
                    <a:pt x="176" y="444"/>
                  </a:lnTo>
                  <a:lnTo>
                    <a:pt x="189" y="447"/>
                  </a:lnTo>
                  <a:lnTo>
                    <a:pt x="200" y="449"/>
                  </a:lnTo>
                  <a:lnTo>
                    <a:pt x="222" y="459"/>
                  </a:lnTo>
                  <a:lnTo>
                    <a:pt x="241" y="468"/>
                  </a:lnTo>
                  <a:lnTo>
                    <a:pt x="260" y="481"/>
                  </a:lnTo>
                  <a:lnTo>
                    <a:pt x="279" y="493"/>
                  </a:lnTo>
                  <a:lnTo>
                    <a:pt x="301" y="502"/>
                  </a:lnTo>
                  <a:lnTo>
                    <a:pt x="317" y="512"/>
                  </a:lnTo>
                  <a:lnTo>
                    <a:pt x="334" y="519"/>
                  </a:lnTo>
                  <a:lnTo>
                    <a:pt x="339" y="522"/>
                  </a:lnTo>
                  <a:lnTo>
                    <a:pt x="347" y="522"/>
                  </a:lnTo>
                  <a:lnTo>
                    <a:pt x="355" y="522"/>
                  </a:lnTo>
                  <a:lnTo>
                    <a:pt x="361" y="519"/>
                  </a:lnTo>
                  <a:lnTo>
                    <a:pt x="369" y="517"/>
                  </a:lnTo>
                  <a:lnTo>
                    <a:pt x="374" y="512"/>
                  </a:lnTo>
                  <a:lnTo>
                    <a:pt x="385" y="498"/>
                  </a:lnTo>
                  <a:lnTo>
                    <a:pt x="391" y="488"/>
                  </a:lnTo>
                  <a:lnTo>
                    <a:pt x="396" y="476"/>
                  </a:lnTo>
                  <a:lnTo>
                    <a:pt x="396" y="0"/>
                  </a:lnTo>
                </a:path>
              </a:pathLst>
            </a:custGeom>
            <a:noFill/>
            <a:ln w="11903" cap="flat">
              <a:solidFill>
                <a:srgbClr val="FFFFFF">
                  <a:alpha val="100000"/>
                </a:srgbClr>
              </a:solidFill>
              <a:prstDash val="solid"/>
              <a:round/>
            </a:ln>
          </p:spPr>
          <p:txBody>
            <a:bodyPr rtlCol="0"/>
            <a:lstStyle/>
            <a:p>
              <a:pPr algn="ctr"/>
              <a:endParaRPr lang="zh-CN" altLang="en-US"/>
            </a:p>
          </p:txBody>
        </p:sp>
        <p:sp>
          <p:nvSpPr>
            <p:cNvPr id="4330" name="path"/>
            <p:cNvSpPr/>
            <p:nvPr/>
          </p:nvSpPr>
          <p:spPr>
            <a:xfrm>
              <a:off x="251937" y="747527"/>
              <a:ext cx="1176273" cy="248011"/>
            </a:xfrm>
            <a:custGeom>
              <a:avLst/>
              <a:gdLst/>
              <a:ahLst/>
              <a:cxnLst/>
              <a:rect l="0" t="0" r="0" b="0"/>
              <a:pathLst>
                <a:path w="1852" h="390">
                  <a:moveTo>
                    <a:pt x="1852" y="380"/>
                  </a:moveTo>
                  <a:lnTo>
                    <a:pt x="1108" y="380"/>
                  </a:lnTo>
                  <a:lnTo>
                    <a:pt x="1089" y="372"/>
                  </a:lnTo>
                  <a:lnTo>
                    <a:pt x="1073" y="367"/>
                  </a:lnTo>
                  <a:lnTo>
                    <a:pt x="1062" y="357"/>
                  </a:lnTo>
                  <a:lnTo>
                    <a:pt x="1057" y="354"/>
                  </a:lnTo>
                  <a:lnTo>
                    <a:pt x="1054" y="349"/>
                  </a:lnTo>
                  <a:lnTo>
                    <a:pt x="1051" y="341"/>
                  </a:lnTo>
                  <a:lnTo>
                    <a:pt x="1048" y="331"/>
                  </a:lnTo>
                  <a:lnTo>
                    <a:pt x="1051" y="320"/>
                  </a:lnTo>
                  <a:lnTo>
                    <a:pt x="1054" y="310"/>
                  </a:lnTo>
                  <a:lnTo>
                    <a:pt x="1067" y="287"/>
                  </a:lnTo>
                  <a:lnTo>
                    <a:pt x="1084" y="261"/>
                  </a:lnTo>
                  <a:lnTo>
                    <a:pt x="1111" y="227"/>
                  </a:lnTo>
                  <a:lnTo>
                    <a:pt x="1125" y="206"/>
                  </a:lnTo>
                  <a:lnTo>
                    <a:pt x="1133" y="188"/>
                  </a:lnTo>
                  <a:lnTo>
                    <a:pt x="1138" y="173"/>
                  </a:lnTo>
                  <a:lnTo>
                    <a:pt x="1141" y="165"/>
                  </a:lnTo>
                  <a:lnTo>
                    <a:pt x="1141" y="154"/>
                  </a:lnTo>
                  <a:lnTo>
                    <a:pt x="1141" y="139"/>
                  </a:lnTo>
                  <a:lnTo>
                    <a:pt x="1138" y="121"/>
                  </a:lnTo>
                  <a:lnTo>
                    <a:pt x="1135" y="113"/>
                  </a:lnTo>
                  <a:lnTo>
                    <a:pt x="1133" y="108"/>
                  </a:lnTo>
                  <a:lnTo>
                    <a:pt x="1127" y="97"/>
                  </a:lnTo>
                  <a:lnTo>
                    <a:pt x="1122" y="87"/>
                  </a:lnTo>
                  <a:lnTo>
                    <a:pt x="1114" y="77"/>
                  </a:lnTo>
                  <a:lnTo>
                    <a:pt x="1105" y="69"/>
                  </a:lnTo>
                  <a:lnTo>
                    <a:pt x="1095" y="61"/>
                  </a:lnTo>
                  <a:lnTo>
                    <a:pt x="1073" y="46"/>
                  </a:lnTo>
                  <a:lnTo>
                    <a:pt x="1059" y="38"/>
                  </a:lnTo>
                  <a:lnTo>
                    <a:pt x="1048" y="33"/>
                  </a:lnTo>
                  <a:lnTo>
                    <a:pt x="1029" y="27"/>
                  </a:lnTo>
                  <a:lnTo>
                    <a:pt x="1016" y="22"/>
                  </a:lnTo>
                  <a:lnTo>
                    <a:pt x="986" y="15"/>
                  </a:lnTo>
                  <a:lnTo>
                    <a:pt x="969" y="12"/>
                  </a:lnTo>
                  <a:lnTo>
                    <a:pt x="953" y="12"/>
                  </a:lnTo>
                  <a:lnTo>
                    <a:pt x="920" y="9"/>
                  </a:lnTo>
                  <a:lnTo>
                    <a:pt x="887" y="12"/>
                  </a:lnTo>
                  <a:lnTo>
                    <a:pt x="858" y="17"/>
                  </a:lnTo>
                  <a:lnTo>
                    <a:pt x="825" y="25"/>
                  </a:lnTo>
                  <a:lnTo>
                    <a:pt x="809" y="33"/>
                  </a:lnTo>
                  <a:lnTo>
                    <a:pt x="795" y="38"/>
                  </a:lnTo>
                  <a:lnTo>
                    <a:pt x="781" y="46"/>
                  </a:lnTo>
                  <a:lnTo>
                    <a:pt x="768" y="53"/>
                  </a:lnTo>
                  <a:lnTo>
                    <a:pt x="757" y="64"/>
                  </a:lnTo>
                  <a:lnTo>
                    <a:pt x="746" y="74"/>
                  </a:lnTo>
                  <a:lnTo>
                    <a:pt x="735" y="85"/>
                  </a:lnTo>
                  <a:lnTo>
                    <a:pt x="727" y="97"/>
                  </a:lnTo>
                  <a:lnTo>
                    <a:pt x="719" y="108"/>
                  </a:lnTo>
                  <a:lnTo>
                    <a:pt x="713" y="121"/>
                  </a:lnTo>
                  <a:lnTo>
                    <a:pt x="711" y="136"/>
                  </a:lnTo>
                  <a:lnTo>
                    <a:pt x="708" y="147"/>
                  </a:lnTo>
                  <a:lnTo>
                    <a:pt x="708" y="157"/>
                  </a:lnTo>
                  <a:lnTo>
                    <a:pt x="711" y="170"/>
                  </a:lnTo>
                  <a:lnTo>
                    <a:pt x="713" y="180"/>
                  </a:lnTo>
                  <a:lnTo>
                    <a:pt x="716" y="191"/>
                  </a:lnTo>
                  <a:lnTo>
                    <a:pt x="724" y="212"/>
                  </a:lnTo>
                  <a:lnTo>
                    <a:pt x="735" y="232"/>
                  </a:lnTo>
                  <a:lnTo>
                    <a:pt x="749" y="250"/>
                  </a:lnTo>
                  <a:lnTo>
                    <a:pt x="762" y="269"/>
                  </a:lnTo>
                  <a:lnTo>
                    <a:pt x="776" y="284"/>
                  </a:lnTo>
                  <a:lnTo>
                    <a:pt x="787" y="302"/>
                  </a:lnTo>
                  <a:lnTo>
                    <a:pt x="792" y="318"/>
                  </a:lnTo>
                  <a:lnTo>
                    <a:pt x="795" y="326"/>
                  </a:lnTo>
                  <a:lnTo>
                    <a:pt x="795" y="333"/>
                  </a:lnTo>
                  <a:lnTo>
                    <a:pt x="795" y="339"/>
                  </a:lnTo>
                  <a:lnTo>
                    <a:pt x="792" y="346"/>
                  </a:lnTo>
                  <a:lnTo>
                    <a:pt x="790" y="351"/>
                  </a:lnTo>
                  <a:lnTo>
                    <a:pt x="784" y="359"/>
                  </a:lnTo>
                  <a:lnTo>
                    <a:pt x="776" y="364"/>
                  </a:lnTo>
                  <a:lnTo>
                    <a:pt x="765" y="370"/>
                  </a:lnTo>
                  <a:lnTo>
                    <a:pt x="754" y="375"/>
                  </a:lnTo>
                  <a:lnTo>
                    <a:pt x="738" y="380"/>
                  </a:lnTo>
                  <a:lnTo>
                    <a:pt x="0" y="380"/>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32" name="path"/>
            <p:cNvSpPr/>
            <p:nvPr/>
          </p:nvSpPr>
          <p:spPr>
            <a:xfrm>
              <a:off x="79255" y="676942"/>
              <a:ext cx="46598" cy="17049"/>
            </a:xfrm>
            <a:custGeom>
              <a:avLst/>
              <a:gdLst/>
              <a:ahLst/>
              <a:cxnLst/>
              <a:rect l="0" t="0" r="0" b="0"/>
              <a:pathLst>
                <a:path w="73" h="26">
                  <a:moveTo>
                    <a:pt x="70" y="9"/>
                  </a:moveTo>
                  <a:lnTo>
                    <a:pt x="45" y="17"/>
                  </a:lnTo>
                  <a:moveTo>
                    <a:pt x="13" y="14"/>
                  </a:moveTo>
                  <a:lnTo>
                    <a:pt x="2" y="12"/>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34" name="path"/>
            <p:cNvSpPr/>
            <p:nvPr/>
          </p:nvSpPr>
          <p:spPr>
            <a:xfrm>
              <a:off x="86138" y="680113"/>
              <a:ext cx="22288" cy="14180"/>
            </a:xfrm>
            <a:custGeom>
              <a:avLst/>
              <a:gdLst/>
              <a:ahLst/>
              <a:cxnLst/>
              <a:rect l="0" t="0" r="0" b="0"/>
              <a:pathLst>
                <a:path w="35" h="22">
                  <a:moveTo>
                    <a:pt x="35" y="12"/>
                  </a:moveTo>
                  <a:lnTo>
                    <a:pt x="24" y="12"/>
                  </a:lnTo>
                  <a:lnTo>
                    <a:pt x="13" y="12"/>
                  </a:lnTo>
                  <a:lnTo>
                    <a:pt x="2" y="9"/>
                  </a:lnTo>
                </a:path>
              </a:pathLst>
            </a:custGeom>
            <a:noFill/>
            <a:ln w="12700" cap="flat">
              <a:solidFill>
                <a:srgbClr val="FFFFFF">
                  <a:alpha val="100000"/>
                </a:srgbClr>
              </a:solidFill>
              <a:prstDash val="solid"/>
              <a:round/>
            </a:ln>
          </p:spPr>
          <p:txBody>
            <a:bodyPr rtlCol="0"/>
            <a:lstStyle/>
            <a:p>
              <a:pPr algn="ctr"/>
              <a:endParaRPr lang="zh-CN" altLang="en-US"/>
            </a:p>
          </p:txBody>
        </p:sp>
      </p:grpSp>
      <p:grpSp>
        <p:nvGrpSpPr>
          <p:cNvPr id="482" name="group 482"/>
          <p:cNvGrpSpPr/>
          <p:nvPr/>
        </p:nvGrpSpPr>
        <p:grpSpPr>
          <a:xfrm rot="21600000">
            <a:off x="9075166" y="1455420"/>
            <a:ext cx="1178559" cy="870458"/>
            <a:chOff x="0" y="0"/>
            <a:chExt cx="1178559" cy="870458"/>
          </a:xfrm>
        </p:grpSpPr>
        <p:sp>
          <p:nvSpPr>
            <p:cNvPr id="4336" name="path"/>
            <p:cNvSpPr/>
            <p:nvPr/>
          </p:nvSpPr>
          <p:spPr>
            <a:xfrm>
              <a:off x="6350" y="0"/>
              <a:ext cx="1165859" cy="864108"/>
            </a:xfrm>
            <a:custGeom>
              <a:avLst/>
              <a:gdLst/>
              <a:ahLst/>
              <a:cxnLst/>
              <a:rect l="0" t="0" r="0" b="0"/>
              <a:pathLst>
                <a:path w="1835" h="1360">
                  <a:moveTo>
                    <a:pt x="0" y="0"/>
                  </a:moveTo>
                  <a:lnTo>
                    <a:pt x="1835" y="0"/>
                  </a:lnTo>
                  <a:lnTo>
                    <a:pt x="1835" y="507"/>
                  </a:lnTo>
                  <a:lnTo>
                    <a:pt x="1830" y="521"/>
                  </a:lnTo>
                  <a:lnTo>
                    <a:pt x="1825" y="531"/>
                  </a:lnTo>
                  <a:lnTo>
                    <a:pt x="1819" y="539"/>
                  </a:lnTo>
                  <a:lnTo>
                    <a:pt x="1814" y="547"/>
                  </a:lnTo>
                  <a:lnTo>
                    <a:pt x="1808" y="552"/>
                  </a:lnTo>
                  <a:lnTo>
                    <a:pt x="1800" y="554"/>
                  </a:lnTo>
                  <a:lnTo>
                    <a:pt x="1795" y="557"/>
                  </a:lnTo>
                  <a:lnTo>
                    <a:pt x="1787" y="557"/>
                  </a:lnTo>
                  <a:lnTo>
                    <a:pt x="1778" y="557"/>
                  </a:lnTo>
                  <a:lnTo>
                    <a:pt x="1773" y="554"/>
                  </a:lnTo>
                  <a:lnTo>
                    <a:pt x="1757" y="547"/>
                  </a:lnTo>
                  <a:lnTo>
                    <a:pt x="1740" y="536"/>
                  </a:lnTo>
                  <a:lnTo>
                    <a:pt x="1718" y="526"/>
                  </a:lnTo>
                  <a:lnTo>
                    <a:pt x="1680" y="500"/>
                  </a:lnTo>
                  <a:lnTo>
                    <a:pt x="1659" y="489"/>
                  </a:lnTo>
                  <a:lnTo>
                    <a:pt x="1650" y="484"/>
                  </a:lnTo>
                  <a:lnTo>
                    <a:pt x="1639" y="479"/>
                  </a:lnTo>
                  <a:lnTo>
                    <a:pt x="1629" y="477"/>
                  </a:lnTo>
                  <a:lnTo>
                    <a:pt x="1615" y="474"/>
                  </a:lnTo>
                  <a:lnTo>
                    <a:pt x="1604" y="474"/>
                  </a:lnTo>
                  <a:lnTo>
                    <a:pt x="1593" y="474"/>
                  </a:lnTo>
                  <a:lnTo>
                    <a:pt x="1580" y="477"/>
                  </a:lnTo>
                  <a:lnTo>
                    <a:pt x="1569" y="479"/>
                  </a:lnTo>
                  <a:lnTo>
                    <a:pt x="1555" y="484"/>
                  </a:lnTo>
                  <a:lnTo>
                    <a:pt x="1544" y="492"/>
                  </a:lnTo>
                  <a:lnTo>
                    <a:pt x="1533" y="497"/>
                  </a:lnTo>
                  <a:lnTo>
                    <a:pt x="1522" y="505"/>
                  </a:lnTo>
                  <a:lnTo>
                    <a:pt x="1514" y="515"/>
                  </a:lnTo>
                  <a:lnTo>
                    <a:pt x="1506" y="523"/>
                  </a:lnTo>
                  <a:lnTo>
                    <a:pt x="1487" y="544"/>
                  </a:lnTo>
                  <a:lnTo>
                    <a:pt x="1473" y="567"/>
                  </a:lnTo>
                  <a:lnTo>
                    <a:pt x="1468" y="580"/>
                  </a:lnTo>
                  <a:lnTo>
                    <a:pt x="1465" y="593"/>
                  </a:lnTo>
                  <a:lnTo>
                    <a:pt x="1457" y="622"/>
                  </a:lnTo>
                  <a:lnTo>
                    <a:pt x="1451" y="647"/>
                  </a:lnTo>
                  <a:lnTo>
                    <a:pt x="1449" y="661"/>
                  </a:lnTo>
                  <a:lnTo>
                    <a:pt x="1449" y="676"/>
                  </a:lnTo>
                  <a:lnTo>
                    <a:pt x="1449" y="705"/>
                  </a:lnTo>
                  <a:lnTo>
                    <a:pt x="1454" y="731"/>
                  </a:lnTo>
                  <a:lnTo>
                    <a:pt x="1460" y="759"/>
                  </a:lnTo>
                  <a:lnTo>
                    <a:pt x="1470" y="787"/>
                  </a:lnTo>
                  <a:lnTo>
                    <a:pt x="1476" y="798"/>
                  </a:lnTo>
                  <a:lnTo>
                    <a:pt x="1481" y="811"/>
                  </a:lnTo>
                  <a:lnTo>
                    <a:pt x="1490" y="821"/>
                  </a:lnTo>
                  <a:lnTo>
                    <a:pt x="1500" y="832"/>
                  </a:lnTo>
                  <a:lnTo>
                    <a:pt x="1509" y="842"/>
                  </a:lnTo>
                  <a:lnTo>
                    <a:pt x="1520" y="852"/>
                  </a:lnTo>
                  <a:lnTo>
                    <a:pt x="1530" y="860"/>
                  </a:lnTo>
                  <a:lnTo>
                    <a:pt x="1541" y="871"/>
                  </a:lnTo>
                  <a:lnTo>
                    <a:pt x="1552" y="875"/>
                  </a:lnTo>
                  <a:lnTo>
                    <a:pt x="1563" y="881"/>
                  </a:lnTo>
                  <a:lnTo>
                    <a:pt x="1577" y="883"/>
                  </a:lnTo>
                  <a:lnTo>
                    <a:pt x="1588" y="886"/>
                  </a:lnTo>
                  <a:lnTo>
                    <a:pt x="1599" y="886"/>
                  </a:lnTo>
                  <a:lnTo>
                    <a:pt x="1610" y="886"/>
                  </a:lnTo>
                  <a:lnTo>
                    <a:pt x="1634" y="878"/>
                  </a:lnTo>
                  <a:lnTo>
                    <a:pt x="1653" y="871"/>
                  </a:lnTo>
                  <a:lnTo>
                    <a:pt x="1675" y="857"/>
                  </a:lnTo>
                  <a:lnTo>
                    <a:pt x="1697" y="845"/>
                  </a:lnTo>
                  <a:lnTo>
                    <a:pt x="1716" y="829"/>
                  </a:lnTo>
                  <a:lnTo>
                    <a:pt x="1738" y="819"/>
                  </a:lnTo>
                  <a:lnTo>
                    <a:pt x="1754" y="806"/>
                  </a:lnTo>
                  <a:lnTo>
                    <a:pt x="1770" y="801"/>
                  </a:lnTo>
                  <a:lnTo>
                    <a:pt x="1778" y="798"/>
                  </a:lnTo>
                  <a:lnTo>
                    <a:pt x="1787" y="795"/>
                  </a:lnTo>
                  <a:lnTo>
                    <a:pt x="1800" y="798"/>
                  </a:lnTo>
                  <a:lnTo>
                    <a:pt x="1808" y="801"/>
                  </a:lnTo>
                  <a:lnTo>
                    <a:pt x="1814" y="808"/>
                  </a:lnTo>
                  <a:lnTo>
                    <a:pt x="1819" y="813"/>
                  </a:lnTo>
                  <a:lnTo>
                    <a:pt x="1825" y="824"/>
                  </a:lnTo>
                  <a:lnTo>
                    <a:pt x="1830" y="834"/>
                  </a:lnTo>
                  <a:lnTo>
                    <a:pt x="1835" y="850"/>
                  </a:lnTo>
                  <a:lnTo>
                    <a:pt x="1835" y="1360"/>
                  </a:lnTo>
                  <a:lnTo>
                    <a:pt x="1097" y="1360"/>
                  </a:lnTo>
                  <a:lnTo>
                    <a:pt x="1070" y="1350"/>
                  </a:lnTo>
                  <a:lnTo>
                    <a:pt x="1062" y="1345"/>
                  </a:lnTo>
                  <a:lnTo>
                    <a:pt x="1054" y="1340"/>
                  </a:lnTo>
                  <a:lnTo>
                    <a:pt x="1045" y="1334"/>
                  </a:lnTo>
                  <a:lnTo>
                    <a:pt x="1043" y="1327"/>
                  </a:lnTo>
                  <a:lnTo>
                    <a:pt x="1040" y="1319"/>
                  </a:lnTo>
                  <a:lnTo>
                    <a:pt x="1040" y="1314"/>
                  </a:lnTo>
                  <a:lnTo>
                    <a:pt x="1040" y="1306"/>
                  </a:lnTo>
                  <a:lnTo>
                    <a:pt x="1043" y="1298"/>
                  </a:lnTo>
                  <a:lnTo>
                    <a:pt x="1051" y="1282"/>
                  </a:lnTo>
                  <a:lnTo>
                    <a:pt x="1062" y="1262"/>
                  </a:lnTo>
                  <a:lnTo>
                    <a:pt x="1075" y="1246"/>
                  </a:lnTo>
                  <a:lnTo>
                    <a:pt x="1089" y="1225"/>
                  </a:lnTo>
                  <a:lnTo>
                    <a:pt x="1103" y="1207"/>
                  </a:lnTo>
                  <a:lnTo>
                    <a:pt x="1116" y="1187"/>
                  </a:lnTo>
                  <a:lnTo>
                    <a:pt x="1127" y="1166"/>
                  </a:lnTo>
                  <a:lnTo>
                    <a:pt x="1133" y="1145"/>
                  </a:lnTo>
                  <a:lnTo>
                    <a:pt x="1135" y="1135"/>
                  </a:lnTo>
                  <a:lnTo>
                    <a:pt x="1135" y="1122"/>
                  </a:lnTo>
                  <a:lnTo>
                    <a:pt x="1133" y="1112"/>
                  </a:lnTo>
                  <a:lnTo>
                    <a:pt x="1130" y="1099"/>
                  </a:lnTo>
                  <a:lnTo>
                    <a:pt x="1125" y="1085"/>
                  </a:lnTo>
                  <a:lnTo>
                    <a:pt x="1116" y="1075"/>
                  </a:lnTo>
                  <a:lnTo>
                    <a:pt x="1100" y="1055"/>
                  </a:lnTo>
                  <a:lnTo>
                    <a:pt x="1089" y="1047"/>
                  </a:lnTo>
                  <a:lnTo>
                    <a:pt x="1078" y="1036"/>
                  </a:lnTo>
                  <a:lnTo>
                    <a:pt x="1057" y="1023"/>
                  </a:lnTo>
                  <a:lnTo>
                    <a:pt x="1043" y="1015"/>
                  </a:lnTo>
                  <a:lnTo>
                    <a:pt x="1027" y="1010"/>
                  </a:lnTo>
                  <a:lnTo>
                    <a:pt x="999" y="1003"/>
                  </a:lnTo>
                  <a:lnTo>
                    <a:pt x="986" y="997"/>
                  </a:lnTo>
                  <a:lnTo>
                    <a:pt x="972" y="995"/>
                  </a:lnTo>
                  <a:lnTo>
                    <a:pt x="942" y="992"/>
                  </a:lnTo>
                  <a:lnTo>
                    <a:pt x="912" y="992"/>
                  </a:lnTo>
                  <a:lnTo>
                    <a:pt x="885" y="992"/>
                  </a:lnTo>
                  <a:lnTo>
                    <a:pt x="855" y="997"/>
                  </a:lnTo>
                  <a:lnTo>
                    <a:pt x="828" y="1005"/>
                  </a:lnTo>
                  <a:lnTo>
                    <a:pt x="814" y="1010"/>
                  </a:lnTo>
                  <a:lnTo>
                    <a:pt x="800" y="1015"/>
                  </a:lnTo>
                  <a:lnTo>
                    <a:pt x="776" y="1026"/>
                  </a:lnTo>
                  <a:lnTo>
                    <a:pt x="765" y="1034"/>
                  </a:lnTo>
                  <a:lnTo>
                    <a:pt x="754" y="1042"/>
                  </a:lnTo>
                  <a:lnTo>
                    <a:pt x="735" y="1060"/>
                  </a:lnTo>
                  <a:lnTo>
                    <a:pt x="727" y="1067"/>
                  </a:lnTo>
                  <a:lnTo>
                    <a:pt x="719" y="1078"/>
                  </a:lnTo>
                  <a:lnTo>
                    <a:pt x="713" y="1091"/>
                  </a:lnTo>
                  <a:lnTo>
                    <a:pt x="708" y="1101"/>
                  </a:lnTo>
                  <a:lnTo>
                    <a:pt x="705" y="1117"/>
                  </a:lnTo>
                  <a:lnTo>
                    <a:pt x="702" y="1127"/>
                  </a:lnTo>
                  <a:lnTo>
                    <a:pt x="702" y="1140"/>
                  </a:lnTo>
                  <a:lnTo>
                    <a:pt x="702" y="1150"/>
                  </a:lnTo>
                  <a:lnTo>
                    <a:pt x="705" y="1161"/>
                  </a:lnTo>
                  <a:lnTo>
                    <a:pt x="708" y="1171"/>
                  </a:lnTo>
                  <a:lnTo>
                    <a:pt x="716" y="1192"/>
                  </a:lnTo>
                  <a:lnTo>
                    <a:pt x="730" y="1210"/>
                  </a:lnTo>
                  <a:lnTo>
                    <a:pt x="743" y="1231"/>
                  </a:lnTo>
                  <a:lnTo>
                    <a:pt x="754" y="1249"/>
                  </a:lnTo>
                  <a:lnTo>
                    <a:pt x="768" y="1264"/>
                  </a:lnTo>
                  <a:lnTo>
                    <a:pt x="779" y="1282"/>
                  </a:lnTo>
                  <a:lnTo>
                    <a:pt x="784" y="1298"/>
                  </a:lnTo>
                  <a:lnTo>
                    <a:pt x="787" y="1306"/>
                  </a:lnTo>
                  <a:lnTo>
                    <a:pt x="787" y="1314"/>
                  </a:lnTo>
                  <a:lnTo>
                    <a:pt x="787" y="1319"/>
                  </a:lnTo>
                  <a:lnTo>
                    <a:pt x="784" y="1327"/>
                  </a:lnTo>
                  <a:lnTo>
                    <a:pt x="781" y="1332"/>
                  </a:lnTo>
                  <a:lnTo>
                    <a:pt x="776" y="1340"/>
                  </a:lnTo>
                  <a:lnTo>
                    <a:pt x="768" y="1345"/>
                  </a:lnTo>
                  <a:lnTo>
                    <a:pt x="760" y="1350"/>
                  </a:lnTo>
                  <a:lnTo>
                    <a:pt x="746" y="1355"/>
                  </a:lnTo>
                  <a:lnTo>
                    <a:pt x="732" y="1360"/>
                  </a:lnTo>
                  <a:lnTo>
                    <a:pt x="0" y="1360"/>
                  </a:lnTo>
                  <a:lnTo>
                    <a:pt x="0" y="0"/>
                  </a:lnTo>
                  <a:close/>
                </a:path>
              </a:pathLst>
            </a:custGeom>
            <a:solidFill>
              <a:schemeClr val="accent5">
                <a:alpha val="100000"/>
              </a:schemeClr>
            </a:solidFill>
            <a:ln cap="flat">
              <a:noFill/>
              <a:prstDash val="solid"/>
              <a:miter lim="0"/>
            </a:ln>
          </p:spPr>
          <p:txBody>
            <a:bodyPr rtlCol="0"/>
            <a:lstStyle/>
            <a:p>
              <a:pPr algn="ctr"/>
              <a:endParaRPr lang="zh-CN" altLang="en-US"/>
            </a:p>
          </p:txBody>
        </p:sp>
        <p:sp>
          <p:nvSpPr>
            <p:cNvPr id="4338" name="path"/>
            <p:cNvSpPr/>
            <p:nvPr/>
          </p:nvSpPr>
          <p:spPr>
            <a:xfrm>
              <a:off x="6350" y="624077"/>
              <a:ext cx="1165859" cy="246380"/>
            </a:xfrm>
            <a:custGeom>
              <a:avLst/>
              <a:gdLst/>
              <a:ahLst/>
              <a:cxnLst/>
              <a:rect l="0" t="0" r="0" b="0"/>
              <a:pathLst>
                <a:path w="1835" h="388">
                  <a:moveTo>
                    <a:pt x="1835" y="378"/>
                  </a:moveTo>
                  <a:lnTo>
                    <a:pt x="1097" y="378"/>
                  </a:lnTo>
                  <a:lnTo>
                    <a:pt x="1070" y="367"/>
                  </a:lnTo>
                  <a:lnTo>
                    <a:pt x="1062" y="362"/>
                  </a:lnTo>
                  <a:lnTo>
                    <a:pt x="1054" y="357"/>
                  </a:lnTo>
                  <a:lnTo>
                    <a:pt x="1045" y="352"/>
                  </a:lnTo>
                  <a:lnTo>
                    <a:pt x="1043" y="344"/>
                  </a:lnTo>
                  <a:lnTo>
                    <a:pt x="1040" y="336"/>
                  </a:lnTo>
                  <a:lnTo>
                    <a:pt x="1040" y="331"/>
                  </a:lnTo>
                  <a:lnTo>
                    <a:pt x="1040" y="323"/>
                  </a:lnTo>
                  <a:lnTo>
                    <a:pt x="1043" y="315"/>
                  </a:lnTo>
                  <a:lnTo>
                    <a:pt x="1051" y="300"/>
                  </a:lnTo>
                  <a:lnTo>
                    <a:pt x="1062" y="279"/>
                  </a:lnTo>
                  <a:lnTo>
                    <a:pt x="1075" y="264"/>
                  </a:lnTo>
                  <a:lnTo>
                    <a:pt x="1089" y="243"/>
                  </a:lnTo>
                  <a:lnTo>
                    <a:pt x="1103" y="225"/>
                  </a:lnTo>
                  <a:lnTo>
                    <a:pt x="1116" y="204"/>
                  </a:lnTo>
                  <a:lnTo>
                    <a:pt x="1127" y="183"/>
                  </a:lnTo>
                  <a:lnTo>
                    <a:pt x="1133" y="162"/>
                  </a:lnTo>
                  <a:lnTo>
                    <a:pt x="1135" y="152"/>
                  </a:lnTo>
                  <a:lnTo>
                    <a:pt x="1135" y="139"/>
                  </a:lnTo>
                  <a:lnTo>
                    <a:pt x="1133" y="129"/>
                  </a:lnTo>
                  <a:lnTo>
                    <a:pt x="1130" y="116"/>
                  </a:lnTo>
                  <a:lnTo>
                    <a:pt x="1125" y="103"/>
                  </a:lnTo>
                  <a:lnTo>
                    <a:pt x="1116" y="92"/>
                  </a:lnTo>
                  <a:lnTo>
                    <a:pt x="1100" y="72"/>
                  </a:lnTo>
                  <a:lnTo>
                    <a:pt x="1089" y="64"/>
                  </a:lnTo>
                  <a:lnTo>
                    <a:pt x="1078" y="54"/>
                  </a:lnTo>
                  <a:lnTo>
                    <a:pt x="1057" y="40"/>
                  </a:lnTo>
                  <a:lnTo>
                    <a:pt x="1043" y="33"/>
                  </a:lnTo>
                  <a:lnTo>
                    <a:pt x="1027" y="28"/>
                  </a:lnTo>
                  <a:lnTo>
                    <a:pt x="999" y="20"/>
                  </a:lnTo>
                  <a:lnTo>
                    <a:pt x="986" y="15"/>
                  </a:lnTo>
                  <a:lnTo>
                    <a:pt x="972" y="12"/>
                  </a:lnTo>
                  <a:lnTo>
                    <a:pt x="942" y="10"/>
                  </a:lnTo>
                  <a:lnTo>
                    <a:pt x="912" y="10"/>
                  </a:lnTo>
                  <a:lnTo>
                    <a:pt x="885" y="10"/>
                  </a:lnTo>
                  <a:lnTo>
                    <a:pt x="855" y="15"/>
                  </a:lnTo>
                  <a:lnTo>
                    <a:pt x="828" y="22"/>
                  </a:lnTo>
                  <a:lnTo>
                    <a:pt x="814" y="28"/>
                  </a:lnTo>
                  <a:lnTo>
                    <a:pt x="800" y="33"/>
                  </a:lnTo>
                  <a:lnTo>
                    <a:pt x="776" y="43"/>
                  </a:lnTo>
                  <a:lnTo>
                    <a:pt x="765" y="51"/>
                  </a:lnTo>
                  <a:lnTo>
                    <a:pt x="754" y="59"/>
                  </a:lnTo>
                  <a:lnTo>
                    <a:pt x="735" y="77"/>
                  </a:lnTo>
                  <a:lnTo>
                    <a:pt x="727" y="85"/>
                  </a:lnTo>
                  <a:lnTo>
                    <a:pt x="719" y="95"/>
                  </a:lnTo>
                  <a:lnTo>
                    <a:pt x="713" y="108"/>
                  </a:lnTo>
                  <a:lnTo>
                    <a:pt x="708" y="118"/>
                  </a:lnTo>
                  <a:lnTo>
                    <a:pt x="705" y="134"/>
                  </a:lnTo>
                  <a:lnTo>
                    <a:pt x="702" y="144"/>
                  </a:lnTo>
                  <a:lnTo>
                    <a:pt x="702" y="157"/>
                  </a:lnTo>
                  <a:lnTo>
                    <a:pt x="702" y="168"/>
                  </a:lnTo>
                  <a:lnTo>
                    <a:pt x="705" y="178"/>
                  </a:lnTo>
                  <a:lnTo>
                    <a:pt x="708" y="188"/>
                  </a:lnTo>
                  <a:lnTo>
                    <a:pt x="716" y="209"/>
                  </a:lnTo>
                  <a:lnTo>
                    <a:pt x="730" y="227"/>
                  </a:lnTo>
                  <a:lnTo>
                    <a:pt x="743" y="248"/>
                  </a:lnTo>
                  <a:lnTo>
                    <a:pt x="754" y="266"/>
                  </a:lnTo>
                  <a:lnTo>
                    <a:pt x="768" y="282"/>
                  </a:lnTo>
                  <a:lnTo>
                    <a:pt x="779" y="300"/>
                  </a:lnTo>
                  <a:lnTo>
                    <a:pt x="784" y="315"/>
                  </a:lnTo>
                  <a:lnTo>
                    <a:pt x="787" y="323"/>
                  </a:lnTo>
                  <a:lnTo>
                    <a:pt x="787" y="331"/>
                  </a:lnTo>
                  <a:lnTo>
                    <a:pt x="787" y="336"/>
                  </a:lnTo>
                  <a:lnTo>
                    <a:pt x="784" y="344"/>
                  </a:lnTo>
                  <a:lnTo>
                    <a:pt x="781" y="349"/>
                  </a:lnTo>
                  <a:lnTo>
                    <a:pt x="776" y="357"/>
                  </a:lnTo>
                  <a:lnTo>
                    <a:pt x="768" y="362"/>
                  </a:lnTo>
                  <a:lnTo>
                    <a:pt x="760" y="367"/>
                  </a:lnTo>
                  <a:lnTo>
                    <a:pt x="746" y="372"/>
                  </a:lnTo>
                  <a:lnTo>
                    <a:pt x="732" y="378"/>
                  </a:lnTo>
                  <a:lnTo>
                    <a:pt x="0" y="378"/>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40" name="path"/>
            <p:cNvSpPr/>
            <p:nvPr/>
          </p:nvSpPr>
          <p:spPr>
            <a:xfrm>
              <a:off x="920241" y="294894"/>
              <a:ext cx="257968" cy="274320"/>
            </a:xfrm>
            <a:custGeom>
              <a:avLst/>
              <a:gdLst/>
              <a:ahLst/>
              <a:cxnLst/>
              <a:rect l="0" t="0" r="0" b="0"/>
              <a:pathLst>
                <a:path w="406" h="432">
                  <a:moveTo>
                    <a:pt x="396" y="43"/>
                  </a:moveTo>
                  <a:lnTo>
                    <a:pt x="391" y="56"/>
                  </a:lnTo>
                  <a:lnTo>
                    <a:pt x="385" y="67"/>
                  </a:lnTo>
                  <a:lnTo>
                    <a:pt x="380" y="74"/>
                  </a:lnTo>
                  <a:lnTo>
                    <a:pt x="375" y="82"/>
                  </a:lnTo>
                  <a:lnTo>
                    <a:pt x="369" y="87"/>
                  </a:lnTo>
                  <a:lnTo>
                    <a:pt x="361" y="90"/>
                  </a:lnTo>
                  <a:lnTo>
                    <a:pt x="355" y="92"/>
                  </a:lnTo>
                  <a:lnTo>
                    <a:pt x="347" y="92"/>
                  </a:lnTo>
                  <a:lnTo>
                    <a:pt x="339" y="92"/>
                  </a:lnTo>
                  <a:lnTo>
                    <a:pt x="334" y="90"/>
                  </a:lnTo>
                  <a:lnTo>
                    <a:pt x="317" y="82"/>
                  </a:lnTo>
                  <a:lnTo>
                    <a:pt x="301" y="72"/>
                  </a:lnTo>
                  <a:lnTo>
                    <a:pt x="279" y="61"/>
                  </a:lnTo>
                  <a:lnTo>
                    <a:pt x="241" y="35"/>
                  </a:lnTo>
                  <a:lnTo>
                    <a:pt x="219" y="25"/>
                  </a:lnTo>
                  <a:lnTo>
                    <a:pt x="211" y="20"/>
                  </a:lnTo>
                  <a:lnTo>
                    <a:pt x="200" y="15"/>
                  </a:lnTo>
                  <a:lnTo>
                    <a:pt x="189" y="12"/>
                  </a:lnTo>
                  <a:lnTo>
                    <a:pt x="176" y="10"/>
                  </a:lnTo>
                  <a:lnTo>
                    <a:pt x="165" y="10"/>
                  </a:lnTo>
                  <a:lnTo>
                    <a:pt x="154" y="10"/>
                  </a:lnTo>
                  <a:lnTo>
                    <a:pt x="140" y="12"/>
                  </a:lnTo>
                  <a:lnTo>
                    <a:pt x="129" y="15"/>
                  </a:lnTo>
                  <a:lnTo>
                    <a:pt x="116" y="20"/>
                  </a:lnTo>
                  <a:lnTo>
                    <a:pt x="105" y="27"/>
                  </a:lnTo>
                  <a:lnTo>
                    <a:pt x="94" y="33"/>
                  </a:lnTo>
                  <a:lnTo>
                    <a:pt x="83" y="40"/>
                  </a:lnTo>
                  <a:lnTo>
                    <a:pt x="75" y="51"/>
                  </a:lnTo>
                  <a:lnTo>
                    <a:pt x="67" y="59"/>
                  </a:lnTo>
                  <a:lnTo>
                    <a:pt x="48" y="80"/>
                  </a:lnTo>
                  <a:lnTo>
                    <a:pt x="34" y="103"/>
                  </a:lnTo>
                  <a:lnTo>
                    <a:pt x="29" y="116"/>
                  </a:lnTo>
                  <a:lnTo>
                    <a:pt x="26" y="129"/>
                  </a:lnTo>
                  <a:lnTo>
                    <a:pt x="18" y="157"/>
                  </a:lnTo>
                  <a:lnTo>
                    <a:pt x="12" y="183"/>
                  </a:lnTo>
                  <a:lnTo>
                    <a:pt x="10" y="196"/>
                  </a:lnTo>
                  <a:lnTo>
                    <a:pt x="10" y="212"/>
                  </a:lnTo>
                  <a:lnTo>
                    <a:pt x="10" y="240"/>
                  </a:lnTo>
                  <a:lnTo>
                    <a:pt x="15" y="266"/>
                  </a:lnTo>
                  <a:lnTo>
                    <a:pt x="20" y="295"/>
                  </a:lnTo>
                  <a:lnTo>
                    <a:pt x="31" y="323"/>
                  </a:lnTo>
                  <a:lnTo>
                    <a:pt x="37" y="334"/>
                  </a:lnTo>
                  <a:lnTo>
                    <a:pt x="42" y="346"/>
                  </a:lnTo>
                  <a:lnTo>
                    <a:pt x="50" y="357"/>
                  </a:lnTo>
                  <a:lnTo>
                    <a:pt x="61" y="367"/>
                  </a:lnTo>
                  <a:lnTo>
                    <a:pt x="70" y="377"/>
                  </a:lnTo>
                  <a:lnTo>
                    <a:pt x="80" y="388"/>
                  </a:lnTo>
                  <a:lnTo>
                    <a:pt x="91" y="396"/>
                  </a:lnTo>
                  <a:lnTo>
                    <a:pt x="102" y="406"/>
                  </a:lnTo>
                  <a:lnTo>
                    <a:pt x="113" y="411"/>
                  </a:lnTo>
                  <a:lnTo>
                    <a:pt x="124" y="416"/>
                  </a:lnTo>
                  <a:lnTo>
                    <a:pt x="138" y="419"/>
                  </a:lnTo>
                  <a:lnTo>
                    <a:pt x="149" y="422"/>
                  </a:lnTo>
                  <a:lnTo>
                    <a:pt x="159" y="422"/>
                  </a:lnTo>
                  <a:lnTo>
                    <a:pt x="170" y="422"/>
                  </a:lnTo>
                  <a:lnTo>
                    <a:pt x="195" y="414"/>
                  </a:lnTo>
                  <a:lnTo>
                    <a:pt x="214" y="406"/>
                  </a:lnTo>
                  <a:lnTo>
                    <a:pt x="235" y="393"/>
                  </a:lnTo>
                  <a:lnTo>
                    <a:pt x="257" y="380"/>
                  </a:lnTo>
                  <a:lnTo>
                    <a:pt x="277" y="365"/>
                  </a:lnTo>
                  <a:lnTo>
                    <a:pt x="298" y="354"/>
                  </a:lnTo>
                  <a:lnTo>
                    <a:pt x="315" y="341"/>
                  </a:lnTo>
                  <a:lnTo>
                    <a:pt x="331" y="336"/>
                  </a:lnTo>
                  <a:lnTo>
                    <a:pt x="339" y="334"/>
                  </a:lnTo>
                  <a:lnTo>
                    <a:pt x="347" y="331"/>
                  </a:lnTo>
                  <a:lnTo>
                    <a:pt x="361" y="334"/>
                  </a:lnTo>
                  <a:lnTo>
                    <a:pt x="369" y="336"/>
                  </a:lnTo>
                  <a:lnTo>
                    <a:pt x="375" y="344"/>
                  </a:lnTo>
                  <a:lnTo>
                    <a:pt x="380" y="349"/>
                  </a:lnTo>
                  <a:lnTo>
                    <a:pt x="385" y="359"/>
                  </a:lnTo>
                  <a:lnTo>
                    <a:pt x="391" y="370"/>
                  </a:lnTo>
                  <a:lnTo>
                    <a:pt x="396" y="385"/>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42" name="textbox 4342"/>
            <p:cNvSpPr/>
            <p:nvPr>
              <p:custDataLst>
                <p:tags r:id="rId2"/>
              </p:custDataLst>
            </p:nvPr>
          </p:nvSpPr>
          <p:spPr>
            <a:xfrm>
              <a:off x="106686" y="223082"/>
              <a:ext cx="838200" cy="356870"/>
            </a:xfrm>
            <a:prstGeom prst="rect">
              <a:avLst/>
            </a:prstGeom>
          </p:spPr>
          <p:txBody>
            <a:bodyPr vert="horz" wrap="square" lIns="0" tIns="0" rIns="0" bIns="0"/>
            <a:lstStyle/>
            <a:p>
              <a:pPr algn="l" rtl="0" eaLnBrk="0">
                <a:lnSpc>
                  <a:spcPct val="83000"/>
                </a:lnSpc>
              </a:pPr>
              <a:endParaRPr lang="en-US" altLang="en-US" sz="100" dirty="0">
                <a:solidFill>
                  <a:schemeClr val="tx1"/>
                </a:solidFill>
              </a:endParaRPr>
            </a:p>
            <a:p>
              <a:pPr marL="12700" algn="l" rtl="0" eaLnBrk="0">
                <a:lnSpc>
                  <a:spcPct val="88000"/>
                </a:lnSpc>
              </a:pPr>
              <a:r>
                <a:rPr sz="1100" b="1" i="1" kern="0" spc="-10" dirty="0">
                  <a:solidFill>
                    <a:schemeClr val="tx1"/>
                  </a:solidFill>
                  <a:cs typeface="微软雅黑" panose="020B0503020204020204" charset="-122"/>
                </a:rPr>
                <a:t>K</a:t>
              </a:r>
              <a:r>
                <a:rPr sz="1100" b="1" kern="0" spc="-10" dirty="0">
                  <a:solidFill>
                    <a:schemeClr val="tx1"/>
                  </a:solidFill>
                  <a:cs typeface="微软雅黑" panose="020B0503020204020204" charset="-122"/>
                </a:rPr>
                <a:t>nowledge</a:t>
              </a:r>
              <a:endParaRPr lang="en-US" altLang="en-US" sz="1100" dirty="0">
                <a:solidFill>
                  <a:schemeClr val="tx1"/>
                </a:solidFill>
              </a:endParaRPr>
            </a:p>
            <a:p>
              <a:pPr algn="r" rtl="0" eaLnBrk="0">
                <a:lnSpc>
                  <a:spcPct val="97000"/>
                </a:lnSpc>
                <a:spcBef>
                  <a:spcPts val="165"/>
                </a:spcBef>
              </a:pPr>
              <a:r>
                <a:rPr sz="1100" b="1" kern="0" spc="0" dirty="0">
                  <a:solidFill>
                    <a:schemeClr val="tx1"/>
                  </a:solidFill>
                  <a:cs typeface="微软雅黑" panose="020B0503020204020204" charset="-122"/>
                </a:rPr>
                <a:t>知识和能力</a:t>
              </a:r>
              <a:endParaRPr lang="en-US" altLang="en-US" sz="1100" b="1" kern="0" spc="0" dirty="0">
                <a:solidFill>
                  <a:schemeClr val="tx1"/>
                </a:solidFill>
                <a:cs typeface="微软雅黑" panose="020B0503020204020204" charset="-122"/>
              </a:endParaRPr>
            </a:p>
          </p:txBody>
        </p:sp>
        <p:sp>
          <p:nvSpPr>
            <p:cNvPr id="4344" name="rect"/>
            <p:cNvSpPr/>
            <p:nvPr/>
          </p:nvSpPr>
          <p:spPr>
            <a:xfrm>
              <a:off x="0" y="0"/>
              <a:ext cx="12700" cy="864108"/>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4346" name="rect"/>
            <p:cNvSpPr/>
            <p:nvPr/>
          </p:nvSpPr>
          <p:spPr>
            <a:xfrm>
              <a:off x="1165859" y="539877"/>
              <a:ext cx="12700" cy="324230"/>
            </a:xfrm>
            <a:prstGeom prst="rect">
              <a:avLst/>
            </a:prstGeom>
            <a:solidFill>
              <a:srgbClr val="FFFFFF">
                <a:alpha val="100000"/>
              </a:srgbClr>
            </a:solidFill>
            <a:ln cap="flat">
              <a:noFill/>
              <a:prstDash val="solid"/>
              <a:miter lim="0"/>
            </a:ln>
          </p:spPr>
          <p:txBody>
            <a:bodyPr rtlCol="0"/>
            <a:lstStyle/>
            <a:p>
              <a:pPr algn="ctr"/>
              <a:endParaRPr lang="zh-CN" altLang="en-US"/>
            </a:p>
          </p:txBody>
        </p:sp>
        <p:sp>
          <p:nvSpPr>
            <p:cNvPr id="4348" name="rect"/>
            <p:cNvSpPr/>
            <p:nvPr/>
          </p:nvSpPr>
          <p:spPr>
            <a:xfrm>
              <a:off x="106171" y="373506"/>
              <a:ext cx="97535" cy="9144"/>
            </a:xfrm>
            <a:prstGeom prst="rect">
              <a:avLst/>
            </a:prstGeom>
            <a:solidFill>
              <a:schemeClr val="accent1">
                <a:alpha val="100000"/>
              </a:schemeClr>
            </a:solidFill>
            <a:ln cap="flat">
              <a:noFill/>
              <a:prstDash val="solid"/>
              <a:miter lim="0"/>
            </a:ln>
          </p:spPr>
          <p:txBody>
            <a:bodyPr rtlCol="0"/>
            <a:lstStyle/>
            <a:p>
              <a:pPr algn="ctr"/>
              <a:endParaRPr lang="zh-CN" altLang="en-US"/>
            </a:p>
          </p:txBody>
        </p:sp>
      </p:grpSp>
      <p:grpSp>
        <p:nvGrpSpPr>
          <p:cNvPr id="484" name="group 484"/>
          <p:cNvGrpSpPr/>
          <p:nvPr/>
        </p:nvGrpSpPr>
        <p:grpSpPr>
          <a:xfrm rot="21600000">
            <a:off x="8870980" y="5010658"/>
            <a:ext cx="1434562" cy="1103629"/>
            <a:chOff x="0" y="0"/>
            <a:chExt cx="1434562" cy="1103629"/>
          </a:xfrm>
        </p:grpSpPr>
        <p:sp>
          <p:nvSpPr>
            <p:cNvPr id="4350" name="path"/>
            <p:cNvSpPr/>
            <p:nvPr/>
          </p:nvSpPr>
          <p:spPr>
            <a:xfrm>
              <a:off x="6319" y="6350"/>
              <a:ext cx="1421892" cy="1097279"/>
            </a:xfrm>
            <a:custGeom>
              <a:avLst/>
              <a:gdLst/>
              <a:ahLst/>
              <a:cxnLst/>
              <a:rect l="0" t="0" r="0" b="0"/>
              <a:pathLst>
                <a:path w="2239" h="1727">
                  <a:moveTo>
                    <a:pt x="95" y="860"/>
                  </a:moveTo>
                  <a:lnTo>
                    <a:pt x="106" y="852"/>
                  </a:lnTo>
                  <a:lnTo>
                    <a:pt x="119" y="847"/>
                  </a:lnTo>
                  <a:lnTo>
                    <a:pt x="130" y="844"/>
                  </a:lnTo>
                  <a:lnTo>
                    <a:pt x="144" y="841"/>
                  </a:lnTo>
                  <a:lnTo>
                    <a:pt x="155" y="841"/>
                  </a:lnTo>
                  <a:lnTo>
                    <a:pt x="166" y="841"/>
                  </a:lnTo>
                  <a:lnTo>
                    <a:pt x="179" y="844"/>
                  </a:lnTo>
                  <a:lnTo>
                    <a:pt x="190" y="847"/>
                  </a:lnTo>
                  <a:lnTo>
                    <a:pt x="209" y="857"/>
                  </a:lnTo>
                  <a:lnTo>
                    <a:pt x="231" y="867"/>
                  </a:lnTo>
                  <a:lnTo>
                    <a:pt x="250" y="880"/>
                  </a:lnTo>
                  <a:lnTo>
                    <a:pt x="269" y="893"/>
                  </a:lnTo>
                  <a:lnTo>
                    <a:pt x="291" y="904"/>
                  </a:lnTo>
                  <a:lnTo>
                    <a:pt x="307" y="914"/>
                  </a:lnTo>
                  <a:lnTo>
                    <a:pt x="324" y="922"/>
                  </a:lnTo>
                  <a:lnTo>
                    <a:pt x="329" y="924"/>
                  </a:lnTo>
                  <a:lnTo>
                    <a:pt x="337" y="924"/>
                  </a:lnTo>
                  <a:lnTo>
                    <a:pt x="351" y="922"/>
                  </a:lnTo>
                  <a:lnTo>
                    <a:pt x="359" y="919"/>
                  </a:lnTo>
                  <a:lnTo>
                    <a:pt x="365" y="914"/>
                  </a:lnTo>
                  <a:lnTo>
                    <a:pt x="370" y="906"/>
                  </a:lnTo>
                  <a:lnTo>
                    <a:pt x="375" y="898"/>
                  </a:lnTo>
                  <a:lnTo>
                    <a:pt x="381" y="888"/>
                  </a:lnTo>
                  <a:lnTo>
                    <a:pt x="386" y="875"/>
                  </a:lnTo>
                  <a:lnTo>
                    <a:pt x="386" y="367"/>
                  </a:lnTo>
                  <a:lnTo>
                    <a:pt x="1127" y="367"/>
                  </a:lnTo>
                  <a:lnTo>
                    <a:pt x="1146" y="360"/>
                  </a:lnTo>
                  <a:lnTo>
                    <a:pt x="1160" y="354"/>
                  </a:lnTo>
                  <a:lnTo>
                    <a:pt x="1171" y="347"/>
                  </a:lnTo>
                  <a:lnTo>
                    <a:pt x="1176" y="336"/>
                  </a:lnTo>
                  <a:lnTo>
                    <a:pt x="1182" y="328"/>
                  </a:lnTo>
                  <a:lnTo>
                    <a:pt x="1185" y="318"/>
                  </a:lnTo>
                  <a:lnTo>
                    <a:pt x="1182" y="310"/>
                  </a:lnTo>
                  <a:lnTo>
                    <a:pt x="1179" y="300"/>
                  </a:lnTo>
                  <a:lnTo>
                    <a:pt x="1168" y="279"/>
                  </a:lnTo>
                  <a:lnTo>
                    <a:pt x="1155" y="258"/>
                  </a:lnTo>
                  <a:lnTo>
                    <a:pt x="1138" y="238"/>
                  </a:lnTo>
                  <a:lnTo>
                    <a:pt x="1125" y="217"/>
                  </a:lnTo>
                  <a:lnTo>
                    <a:pt x="1114" y="199"/>
                  </a:lnTo>
                  <a:lnTo>
                    <a:pt x="1105" y="183"/>
                  </a:lnTo>
                  <a:lnTo>
                    <a:pt x="1103" y="173"/>
                  </a:lnTo>
                  <a:lnTo>
                    <a:pt x="1100" y="165"/>
                  </a:lnTo>
                  <a:lnTo>
                    <a:pt x="1097" y="150"/>
                  </a:lnTo>
                  <a:lnTo>
                    <a:pt x="1097" y="134"/>
                  </a:lnTo>
                  <a:lnTo>
                    <a:pt x="1100" y="119"/>
                  </a:lnTo>
                  <a:lnTo>
                    <a:pt x="1105" y="101"/>
                  </a:lnTo>
                  <a:lnTo>
                    <a:pt x="1111" y="87"/>
                  </a:lnTo>
                  <a:lnTo>
                    <a:pt x="1119" y="75"/>
                  </a:lnTo>
                  <a:lnTo>
                    <a:pt x="1130" y="64"/>
                  </a:lnTo>
                  <a:lnTo>
                    <a:pt x="1141" y="54"/>
                  </a:lnTo>
                  <a:lnTo>
                    <a:pt x="1155" y="43"/>
                  </a:lnTo>
                  <a:lnTo>
                    <a:pt x="1171" y="33"/>
                  </a:lnTo>
                  <a:lnTo>
                    <a:pt x="1185" y="25"/>
                  </a:lnTo>
                  <a:lnTo>
                    <a:pt x="1206" y="18"/>
                  </a:lnTo>
                  <a:lnTo>
                    <a:pt x="1223" y="12"/>
                  </a:lnTo>
                  <a:lnTo>
                    <a:pt x="1242" y="7"/>
                  </a:lnTo>
                  <a:lnTo>
                    <a:pt x="1261" y="2"/>
                  </a:lnTo>
                  <a:lnTo>
                    <a:pt x="1280" y="0"/>
                  </a:lnTo>
                  <a:lnTo>
                    <a:pt x="1299" y="0"/>
                  </a:lnTo>
                  <a:lnTo>
                    <a:pt x="1321" y="0"/>
                  </a:lnTo>
                  <a:lnTo>
                    <a:pt x="1340" y="0"/>
                  </a:lnTo>
                  <a:lnTo>
                    <a:pt x="1359" y="2"/>
                  </a:lnTo>
                  <a:lnTo>
                    <a:pt x="1378" y="5"/>
                  </a:lnTo>
                  <a:lnTo>
                    <a:pt x="1397" y="10"/>
                  </a:lnTo>
                  <a:lnTo>
                    <a:pt x="1416" y="15"/>
                  </a:lnTo>
                  <a:lnTo>
                    <a:pt x="1430" y="20"/>
                  </a:lnTo>
                  <a:lnTo>
                    <a:pt x="1438" y="23"/>
                  </a:lnTo>
                  <a:lnTo>
                    <a:pt x="1454" y="33"/>
                  </a:lnTo>
                  <a:lnTo>
                    <a:pt x="1470" y="43"/>
                  </a:lnTo>
                  <a:lnTo>
                    <a:pt x="1484" y="54"/>
                  </a:lnTo>
                  <a:lnTo>
                    <a:pt x="1492" y="62"/>
                  </a:lnTo>
                  <a:lnTo>
                    <a:pt x="1498" y="67"/>
                  </a:lnTo>
                  <a:lnTo>
                    <a:pt x="1511" y="82"/>
                  </a:lnTo>
                  <a:lnTo>
                    <a:pt x="1520" y="95"/>
                  </a:lnTo>
                  <a:lnTo>
                    <a:pt x="1525" y="108"/>
                  </a:lnTo>
                  <a:lnTo>
                    <a:pt x="1528" y="124"/>
                  </a:lnTo>
                  <a:lnTo>
                    <a:pt x="1528" y="142"/>
                  </a:lnTo>
                  <a:lnTo>
                    <a:pt x="1525" y="157"/>
                  </a:lnTo>
                  <a:lnTo>
                    <a:pt x="1522" y="165"/>
                  </a:lnTo>
                  <a:lnTo>
                    <a:pt x="1520" y="176"/>
                  </a:lnTo>
                  <a:lnTo>
                    <a:pt x="1509" y="194"/>
                  </a:lnTo>
                  <a:lnTo>
                    <a:pt x="1503" y="204"/>
                  </a:lnTo>
                  <a:lnTo>
                    <a:pt x="1498" y="215"/>
                  </a:lnTo>
                  <a:lnTo>
                    <a:pt x="1470" y="248"/>
                  </a:lnTo>
                  <a:lnTo>
                    <a:pt x="1454" y="274"/>
                  </a:lnTo>
                  <a:lnTo>
                    <a:pt x="1446" y="287"/>
                  </a:lnTo>
                  <a:lnTo>
                    <a:pt x="1440" y="297"/>
                  </a:lnTo>
                  <a:lnTo>
                    <a:pt x="1435" y="308"/>
                  </a:lnTo>
                  <a:lnTo>
                    <a:pt x="1435" y="318"/>
                  </a:lnTo>
                  <a:lnTo>
                    <a:pt x="1435" y="328"/>
                  </a:lnTo>
                  <a:lnTo>
                    <a:pt x="1435" y="334"/>
                  </a:lnTo>
                  <a:lnTo>
                    <a:pt x="1438" y="336"/>
                  </a:lnTo>
                  <a:lnTo>
                    <a:pt x="1443" y="341"/>
                  </a:lnTo>
                  <a:lnTo>
                    <a:pt x="1446" y="347"/>
                  </a:lnTo>
                  <a:lnTo>
                    <a:pt x="1457" y="354"/>
                  </a:lnTo>
                  <a:lnTo>
                    <a:pt x="1465" y="357"/>
                  </a:lnTo>
                  <a:lnTo>
                    <a:pt x="1473" y="362"/>
                  </a:lnTo>
                  <a:lnTo>
                    <a:pt x="1492" y="367"/>
                  </a:lnTo>
                  <a:lnTo>
                    <a:pt x="2239" y="367"/>
                  </a:lnTo>
                  <a:lnTo>
                    <a:pt x="2239" y="1727"/>
                  </a:lnTo>
                  <a:lnTo>
                    <a:pt x="386" y="1727"/>
                  </a:lnTo>
                  <a:lnTo>
                    <a:pt x="386" y="1217"/>
                  </a:lnTo>
                  <a:lnTo>
                    <a:pt x="375" y="1191"/>
                  </a:lnTo>
                  <a:lnTo>
                    <a:pt x="370" y="1181"/>
                  </a:lnTo>
                  <a:lnTo>
                    <a:pt x="365" y="1176"/>
                  </a:lnTo>
                  <a:lnTo>
                    <a:pt x="359" y="1168"/>
                  </a:lnTo>
                  <a:lnTo>
                    <a:pt x="351" y="1165"/>
                  </a:lnTo>
                  <a:lnTo>
                    <a:pt x="345" y="1163"/>
                  </a:lnTo>
                  <a:lnTo>
                    <a:pt x="337" y="1163"/>
                  </a:lnTo>
                  <a:lnTo>
                    <a:pt x="329" y="1165"/>
                  </a:lnTo>
                  <a:lnTo>
                    <a:pt x="321" y="1168"/>
                  </a:lnTo>
                  <a:lnTo>
                    <a:pt x="305" y="1176"/>
                  </a:lnTo>
                  <a:lnTo>
                    <a:pt x="288" y="1186"/>
                  </a:lnTo>
                  <a:lnTo>
                    <a:pt x="266" y="1199"/>
                  </a:lnTo>
                  <a:lnTo>
                    <a:pt x="225" y="1225"/>
                  </a:lnTo>
                  <a:lnTo>
                    <a:pt x="204" y="1238"/>
                  </a:lnTo>
                  <a:lnTo>
                    <a:pt x="196" y="1243"/>
                  </a:lnTo>
                  <a:lnTo>
                    <a:pt x="185" y="1246"/>
                  </a:lnTo>
                  <a:lnTo>
                    <a:pt x="160" y="1253"/>
                  </a:lnTo>
                  <a:lnTo>
                    <a:pt x="149" y="1253"/>
                  </a:lnTo>
                  <a:lnTo>
                    <a:pt x="139" y="1253"/>
                  </a:lnTo>
                  <a:lnTo>
                    <a:pt x="128" y="1251"/>
                  </a:lnTo>
                  <a:lnTo>
                    <a:pt x="114" y="1248"/>
                  </a:lnTo>
                  <a:lnTo>
                    <a:pt x="103" y="1243"/>
                  </a:lnTo>
                  <a:lnTo>
                    <a:pt x="92" y="1238"/>
                  </a:lnTo>
                  <a:lnTo>
                    <a:pt x="70" y="1220"/>
                  </a:lnTo>
                  <a:lnTo>
                    <a:pt x="60" y="1209"/>
                  </a:lnTo>
                  <a:lnTo>
                    <a:pt x="51" y="1199"/>
                  </a:lnTo>
                  <a:lnTo>
                    <a:pt x="32" y="1178"/>
                  </a:lnTo>
                  <a:lnTo>
                    <a:pt x="27" y="1165"/>
                  </a:lnTo>
                  <a:lnTo>
                    <a:pt x="21" y="1155"/>
                  </a:lnTo>
                  <a:lnTo>
                    <a:pt x="10" y="1126"/>
                  </a:lnTo>
                  <a:lnTo>
                    <a:pt x="8" y="1111"/>
                  </a:lnTo>
                  <a:lnTo>
                    <a:pt x="5" y="1098"/>
                  </a:lnTo>
                  <a:lnTo>
                    <a:pt x="2" y="1072"/>
                  </a:lnTo>
                  <a:lnTo>
                    <a:pt x="0" y="1044"/>
                  </a:lnTo>
                  <a:lnTo>
                    <a:pt x="2" y="1015"/>
                  </a:lnTo>
                  <a:lnTo>
                    <a:pt x="8" y="989"/>
                  </a:lnTo>
                  <a:lnTo>
                    <a:pt x="16" y="961"/>
                  </a:lnTo>
                  <a:lnTo>
                    <a:pt x="19" y="948"/>
                  </a:lnTo>
                  <a:lnTo>
                    <a:pt x="24" y="935"/>
                  </a:lnTo>
                  <a:lnTo>
                    <a:pt x="38" y="911"/>
                  </a:lnTo>
                  <a:lnTo>
                    <a:pt x="49" y="901"/>
                  </a:lnTo>
                  <a:lnTo>
                    <a:pt x="57" y="891"/>
                  </a:lnTo>
                  <a:lnTo>
                    <a:pt x="73" y="872"/>
                  </a:lnTo>
                  <a:lnTo>
                    <a:pt x="84" y="865"/>
                  </a:lnTo>
                  <a:lnTo>
                    <a:pt x="95" y="860"/>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4352" name="path"/>
            <p:cNvSpPr/>
            <p:nvPr/>
          </p:nvSpPr>
          <p:spPr>
            <a:xfrm>
              <a:off x="0" y="0"/>
              <a:ext cx="1434562" cy="1103629"/>
            </a:xfrm>
            <a:custGeom>
              <a:avLst/>
              <a:gdLst/>
              <a:ahLst/>
              <a:cxnLst/>
              <a:rect l="0" t="0" r="0" b="0"/>
              <a:pathLst>
                <a:path w="2259" h="1737">
                  <a:moveTo>
                    <a:pt x="105" y="870"/>
                  </a:moveTo>
                  <a:lnTo>
                    <a:pt x="116" y="862"/>
                  </a:lnTo>
                  <a:lnTo>
                    <a:pt x="129" y="857"/>
                  </a:lnTo>
                  <a:lnTo>
                    <a:pt x="140" y="854"/>
                  </a:lnTo>
                  <a:lnTo>
                    <a:pt x="154" y="851"/>
                  </a:lnTo>
                  <a:lnTo>
                    <a:pt x="165" y="851"/>
                  </a:lnTo>
                  <a:lnTo>
                    <a:pt x="176" y="851"/>
                  </a:lnTo>
                  <a:lnTo>
                    <a:pt x="189" y="854"/>
                  </a:lnTo>
                  <a:lnTo>
                    <a:pt x="200" y="857"/>
                  </a:lnTo>
                  <a:lnTo>
                    <a:pt x="219" y="867"/>
                  </a:lnTo>
                  <a:lnTo>
                    <a:pt x="241" y="877"/>
                  </a:lnTo>
                  <a:lnTo>
                    <a:pt x="260" y="890"/>
                  </a:lnTo>
                  <a:lnTo>
                    <a:pt x="279" y="903"/>
                  </a:lnTo>
                  <a:lnTo>
                    <a:pt x="301" y="914"/>
                  </a:lnTo>
                  <a:lnTo>
                    <a:pt x="317" y="924"/>
                  </a:lnTo>
                  <a:lnTo>
                    <a:pt x="334" y="932"/>
                  </a:lnTo>
                  <a:lnTo>
                    <a:pt x="339" y="934"/>
                  </a:lnTo>
                  <a:lnTo>
                    <a:pt x="347" y="934"/>
                  </a:lnTo>
                  <a:lnTo>
                    <a:pt x="361" y="932"/>
                  </a:lnTo>
                  <a:lnTo>
                    <a:pt x="369" y="929"/>
                  </a:lnTo>
                  <a:lnTo>
                    <a:pt x="374" y="924"/>
                  </a:lnTo>
                  <a:lnTo>
                    <a:pt x="380" y="916"/>
                  </a:lnTo>
                  <a:lnTo>
                    <a:pt x="385" y="908"/>
                  </a:lnTo>
                  <a:lnTo>
                    <a:pt x="391" y="898"/>
                  </a:lnTo>
                  <a:lnTo>
                    <a:pt x="396" y="885"/>
                  </a:lnTo>
                  <a:lnTo>
                    <a:pt x="396" y="377"/>
                  </a:lnTo>
                  <a:lnTo>
                    <a:pt x="1137" y="377"/>
                  </a:lnTo>
                  <a:lnTo>
                    <a:pt x="1156" y="370"/>
                  </a:lnTo>
                  <a:lnTo>
                    <a:pt x="1170" y="364"/>
                  </a:lnTo>
                  <a:lnTo>
                    <a:pt x="1181" y="357"/>
                  </a:lnTo>
                  <a:lnTo>
                    <a:pt x="1186" y="346"/>
                  </a:lnTo>
                  <a:lnTo>
                    <a:pt x="1192" y="338"/>
                  </a:lnTo>
                  <a:lnTo>
                    <a:pt x="1194" y="328"/>
                  </a:lnTo>
                  <a:lnTo>
                    <a:pt x="1192" y="320"/>
                  </a:lnTo>
                  <a:lnTo>
                    <a:pt x="1189" y="310"/>
                  </a:lnTo>
                  <a:lnTo>
                    <a:pt x="1178" y="289"/>
                  </a:lnTo>
                  <a:lnTo>
                    <a:pt x="1164" y="268"/>
                  </a:lnTo>
                  <a:lnTo>
                    <a:pt x="1148" y="248"/>
                  </a:lnTo>
                  <a:lnTo>
                    <a:pt x="1134" y="227"/>
                  </a:lnTo>
                  <a:lnTo>
                    <a:pt x="1124" y="209"/>
                  </a:lnTo>
                  <a:lnTo>
                    <a:pt x="1115" y="193"/>
                  </a:lnTo>
                  <a:lnTo>
                    <a:pt x="1113" y="183"/>
                  </a:lnTo>
                  <a:lnTo>
                    <a:pt x="1110" y="175"/>
                  </a:lnTo>
                  <a:lnTo>
                    <a:pt x="1107" y="160"/>
                  </a:lnTo>
                  <a:lnTo>
                    <a:pt x="1107" y="144"/>
                  </a:lnTo>
                  <a:lnTo>
                    <a:pt x="1110" y="129"/>
                  </a:lnTo>
                  <a:lnTo>
                    <a:pt x="1115" y="111"/>
                  </a:lnTo>
                  <a:lnTo>
                    <a:pt x="1121" y="97"/>
                  </a:lnTo>
                  <a:lnTo>
                    <a:pt x="1129" y="85"/>
                  </a:lnTo>
                  <a:lnTo>
                    <a:pt x="1140" y="74"/>
                  </a:lnTo>
                  <a:lnTo>
                    <a:pt x="1151" y="64"/>
                  </a:lnTo>
                  <a:lnTo>
                    <a:pt x="1164" y="53"/>
                  </a:lnTo>
                  <a:lnTo>
                    <a:pt x="1181" y="43"/>
                  </a:lnTo>
                  <a:lnTo>
                    <a:pt x="1194" y="35"/>
                  </a:lnTo>
                  <a:lnTo>
                    <a:pt x="1216" y="28"/>
                  </a:lnTo>
                  <a:lnTo>
                    <a:pt x="1233" y="22"/>
                  </a:lnTo>
                  <a:lnTo>
                    <a:pt x="1252" y="17"/>
                  </a:lnTo>
                  <a:lnTo>
                    <a:pt x="1271" y="12"/>
                  </a:lnTo>
                  <a:lnTo>
                    <a:pt x="1290" y="10"/>
                  </a:lnTo>
                  <a:lnTo>
                    <a:pt x="1309" y="10"/>
                  </a:lnTo>
                  <a:lnTo>
                    <a:pt x="1331" y="10"/>
                  </a:lnTo>
                  <a:lnTo>
                    <a:pt x="1350" y="10"/>
                  </a:lnTo>
                  <a:lnTo>
                    <a:pt x="1369" y="12"/>
                  </a:lnTo>
                  <a:lnTo>
                    <a:pt x="1388" y="15"/>
                  </a:lnTo>
                  <a:lnTo>
                    <a:pt x="1407" y="20"/>
                  </a:lnTo>
                  <a:lnTo>
                    <a:pt x="1426" y="25"/>
                  </a:lnTo>
                  <a:lnTo>
                    <a:pt x="1440" y="30"/>
                  </a:lnTo>
                  <a:lnTo>
                    <a:pt x="1448" y="33"/>
                  </a:lnTo>
                  <a:lnTo>
                    <a:pt x="1464" y="43"/>
                  </a:lnTo>
                  <a:lnTo>
                    <a:pt x="1480" y="53"/>
                  </a:lnTo>
                  <a:lnTo>
                    <a:pt x="1494" y="64"/>
                  </a:lnTo>
                  <a:lnTo>
                    <a:pt x="1502" y="72"/>
                  </a:lnTo>
                  <a:lnTo>
                    <a:pt x="1508" y="77"/>
                  </a:lnTo>
                  <a:lnTo>
                    <a:pt x="1521" y="92"/>
                  </a:lnTo>
                  <a:lnTo>
                    <a:pt x="1529" y="105"/>
                  </a:lnTo>
                  <a:lnTo>
                    <a:pt x="1535" y="118"/>
                  </a:lnTo>
                  <a:lnTo>
                    <a:pt x="1538" y="134"/>
                  </a:lnTo>
                  <a:lnTo>
                    <a:pt x="1538" y="152"/>
                  </a:lnTo>
                  <a:lnTo>
                    <a:pt x="1535" y="167"/>
                  </a:lnTo>
                  <a:lnTo>
                    <a:pt x="1532" y="175"/>
                  </a:lnTo>
                  <a:lnTo>
                    <a:pt x="1529" y="186"/>
                  </a:lnTo>
                  <a:lnTo>
                    <a:pt x="1519" y="204"/>
                  </a:lnTo>
                  <a:lnTo>
                    <a:pt x="1513" y="214"/>
                  </a:lnTo>
                  <a:lnTo>
                    <a:pt x="1508" y="225"/>
                  </a:lnTo>
                  <a:lnTo>
                    <a:pt x="1480" y="258"/>
                  </a:lnTo>
                  <a:lnTo>
                    <a:pt x="1464" y="284"/>
                  </a:lnTo>
                  <a:lnTo>
                    <a:pt x="1456" y="297"/>
                  </a:lnTo>
                  <a:lnTo>
                    <a:pt x="1450" y="307"/>
                  </a:lnTo>
                  <a:lnTo>
                    <a:pt x="1445" y="318"/>
                  </a:lnTo>
                  <a:lnTo>
                    <a:pt x="1445" y="328"/>
                  </a:lnTo>
                  <a:lnTo>
                    <a:pt x="1445" y="338"/>
                  </a:lnTo>
                  <a:lnTo>
                    <a:pt x="1445" y="344"/>
                  </a:lnTo>
                  <a:lnTo>
                    <a:pt x="1448" y="346"/>
                  </a:lnTo>
                  <a:lnTo>
                    <a:pt x="1453" y="351"/>
                  </a:lnTo>
                  <a:lnTo>
                    <a:pt x="1456" y="357"/>
                  </a:lnTo>
                  <a:lnTo>
                    <a:pt x="1467" y="364"/>
                  </a:lnTo>
                  <a:lnTo>
                    <a:pt x="1475" y="367"/>
                  </a:lnTo>
                  <a:lnTo>
                    <a:pt x="1483" y="372"/>
                  </a:lnTo>
                  <a:lnTo>
                    <a:pt x="1502" y="377"/>
                  </a:lnTo>
                  <a:lnTo>
                    <a:pt x="2249" y="377"/>
                  </a:lnTo>
                  <a:lnTo>
                    <a:pt x="2249" y="1737"/>
                  </a:lnTo>
                  <a:moveTo>
                    <a:pt x="396" y="1227"/>
                  </a:moveTo>
                  <a:lnTo>
                    <a:pt x="385" y="1201"/>
                  </a:lnTo>
                  <a:lnTo>
                    <a:pt x="380" y="1191"/>
                  </a:lnTo>
                  <a:lnTo>
                    <a:pt x="374" y="1186"/>
                  </a:lnTo>
                  <a:lnTo>
                    <a:pt x="369" y="1178"/>
                  </a:lnTo>
                  <a:lnTo>
                    <a:pt x="361" y="1175"/>
                  </a:lnTo>
                  <a:lnTo>
                    <a:pt x="355" y="1173"/>
                  </a:lnTo>
                  <a:lnTo>
                    <a:pt x="347" y="1173"/>
                  </a:lnTo>
                  <a:lnTo>
                    <a:pt x="339" y="1175"/>
                  </a:lnTo>
                  <a:lnTo>
                    <a:pt x="331" y="1178"/>
                  </a:lnTo>
                  <a:lnTo>
                    <a:pt x="314" y="1186"/>
                  </a:lnTo>
                  <a:lnTo>
                    <a:pt x="298" y="1196"/>
                  </a:lnTo>
                  <a:lnTo>
                    <a:pt x="276" y="1209"/>
                  </a:lnTo>
                  <a:lnTo>
                    <a:pt x="235" y="1235"/>
                  </a:lnTo>
                  <a:lnTo>
                    <a:pt x="214" y="1248"/>
                  </a:lnTo>
                  <a:lnTo>
                    <a:pt x="206" y="1253"/>
                  </a:lnTo>
                  <a:lnTo>
                    <a:pt x="195" y="1256"/>
                  </a:lnTo>
                  <a:lnTo>
                    <a:pt x="170" y="1263"/>
                  </a:lnTo>
                  <a:lnTo>
                    <a:pt x="159" y="1263"/>
                  </a:lnTo>
                  <a:lnTo>
                    <a:pt x="148" y="1263"/>
                  </a:lnTo>
                  <a:lnTo>
                    <a:pt x="137" y="1261"/>
                  </a:lnTo>
                  <a:lnTo>
                    <a:pt x="124" y="1258"/>
                  </a:lnTo>
                  <a:lnTo>
                    <a:pt x="113" y="1253"/>
                  </a:lnTo>
                  <a:lnTo>
                    <a:pt x="102" y="1248"/>
                  </a:lnTo>
                  <a:lnTo>
                    <a:pt x="80" y="1230"/>
                  </a:lnTo>
                  <a:lnTo>
                    <a:pt x="69" y="1219"/>
                  </a:lnTo>
                  <a:lnTo>
                    <a:pt x="61" y="1209"/>
                  </a:lnTo>
                  <a:lnTo>
                    <a:pt x="42" y="1188"/>
                  </a:lnTo>
                  <a:lnTo>
                    <a:pt x="37" y="1175"/>
                  </a:lnTo>
                  <a:lnTo>
                    <a:pt x="31" y="1165"/>
                  </a:lnTo>
                  <a:lnTo>
                    <a:pt x="20" y="1136"/>
                  </a:lnTo>
                  <a:lnTo>
                    <a:pt x="18" y="1121"/>
                  </a:lnTo>
                  <a:lnTo>
                    <a:pt x="15" y="1108"/>
                  </a:lnTo>
                  <a:lnTo>
                    <a:pt x="12" y="1082"/>
                  </a:lnTo>
                  <a:lnTo>
                    <a:pt x="9" y="1054"/>
                  </a:lnTo>
                  <a:lnTo>
                    <a:pt x="12" y="1025"/>
                  </a:lnTo>
                  <a:lnTo>
                    <a:pt x="18" y="999"/>
                  </a:lnTo>
                  <a:lnTo>
                    <a:pt x="26" y="971"/>
                  </a:lnTo>
                  <a:lnTo>
                    <a:pt x="28" y="958"/>
                  </a:lnTo>
                  <a:lnTo>
                    <a:pt x="34" y="945"/>
                  </a:lnTo>
                  <a:lnTo>
                    <a:pt x="48" y="921"/>
                  </a:lnTo>
                  <a:lnTo>
                    <a:pt x="58" y="911"/>
                  </a:lnTo>
                  <a:lnTo>
                    <a:pt x="67" y="901"/>
                  </a:lnTo>
                  <a:lnTo>
                    <a:pt x="83" y="882"/>
                  </a:lnTo>
                  <a:lnTo>
                    <a:pt x="94" y="875"/>
                  </a:lnTo>
                  <a:lnTo>
                    <a:pt x="105" y="870"/>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54" name="rect"/>
            <p:cNvSpPr/>
            <p:nvPr/>
          </p:nvSpPr>
          <p:spPr>
            <a:xfrm>
              <a:off x="356839" y="474217"/>
              <a:ext cx="993647" cy="429767"/>
            </a:xfrm>
            <a:prstGeom prst="rect">
              <a:avLst/>
            </a:prstGeom>
            <a:solidFill>
              <a:schemeClr val="accent3">
                <a:alpha val="100000"/>
              </a:schemeClr>
            </a:solidFill>
            <a:ln cap="flat">
              <a:noFill/>
              <a:prstDash val="solid"/>
              <a:miter lim="0"/>
            </a:ln>
          </p:spPr>
          <p:txBody>
            <a:bodyPr rtlCol="0"/>
            <a:lstStyle/>
            <a:p>
              <a:pPr algn="ctr"/>
              <a:endParaRPr lang="zh-CN" altLang="en-US"/>
            </a:p>
          </p:txBody>
        </p:sp>
        <p:sp>
          <p:nvSpPr>
            <p:cNvPr id="4356" name="textbox 4356"/>
            <p:cNvSpPr/>
            <p:nvPr>
              <p:custDataLst>
                <p:tags r:id="rId3"/>
              </p:custDataLst>
            </p:nvPr>
          </p:nvSpPr>
          <p:spPr>
            <a:xfrm>
              <a:off x="433391" y="530549"/>
              <a:ext cx="846455" cy="357504"/>
            </a:xfrm>
            <a:prstGeom prst="rect">
              <a:avLst/>
            </a:prstGeom>
          </p:spPr>
          <p:txBody>
            <a:bodyPr vert="horz" wrap="square" lIns="0" tIns="0" rIns="0" bIns="0">
              <a:normAutofit/>
            </a:bodyPr>
            <a:lstStyle/>
            <a:p>
              <a:pPr algn="l" rtl="0" eaLnBrk="0">
                <a:lnSpc>
                  <a:spcPct val="82000"/>
                </a:lnSpc>
              </a:pPr>
              <a:endParaRPr lang="en-US" altLang="en-US" sz="100" dirty="0">
                <a:solidFill>
                  <a:schemeClr val="tx1"/>
                </a:solidFill>
              </a:endParaRPr>
            </a:p>
            <a:p>
              <a:pPr marL="282575" indent="-270510" algn="l" rtl="0" eaLnBrk="0">
                <a:lnSpc>
                  <a:spcPct val="99000"/>
                </a:lnSpc>
              </a:pPr>
              <a:r>
                <a:rPr sz="1100" b="1" i="1" kern="0" spc="-10" dirty="0">
                  <a:solidFill>
                    <a:schemeClr val="tx1"/>
                  </a:solidFill>
                  <a:cs typeface="微软雅黑" panose="020B0503020204020204" charset="-122"/>
                </a:rPr>
                <a:t>T</a:t>
              </a:r>
              <a:r>
                <a:rPr sz="1100" b="1" kern="0" spc="-10" dirty="0">
                  <a:solidFill>
                    <a:schemeClr val="tx1"/>
                  </a:solidFill>
                  <a:cs typeface="微软雅黑" panose="020B0503020204020204" charset="-122"/>
                </a:rPr>
                <a:t>echnology</a:t>
              </a:r>
              <a:r>
                <a:rPr sz="1100" b="1" kern="0" spc="70" dirty="0">
                  <a:solidFill>
                    <a:schemeClr val="tx1"/>
                  </a:solidFill>
                  <a:cs typeface="微软雅黑" panose="020B0503020204020204" charset="-122"/>
                </a:rPr>
                <a:t> </a:t>
              </a:r>
              <a:r>
                <a:rPr sz="1100" b="1" kern="0" spc="-10" dirty="0">
                  <a:solidFill>
                    <a:schemeClr val="tx1"/>
                  </a:solidFill>
                  <a:cs typeface="微软雅黑" panose="020B0503020204020204" charset="-122"/>
                </a:rPr>
                <a:t>技术</a:t>
              </a:r>
              <a:endParaRPr lang="en-US" altLang="en-US" sz="1100" b="1" kern="0" spc="-10" dirty="0">
                <a:solidFill>
                  <a:schemeClr val="tx1"/>
                </a:solidFill>
                <a:cs typeface="微软雅黑" panose="020B0503020204020204" charset="-122"/>
              </a:endParaRPr>
            </a:p>
          </p:txBody>
        </p:sp>
        <p:sp>
          <p:nvSpPr>
            <p:cNvPr id="4358" name="rect"/>
            <p:cNvSpPr/>
            <p:nvPr/>
          </p:nvSpPr>
          <p:spPr>
            <a:xfrm>
              <a:off x="442564" y="680084"/>
              <a:ext cx="88392" cy="9144"/>
            </a:xfrm>
            <a:prstGeom prst="rect">
              <a:avLst/>
            </a:prstGeom>
            <a:solidFill>
              <a:schemeClr val="accent1">
                <a:alpha val="100000"/>
              </a:schemeClr>
            </a:solidFill>
            <a:ln cap="flat">
              <a:noFill/>
              <a:prstDash val="solid"/>
              <a:miter lim="0"/>
            </a:ln>
          </p:spPr>
          <p:txBody>
            <a:bodyPr rtlCol="0"/>
            <a:lstStyle/>
            <a:p>
              <a:pPr algn="ctr"/>
              <a:endParaRPr lang="zh-CN" altLang="en-US"/>
            </a:p>
          </p:txBody>
        </p:sp>
      </p:grpSp>
      <p:grpSp>
        <p:nvGrpSpPr>
          <p:cNvPr id="486" name="group 486"/>
          <p:cNvGrpSpPr/>
          <p:nvPr/>
        </p:nvGrpSpPr>
        <p:grpSpPr>
          <a:xfrm rot="21600000">
            <a:off x="9082785" y="3773170"/>
            <a:ext cx="1178560" cy="1109979"/>
            <a:chOff x="0" y="0"/>
            <a:chExt cx="1178560" cy="1109979"/>
          </a:xfrm>
        </p:grpSpPr>
        <p:sp>
          <p:nvSpPr>
            <p:cNvPr id="4360" name="path"/>
            <p:cNvSpPr/>
            <p:nvPr/>
          </p:nvSpPr>
          <p:spPr>
            <a:xfrm>
              <a:off x="6350" y="6350"/>
              <a:ext cx="1165860" cy="1097279"/>
            </a:xfrm>
            <a:custGeom>
              <a:avLst/>
              <a:gdLst/>
              <a:ahLst/>
              <a:cxnLst/>
              <a:rect l="0" t="0" r="0" b="0"/>
              <a:pathLst>
                <a:path w="1836" h="1727">
                  <a:moveTo>
                    <a:pt x="0" y="367"/>
                  </a:moveTo>
                  <a:lnTo>
                    <a:pt x="735" y="367"/>
                  </a:lnTo>
                  <a:lnTo>
                    <a:pt x="749" y="362"/>
                  </a:lnTo>
                  <a:lnTo>
                    <a:pt x="760" y="357"/>
                  </a:lnTo>
                  <a:lnTo>
                    <a:pt x="771" y="352"/>
                  </a:lnTo>
                  <a:lnTo>
                    <a:pt x="776" y="347"/>
                  </a:lnTo>
                  <a:lnTo>
                    <a:pt x="781" y="339"/>
                  </a:lnTo>
                  <a:lnTo>
                    <a:pt x="787" y="334"/>
                  </a:lnTo>
                  <a:lnTo>
                    <a:pt x="787" y="326"/>
                  </a:lnTo>
                  <a:lnTo>
                    <a:pt x="790" y="321"/>
                  </a:lnTo>
                  <a:lnTo>
                    <a:pt x="787" y="313"/>
                  </a:lnTo>
                  <a:lnTo>
                    <a:pt x="787" y="305"/>
                  </a:lnTo>
                  <a:lnTo>
                    <a:pt x="779" y="292"/>
                  </a:lnTo>
                  <a:lnTo>
                    <a:pt x="768" y="271"/>
                  </a:lnTo>
                  <a:lnTo>
                    <a:pt x="754" y="256"/>
                  </a:lnTo>
                  <a:lnTo>
                    <a:pt x="730" y="220"/>
                  </a:lnTo>
                  <a:lnTo>
                    <a:pt x="716" y="199"/>
                  </a:lnTo>
                  <a:lnTo>
                    <a:pt x="713" y="189"/>
                  </a:lnTo>
                  <a:lnTo>
                    <a:pt x="708" y="178"/>
                  </a:lnTo>
                  <a:lnTo>
                    <a:pt x="705" y="168"/>
                  </a:lnTo>
                  <a:lnTo>
                    <a:pt x="702" y="157"/>
                  </a:lnTo>
                  <a:lnTo>
                    <a:pt x="702" y="147"/>
                  </a:lnTo>
                  <a:lnTo>
                    <a:pt x="702" y="134"/>
                  </a:lnTo>
                  <a:lnTo>
                    <a:pt x="705" y="124"/>
                  </a:lnTo>
                  <a:lnTo>
                    <a:pt x="708" y="111"/>
                  </a:lnTo>
                  <a:lnTo>
                    <a:pt x="713" y="98"/>
                  </a:lnTo>
                  <a:lnTo>
                    <a:pt x="719" y="85"/>
                  </a:lnTo>
                  <a:lnTo>
                    <a:pt x="727" y="75"/>
                  </a:lnTo>
                  <a:lnTo>
                    <a:pt x="735" y="67"/>
                  </a:lnTo>
                  <a:lnTo>
                    <a:pt x="743" y="56"/>
                  </a:lnTo>
                  <a:lnTo>
                    <a:pt x="754" y="49"/>
                  </a:lnTo>
                  <a:lnTo>
                    <a:pt x="776" y="36"/>
                  </a:lnTo>
                  <a:lnTo>
                    <a:pt x="800" y="23"/>
                  </a:lnTo>
                  <a:lnTo>
                    <a:pt x="814" y="18"/>
                  </a:lnTo>
                  <a:lnTo>
                    <a:pt x="828" y="12"/>
                  </a:lnTo>
                  <a:lnTo>
                    <a:pt x="855" y="5"/>
                  </a:lnTo>
                  <a:lnTo>
                    <a:pt x="885" y="2"/>
                  </a:lnTo>
                  <a:lnTo>
                    <a:pt x="912" y="0"/>
                  </a:lnTo>
                  <a:lnTo>
                    <a:pt x="942" y="0"/>
                  </a:lnTo>
                  <a:lnTo>
                    <a:pt x="972" y="2"/>
                  </a:lnTo>
                  <a:lnTo>
                    <a:pt x="999" y="10"/>
                  </a:lnTo>
                  <a:lnTo>
                    <a:pt x="1027" y="18"/>
                  </a:lnTo>
                  <a:lnTo>
                    <a:pt x="1043" y="23"/>
                  </a:lnTo>
                  <a:lnTo>
                    <a:pt x="1057" y="30"/>
                  </a:lnTo>
                  <a:lnTo>
                    <a:pt x="1067" y="36"/>
                  </a:lnTo>
                  <a:lnTo>
                    <a:pt x="1078" y="43"/>
                  </a:lnTo>
                  <a:lnTo>
                    <a:pt x="1089" y="54"/>
                  </a:lnTo>
                  <a:lnTo>
                    <a:pt x="1100" y="62"/>
                  </a:lnTo>
                  <a:lnTo>
                    <a:pt x="1108" y="72"/>
                  </a:lnTo>
                  <a:lnTo>
                    <a:pt x="1116" y="82"/>
                  </a:lnTo>
                  <a:lnTo>
                    <a:pt x="1125" y="95"/>
                  </a:lnTo>
                  <a:lnTo>
                    <a:pt x="1130" y="106"/>
                  </a:lnTo>
                  <a:lnTo>
                    <a:pt x="1133" y="119"/>
                  </a:lnTo>
                  <a:lnTo>
                    <a:pt x="1136" y="132"/>
                  </a:lnTo>
                  <a:lnTo>
                    <a:pt x="1136" y="142"/>
                  </a:lnTo>
                  <a:lnTo>
                    <a:pt x="1133" y="152"/>
                  </a:lnTo>
                  <a:lnTo>
                    <a:pt x="1127" y="173"/>
                  </a:lnTo>
                  <a:lnTo>
                    <a:pt x="1116" y="194"/>
                  </a:lnTo>
                  <a:lnTo>
                    <a:pt x="1106" y="214"/>
                  </a:lnTo>
                  <a:lnTo>
                    <a:pt x="1076" y="253"/>
                  </a:lnTo>
                  <a:lnTo>
                    <a:pt x="1062" y="269"/>
                  </a:lnTo>
                  <a:lnTo>
                    <a:pt x="1051" y="290"/>
                  </a:lnTo>
                  <a:lnTo>
                    <a:pt x="1043" y="305"/>
                  </a:lnTo>
                  <a:lnTo>
                    <a:pt x="1040" y="313"/>
                  </a:lnTo>
                  <a:lnTo>
                    <a:pt x="1040" y="321"/>
                  </a:lnTo>
                  <a:lnTo>
                    <a:pt x="1040" y="326"/>
                  </a:lnTo>
                  <a:lnTo>
                    <a:pt x="1043" y="334"/>
                  </a:lnTo>
                  <a:lnTo>
                    <a:pt x="1046" y="341"/>
                  </a:lnTo>
                  <a:lnTo>
                    <a:pt x="1051" y="347"/>
                  </a:lnTo>
                  <a:lnTo>
                    <a:pt x="1059" y="352"/>
                  </a:lnTo>
                  <a:lnTo>
                    <a:pt x="1070" y="357"/>
                  </a:lnTo>
                  <a:lnTo>
                    <a:pt x="1081" y="362"/>
                  </a:lnTo>
                  <a:lnTo>
                    <a:pt x="1097" y="367"/>
                  </a:lnTo>
                  <a:lnTo>
                    <a:pt x="1836" y="367"/>
                  </a:lnTo>
                  <a:lnTo>
                    <a:pt x="1836" y="870"/>
                  </a:lnTo>
                  <a:lnTo>
                    <a:pt x="1830" y="885"/>
                  </a:lnTo>
                  <a:lnTo>
                    <a:pt x="1825" y="896"/>
                  </a:lnTo>
                  <a:lnTo>
                    <a:pt x="1819" y="906"/>
                  </a:lnTo>
                  <a:lnTo>
                    <a:pt x="1814" y="911"/>
                  </a:lnTo>
                  <a:lnTo>
                    <a:pt x="1808" y="919"/>
                  </a:lnTo>
                  <a:lnTo>
                    <a:pt x="1800" y="922"/>
                  </a:lnTo>
                  <a:lnTo>
                    <a:pt x="1795" y="924"/>
                  </a:lnTo>
                  <a:lnTo>
                    <a:pt x="1787" y="924"/>
                  </a:lnTo>
                  <a:lnTo>
                    <a:pt x="1778" y="924"/>
                  </a:lnTo>
                  <a:lnTo>
                    <a:pt x="1773" y="922"/>
                  </a:lnTo>
                  <a:lnTo>
                    <a:pt x="1757" y="914"/>
                  </a:lnTo>
                  <a:lnTo>
                    <a:pt x="1740" y="906"/>
                  </a:lnTo>
                  <a:lnTo>
                    <a:pt x="1718" y="893"/>
                  </a:lnTo>
                  <a:lnTo>
                    <a:pt x="1699" y="880"/>
                  </a:lnTo>
                  <a:lnTo>
                    <a:pt x="1680" y="867"/>
                  </a:lnTo>
                  <a:lnTo>
                    <a:pt x="1659" y="857"/>
                  </a:lnTo>
                  <a:lnTo>
                    <a:pt x="1637" y="849"/>
                  </a:lnTo>
                  <a:lnTo>
                    <a:pt x="1626" y="844"/>
                  </a:lnTo>
                  <a:lnTo>
                    <a:pt x="1615" y="841"/>
                  </a:lnTo>
                  <a:lnTo>
                    <a:pt x="1604" y="841"/>
                  </a:lnTo>
                  <a:lnTo>
                    <a:pt x="1593" y="841"/>
                  </a:lnTo>
                  <a:lnTo>
                    <a:pt x="1580" y="844"/>
                  </a:lnTo>
                  <a:lnTo>
                    <a:pt x="1569" y="847"/>
                  </a:lnTo>
                  <a:lnTo>
                    <a:pt x="1555" y="852"/>
                  </a:lnTo>
                  <a:lnTo>
                    <a:pt x="1541" y="860"/>
                  </a:lnTo>
                  <a:lnTo>
                    <a:pt x="1531" y="865"/>
                  </a:lnTo>
                  <a:lnTo>
                    <a:pt x="1522" y="872"/>
                  </a:lnTo>
                  <a:lnTo>
                    <a:pt x="1511" y="883"/>
                  </a:lnTo>
                  <a:lnTo>
                    <a:pt x="1503" y="891"/>
                  </a:lnTo>
                  <a:lnTo>
                    <a:pt x="1487" y="911"/>
                  </a:lnTo>
                  <a:lnTo>
                    <a:pt x="1473" y="935"/>
                  </a:lnTo>
                  <a:lnTo>
                    <a:pt x="1468" y="948"/>
                  </a:lnTo>
                  <a:lnTo>
                    <a:pt x="1462" y="961"/>
                  </a:lnTo>
                  <a:lnTo>
                    <a:pt x="1454" y="989"/>
                  </a:lnTo>
                  <a:lnTo>
                    <a:pt x="1452" y="1015"/>
                  </a:lnTo>
                  <a:lnTo>
                    <a:pt x="1449" y="1028"/>
                  </a:lnTo>
                  <a:lnTo>
                    <a:pt x="1449" y="1043"/>
                  </a:lnTo>
                  <a:lnTo>
                    <a:pt x="1449" y="1072"/>
                  </a:lnTo>
                  <a:lnTo>
                    <a:pt x="1452" y="1098"/>
                  </a:lnTo>
                  <a:lnTo>
                    <a:pt x="1460" y="1126"/>
                  </a:lnTo>
                  <a:lnTo>
                    <a:pt x="1468" y="1155"/>
                  </a:lnTo>
                  <a:lnTo>
                    <a:pt x="1473" y="1165"/>
                  </a:lnTo>
                  <a:lnTo>
                    <a:pt x="1481" y="1178"/>
                  </a:lnTo>
                  <a:lnTo>
                    <a:pt x="1487" y="1189"/>
                  </a:lnTo>
                  <a:lnTo>
                    <a:pt x="1498" y="1199"/>
                  </a:lnTo>
                  <a:lnTo>
                    <a:pt x="1509" y="1209"/>
                  </a:lnTo>
                  <a:lnTo>
                    <a:pt x="1517" y="1220"/>
                  </a:lnTo>
                  <a:lnTo>
                    <a:pt x="1528" y="1230"/>
                  </a:lnTo>
                  <a:lnTo>
                    <a:pt x="1539" y="1238"/>
                  </a:lnTo>
                  <a:lnTo>
                    <a:pt x="1552" y="1243"/>
                  </a:lnTo>
                  <a:lnTo>
                    <a:pt x="1563" y="1248"/>
                  </a:lnTo>
                  <a:lnTo>
                    <a:pt x="1574" y="1251"/>
                  </a:lnTo>
                  <a:lnTo>
                    <a:pt x="1588" y="1253"/>
                  </a:lnTo>
                  <a:lnTo>
                    <a:pt x="1599" y="1253"/>
                  </a:lnTo>
                  <a:lnTo>
                    <a:pt x="1610" y="1253"/>
                  </a:lnTo>
                  <a:lnTo>
                    <a:pt x="1631" y="1246"/>
                  </a:lnTo>
                  <a:lnTo>
                    <a:pt x="1642" y="1243"/>
                  </a:lnTo>
                  <a:lnTo>
                    <a:pt x="1653" y="1235"/>
                  </a:lnTo>
                  <a:lnTo>
                    <a:pt x="1675" y="1225"/>
                  </a:lnTo>
                  <a:lnTo>
                    <a:pt x="1716" y="1196"/>
                  </a:lnTo>
                  <a:lnTo>
                    <a:pt x="1738" y="1183"/>
                  </a:lnTo>
                  <a:lnTo>
                    <a:pt x="1754" y="1173"/>
                  </a:lnTo>
                  <a:lnTo>
                    <a:pt x="1762" y="1170"/>
                  </a:lnTo>
                  <a:lnTo>
                    <a:pt x="1770" y="1165"/>
                  </a:lnTo>
                  <a:lnTo>
                    <a:pt x="1778" y="1165"/>
                  </a:lnTo>
                  <a:lnTo>
                    <a:pt x="1787" y="1163"/>
                  </a:lnTo>
                  <a:lnTo>
                    <a:pt x="1795" y="1165"/>
                  </a:lnTo>
                  <a:lnTo>
                    <a:pt x="1800" y="1165"/>
                  </a:lnTo>
                  <a:lnTo>
                    <a:pt x="1808" y="1170"/>
                  </a:lnTo>
                  <a:lnTo>
                    <a:pt x="1814" y="1176"/>
                  </a:lnTo>
                  <a:lnTo>
                    <a:pt x="1819" y="1183"/>
                  </a:lnTo>
                  <a:lnTo>
                    <a:pt x="1827" y="1194"/>
                  </a:lnTo>
                  <a:lnTo>
                    <a:pt x="1833" y="1204"/>
                  </a:lnTo>
                  <a:lnTo>
                    <a:pt x="1836" y="1220"/>
                  </a:lnTo>
                  <a:lnTo>
                    <a:pt x="1836" y="1727"/>
                  </a:lnTo>
                  <a:lnTo>
                    <a:pt x="0" y="1727"/>
                  </a:lnTo>
                  <a:lnTo>
                    <a:pt x="0" y="367"/>
                  </a:lnTo>
                  <a:close/>
                </a:path>
              </a:pathLst>
            </a:custGeom>
            <a:solidFill>
              <a:schemeClr val="accent6">
                <a:alpha val="100000"/>
              </a:schemeClr>
            </a:solidFill>
            <a:ln cap="flat">
              <a:noFill/>
              <a:prstDash val="solid"/>
              <a:miter lim="0"/>
            </a:ln>
          </p:spPr>
          <p:txBody>
            <a:bodyPr rtlCol="0"/>
            <a:lstStyle/>
            <a:p>
              <a:pPr algn="ctr"/>
              <a:endParaRPr lang="zh-CN" altLang="en-US"/>
            </a:p>
          </p:txBody>
        </p:sp>
        <p:sp>
          <p:nvSpPr>
            <p:cNvPr id="4362" name="path"/>
            <p:cNvSpPr/>
            <p:nvPr/>
          </p:nvSpPr>
          <p:spPr>
            <a:xfrm>
              <a:off x="0" y="239902"/>
              <a:ext cx="1178560" cy="863726"/>
            </a:xfrm>
            <a:custGeom>
              <a:avLst/>
              <a:gdLst/>
              <a:ahLst/>
              <a:cxnLst/>
              <a:rect l="0" t="0" r="0" b="0"/>
              <a:pathLst>
                <a:path w="1856" h="1360">
                  <a:moveTo>
                    <a:pt x="1846" y="0"/>
                  </a:moveTo>
                  <a:lnTo>
                    <a:pt x="1846" y="502"/>
                  </a:lnTo>
                  <a:moveTo>
                    <a:pt x="1846" y="852"/>
                  </a:moveTo>
                  <a:lnTo>
                    <a:pt x="1846" y="1360"/>
                  </a:lnTo>
                  <a:moveTo>
                    <a:pt x="10" y="1360"/>
                  </a:moveTo>
                  <a:lnTo>
                    <a:pt x="10" y="0"/>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64" name="path"/>
            <p:cNvSpPr/>
            <p:nvPr/>
          </p:nvSpPr>
          <p:spPr>
            <a:xfrm>
              <a:off x="6350" y="0"/>
              <a:ext cx="1165860" cy="246252"/>
            </a:xfrm>
            <a:custGeom>
              <a:avLst/>
              <a:gdLst/>
              <a:ahLst/>
              <a:cxnLst/>
              <a:rect l="0" t="0" r="0" b="0"/>
              <a:pathLst>
                <a:path w="1836" h="387">
                  <a:moveTo>
                    <a:pt x="0" y="377"/>
                  </a:moveTo>
                  <a:lnTo>
                    <a:pt x="735" y="377"/>
                  </a:lnTo>
                  <a:lnTo>
                    <a:pt x="749" y="372"/>
                  </a:lnTo>
                  <a:lnTo>
                    <a:pt x="760" y="367"/>
                  </a:lnTo>
                  <a:lnTo>
                    <a:pt x="771" y="362"/>
                  </a:lnTo>
                  <a:lnTo>
                    <a:pt x="776" y="357"/>
                  </a:lnTo>
                  <a:lnTo>
                    <a:pt x="781" y="349"/>
                  </a:lnTo>
                  <a:lnTo>
                    <a:pt x="787" y="344"/>
                  </a:lnTo>
                  <a:lnTo>
                    <a:pt x="787" y="336"/>
                  </a:lnTo>
                  <a:lnTo>
                    <a:pt x="790" y="331"/>
                  </a:lnTo>
                  <a:lnTo>
                    <a:pt x="787" y="323"/>
                  </a:lnTo>
                  <a:lnTo>
                    <a:pt x="787" y="315"/>
                  </a:lnTo>
                  <a:lnTo>
                    <a:pt x="779" y="302"/>
                  </a:lnTo>
                  <a:lnTo>
                    <a:pt x="768" y="281"/>
                  </a:lnTo>
                  <a:lnTo>
                    <a:pt x="754" y="266"/>
                  </a:lnTo>
                  <a:lnTo>
                    <a:pt x="730" y="230"/>
                  </a:lnTo>
                  <a:lnTo>
                    <a:pt x="716" y="209"/>
                  </a:lnTo>
                  <a:lnTo>
                    <a:pt x="713" y="199"/>
                  </a:lnTo>
                  <a:lnTo>
                    <a:pt x="708" y="188"/>
                  </a:lnTo>
                  <a:lnTo>
                    <a:pt x="705" y="178"/>
                  </a:lnTo>
                  <a:lnTo>
                    <a:pt x="702" y="167"/>
                  </a:lnTo>
                  <a:lnTo>
                    <a:pt x="702" y="157"/>
                  </a:lnTo>
                  <a:lnTo>
                    <a:pt x="702" y="144"/>
                  </a:lnTo>
                  <a:lnTo>
                    <a:pt x="705" y="134"/>
                  </a:lnTo>
                  <a:lnTo>
                    <a:pt x="708" y="121"/>
                  </a:lnTo>
                  <a:lnTo>
                    <a:pt x="713" y="108"/>
                  </a:lnTo>
                  <a:lnTo>
                    <a:pt x="719" y="95"/>
                  </a:lnTo>
                  <a:lnTo>
                    <a:pt x="727" y="85"/>
                  </a:lnTo>
                  <a:lnTo>
                    <a:pt x="735" y="77"/>
                  </a:lnTo>
                  <a:lnTo>
                    <a:pt x="743" y="66"/>
                  </a:lnTo>
                  <a:lnTo>
                    <a:pt x="754" y="59"/>
                  </a:lnTo>
                  <a:lnTo>
                    <a:pt x="776" y="46"/>
                  </a:lnTo>
                  <a:lnTo>
                    <a:pt x="800" y="33"/>
                  </a:lnTo>
                  <a:lnTo>
                    <a:pt x="814" y="28"/>
                  </a:lnTo>
                  <a:lnTo>
                    <a:pt x="828" y="22"/>
                  </a:lnTo>
                  <a:lnTo>
                    <a:pt x="855" y="15"/>
                  </a:lnTo>
                  <a:lnTo>
                    <a:pt x="885" y="12"/>
                  </a:lnTo>
                  <a:lnTo>
                    <a:pt x="912" y="10"/>
                  </a:lnTo>
                  <a:lnTo>
                    <a:pt x="942" y="10"/>
                  </a:lnTo>
                  <a:lnTo>
                    <a:pt x="972" y="12"/>
                  </a:lnTo>
                  <a:lnTo>
                    <a:pt x="999" y="20"/>
                  </a:lnTo>
                  <a:lnTo>
                    <a:pt x="1027" y="28"/>
                  </a:lnTo>
                  <a:lnTo>
                    <a:pt x="1043" y="33"/>
                  </a:lnTo>
                  <a:lnTo>
                    <a:pt x="1057" y="40"/>
                  </a:lnTo>
                  <a:lnTo>
                    <a:pt x="1067" y="46"/>
                  </a:lnTo>
                  <a:lnTo>
                    <a:pt x="1078" y="53"/>
                  </a:lnTo>
                  <a:lnTo>
                    <a:pt x="1089" y="64"/>
                  </a:lnTo>
                  <a:lnTo>
                    <a:pt x="1100" y="72"/>
                  </a:lnTo>
                  <a:lnTo>
                    <a:pt x="1108" y="82"/>
                  </a:lnTo>
                  <a:lnTo>
                    <a:pt x="1116" y="92"/>
                  </a:lnTo>
                  <a:lnTo>
                    <a:pt x="1125" y="105"/>
                  </a:lnTo>
                  <a:lnTo>
                    <a:pt x="1130" y="116"/>
                  </a:lnTo>
                  <a:lnTo>
                    <a:pt x="1133" y="129"/>
                  </a:lnTo>
                  <a:lnTo>
                    <a:pt x="1136" y="142"/>
                  </a:lnTo>
                  <a:lnTo>
                    <a:pt x="1136" y="152"/>
                  </a:lnTo>
                  <a:lnTo>
                    <a:pt x="1133" y="162"/>
                  </a:lnTo>
                  <a:lnTo>
                    <a:pt x="1127" y="183"/>
                  </a:lnTo>
                  <a:lnTo>
                    <a:pt x="1116" y="204"/>
                  </a:lnTo>
                  <a:lnTo>
                    <a:pt x="1106" y="224"/>
                  </a:lnTo>
                  <a:lnTo>
                    <a:pt x="1076" y="263"/>
                  </a:lnTo>
                  <a:lnTo>
                    <a:pt x="1062" y="279"/>
                  </a:lnTo>
                  <a:lnTo>
                    <a:pt x="1051" y="300"/>
                  </a:lnTo>
                  <a:lnTo>
                    <a:pt x="1043" y="315"/>
                  </a:lnTo>
                  <a:lnTo>
                    <a:pt x="1040" y="323"/>
                  </a:lnTo>
                  <a:lnTo>
                    <a:pt x="1040" y="331"/>
                  </a:lnTo>
                  <a:lnTo>
                    <a:pt x="1040" y="336"/>
                  </a:lnTo>
                  <a:lnTo>
                    <a:pt x="1043" y="344"/>
                  </a:lnTo>
                  <a:lnTo>
                    <a:pt x="1046" y="351"/>
                  </a:lnTo>
                  <a:lnTo>
                    <a:pt x="1051" y="357"/>
                  </a:lnTo>
                  <a:lnTo>
                    <a:pt x="1059" y="362"/>
                  </a:lnTo>
                  <a:lnTo>
                    <a:pt x="1070" y="367"/>
                  </a:lnTo>
                  <a:lnTo>
                    <a:pt x="1081" y="372"/>
                  </a:lnTo>
                  <a:lnTo>
                    <a:pt x="1097" y="377"/>
                  </a:lnTo>
                  <a:lnTo>
                    <a:pt x="1836" y="377"/>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66" name="textbox 4366"/>
            <p:cNvSpPr/>
            <p:nvPr>
              <p:custDataLst>
                <p:tags r:id="rId4"/>
              </p:custDataLst>
            </p:nvPr>
          </p:nvSpPr>
          <p:spPr>
            <a:xfrm>
              <a:off x="256038" y="516833"/>
              <a:ext cx="548640" cy="370204"/>
            </a:xfrm>
            <a:prstGeom prst="rect">
              <a:avLst/>
            </a:prstGeom>
          </p:spPr>
          <p:txBody>
            <a:bodyPr vert="horz" wrap="square" lIns="0" tIns="0" rIns="0" bIns="0">
              <a:normAutofit/>
            </a:bodyPr>
            <a:lstStyle/>
            <a:p>
              <a:pPr algn="l" rtl="0" eaLnBrk="0">
                <a:lnSpc>
                  <a:spcPct val="81000"/>
                </a:lnSpc>
              </a:pPr>
              <a:endParaRPr lang="en-US" altLang="en-US" sz="100" dirty="0">
                <a:solidFill>
                  <a:schemeClr val="tx1"/>
                </a:solidFill>
              </a:endParaRPr>
            </a:p>
            <a:p>
              <a:pPr marL="130175" indent="-117475" algn="l" rtl="0" eaLnBrk="0">
                <a:lnSpc>
                  <a:spcPct val="99000"/>
                </a:lnSpc>
              </a:pPr>
              <a:r>
                <a:rPr sz="1100" b="1" i="1" u="sng" kern="0" spc="-20" dirty="0">
                  <a:solidFill>
                    <a:schemeClr val="tx1"/>
                  </a:solidFill>
                  <a:cs typeface="微软雅黑" panose="020B0503020204020204" charset="-122"/>
                </a:rPr>
                <a:t>P</a:t>
              </a:r>
              <a:r>
                <a:rPr sz="1100" b="1" kern="0" spc="-20" dirty="0">
                  <a:solidFill>
                    <a:schemeClr val="tx1"/>
                  </a:solidFill>
                  <a:cs typeface="微软雅黑" panose="020B0503020204020204" charset="-122"/>
                </a:rPr>
                <a:t>rocess</a:t>
              </a:r>
              <a:r>
                <a:rPr sz="1100" b="1" kern="0" spc="20" dirty="0">
                  <a:solidFill>
                    <a:schemeClr val="tx1"/>
                  </a:solidFill>
                  <a:cs typeface="微软雅黑" panose="020B0503020204020204" charset="-122"/>
                </a:rPr>
                <a:t> </a:t>
              </a:r>
              <a:r>
                <a:rPr sz="1100" b="1" kern="0" spc="-10" dirty="0">
                  <a:solidFill>
                    <a:schemeClr val="tx1"/>
                  </a:solidFill>
                  <a:cs typeface="微软雅黑" panose="020B0503020204020204" charset="-122"/>
                </a:rPr>
                <a:t>流程</a:t>
              </a:r>
              <a:endParaRPr lang="en-US" altLang="en-US" sz="1100" b="1" kern="0" spc="-10" dirty="0">
                <a:solidFill>
                  <a:schemeClr val="tx1"/>
                </a:solidFill>
                <a:cs typeface="微软雅黑" panose="020B0503020204020204" charset="-122"/>
              </a:endParaRPr>
            </a:p>
          </p:txBody>
        </p:sp>
        <p:sp>
          <p:nvSpPr>
            <p:cNvPr id="4368" name="path"/>
            <p:cNvSpPr/>
            <p:nvPr/>
          </p:nvSpPr>
          <p:spPr>
            <a:xfrm>
              <a:off x="920241" y="534669"/>
              <a:ext cx="258219" cy="274320"/>
            </a:xfrm>
            <a:custGeom>
              <a:avLst/>
              <a:gdLst/>
              <a:ahLst/>
              <a:cxnLst/>
              <a:rect l="0" t="0" r="0" b="0"/>
              <a:pathLst>
                <a:path w="406" h="432">
                  <a:moveTo>
                    <a:pt x="396" y="38"/>
                  </a:moveTo>
                  <a:lnTo>
                    <a:pt x="391" y="53"/>
                  </a:lnTo>
                  <a:lnTo>
                    <a:pt x="386" y="64"/>
                  </a:lnTo>
                  <a:lnTo>
                    <a:pt x="380" y="74"/>
                  </a:lnTo>
                  <a:lnTo>
                    <a:pt x="375" y="80"/>
                  </a:lnTo>
                  <a:lnTo>
                    <a:pt x="369" y="87"/>
                  </a:lnTo>
                  <a:lnTo>
                    <a:pt x="361" y="90"/>
                  </a:lnTo>
                  <a:lnTo>
                    <a:pt x="356" y="92"/>
                  </a:lnTo>
                  <a:lnTo>
                    <a:pt x="347" y="92"/>
                  </a:lnTo>
                  <a:lnTo>
                    <a:pt x="339" y="92"/>
                  </a:lnTo>
                  <a:lnTo>
                    <a:pt x="334" y="90"/>
                  </a:lnTo>
                  <a:lnTo>
                    <a:pt x="317" y="82"/>
                  </a:lnTo>
                  <a:lnTo>
                    <a:pt x="301" y="74"/>
                  </a:lnTo>
                  <a:lnTo>
                    <a:pt x="279" y="61"/>
                  </a:lnTo>
                  <a:lnTo>
                    <a:pt x="260" y="48"/>
                  </a:lnTo>
                  <a:lnTo>
                    <a:pt x="241" y="35"/>
                  </a:lnTo>
                  <a:lnTo>
                    <a:pt x="219" y="25"/>
                  </a:lnTo>
                  <a:lnTo>
                    <a:pt x="198" y="17"/>
                  </a:lnTo>
                  <a:lnTo>
                    <a:pt x="187" y="12"/>
                  </a:lnTo>
                  <a:lnTo>
                    <a:pt x="176" y="10"/>
                  </a:lnTo>
                  <a:lnTo>
                    <a:pt x="165" y="10"/>
                  </a:lnTo>
                  <a:lnTo>
                    <a:pt x="154" y="10"/>
                  </a:lnTo>
                  <a:lnTo>
                    <a:pt x="140" y="12"/>
                  </a:lnTo>
                  <a:lnTo>
                    <a:pt x="129" y="15"/>
                  </a:lnTo>
                  <a:lnTo>
                    <a:pt x="116" y="20"/>
                  </a:lnTo>
                  <a:lnTo>
                    <a:pt x="102" y="28"/>
                  </a:lnTo>
                  <a:lnTo>
                    <a:pt x="91" y="33"/>
                  </a:lnTo>
                  <a:lnTo>
                    <a:pt x="83" y="41"/>
                  </a:lnTo>
                  <a:lnTo>
                    <a:pt x="72" y="51"/>
                  </a:lnTo>
                  <a:lnTo>
                    <a:pt x="64" y="59"/>
                  </a:lnTo>
                  <a:lnTo>
                    <a:pt x="48" y="80"/>
                  </a:lnTo>
                  <a:lnTo>
                    <a:pt x="34" y="103"/>
                  </a:lnTo>
                  <a:lnTo>
                    <a:pt x="29" y="116"/>
                  </a:lnTo>
                  <a:lnTo>
                    <a:pt x="23" y="129"/>
                  </a:lnTo>
                  <a:lnTo>
                    <a:pt x="15" y="157"/>
                  </a:lnTo>
                  <a:lnTo>
                    <a:pt x="12" y="183"/>
                  </a:lnTo>
                  <a:lnTo>
                    <a:pt x="10" y="196"/>
                  </a:lnTo>
                  <a:lnTo>
                    <a:pt x="10" y="212"/>
                  </a:lnTo>
                  <a:lnTo>
                    <a:pt x="10" y="240"/>
                  </a:lnTo>
                  <a:lnTo>
                    <a:pt x="12" y="266"/>
                  </a:lnTo>
                  <a:lnTo>
                    <a:pt x="20" y="295"/>
                  </a:lnTo>
                  <a:lnTo>
                    <a:pt x="29" y="323"/>
                  </a:lnTo>
                  <a:lnTo>
                    <a:pt x="34" y="333"/>
                  </a:lnTo>
                  <a:lnTo>
                    <a:pt x="42" y="346"/>
                  </a:lnTo>
                  <a:lnTo>
                    <a:pt x="48" y="357"/>
                  </a:lnTo>
                  <a:lnTo>
                    <a:pt x="59" y="367"/>
                  </a:lnTo>
                  <a:lnTo>
                    <a:pt x="70" y="377"/>
                  </a:lnTo>
                  <a:lnTo>
                    <a:pt x="78" y="388"/>
                  </a:lnTo>
                  <a:lnTo>
                    <a:pt x="89" y="398"/>
                  </a:lnTo>
                  <a:lnTo>
                    <a:pt x="99" y="406"/>
                  </a:lnTo>
                  <a:lnTo>
                    <a:pt x="113" y="411"/>
                  </a:lnTo>
                  <a:lnTo>
                    <a:pt x="124" y="416"/>
                  </a:lnTo>
                  <a:lnTo>
                    <a:pt x="135" y="419"/>
                  </a:lnTo>
                  <a:lnTo>
                    <a:pt x="149" y="422"/>
                  </a:lnTo>
                  <a:lnTo>
                    <a:pt x="159" y="422"/>
                  </a:lnTo>
                  <a:lnTo>
                    <a:pt x="170" y="422"/>
                  </a:lnTo>
                  <a:lnTo>
                    <a:pt x="192" y="414"/>
                  </a:lnTo>
                  <a:lnTo>
                    <a:pt x="203" y="411"/>
                  </a:lnTo>
                  <a:lnTo>
                    <a:pt x="214" y="403"/>
                  </a:lnTo>
                  <a:lnTo>
                    <a:pt x="236" y="393"/>
                  </a:lnTo>
                  <a:lnTo>
                    <a:pt x="277" y="365"/>
                  </a:lnTo>
                  <a:lnTo>
                    <a:pt x="298" y="352"/>
                  </a:lnTo>
                  <a:lnTo>
                    <a:pt x="315" y="341"/>
                  </a:lnTo>
                  <a:lnTo>
                    <a:pt x="323" y="338"/>
                  </a:lnTo>
                  <a:lnTo>
                    <a:pt x="331" y="333"/>
                  </a:lnTo>
                  <a:lnTo>
                    <a:pt x="339" y="333"/>
                  </a:lnTo>
                  <a:lnTo>
                    <a:pt x="347" y="331"/>
                  </a:lnTo>
                  <a:lnTo>
                    <a:pt x="356" y="333"/>
                  </a:lnTo>
                  <a:lnTo>
                    <a:pt x="361" y="333"/>
                  </a:lnTo>
                  <a:lnTo>
                    <a:pt x="369" y="338"/>
                  </a:lnTo>
                  <a:lnTo>
                    <a:pt x="375" y="344"/>
                  </a:lnTo>
                  <a:lnTo>
                    <a:pt x="380" y="352"/>
                  </a:lnTo>
                  <a:lnTo>
                    <a:pt x="388" y="362"/>
                  </a:lnTo>
                  <a:lnTo>
                    <a:pt x="394" y="372"/>
                  </a:lnTo>
                  <a:lnTo>
                    <a:pt x="396" y="388"/>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370" name="rect"/>
            <p:cNvSpPr/>
            <p:nvPr/>
          </p:nvSpPr>
          <p:spPr>
            <a:xfrm>
              <a:off x="6350" y="1097279"/>
              <a:ext cx="1165860" cy="12700"/>
            </a:xfrm>
            <a:prstGeom prst="rect">
              <a:avLst/>
            </a:prstGeom>
            <a:solidFill>
              <a:srgbClr val="FFFFFF">
                <a:alpha val="100000"/>
              </a:srgbClr>
            </a:solidFill>
            <a:ln cap="flat">
              <a:noFill/>
              <a:prstDash val="solid"/>
              <a:miter lim="0"/>
            </a:ln>
          </p:spPr>
          <p:txBody>
            <a:bodyPr rtlCol="0"/>
            <a:lstStyle/>
            <a:p>
              <a:pPr algn="ctr"/>
              <a:endParaRPr lang="zh-CN" altLang="en-US"/>
            </a:p>
          </p:txBody>
        </p:sp>
      </p:grpSp>
      <p:sp>
        <p:nvSpPr>
          <p:cNvPr id="4372" name="path"/>
          <p:cNvSpPr/>
          <p:nvPr/>
        </p:nvSpPr>
        <p:spPr>
          <a:xfrm>
            <a:off x="8125135" y="1766198"/>
            <a:ext cx="949974" cy="177780"/>
          </a:xfrm>
          <a:custGeom>
            <a:avLst/>
            <a:gdLst/>
            <a:ahLst/>
            <a:cxnLst/>
            <a:rect l="0" t="0" r="0" b="0"/>
            <a:pathLst>
              <a:path w="1496" h="279">
                <a:moveTo>
                  <a:pt x="1" y="7"/>
                </a:moveTo>
                <a:lnTo>
                  <a:pt x="1494" y="272"/>
                </a:lnTo>
              </a:path>
            </a:pathLst>
          </a:custGeom>
          <a:noFill/>
          <a:ln w="9525" cap="flat">
            <a:solidFill>
              <a:srgbClr val="000000">
                <a:alpha val="100000"/>
              </a:srgbClr>
            </a:solidFill>
            <a:prstDash val="solid"/>
            <a:round/>
          </a:ln>
        </p:spPr>
        <p:txBody>
          <a:bodyPr rtlCol="0"/>
          <a:lstStyle/>
          <a:p>
            <a:pPr algn="ctr"/>
            <a:endParaRPr lang="zh-CN" altLang="en-US"/>
          </a:p>
        </p:txBody>
      </p:sp>
      <p:pic>
        <p:nvPicPr>
          <p:cNvPr id="4374" name="picture 4374"/>
          <p:cNvPicPr>
            <a:picLocks noChangeAspect="1"/>
          </p:cNvPicPr>
          <p:nvPr>
            <p:custDataLst>
              <p:tags r:id="rId5"/>
            </p:custDataLst>
          </p:nvPr>
        </p:nvPicPr>
        <p:blipFill>
          <a:blip r:embed="rId6"/>
          <a:stretch>
            <a:fillRect/>
          </a:stretch>
        </p:blipFill>
        <p:spPr>
          <a:xfrm rot="21600000">
            <a:off x="4604003" y="1768083"/>
            <a:ext cx="4523199" cy="4180088"/>
          </a:xfrm>
          <a:prstGeom prst="rect">
            <a:avLst/>
          </a:prstGeom>
        </p:spPr>
      </p:pic>
      <p:sp>
        <p:nvSpPr>
          <p:cNvPr id="4380" name="textbox 4380"/>
          <p:cNvSpPr/>
          <p:nvPr>
            <p:custDataLst>
              <p:tags r:id="rId7"/>
            </p:custDataLst>
          </p:nvPr>
        </p:nvSpPr>
        <p:spPr>
          <a:xfrm>
            <a:off x="5029200" y="4251959"/>
            <a:ext cx="3096895" cy="387350"/>
          </a:xfrm>
          <a:prstGeom prst="rect">
            <a:avLst/>
          </a:prstGeom>
          <a:solidFill>
            <a:srgbClr val="C9C9C9"/>
          </a:solidFill>
        </p:spPr>
        <p:txBody>
          <a:bodyPr vert="horz" wrap="square" lIns="0" tIns="0" rIns="0" bIns="0">
            <a:normAutofit/>
          </a:bodyPr>
          <a:lstStyle/>
          <a:p>
            <a:pPr algn="l" rtl="0" eaLnBrk="0">
              <a:lnSpc>
                <a:spcPct val="108000"/>
              </a:lnSpc>
            </a:pPr>
            <a:endParaRPr lang="en-US" altLang="en-US" sz="400" dirty="0">
              <a:solidFill>
                <a:schemeClr val="tx1"/>
              </a:solidFill>
            </a:endParaRPr>
          </a:p>
          <a:p>
            <a:pPr marL="209550" indent="-107315" algn="l" rtl="0" eaLnBrk="0">
              <a:lnSpc>
                <a:spcPct val="109000"/>
              </a:lnSpc>
              <a:spcBef>
                <a:spcPts val="5"/>
              </a:spcBef>
            </a:pPr>
            <a:r>
              <a:rPr sz="900" kern="0" spc="10" dirty="0">
                <a:solidFill>
                  <a:schemeClr val="tx1"/>
                </a:solidFill>
                <a:cs typeface="Wingdings" panose="05000000000000000000"/>
              </a:rPr>
              <a:t>.</a:t>
            </a:r>
            <a:r>
              <a:rPr sz="900" kern="0" spc="-430" dirty="0">
                <a:solidFill>
                  <a:schemeClr val="tx1"/>
                </a:solidFill>
                <a:cs typeface="Wingdings" panose="05000000000000000000"/>
              </a:rPr>
              <a:t> </a:t>
            </a:r>
            <a:r>
              <a:rPr sz="900" kern="0" spc="10" dirty="0">
                <a:solidFill>
                  <a:schemeClr val="tx1"/>
                </a:solidFill>
                <a:cs typeface="微软雅黑" panose="020B0503020204020204" charset="-122"/>
              </a:rPr>
              <a:t>数据完整性、准确性和一致性问题，</a:t>
            </a:r>
            <a:r>
              <a:rPr sz="900" kern="0" spc="130" dirty="0">
                <a:solidFill>
                  <a:schemeClr val="tx1"/>
                </a:solidFill>
                <a:cs typeface="微软雅黑" panose="020B0503020204020204" charset="-122"/>
              </a:rPr>
              <a:t>  </a:t>
            </a:r>
            <a:r>
              <a:rPr sz="900" kern="0" spc="10" dirty="0">
                <a:solidFill>
                  <a:schemeClr val="tx1"/>
                </a:solidFill>
                <a:cs typeface="微软雅黑" panose="020B0503020204020204" charset="-122"/>
              </a:rPr>
              <a:t>同时人员数据  </a:t>
            </a:r>
            <a:r>
              <a:rPr sz="900" kern="0" spc="0" dirty="0">
                <a:solidFill>
                  <a:schemeClr val="tx1"/>
                </a:solidFill>
                <a:cs typeface="微软雅黑" panose="020B0503020204020204" charset="-122"/>
              </a:rPr>
              <a:t>  </a:t>
            </a:r>
            <a:r>
              <a:rPr sz="900" kern="0" spc="90" dirty="0">
                <a:solidFill>
                  <a:schemeClr val="tx1"/>
                </a:solidFill>
                <a:cs typeface="微软雅黑" panose="020B0503020204020204" charset="-122"/>
              </a:rPr>
              <a:t>分析能力不足</a:t>
            </a:r>
            <a:endParaRPr lang="en-US" altLang="en-US" sz="900" kern="0" spc="90" dirty="0">
              <a:solidFill>
                <a:schemeClr val="tx1"/>
              </a:solidFill>
              <a:cs typeface="微软雅黑" panose="020B0503020204020204" charset="-122"/>
            </a:endParaRPr>
          </a:p>
        </p:txBody>
      </p:sp>
      <p:sp>
        <p:nvSpPr>
          <p:cNvPr id="4382" name="textbox 4382"/>
          <p:cNvSpPr/>
          <p:nvPr>
            <p:custDataLst>
              <p:tags r:id="rId8"/>
            </p:custDataLst>
          </p:nvPr>
        </p:nvSpPr>
        <p:spPr>
          <a:xfrm>
            <a:off x="5029200" y="1595627"/>
            <a:ext cx="3096895" cy="352425"/>
          </a:xfrm>
          <a:prstGeom prst="rect">
            <a:avLst/>
          </a:prstGeom>
          <a:solidFill>
            <a:srgbClr val="C9C9C9"/>
          </a:solidFill>
        </p:spPr>
        <p:txBody>
          <a:bodyPr vert="horz" wrap="square" lIns="0" tIns="0" rIns="0" bIns="0">
            <a:normAutofit/>
          </a:bodyPr>
          <a:lstStyle/>
          <a:p>
            <a:pPr algn="l" rtl="0" eaLnBrk="0">
              <a:lnSpc>
                <a:spcPct val="106000"/>
              </a:lnSpc>
            </a:pPr>
            <a:endParaRPr lang="en-US" altLang="en-US" sz="400" dirty="0">
              <a:solidFill>
                <a:schemeClr val="tx1"/>
              </a:solidFill>
            </a:endParaRPr>
          </a:p>
          <a:p>
            <a:pPr marL="209550" indent="-107315" algn="l" rtl="0" eaLnBrk="0">
              <a:lnSpc>
                <a:spcPct val="109000"/>
              </a:lnSpc>
              <a:spcBef>
                <a:spcPts val="0"/>
              </a:spcBef>
            </a:pPr>
            <a:r>
              <a:rPr sz="900" kern="0" spc="10" dirty="0">
                <a:solidFill>
                  <a:schemeClr val="tx1"/>
                </a:solidFill>
                <a:cs typeface="Wingdings" panose="05000000000000000000"/>
              </a:rPr>
              <a:t>.</a:t>
            </a:r>
            <a:r>
              <a:rPr sz="900" kern="0" spc="-360" dirty="0">
                <a:solidFill>
                  <a:schemeClr val="tx1"/>
                </a:solidFill>
                <a:cs typeface="Wingdings" panose="05000000000000000000"/>
              </a:rPr>
              <a:t> </a:t>
            </a:r>
            <a:r>
              <a:rPr sz="900" kern="0" spc="10" dirty="0">
                <a:solidFill>
                  <a:schemeClr val="tx1"/>
                </a:solidFill>
                <a:cs typeface="微软雅黑" panose="020B0503020204020204" charset="-122"/>
              </a:rPr>
              <a:t>流程模板不完整；执行效果不如意；</a:t>
            </a:r>
            <a:r>
              <a:rPr sz="900" kern="0" spc="80" dirty="0">
                <a:solidFill>
                  <a:schemeClr val="tx1"/>
                </a:solidFill>
                <a:cs typeface="微软雅黑" panose="020B0503020204020204" charset="-122"/>
              </a:rPr>
              <a:t>  </a:t>
            </a:r>
            <a:r>
              <a:rPr sz="900" kern="0" spc="10" dirty="0">
                <a:solidFill>
                  <a:schemeClr val="tx1"/>
                </a:solidFill>
                <a:cs typeface="微软雅黑" panose="020B0503020204020204" charset="-122"/>
              </a:rPr>
              <a:t>流程宣贯不充    </a:t>
            </a:r>
            <a:r>
              <a:rPr sz="900" kern="0" spc="70" dirty="0">
                <a:solidFill>
                  <a:schemeClr val="tx1"/>
                </a:solidFill>
                <a:cs typeface="微软雅黑" panose="020B0503020204020204" charset="-122"/>
              </a:rPr>
              <a:t>分</a:t>
            </a:r>
            <a:endParaRPr lang="en-US" altLang="en-US" sz="900" kern="0" spc="70" dirty="0">
              <a:solidFill>
                <a:schemeClr val="tx1"/>
              </a:solidFill>
              <a:cs typeface="微软雅黑" panose="020B0503020204020204" charset="-122"/>
            </a:endParaRPr>
          </a:p>
        </p:txBody>
      </p:sp>
      <p:sp>
        <p:nvSpPr>
          <p:cNvPr id="4384" name="rect"/>
          <p:cNvSpPr/>
          <p:nvPr/>
        </p:nvSpPr>
        <p:spPr>
          <a:xfrm>
            <a:off x="1175003" y="5177028"/>
            <a:ext cx="3383279" cy="277368"/>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4386" name="rect"/>
          <p:cNvSpPr/>
          <p:nvPr/>
        </p:nvSpPr>
        <p:spPr>
          <a:xfrm>
            <a:off x="1175003" y="5597652"/>
            <a:ext cx="3383279" cy="277368"/>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4388" name="textbox 4388"/>
          <p:cNvSpPr/>
          <p:nvPr>
            <p:custDataLst>
              <p:tags r:id="rId9"/>
            </p:custDataLst>
          </p:nvPr>
        </p:nvSpPr>
        <p:spPr>
          <a:xfrm>
            <a:off x="1185672" y="4764023"/>
            <a:ext cx="3383915" cy="277495"/>
          </a:xfrm>
          <a:prstGeom prst="rect">
            <a:avLst/>
          </a:prstGeom>
          <a:solidFill>
            <a:schemeClr val="accent2"/>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102235" algn="l" rtl="0" eaLnBrk="0">
              <a:lnSpc>
                <a:spcPts val="1145"/>
              </a:lnSpc>
              <a:spcBef>
                <a:spcPts val="5"/>
              </a:spcBef>
            </a:pPr>
            <a:r>
              <a:rPr sz="900" kern="0" spc="90" dirty="0">
                <a:solidFill>
                  <a:schemeClr val="tx1"/>
                </a:solidFill>
                <a:cs typeface="微软雅黑" panose="020B0503020204020204" charset="-122"/>
              </a:rPr>
              <a:t>尚未建立企业级的数据治理机</a:t>
            </a:r>
            <a:r>
              <a:rPr sz="900" kern="0" spc="80" dirty="0">
                <a:solidFill>
                  <a:schemeClr val="tx1"/>
                </a:solidFill>
                <a:cs typeface="微软雅黑" panose="020B0503020204020204" charset="-122"/>
              </a:rPr>
              <a:t>制</a:t>
            </a:r>
            <a:endParaRPr lang="en-US" altLang="en-US" sz="900" kern="0" spc="80" dirty="0">
              <a:solidFill>
                <a:schemeClr val="tx1"/>
              </a:solidFill>
              <a:cs typeface="微软雅黑" panose="020B0503020204020204" charset="-122"/>
            </a:endParaRPr>
          </a:p>
        </p:txBody>
      </p:sp>
      <p:sp>
        <p:nvSpPr>
          <p:cNvPr id="4390" name="textbox 4390"/>
          <p:cNvSpPr/>
          <p:nvPr>
            <p:custDataLst>
              <p:tags r:id="rId10"/>
            </p:custDataLst>
          </p:nvPr>
        </p:nvSpPr>
        <p:spPr>
          <a:xfrm>
            <a:off x="1181100" y="4322064"/>
            <a:ext cx="3383279" cy="277495"/>
          </a:xfrm>
          <a:prstGeom prst="rect">
            <a:avLst/>
          </a:prstGeom>
          <a:solidFill>
            <a:schemeClr val="accent2"/>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92710" algn="l" rtl="0" eaLnBrk="0">
              <a:lnSpc>
                <a:spcPts val="1145"/>
              </a:lnSpc>
              <a:spcBef>
                <a:spcPts val="5"/>
              </a:spcBef>
            </a:pPr>
            <a:r>
              <a:rPr sz="900" kern="0" spc="100" dirty="0">
                <a:solidFill>
                  <a:schemeClr val="tx1"/>
                </a:solidFill>
                <a:cs typeface="微软雅黑" panose="020B0503020204020204" charset="-122"/>
              </a:rPr>
              <a:t>数据利用水平偏低，缺乏深度的数据分</a:t>
            </a:r>
            <a:r>
              <a:rPr sz="900" kern="0" spc="90" dirty="0">
                <a:solidFill>
                  <a:schemeClr val="tx1"/>
                </a:solidFill>
                <a:cs typeface="微软雅黑" panose="020B0503020204020204" charset="-122"/>
              </a:rPr>
              <a:t>析和挖掘</a:t>
            </a:r>
            <a:endParaRPr lang="en-US" altLang="en-US" sz="900" kern="0" spc="90" dirty="0">
              <a:solidFill>
                <a:schemeClr val="tx1"/>
              </a:solidFill>
              <a:cs typeface="微软雅黑" panose="020B0503020204020204" charset="-122"/>
            </a:endParaRPr>
          </a:p>
        </p:txBody>
      </p:sp>
      <p:sp>
        <p:nvSpPr>
          <p:cNvPr id="4392" name="textbox 4392"/>
          <p:cNvSpPr/>
          <p:nvPr>
            <p:custDataLst>
              <p:tags r:id="rId11"/>
            </p:custDataLst>
          </p:nvPr>
        </p:nvSpPr>
        <p:spPr>
          <a:xfrm>
            <a:off x="1181100" y="3904488"/>
            <a:ext cx="3383279" cy="277495"/>
          </a:xfrm>
          <a:prstGeom prst="rect">
            <a:avLst/>
          </a:prstGeom>
          <a:solidFill>
            <a:schemeClr val="accent2"/>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93345" algn="l" rtl="0" eaLnBrk="0">
              <a:lnSpc>
                <a:spcPts val="1145"/>
              </a:lnSpc>
              <a:spcBef>
                <a:spcPts val="5"/>
              </a:spcBef>
            </a:pPr>
            <a:r>
              <a:rPr sz="900" kern="0" spc="100" dirty="0">
                <a:solidFill>
                  <a:schemeClr val="tx1"/>
                </a:solidFill>
                <a:cs typeface="微软雅黑" panose="020B0503020204020204" charset="-122"/>
              </a:rPr>
              <a:t>数据采集不完整，标准化、</a:t>
            </a:r>
            <a:r>
              <a:rPr sz="900" kern="0" spc="90" dirty="0">
                <a:solidFill>
                  <a:schemeClr val="tx1"/>
                </a:solidFill>
                <a:cs typeface="微软雅黑" panose="020B0503020204020204" charset="-122"/>
              </a:rPr>
              <a:t>准确性和一致性不足</a:t>
            </a:r>
            <a:endParaRPr lang="en-US" altLang="en-US" sz="900" kern="0" spc="90" dirty="0">
              <a:solidFill>
                <a:schemeClr val="tx1"/>
              </a:solidFill>
              <a:cs typeface="微软雅黑" panose="020B0503020204020204" charset="-122"/>
            </a:endParaRPr>
          </a:p>
        </p:txBody>
      </p:sp>
      <p:sp>
        <p:nvSpPr>
          <p:cNvPr id="4394" name="textbox 4394"/>
          <p:cNvSpPr/>
          <p:nvPr>
            <p:custDataLst>
              <p:tags r:id="rId12"/>
            </p:custDataLst>
          </p:nvPr>
        </p:nvSpPr>
        <p:spPr>
          <a:xfrm>
            <a:off x="1185672" y="3502152"/>
            <a:ext cx="3382009" cy="277495"/>
          </a:xfrm>
          <a:prstGeom prst="rect">
            <a:avLst/>
          </a:prstGeom>
          <a:solidFill>
            <a:schemeClr val="accent2"/>
          </a:solidFill>
        </p:spPr>
        <p:txBody>
          <a:bodyPr vert="horz" wrap="square" lIns="0" tIns="0" rIns="0" bIns="0">
            <a:normAutofit/>
          </a:bodyPr>
          <a:lstStyle/>
          <a:p>
            <a:pPr algn="l" rtl="0" eaLnBrk="0">
              <a:lnSpc>
                <a:spcPct val="109000"/>
              </a:lnSpc>
            </a:pPr>
            <a:endParaRPr lang="en-US" altLang="en-US" sz="400" dirty="0">
              <a:solidFill>
                <a:schemeClr val="tx1"/>
              </a:solidFill>
            </a:endParaRPr>
          </a:p>
          <a:p>
            <a:pPr marL="91440" algn="l" rtl="0" eaLnBrk="0">
              <a:lnSpc>
                <a:spcPts val="1145"/>
              </a:lnSpc>
            </a:pPr>
            <a:r>
              <a:rPr sz="900" kern="0" spc="100" dirty="0">
                <a:solidFill>
                  <a:schemeClr val="tx1"/>
                </a:solidFill>
                <a:cs typeface="微软雅黑" panose="020B0503020204020204" charset="-122"/>
              </a:rPr>
              <a:t>数据口径不一致，导致跨部门沟</a:t>
            </a:r>
            <a:r>
              <a:rPr sz="900" kern="0" spc="90" dirty="0">
                <a:solidFill>
                  <a:schemeClr val="tx1"/>
                </a:solidFill>
                <a:cs typeface="微软雅黑" panose="020B0503020204020204" charset="-122"/>
              </a:rPr>
              <a:t>通成本高</a:t>
            </a:r>
            <a:endParaRPr lang="en-US" altLang="en-US" sz="900" kern="0" spc="90" dirty="0">
              <a:solidFill>
                <a:schemeClr val="tx1"/>
              </a:solidFill>
              <a:cs typeface="微软雅黑" panose="020B0503020204020204" charset="-122"/>
            </a:endParaRPr>
          </a:p>
        </p:txBody>
      </p:sp>
      <p:sp>
        <p:nvSpPr>
          <p:cNvPr id="4396" name="textbox 4396"/>
          <p:cNvSpPr/>
          <p:nvPr>
            <p:custDataLst>
              <p:tags r:id="rId13"/>
            </p:custDataLst>
          </p:nvPr>
        </p:nvSpPr>
        <p:spPr>
          <a:xfrm>
            <a:off x="1193291" y="2618232"/>
            <a:ext cx="3382009" cy="277495"/>
          </a:xfrm>
          <a:prstGeom prst="rect">
            <a:avLst/>
          </a:prstGeom>
          <a:solidFill>
            <a:schemeClr val="accent2"/>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92710" algn="l" rtl="0" eaLnBrk="0">
              <a:lnSpc>
                <a:spcPts val="1145"/>
              </a:lnSpc>
              <a:spcBef>
                <a:spcPts val="5"/>
              </a:spcBef>
            </a:pPr>
            <a:r>
              <a:rPr sz="900" kern="0" spc="90" dirty="0">
                <a:solidFill>
                  <a:schemeClr val="tx1"/>
                </a:solidFill>
                <a:cs typeface="微软雅黑" panose="020B0503020204020204" charset="-122"/>
              </a:rPr>
              <a:t>人员项目管理技能不足</a:t>
            </a:r>
            <a:endParaRPr lang="en-US" altLang="en-US" sz="900" kern="0" spc="90" dirty="0">
              <a:solidFill>
                <a:schemeClr val="tx1"/>
              </a:solidFill>
              <a:cs typeface="微软雅黑" panose="020B0503020204020204" charset="-122"/>
            </a:endParaRPr>
          </a:p>
        </p:txBody>
      </p:sp>
      <p:sp>
        <p:nvSpPr>
          <p:cNvPr id="4398" name="textbox 4398"/>
          <p:cNvSpPr/>
          <p:nvPr>
            <p:custDataLst>
              <p:tags r:id="rId14"/>
            </p:custDataLst>
          </p:nvPr>
        </p:nvSpPr>
        <p:spPr>
          <a:xfrm>
            <a:off x="1193291" y="3058668"/>
            <a:ext cx="3382009" cy="277495"/>
          </a:xfrm>
          <a:prstGeom prst="rect">
            <a:avLst/>
          </a:prstGeom>
          <a:solidFill>
            <a:schemeClr val="accent2"/>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129540" algn="l" rtl="0" eaLnBrk="0">
              <a:lnSpc>
                <a:spcPts val="1145"/>
              </a:lnSpc>
              <a:spcBef>
                <a:spcPts val="5"/>
              </a:spcBef>
            </a:pPr>
            <a:r>
              <a:rPr sz="900" kern="0" spc="90" dirty="0">
                <a:solidFill>
                  <a:schemeClr val="tx1"/>
                </a:solidFill>
                <a:cs typeface="微软雅黑" panose="020B0503020204020204" charset="-122"/>
              </a:rPr>
              <a:t>项目对公司战略的承接力度不足</a:t>
            </a:r>
            <a:endParaRPr lang="en-US" altLang="en-US" sz="900" kern="0" spc="90" dirty="0">
              <a:solidFill>
                <a:schemeClr val="tx1"/>
              </a:solidFill>
              <a:cs typeface="微软雅黑" panose="020B0503020204020204" charset="-122"/>
            </a:endParaRPr>
          </a:p>
        </p:txBody>
      </p:sp>
      <p:sp>
        <p:nvSpPr>
          <p:cNvPr id="4400" name="textbox 4400"/>
          <p:cNvSpPr/>
          <p:nvPr>
            <p:custDataLst>
              <p:tags r:id="rId15"/>
            </p:custDataLst>
          </p:nvPr>
        </p:nvSpPr>
        <p:spPr>
          <a:xfrm>
            <a:off x="1193291" y="2142744"/>
            <a:ext cx="3382009" cy="277495"/>
          </a:xfrm>
          <a:prstGeom prst="rect">
            <a:avLst/>
          </a:prstGeom>
          <a:solidFill>
            <a:schemeClr val="accent2"/>
          </a:solidFill>
        </p:spPr>
        <p:txBody>
          <a:bodyPr vert="horz" wrap="square" lIns="0" tIns="0" rIns="0" bIns="0">
            <a:normAutofit/>
          </a:bodyPr>
          <a:lstStyle/>
          <a:p>
            <a:pPr algn="l" rtl="0" eaLnBrk="0">
              <a:lnSpc>
                <a:spcPct val="106000"/>
              </a:lnSpc>
            </a:pPr>
            <a:endParaRPr lang="en-US" altLang="en-US" sz="400" dirty="0">
              <a:solidFill>
                <a:schemeClr val="tx1"/>
              </a:solidFill>
            </a:endParaRPr>
          </a:p>
          <a:p>
            <a:pPr marL="91440" algn="l" rtl="0" eaLnBrk="0">
              <a:lnSpc>
                <a:spcPts val="1145"/>
              </a:lnSpc>
              <a:spcBef>
                <a:spcPts val="5"/>
              </a:spcBef>
            </a:pPr>
            <a:r>
              <a:rPr sz="900" kern="0" spc="150" dirty="0">
                <a:solidFill>
                  <a:schemeClr val="tx1"/>
                </a:solidFill>
                <a:cs typeface="微软雅黑" panose="020B0503020204020204" charset="-122"/>
              </a:rPr>
              <a:t>各级项目组对于</a:t>
            </a:r>
            <a:r>
              <a:rPr sz="900" kern="0" spc="0" dirty="0">
                <a:solidFill>
                  <a:schemeClr val="tx1"/>
                </a:solidFill>
                <a:cs typeface="微软雅黑" panose="020B0503020204020204" charset="-122"/>
              </a:rPr>
              <a:t>PMO</a:t>
            </a:r>
            <a:r>
              <a:rPr sz="900" kern="0" spc="150" dirty="0">
                <a:solidFill>
                  <a:schemeClr val="tx1"/>
                </a:solidFill>
                <a:cs typeface="微软雅黑" panose="020B0503020204020204" charset="-122"/>
              </a:rPr>
              <a:t>的期望值高低不同</a:t>
            </a:r>
            <a:endParaRPr lang="en-US" altLang="en-US" sz="900" kern="0" spc="150" dirty="0">
              <a:solidFill>
                <a:schemeClr val="tx1"/>
              </a:solidFill>
              <a:cs typeface="微软雅黑" panose="020B0503020204020204" charset="-122"/>
            </a:endParaRPr>
          </a:p>
        </p:txBody>
      </p:sp>
      <p:sp>
        <p:nvSpPr>
          <p:cNvPr id="4402" name="textbox 4402"/>
          <p:cNvSpPr/>
          <p:nvPr>
            <p:custDataLst>
              <p:tags r:id="rId16"/>
            </p:custDataLst>
          </p:nvPr>
        </p:nvSpPr>
        <p:spPr>
          <a:xfrm>
            <a:off x="1193291" y="1673352"/>
            <a:ext cx="3382009" cy="277495"/>
          </a:xfrm>
          <a:prstGeom prst="rect">
            <a:avLst/>
          </a:prstGeom>
          <a:solidFill>
            <a:schemeClr val="accent2"/>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91440" algn="l" rtl="0" eaLnBrk="0">
              <a:lnSpc>
                <a:spcPts val="1145"/>
              </a:lnSpc>
              <a:spcBef>
                <a:spcPts val="5"/>
              </a:spcBef>
            </a:pPr>
            <a:r>
              <a:rPr sz="900" kern="0" spc="100" dirty="0">
                <a:solidFill>
                  <a:schemeClr val="tx1"/>
                </a:solidFill>
                <a:cs typeface="微软雅黑" panose="020B0503020204020204" charset="-122"/>
              </a:rPr>
              <a:t>项目管理流程体系不完</a:t>
            </a:r>
            <a:r>
              <a:rPr sz="900" kern="0" spc="90" dirty="0">
                <a:solidFill>
                  <a:schemeClr val="tx1"/>
                </a:solidFill>
                <a:cs typeface="微软雅黑" panose="020B0503020204020204" charset="-122"/>
              </a:rPr>
              <a:t>善有些重要节点缺失</a:t>
            </a:r>
            <a:endParaRPr lang="en-US" altLang="en-US" sz="900" kern="0" spc="90" dirty="0">
              <a:solidFill>
                <a:schemeClr val="tx1"/>
              </a:solidFill>
              <a:cs typeface="微软雅黑" panose="020B0503020204020204" charset="-122"/>
            </a:endParaRPr>
          </a:p>
        </p:txBody>
      </p:sp>
      <p:sp>
        <p:nvSpPr>
          <p:cNvPr id="4404" name="textbox 4404"/>
          <p:cNvSpPr/>
          <p:nvPr>
            <p:custDataLst>
              <p:tags r:id="rId17"/>
            </p:custDataLst>
          </p:nvPr>
        </p:nvSpPr>
        <p:spPr>
          <a:xfrm>
            <a:off x="5029200" y="2106167"/>
            <a:ext cx="3096895" cy="291465"/>
          </a:xfrm>
          <a:prstGeom prst="rect">
            <a:avLst/>
          </a:prstGeom>
          <a:solidFill>
            <a:srgbClr val="C9C9C9"/>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102235" algn="l" rtl="0" eaLnBrk="0">
              <a:lnSpc>
                <a:spcPts val="1120"/>
              </a:lnSpc>
              <a:spcBef>
                <a:spcPts val="5"/>
              </a:spcBef>
            </a:pPr>
            <a:r>
              <a:rPr sz="900" kern="0" spc="70" dirty="0">
                <a:solidFill>
                  <a:schemeClr val="tx1"/>
                </a:solidFill>
                <a:cs typeface="Wingdings" panose="05000000000000000000"/>
              </a:rPr>
              <a:t>.</a:t>
            </a:r>
            <a:r>
              <a:rPr sz="900" kern="0" spc="-160" dirty="0">
                <a:solidFill>
                  <a:schemeClr val="tx1"/>
                </a:solidFill>
                <a:cs typeface="Wingdings" panose="05000000000000000000"/>
              </a:rPr>
              <a:t> </a:t>
            </a:r>
            <a:r>
              <a:rPr sz="900" kern="0" spc="0" dirty="0">
                <a:solidFill>
                  <a:schemeClr val="tx1"/>
                </a:solidFill>
                <a:cs typeface="微软雅黑" panose="020B0503020204020204" charset="-122"/>
              </a:rPr>
              <a:t>PMO</a:t>
            </a:r>
            <a:r>
              <a:rPr sz="900" kern="0" spc="70" dirty="0">
                <a:solidFill>
                  <a:schemeClr val="tx1"/>
                </a:solidFill>
                <a:cs typeface="微软雅黑" panose="020B0503020204020204" charset="-122"/>
              </a:rPr>
              <a:t>（企发&amp;</a:t>
            </a:r>
            <a:r>
              <a:rPr sz="900" kern="0" spc="0" dirty="0">
                <a:solidFill>
                  <a:schemeClr val="tx1"/>
                </a:solidFill>
                <a:cs typeface="微软雅黑" panose="020B0503020204020204" charset="-122"/>
              </a:rPr>
              <a:t>IT</a:t>
            </a:r>
            <a:r>
              <a:rPr sz="900" kern="0" spc="70" dirty="0">
                <a:solidFill>
                  <a:schemeClr val="tx1"/>
                </a:solidFill>
                <a:cs typeface="微软雅黑" panose="020B0503020204020204" charset="-122"/>
              </a:rPr>
              <a:t>)</a:t>
            </a:r>
            <a:r>
              <a:rPr sz="900" kern="0" spc="110" dirty="0">
                <a:solidFill>
                  <a:schemeClr val="tx1"/>
                </a:solidFill>
                <a:cs typeface="微软雅黑" panose="020B0503020204020204" charset="-122"/>
              </a:rPr>
              <a:t> </a:t>
            </a:r>
            <a:r>
              <a:rPr sz="900" kern="0" spc="70" dirty="0">
                <a:solidFill>
                  <a:schemeClr val="tx1"/>
                </a:solidFill>
                <a:cs typeface="微软雅黑" panose="020B0503020204020204" charset="-122"/>
              </a:rPr>
              <a:t>组织的定位和职</a:t>
            </a:r>
            <a:r>
              <a:rPr sz="900" kern="0" spc="60" dirty="0">
                <a:solidFill>
                  <a:schemeClr val="tx1"/>
                </a:solidFill>
                <a:cs typeface="微软雅黑" panose="020B0503020204020204" charset="-122"/>
              </a:rPr>
              <a:t>责不够清晰</a:t>
            </a:r>
            <a:endParaRPr lang="en-US" altLang="en-US" sz="900" kern="0" spc="60" dirty="0">
              <a:solidFill>
                <a:schemeClr val="tx1"/>
              </a:solidFill>
              <a:cs typeface="微软雅黑" panose="020B0503020204020204" charset="-122"/>
            </a:endParaRPr>
          </a:p>
        </p:txBody>
      </p:sp>
      <p:sp>
        <p:nvSpPr>
          <p:cNvPr id="4406" name="rect"/>
          <p:cNvSpPr/>
          <p:nvPr/>
        </p:nvSpPr>
        <p:spPr>
          <a:xfrm>
            <a:off x="5029200" y="5244084"/>
            <a:ext cx="3096767" cy="291083"/>
          </a:xfrm>
          <a:prstGeom prst="rect">
            <a:avLst/>
          </a:prstGeom>
          <a:solidFill>
            <a:srgbClr val="C9C9C9">
              <a:alpha val="100000"/>
            </a:srgbClr>
          </a:solidFill>
          <a:ln cap="flat">
            <a:noFill/>
            <a:prstDash val="solid"/>
            <a:miter lim="0"/>
          </a:ln>
        </p:spPr>
        <p:txBody>
          <a:bodyPr rtlCol="0"/>
          <a:lstStyle/>
          <a:p>
            <a:pPr algn="ctr"/>
            <a:endParaRPr lang="zh-CN" altLang="en-US"/>
          </a:p>
        </p:txBody>
      </p:sp>
      <p:sp>
        <p:nvSpPr>
          <p:cNvPr id="4408" name="textbox 4408"/>
          <p:cNvSpPr/>
          <p:nvPr>
            <p:custDataLst>
              <p:tags r:id="rId18"/>
            </p:custDataLst>
          </p:nvPr>
        </p:nvSpPr>
        <p:spPr>
          <a:xfrm>
            <a:off x="5029200" y="3870959"/>
            <a:ext cx="3096895" cy="291465"/>
          </a:xfrm>
          <a:prstGeom prst="rect">
            <a:avLst/>
          </a:prstGeom>
          <a:solidFill>
            <a:srgbClr val="C9C9C9"/>
          </a:solidFill>
        </p:spPr>
        <p:txBody>
          <a:bodyPr vert="horz" wrap="square" lIns="0" tIns="0" rIns="0" bIns="0">
            <a:normAutofit/>
          </a:bodyPr>
          <a:lstStyle/>
          <a:p>
            <a:pPr algn="l" rtl="0" eaLnBrk="0">
              <a:lnSpc>
                <a:spcPct val="109000"/>
              </a:lnSpc>
            </a:pPr>
            <a:endParaRPr lang="en-US" altLang="en-US" sz="400" dirty="0">
              <a:solidFill>
                <a:schemeClr val="tx1"/>
              </a:solidFill>
            </a:endParaRPr>
          </a:p>
          <a:p>
            <a:pPr marL="102235" algn="l" rtl="0" eaLnBrk="0">
              <a:lnSpc>
                <a:spcPts val="1145"/>
              </a:lnSpc>
            </a:pPr>
            <a:r>
              <a:rPr sz="900" kern="0" spc="0" dirty="0">
                <a:solidFill>
                  <a:schemeClr val="tx1"/>
                </a:solidFill>
                <a:cs typeface="Wingdings" panose="05000000000000000000"/>
              </a:rPr>
              <a:t>.</a:t>
            </a:r>
            <a:r>
              <a:rPr sz="900" kern="0" spc="-420" dirty="0">
                <a:solidFill>
                  <a:schemeClr val="tx1"/>
                </a:solidFill>
                <a:cs typeface="Wingdings" panose="05000000000000000000"/>
              </a:rPr>
              <a:t> </a:t>
            </a:r>
            <a:r>
              <a:rPr sz="900" kern="0" spc="0" dirty="0">
                <a:solidFill>
                  <a:schemeClr val="tx1"/>
                </a:solidFill>
                <a:cs typeface="微软雅黑" panose="020B0503020204020204" charset="-122"/>
              </a:rPr>
              <a:t>数据关键节点管控缺失</a:t>
            </a:r>
            <a:endParaRPr lang="en-US" altLang="en-US" sz="900" kern="0" spc="0" dirty="0">
              <a:solidFill>
                <a:schemeClr val="tx1"/>
              </a:solidFill>
              <a:cs typeface="微软雅黑" panose="020B0503020204020204" charset="-122"/>
            </a:endParaRPr>
          </a:p>
        </p:txBody>
      </p:sp>
      <p:sp>
        <p:nvSpPr>
          <p:cNvPr id="4410" name="textbox 4410"/>
          <p:cNvSpPr/>
          <p:nvPr>
            <p:custDataLst>
              <p:tags r:id="rId19"/>
            </p:custDataLst>
          </p:nvPr>
        </p:nvSpPr>
        <p:spPr>
          <a:xfrm>
            <a:off x="5029200" y="2994659"/>
            <a:ext cx="3096895" cy="282575"/>
          </a:xfrm>
          <a:prstGeom prst="rect">
            <a:avLst/>
          </a:prstGeom>
          <a:solidFill>
            <a:srgbClr val="C9C9C9"/>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102235" algn="l" rtl="0" eaLnBrk="0">
              <a:lnSpc>
                <a:spcPts val="1145"/>
              </a:lnSpc>
              <a:spcBef>
                <a:spcPts val="5"/>
              </a:spcBef>
            </a:pPr>
            <a:r>
              <a:rPr sz="900" kern="0" spc="30" dirty="0">
                <a:solidFill>
                  <a:schemeClr val="tx1"/>
                </a:solidFill>
                <a:cs typeface="Wingdings" panose="05000000000000000000"/>
              </a:rPr>
              <a:t>.</a:t>
            </a:r>
            <a:r>
              <a:rPr sz="900" kern="0" spc="-350" dirty="0">
                <a:solidFill>
                  <a:schemeClr val="tx1"/>
                </a:solidFill>
                <a:cs typeface="Wingdings" panose="05000000000000000000"/>
              </a:rPr>
              <a:t> </a:t>
            </a:r>
            <a:r>
              <a:rPr sz="900" kern="0" spc="30" dirty="0">
                <a:solidFill>
                  <a:schemeClr val="tx1"/>
                </a:solidFill>
                <a:cs typeface="微软雅黑" panose="020B0503020204020204" charset="-122"/>
              </a:rPr>
              <a:t>缺失项目准入分析和合理的资源配置</a:t>
            </a:r>
            <a:endParaRPr lang="en-US" altLang="en-US" sz="900" kern="0" spc="30" dirty="0">
              <a:solidFill>
                <a:schemeClr val="tx1"/>
              </a:solidFill>
              <a:cs typeface="微软雅黑" panose="020B0503020204020204" charset="-122"/>
            </a:endParaRPr>
          </a:p>
        </p:txBody>
      </p:sp>
      <p:sp>
        <p:nvSpPr>
          <p:cNvPr id="4412" name="textbox 4412"/>
          <p:cNvSpPr/>
          <p:nvPr>
            <p:custDataLst>
              <p:tags r:id="rId20"/>
            </p:custDataLst>
          </p:nvPr>
        </p:nvSpPr>
        <p:spPr>
          <a:xfrm>
            <a:off x="5029200" y="2583179"/>
            <a:ext cx="3096895" cy="265429"/>
          </a:xfrm>
          <a:prstGeom prst="rect">
            <a:avLst/>
          </a:prstGeom>
          <a:solidFill>
            <a:srgbClr val="C9C9C9"/>
          </a:solidFill>
        </p:spPr>
        <p:txBody>
          <a:bodyPr vert="horz" wrap="square" lIns="0" tIns="0" rIns="0" bIns="0">
            <a:normAutofit/>
          </a:bodyPr>
          <a:lstStyle/>
          <a:p>
            <a:pPr algn="l" rtl="0" eaLnBrk="0">
              <a:lnSpc>
                <a:spcPct val="108000"/>
              </a:lnSpc>
            </a:pPr>
            <a:endParaRPr lang="en-US" altLang="en-US" sz="400" dirty="0">
              <a:solidFill>
                <a:schemeClr val="tx1"/>
              </a:solidFill>
            </a:endParaRPr>
          </a:p>
          <a:p>
            <a:pPr marL="102235" algn="l" rtl="0" eaLnBrk="0">
              <a:lnSpc>
                <a:spcPts val="1150"/>
              </a:lnSpc>
              <a:spcBef>
                <a:spcPts val="5"/>
              </a:spcBef>
            </a:pPr>
            <a:r>
              <a:rPr sz="900" kern="0" spc="30" dirty="0">
                <a:solidFill>
                  <a:schemeClr val="tx1"/>
                </a:solidFill>
                <a:cs typeface="Wingdings" panose="05000000000000000000"/>
              </a:rPr>
              <a:t>.</a:t>
            </a:r>
            <a:r>
              <a:rPr sz="900" kern="0" spc="-390" dirty="0">
                <a:solidFill>
                  <a:schemeClr val="tx1"/>
                </a:solidFill>
                <a:cs typeface="Wingdings" panose="05000000000000000000"/>
              </a:rPr>
              <a:t> </a:t>
            </a:r>
            <a:r>
              <a:rPr sz="900" kern="0" spc="30" dirty="0">
                <a:solidFill>
                  <a:schemeClr val="tx1"/>
                </a:solidFill>
                <a:cs typeface="微软雅黑" panose="020B0503020204020204" charset="-122"/>
              </a:rPr>
              <a:t>缺</a:t>
            </a:r>
            <a:r>
              <a:rPr sz="900" kern="0" spc="0" dirty="0">
                <a:solidFill>
                  <a:schemeClr val="tx1"/>
                </a:solidFill>
                <a:cs typeface="微软雅黑" panose="020B0503020204020204" charset="-122"/>
              </a:rPr>
              <a:t>PMO</a:t>
            </a:r>
            <a:r>
              <a:rPr sz="900" kern="0" spc="30" dirty="0">
                <a:solidFill>
                  <a:schemeClr val="tx1"/>
                </a:solidFill>
                <a:cs typeface="微软雅黑" panose="020B0503020204020204" charset="-122"/>
              </a:rPr>
              <a:t>体系和人员发展培训机制</a:t>
            </a:r>
            <a:endParaRPr lang="en-US" altLang="en-US" sz="900" kern="0" spc="30" dirty="0">
              <a:solidFill>
                <a:schemeClr val="tx1"/>
              </a:solidFill>
              <a:cs typeface="微软雅黑" panose="020B0503020204020204" charset="-122"/>
            </a:endParaRPr>
          </a:p>
        </p:txBody>
      </p:sp>
      <p:sp>
        <p:nvSpPr>
          <p:cNvPr id="4414" name="textbox 4414"/>
          <p:cNvSpPr/>
          <p:nvPr>
            <p:custDataLst>
              <p:tags r:id="rId21"/>
            </p:custDataLst>
          </p:nvPr>
        </p:nvSpPr>
        <p:spPr>
          <a:xfrm>
            <a:off x="5029200" y="3450335"/>
            <a:ext cx="3096895" cy="264159"/>
          </a:xfrm>
          <a:prstGeom prst="rect">
            <a:avLst/>
          </a:prstGeom>
          <a:solidFill>
            <a:srgbClr val="C9C9C9"/>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102235" algn="l" rtl="0" eaLnBrk="0">
              <a:lnSpc>
                <a:spcPts val="1145"/>
              </a:lnSpc>
              <a:spcBef>
                <a:spcPts val="5"/>
              </a:spcBef>
            </a:pPr>
            <a:r>
              <a:rPr sz="900" kern="0" spc="0" dirty="0">
                <a:solidFill>
                  <a:schemeClr val="tx1"/>
                </a:solidFill>
                <a:cs typeface="Wingdings" panose="05000000000000000000"/>
              </a:rPr>
              <a:t>.</a:t>
            </a:r>
            <a:r>
              <a:rPr sz="900" kern="0" spc="-420" dirty="0">
                <a:solidFill>
                  <a:schemeClr val="tx1"/>
                </a:solidFill>
                <a:cs typeface="Wingdings" panose="05000000000000000000"/>
              </a:rPr>
              <a:t> </a:t>
            </a:r>
            <a:r>
              <a:rPr sz="900" kern="0" spc="0" dirty="0">
                <a:solidFill>
                  <a:schemeClr val="tx1"/>
                </a:solidFill>
                <a:cs typeface="微软雅黑" panose="020B0503020204020204" charset="-122"/>
              </a:rPr>
              <a:t>数据口径没有统一管理</a:t>
            </a:r>
            <a:endParaRPr lang="en-US" altLang="en-US" sz="900" kern="0" spc="0" dirty="0">
              <a:solidFill>
                <a:schemeClr val="tx1"/>
              </a:solidFill>
              <a:cs typeface="微软雅黑" panose="020B0503020204020204" charset="-122"/>
            </a:endParaRPr>
          </a:p>
        </p:txBody>
      </p:sp>
      <p:sp>
        <p:nvSpPr>
          <p:cNvPr id="4418" name="textbox 4418"/>
          <p:cNvSpPr/>
          <p:nvPr>
            <p:custDataLst>
              <p:tags r:id="rId22"/>
            </p:custDataLst>
          </p:nvPr>
        </p:nvSpPr>
        <p:spPr>
          <a:xfrm>
            <a:off x="5029200" y="4812791"/>
            <a:ext cx="3081654" cy="250190"/>
          </a:xfrm>
          <a:prstGeom prst="rect">
            <a:avLst/>
          </a:prstGeom>
          <a:solidFill>
            <a:srgbClr val="C9C9C9"/>
          </a:solidFill>
        </p:spPr>
        <p:txBody>
          <a:bodyPr vert="horz" wrap="square" lIns="0" tIns="0" rIns="0" bIns="0">
            <a:normAutofit/>
          </a:bodyPr>
          <a:lstStyle/>
          <a:p>
            <a:pPr algn="l" rtl="0" eaLnBrk="0">
              <a:lnSpc>
                <a:spcPct val="107000"/>
              </a:lnSpc>
            </a:pPr>
            <a:endParaRPr lang="en-US" altLang="en-US" sz="400" dirty="0">
              <a:solidFill>
                <a:schemeClr val="tx1"/>
              </a:solidFill>
            </a:endParaRPr>
          </a:p>
          <a:p>
            <a:pPr marL="102235" algn="l" rtl="0" eaLnBrk="0">
              <a:lnSpc>
                <a:spcPts val="1145"/>
              </a:lnSpc>
              <a:spcBef>
                <a:spcPts val="5"/>
              </a:spcBef>
            </a:pPr>
            <a:r>
              <a:rPr sz="900" kern="0" spc="0" dirty="0">
                <a:solidFill>
                  <a:schemeClr val="tx1"/>
                </a:solidFill>
                <a:cs typeface="Wingdings" panose="05000000000000000000"/>
              </a:rPr>
              <a:t>.</a:t>
            </a:r>
            <a:r>
              <a:rPr sz="900" kern="0" spc="-420" dirty="0">
                <a:solidFill>
                  <a:schemeClr val="tx1"/>
                </a:solidFill>
                <a:cs typeface="Wingdings" panose="05000000000000000000"/>
              </a:rPr>
              <a:t> </a:t>
            </a:r>
            <a:r>
              <a:rPr sz="900" kern="0" spc="0" dirty="0">
                <a:solidFill>
                  <a:schemeClr val="tx1"/>
                </a:solidFill>
                <a:cs typeface="微软雅黑" panose="020B0503020204020204" charset="-122"/>
              </a:rPr>
              <a:t>缺数据治理体系与能力</a:t>
            </a:r>
            <a:endParaRPr lang="en-US" altLang="en-US" sz="900" kern="0" spc="0" dirty="0">
              <a:solidFill>
                <a:schemeClr val="tx1"/>
              </a:solidFill>
              <a:cs typeface="微软雅黑" panose="020B0503020204020204" charset="-122"/>
            </a:endParaRPr>
          </a:p>
        </p:txBody>
      </p:sp>
      <p:sp>
        <p:nvSpPr>
          <p:cNvPr id="4420" name="path"/>
          <p:cNvSpPr/>
          <p:nvPr/>
        </p:nvSpPr>
        <p:spPr>
          <a:xfrm>
            <a:off x="9116567" y="5790209"/>
            <a:ext cx="1182624" cy="330428"/>
          </a:xfrm>
          <a:custGeom>
            <a:avLst/>
            <a:gdLst/>
            <a:ahLst/>
            <a:cxnLst/>
            <a:rect l="0" t="0" r="0" b="0"/>
            <a:pathLst>
              <a:path w="1862" h="520">
                <a:moveTo>
                  <a:pt x="1862" y="510"/>
                </a:moveTo>
                <a:lnTo>
                  <a:pt x="10" y="510"/>
                </a:lnTo>
                <a:lnTo>
                  <a:pt x="10" y="0"/>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422" name="path"/>
          <p:cNvSpPr/>
          <p:nvPr/>
        </p:nvSpPr>
        <p:spPr>
          <a:xfrm>
            <a:off x="9081516" y="1449070"/>
            <a:ext cx="1172209" cy="328929"/>
          </a:xfrm>
          <a:custGeom>
            <a:avLst/>
            <a:gdLst/>
            <a:ahLst/>
            <a:cxnLst/>
            <a:rect l="0" t="0" r="0" b="0"/>
            <a:pathLst>
              <a:path w="1845" h="517">
                <a:moveTo>
                  <a:pt x="0" y="10"/>
                </a:moveTo>
                <a:lnTo>
                  <a:pt x="1835" y="10"/>
                </a:lnTo>
                <a:lnTo>
                  <a:pt x="1835" y="517"/>
                </a:lnTo>
              </a:path>
            </a:pathLst>
          </a:custGeom>
          <a:noFill/>
          <a:ln w="12700" cap="flat">
            <a:solidFill>
              <a:srgbClr val="FFFFFF">
                <a:alpha val="100000"/>
              </a:srgbClr>
            </a:solidFill>
            <a:prstDash val="solid"/>
            <a:round/>
          </a:ln>
        </p:spPr>
        <p:txBody>
          <a:bodyPr rtlCol="0"/>
          <a:lstStyle/>
          <a:p>
            <a:pPr algn="ctr"/>
            <a:endParaRPr lang="zh-CN" altLang="en-US"/>
          </a:p>
        </p:txBody>
      </p:sp>
      <p:sp>
        <p:nvSpPr>
          <p:cNvPr id="4424" name="textbox 4424"/>
          <p:cNvSpPr/>
          <p:nvPr>
            <p:custDataLst>
              <p:tags r:id="rId23"/>
            </p:custDataLst>
          </p:nvPr>
        </p:nvSpPr>
        <p:spPr>
          <a:xfrm>
            <a:off x="6359227" y="1243958"/>
            <a:ext cx="736600"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dk1"/>
              </a:solidFill>
            </a:endParaRPr>
          </a:p>
          <a:p>
            <a:pPr marL="12700" algn="l" rtl="0" eaLnBrk="0">
              <a:lnSpc>
                <a:spcPct val="98000"/>
              </a:lnSpc>
            </a:pPr>
            <a:r>
              <a:rPr sz="1400" kern="0" spc="-10" dirty="0">
                <a:solidFill>
                  <a:schemeClr val="dk1"/>
                </a:solidFill>
                <a:cs typeface="微软雅黑" panose="020B0503020204020204" charset="-122"/>
              </a:rPr>
              <a:t>根因分析</a:t>
            </a:r>
            <a:endParaRPr lang="en-US" altLang="en-US" sz="1400" kern="0" spc="-10" dirty="0">
              <a:solidFill>
                <a:schemeClr val="dk1"/>
              </a:solidFill>
              <a:cs typeface="微软雅黑" panose="020B0503020204020204" charset="-122"/>
            </a:endParaRPr>
          </a:p>
        </p:txBody>
      </p:sp>
      <p:sp>
        <p:nvSpPr>
          <p:cNvPr id="4426" name="textbox 4426"/>
          <p:cNvSpPr/>
          <p:nvPr>
            <p:custDataLst>
              <p:tags r:id="rId24"/>
            </p:custDataLst>
          </p:nvPr>
        </p:nvSpPr>
        <p:spPr>
          <a:xfrm>
            <a:off x="2299015" y="1274819"/>
            <a:ext cx="735330" cy="234315"/>
          </a:xfrm>
          <a:prstGeom prst="rect">
            <a:avLst/>
          </a:prstGeom>
        </p:spPr>
        <p:txBody>
          <a:bodyPr vert="horz" wrap="square" lIns="0" tIns="0" rIns="0" bIns="0">
            <a:normAutofit/>
          </a:bodyPr>
          <a:lstStyle/>
          <a:p>
            <a:pPr algn="l" rtl="0" eaLnBrk="0">
              <a:lnSpc>
                <a:spcPct val="81000"/>
              </a:lnSpc>
            </a:pPr>
            <a:endParaRPr lang="en-US" altLang="en-US" sz="100" dirty="0">
              <a:solidFill>
                <a:schemeClr val="dk1"/>
              </a:solidFill>
            </a:endParaRPr>
          </a:p>
          <a:p>
            <a:pPr marL="12700" algn="l" rtl="0" eaLnBrk="0">
              <a:lnSpc>
                <a:spcPct val="98000"/>
              </a:lnSpc>
            </a:pPr>
            <a:r>
              <a:rPr sz="1400" kern="0" spc="-10" dirty="0">
                <a:solidFill>
                  <a:schemeClr val="dk1"/>
                </a:solidFill>
                <a:cs typeface="微软雅黑" panose="020B0503020204020204" charset="-122"/>
              </a:rPr>
              <a:t>关键发现</a:t>
            </a:r>
            <a:endParaRPr lang="en-US" altLang="en-US" sz="1400" kern="0" spc="-10" dirty="0">
              <a:solidFill>
                <a:schemeClr val="dk1"/>
              </a:solidFill>
              <a:cs typeface="微软雅黑" panose="020B0503020204020204" charset="-122"/>
            </a:endParaRPr>
          </a:p>
        </p:txBody>
      </p:sp>
      <p:grpSp>
        <p:nvGrpSpPr>
          <p:cNvPr id="488" name="group 488"/>
          <p:cNvGrpSpPr/>
          <p:nvPr/>
        </p:nvGrpSpPr>
        <p:grpSpPr>
          <a:xfrm rot="21600000">
            <a:off x="957262" y="2641282"/>
            <a:ext cx="299847" cy="312039"/>
            <a:chOff x="0" y="0"/>
            <a:chExt cx="299847" cy="312039"/>
          </a:xfrm>
        </p:grpSpPr>
        <p:grpSp>
          <p:nvGrpSpPr>
            <p:cNvPr id="490" name="group 490"/>
            <p:cNvGrpSpPr/>
            <p:nvPr/>
          </p:nvGrpSpPr>
          <p:grpSpPr>
            <a:xfrm rot="21600000">
              <a:off x="0" y="0"/>
              <a:ext cx="299847" cy="312039"/>
              <a:chOff x="0" y="0"/>
              <a:chExt cx="299847" cy="312039"/>
            </a:xfrm>
          </p:grpSpPr>
          <p:sp>
            <p:nvSpPr>
              <p:cNvPr id="4428" name="path"/>
              <p:cNvSpPr/>
              <p:nvPr/>
            </p:nvSpPr>
            <p:spPr>
              <a:xfrm>
                <a:off x="14287" y="14287"/>
                <a:ext cx="271272" cy="283464"/>
              </a:xfrm>
              <a:custGeom>
                <a:avLst/>
                <a:gdLst/>
                <a:ahLst/>
                <a:cxnLst/>
                <a:rect l="0" t="0" r="0" b="0"/>
                <a:pathLst>
                  <a:path w="427" h="446">
                    <a:moveTo>
                      <a:pt x="0" y="223"/>
                    </a:moveTo>
                    <a:cubicBezTo>
                      <a:pt x="0" y="100"/>
                      <a:pt x="95" y="0"/>
                      <a:pt x="213" y="0"/>
                    </a:cubicBezTo>
                    <a:cubicBezTo>
                      <a:pt x="331" y="0"/>
                      <a:pt x="427" y="100"/>
                      <a:pt x="427" y="223"/>
                    </a:cubicBezTo>
                    <a:cubicBezTo>
                      <a:pt x="427" y="346"/>
                      <a:pt x="331" y="446"/>
                      <a:pt x="213" y="446"/>
                    </a:cubicBezTo>
                    <a:cubicBezTo>
                      <a:pt x="95" y="446"/>
                      <a:pt x="0" y="346"/>
                      <a:pt x="0" y="223"/>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30" name="path"/>
              <p:cNvSpPr/>
              <p:nvPr/>
            </p:nvSpPr>
            <p:spPr>
              <a:xfrm>
                <a:off x="0" y="0"/>
                <a:ext cx="299847" cy="312039"/>
              </a:xfrm>
              <a:custGeom>
                <a:avLst/>
                <a:gdLst/>
                <a:ahLst/>
                <a:cxnLst/>
                <a:rect l="0" t="0" r="0" b="0"/>
                <a:pathLst>
                  <a:path w="472" h="491">
                    <a:moveTo>
                      <a:pt x="22" y="245"/>
                    </a:moveTo>
                    <a:cubicBezTo>
                      <a:pt x="22" y="122"/>
                      <a:pt x="118" y="22"/>
                      <a:pt x="236" y="22"/>
                    </a:cubicBezTo>
                    <a:cubicBezTo>
                      <a:pt x="354" y="22"/>
                      <a:pt x="449" y="122"/>
                      <a:pt x="449" y="245"/>
                    </a:cubicBezTo>
                    <a:cubicBezTo>
                      <a:pt x="449" y="368"/>
                      <a:pt x="354" y="468"/>
                      <a:pt x="236" y="468"/>
                    </a:cubicBezTo>
                    <a:cubicBezTo>
                      <a:pt x="118" y="468"/>
                      <a:pt x="22" y="368"/>
                      <a:pt x="22" y="245"/>
                    </a:cubicBezTo>
                  </a:path>
                </a:pathLst>
              </a:custGeom>
              <a:noFill/>
              <a:ln w="28575" cap="flat">
                <a:solidFill>
                  <a:srgbClr val="FFFFFF">
                    <a:alpha val="100000"/>
                  </a:srgbClr>
                </a:solidFill>
                <a:prstDash val="solid"/>
                <a:miter lim="800000"/>
              </a:ln>
            </p:spPr>
            <p:txBody>
              <a:bodyPr rtlCol="0"/>
              <a:lstStyle/>
              <a:p>
                <a:pPr algn="ctr"/>
                <a:endParaRPr lang="zh-CN" altLang="en-US"/>
              </a:p>
            </p:txBody>
          </p:sp>
        </p:grpSp>
        <p:sp>
          <p:nvSpPr>
            <p:cNvPr id="4432" name="textbox 4432"/>
            <p:cNvSpPr/>
            <p:nvPr>
              <p:custDataLst>
                <p:tags r:id="rId25"/>
              </p:custDataLst>
            </p:nvPr>
          </p:nvSpPr>
          <p:spPr>
            <a:xfrm>
              <a:off x="-12700" y="-12700"/>
              <a:ext cx="325754" cy="372109"/>
            </a:xfrm>
            <a:prstGeom prst="rect">
              <a:avLst/>
            </a:prstGeom>
          </p:spPr>
          <p:txBody>
            <a:bodyPr vert="horz" wrap="square" lIns="0" tIns="0" rIns="0" bIns="0">
              <a:normAutofit/>
            </a:bodyPr>
            <a:lstStyle/>
            <a:p>
              <a:pPr algn="l" rtl="0" eaLnBrk="0">
                <a:lnSpc>
                  <a:spcPct val="116000"/>
                </a:lnSpc>
              </a:pPr>
              <a:endParaRPr lang="en-US" altLang="en-US" sz="600" dirty="0">
                <a:solidFill>
                  <a:schemeClr val="tx1"/>
                </a:solidFill>
              </a:endParaRPr>
            </a:p>
            <a:p>
              <a:pPr marL="126365" algn="l" rtl="0" eaLnBrk="0">
                <a:lnSpc>
                  <a:spcPct val="84000"/>
                </a:lnSpc>
                <a:spcBef>
                  <a:spcPts val="5"/>
                </a:spcBef>
              </a:pPr>
              <a:r>
                <a:rPr sz="1200" b="1" kern="0" spc="-10" dirty="0">
                  <a:solidFill>
                    <a:schemeClr val="tx1"/>
                  </a:solidFill>
                  <a:cs typeface="微软雅黑" panose="020B0503020204020204" charset="-122"/>
                </a:rPr>
                <a:t>3</a:t>
              </a:r>
              <a:endParaRPr lang="en-US" altLang="en-US" sz="1200" b="1" kern="0" spc="-10" dirty="0">
                <a:solidFill>
                  <a:schemeClr val="tx1"/>
                </a:solidFill>
                <a:cs typeface="微软雅黑" panose="020B0503020204020204" charset="-122"/>
              </a:endParaRPr>
            </a:p>
          </p:txBody>
        </p:sp>
      </p:grpSp>
      <p:grpSp>
        <p:nvGrpSpPr>
          <p:cNvPr id="492" name="group 492"/>
          <p:cNvGrpSpPr/>
          <p:nvPr/>
        </p:nvGrpSpPr>
        <p:grpSpPr>
          <a:xfrm rot="21600000">
            <a:off x="957262" y="2127694"/>
            <a:ext cx="299847" cy="312039"/>
            <a:chOff x="0" y="0"/>
            <a:chExt cx="299847" cy="312039"/>
          </a:xfrm>
        </p:grpSpPr>
        <p:grpSp>
          <p:nvGrpSpPr>
            <p:cNvPr id="494" name="group 494"/>
            <p:cNvGrpSpPr/>
            <p:nvPr/>
          </p:nvGrpSpPr>
          <p:grpSpPr>
            <a:xfrm rot="21600000">
              <a:off x="0" y="0"/>
              <a:ext cx="299847" cy="312039"/>
              <a:chOff x="0" y="0"/>
              <a:chExt cx="299847" cy="312039"/>
            </a:xfrm>
          </p:grpSpPr>
          <p:sp>
            <p:nvSpPr>
              <p:cNvPr id="4434" name="path"/>
              <p:cNvSpPr/>
              <p:nvPr/>
            </p:nvSpPr>
            <p:spPr>
              <a:xfrm>
                <a:off x="14287" y="14287"/>
                <a:ext cx="271272" cy="283464"/>
              </a:xfrm>
              <a:custGeom>
                <a:avLst/>
                <a:gdLst/>
                <a:ahLst/>
                <a:cxnLst/>
                <a:rect l="0" t="0" r="0" b="0"/>
                <a:pathLst>
                  <a:path w="427" h="446">
                    <a:moveTo>
                      <a:pt x="0" y="223"/>
                    </a:moveTo>
                    <a:cubicBezTo>
                      <a:pt x="0" y="100"/>
                      <a:pt x="95" y="0"/>
                      <a:pt x="213" y="0"/>
                    </a:cubicBezTo>
                    <a:cubicBezTo>
                      <a:pt x="331" y="0"/>
                      <a:pt x="427" y="100"/>
                      <a:pt x="427" y="223"/>
                    </a:cubicBezTo>
                    <a:cubicBezTo>
                      <a:pt x="427" y="346"/>
                      <a:pt x="331" y="446"/>
                      <a:pt x="213" y="446"/>
                    </a:cubicBezTo>
                    <a:cubicBezTo>
                      <a:pt x="95" y="446"/>
                      <a:pt x="0" y="346"/>
                      <a:pt x="0" y="223"/>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36" name="path"/>
              <p:cNvSpPr/>
              <p:nvPr/>
            </p:nvSpPr>
            <p:spPr>
              <a:xfrm>
                <a:off x="0" y="0"/>
                <a:ext cx="299847" cy="312039"/>
              </a:xfrm>
              <a:custGeom>
                <a:avLst/>
                <a:gdLst/>
                <a:ahLst/>
                <a:cxnLst/>
                <a:rect l="0" t="0" r="0" b="0"/>
                <a:pathLst>
                  <a:path w="472" h="491">
                    <a:moveTo>
                      <a:pt x="22" y="245"/>
                    </a:moveTo>
                    <a:cubicBezTo>
                      <a:pt x="22" y="122"/>
                      <a:pt x="118" y="22"/>
                      <a:pt x="236" y="22"/>
                    </a:cubicBezTo>
                    <a:cubicBezTo>
                      <a:pt x="354" y="22"/>
                      <a:pt x="449" y="122"/>
                      <a:pt x="449" y="245"/>
                    </a:cubicBezTo>
                    <a:cubicBezTo>
                      <a:pt x="449" y="368"/>
                      <a:pt x="354" y="468"/>
                      <a:pt x="236" y="468"/>
                    </a:cubicBezTo>
                    <a:cubicBezTo>
                      <a:pt x="118" y="468"/>
                      <a:pt x="22" y="368"/>
                      <a:pt x="22" y="245"/>
                    </a:cubicBezTo>
                  </a:path>
                </a:pathLst>
              </a:custGeom>
              <a:noFill/>
              <a:ln w="28575" cap="flat">
                <a:solidFill>
                  <a:srgbClr val="FFFFFF">
                    <a:alpha val="100000"/>
                  </a:srgbClr>
                </a:solidFill>
                <a:prstDash val="solid"/>
                <a:miter lim="1000000"/>
              </a:ln>
            </p:spPr>
            <p:txBody>
              <a:bodyPr rtlCol="0"/>
              <a:lstStyle/>
              <a:p>
                <a:pPr algn="ctr"/>
                <a:endParaRPr lang="zh-CN" altLang="en-US"/>
              </a:p>
            </p:txBody>
          </p:sp>
        </p:grpSp>
        <p:sp>
          <p:nvSpPr>
            <p:cNvPr id="4438" name="textbox 4438"/>
            <p:cNvSpPr/>
            <p:nvPr>
              <p:custDataLst>
                <p:tags r:id="rId26"/>
              </p:custDataLst>
            </p:nvPr>
          </p:nvSpPr>
          <p:spPr>
            <a:xfrm>
              <a:off x="-12700" y="-12700"/>
              <a:ext cx="325754" cy="374015"/>
            </a:xfrm>
            <a:prstGeom prst="rect">
              <a:avLst/>
            </a:prstGeom>
          </p:spPr>
          <p:txBody>
            <a:bodyPr vert="horz" wrap="square" lIns="0" tIns="0" rIns="0" bIns="0">
              <a:normAutofit/>
            </a:bodyPr>
            <a:lstStyle/>
            <a:p>
              <a:pPr algn="l" rtl="0" eaLnBrk="0">
                <a:lnSpc>
                  <a:spcPct val="116000"/>
                </a:lnSpc>
              </a:pPr>
              <a:endParaRPr lang="en-US" altLang="en-US" sz="600" dirty="0">
                <a:solidFill>
                  <a:schemeClr val="tx1"/>
                </a:solidFill>
              </a:endParaRPr>
            </a:p>
            <a:p>
              <a:pPr marL="122555" algn="l" rtl="0" eaLnBrk="0">
                <a:lnSpc>
                  <a:spcPct val="84000"/>
                </a:lnSpc>
                <a:spcBef>
                  <a:spcPts val="5"/>
                </a:spcBef>
              </a:pPr>
              <a:r>
                <a:rPr sz="1200" b="1" kern="0" spc="-10" dirty="0">
                  <a:solidFill>
                    <a:schemeClr val="tx1"/>
                  </a:solidFill>
                  <a:cs typeface="微软雅黑" panose="020B0503020204020204" charset="-122"/>
                </a:rPr>
                <a:t>2</a:t>
              </a:r>
              <a:endParaRPr lang="en-US" altLang="en-US" sz="1200" b="1" kern="0" spc="-10" dirty="0">
                <a:solidFill>
                  <a:schemeClr val="tx1"/>
                </a:solidFill>
                <a:cs typeface="微软雅黑" panose="020B0503020204020204" charset="-122"/>
              </a:endParaRPr>
            </a:p>
          </p:txBody>
        </p:sp>
      </p:grpSp>
      <p:grpSp>
        <p:nvGrpSpPr>
          <p:cNvPr id="496" name="group 496"/>
          <p:cNvGrpSpPr/>
          <p:nvPr/>
        </p:nvGrpSpPr>
        <p:grpSpPr>
          <a:xfrm rot="21600000">
            <a:off x="957262" y="3506914"/>
            <a:ext cx="299847" cy="310515"/>
            <a:chOff x="0" y="0"/>
            <a:chExt cx="299847" cy="310515"/>
          </a:xfrm>
        </p:grpSpPr>
        <p:grpSp>
          <p:nvGrpSpPr>
            <p:cNvPr id="498" name="group 498"/>
            <p:cNvGrpSpPr/>
            <p:nvPr/>
          </p:nvGrpSpPr>
          <p:grpSpPr>
            <a:xfrm rot="21600000">
              <a:off x="0" y="0"/>
              <a:ext cx="299847" cy="310515"/>
              <a:chOff x="0" y="0"/>
              <a:chExt cx="299847" cy="310515"/>
            </a:xfrm>
          </p:grpSpPr>
          <p:sp>
            <p:nvSpPr>
              <p:cNvPr id="4440" name="path"/>
              <p:cNvSpPr/>
              <p:nvPr/>
            </p:nvSpPr>
            <p:spPr>
              <a:xfrm>
                <a:off x="14287" y="14287"/>
                <a:ext cx="271272" cy="281940"/>
              </a:xfrm>
              <a:custGeom>
                <a:avLst/>
                <a:gdLst/>
                <a:ahLst/>
                <a:cxnLst/>
                <a:rect l="0" t="0" r="0" b="0"/>
                <a:pathLst>
                  <a:path w="427" h="444">
                    <a:moveTo>
                      <a:pt x="0" y="222"/>
                    </a:moveTo>
                    <a:cubicBezTo>
                      <a:pt x="0" y="99"/>
                      <a:pt x="95" y="0"/>
                      <a:pt x="213" y="0"/>
                    </a:cubicBezTo>
                    <a:cubicBezTo>
                      <a:pt x="331" y="0"/>
                      <a:pt x="427" y="99"/>
                      <a:pt x="427" y="222"/>
                    </a:cubicBezTo>
                    <a:cubicBezTo>
                      <a:pt x="427" y="344"/>
                      <a:pt x="331" y="444"/>
                      <a:pt x="213" y="444"/>
                    </a:cubicBezTo>
                    <a:cubicBezTo>
                      <a:pt x="95" y="444"/>
                      <a:pt x="0" y="344"/>
                      <a:pt x="0" y="222"/>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42" name="path"/>
              <p:cNvSpPr/>
              <p:nvPr/>
            </p:nvSpPr>
            <p:spPr>
              <a:xfrm>
                <a:off x="0" y="0"/>
                <a:ext cx="299847" cy="310515"/>
              </a:xfrm>
              <a:custGeom>
                <a:avLst/>
                <a:gdLst/>
                <a:ahLst/>
                <a:cxnLst/>
                <a:rect l="0" t="0" r="0" b="0"/>
                <a:pathLst>
                  <a:path w="472" h="489">
                    <a:moveTo>
                      <a:pt x="22" y="244"/>
                    </a:moveTo>
                    <a:cubicBezTo>
                      <a:pt x="22" y="121"/>
                      <a:pt x="118" y="22"/>
                      <a:pt x="236" y="22"/>
                    </a:cubicBezTo>
                    <a:cubicBezTo>
                      <a:pt x="354" y="22"/>
                      <a:pt x="449" y="121"/>
                      <a:pt x="449" y="244"/>
                    </a:cubicBezTo>
                    <a:cubicBezTo>
                      <a:pt x="449" y="367"/>
                      <a:pt x="354" y="466"/>
                      <a:pt x="236" y="466"/>
                    </a:cubicBezTo>
                    <a:cubicBezTo>
                      <a:pt x="118" y="466"/>
                      <a:pt x="22" y="367"/>
                      <a:pt x="22" y="244"/>
                    </a:cubicBezTo>
                  </a:path>
                </a:pathLst>
              </a:custGeom>
              <a:noFill/>
              <a:ln w="28575" cap="flat">
                <a:solidFill>
                  <a:srgbClr val="FFFFFF">
                    <a:alpha val="100000"/>
                  </a:srgbClr>
                </a:solidFill>
                <a:prstDash val="solid"/>
                <a:miter lim="1000000"/>
              </a:ln>
            </p:spPr>
            <p:txBody>
              <a:bodyPr rtlCol="0"/>
              <a:lstStyle/>
              <a:p>
                <a:pPr algn="ctr"/>
                <a:endParaRPr lang="zh-CN" altLang="en-US"/>
              </a:p>
            </p:txBody>
          </p:sp>
        </p:grpSp>
        <p:sp>
          <p:nvSpPr>
            <p:cNvPr id="4444" name="textbox 4444"/>
            <p:cNvSpPr/>
            <p:nvPr>
              <p:custDataLst>
                <p:tags r:id="rId27"/>
              </p:custDataLst>
            </p:nvPr>
          </p:nvSpPr>
          <p:spPr>
            <a:xfrm>
              <a:off x="-12700" y="-12700"/>
              <a:ext cx="325754" cy="370840"/>
            </a:xfrm>
            <a:prstGeom prst="rect">
              <a:avLst/>
            </a:prstGeom>
          </p:spPr>
          <p:txBody>
            <a:bodyPr vert="horz" wrap="square" lIns="0" tIns="0" rIns="0" bIns="0">
              <a:normAutofit/>
            </a:bodyPr>
            <a:lstStyle/>
            <a:p>
              <a:pPr algn="l" rtl="0" eaLnBrk="0">
                <a:lnSpc>
                  <a:spcPct val="100000"/>
                </a:lnSpc>
              </a:pPr>
              <a:endParaRPr lang="en-US" altLang="en-US" sz="700" dirty="0">
                <a:solidFill>
                  <a:schemeClr val="tx1"/>
                </a:solidFill>
              </a:endParaRPr>
            </a:p>
            <a:p>
              <a:pPr marL="127635" algn="l" rtl="0" eaLnBrk="0">
                <a:lnSpc>
                  <a:spcPct val="83000"/>
                </a:lnSpc>
                <a:spcBef>
                  <a:spcPts val="5"/>
                </a:spcBef>
              </a:pPr>
              <a:r>
                <a:rPr sz="1200" b="1" kern="0" spc="-10" dirty="0">
                  <a:solidFill>
                    <a:schemeClr val="tx1"/>
                  </a:solidFill>
                  <a:cs typeface="微软雅黑" panose="020B0503020204020204" charset="-122"/>
                </a:rPr>
                <a:t>5</a:t>
              </a:r>
              <a:endParaRPr lang="en-US" altLang="en-US" sz="1200" b="1" kern="0" spc="-10" dirty="0">
                <a:solidFill>
                  <a:schemeClr val="tx1"/>
                </a:solidFill>
                <a:cs typeface="微软雅黑" panose="020B0503020204020204" charset="-122"/>
              </a:endParaRPr>
            </a:p>
          </p:txBody>
        </p:sp>
      </p:grpSp>
      <p:grpSp>
        <p:nvGrpSpPr>
          <p:cNvPr id="500" name="group 500"/>
          <p:cNvGrpSpPr/>
          <p:nvPr/>
        </p:nvGrpSpPr>
        <p:grpSpPr>
          <a:xfrm rot="21600000">
            <a:off x="957262" y="1659826"/>
            <a:ext cx="299847" cy="310515"/>
            <a:chOff x="0" y="0"/>
            <a:chExt cx="299847" cy="310515"/>
          </a:xfrm>
        </p:grpSpPr>
        <p:grpSp>
          <p:nvGrpSpPr>
            <p:cNvPr id="502" name="group 502"/>
            <p:cNvGrpSpPr/>
            <p:nvPr/>
          </p:nvGrpSpPr>
          <p:grpSpPr>
            <a:xfrm rot="21600000">
              <a:off x="0" y="0"/>
              <a:ext cx="299847" cy="310515"/>
              <a:chOff x="0" y="0"/>
              <a:chExt cx="299847" cy="310515"/>
            </a:xfrm>
          </p:grpSpPr>
          <p:sp>
            <p:nvSpPr>
              <p:cNvPr id="4446" name="path"/>
              <p:cNvSpPr/>
              <p:nvPr/>
            </p:nvSpPr>
            <p:spPr>
              <a:xfrm>
                <a:off x="14287" y="14287"/>
                <a:ext cx="271272" cy="281940"/>
              </a:xfrm>
              <a:custGeom>
                <a:avLst/>
                <a:gdLst/>
                <a:ahLst/>
                <a:cxnLst/>
                <a:rect l="0" t="0" r="0" b="0"/>
                <a:pathLst>
                  <a:path w="427" h="444">
                    <a:moveTo>
                      <a:pt x="0" y="222"/>
                    </a:moveTo>
                    <a:cubicBezTo>
                      <a:pt x="0" y="99"/>
                      <a:pt x="95" y="0"/>
                      <a:pt x="213" y="0"/>
                    </a:cubicBezTo>
                    <a:cubicBezTo>
                      <a:pt x="331" y="0"/>
                      <a:pt x="427" y="99"/>
                      <a:pt x="427" y="222"/>
                    </a:cubicBezTo>
                    <a:cubicBezTo>
                      <a:pt x="427" y="344"/>
                      <a:pt x="331" y="444"/>
                      <a:pt x="213" y="444"/>
                    </a:cubicBezTo>
                    <a:cubicBezTo>
                      <a:pt x="95" y="444"/>
                      <a:pt x="0" y="344"/>
                      <a:pt x="0" y="222"/>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48" name="path"/>
              <p:cNvSpPr/>
              <p:nvPr/>
            </p:nvSpPr>
            <p:spPr>
              <a:xfrm>
                <a:off x="0" y="0"/>
                <a:ext cx="299847" cy="310515"/>
              </a:xfrm>
              <a:custGeom>
                <a:avLst/>
                <a:gdLst/>
                <a:ahLst/>
                <a:cxnLst/>
                <a:rect l="0" t="0" r="0" b="0"/>
                <a:pathLst>
                  <a:path w="472" h="489">
                    <a:moveTo>
                      <a:pt x="22" y="244"/>
                    </a:moveTo>
                    <a:cubicBezTo>
                      <a:pt x="22" y="121"/>
                      <a:pt x="118" y="22"/>
                      <a:pt x="236" y="22"/>
                    </a:cubicBezTo>
                    <a:cubicBezTo>
                      <a:pt x="354" y="22"/>
                      <a:pt x="449" y="121"/>
                      <a:pt x="449" y="244"/>
                    </a:cubicBezTo>
                    <a:cubicBezTo>
                      <a:pt x="449" y="367"/>
                      <a:pt x="354" y="466"/>
                      <a:pt x="236" y="466"/>
                    </a:cubicBezTo>
                    <a:cubicBezTo>
                      <a:pt x="118" y="466"/>
                      <a:pt x="22" y="367"/>
                      <a:pt x="22" y="244"/>
                    </a:cubicBezTo>
                  </a:path>
                </a:pathLst>
              </a:custGeom>
              <a:noFill/>
              <a:ln w="28575" cap="flat">
                <a:solidFill>
                  <a:srgbClr val="FFFFFF">
                    <a:alpha val="100000"/>
                  </a:srgbClr>
                </a:solidFill>
                <a:prstDash val="solid"/>
                <a:miter lim="1000000"/>
              </a:ln>
            </p:spPr>
            <p:txBody>
              <a:bodyPr rtlCol="0"/>
              <a:lstStyle/>
              <a:p>
                <a:pPr algn="ctr"/>
                <a:endParaRPr lang="zh-CN" altLang="en-US"/>
              </a:p>
            </p:txBody>
          </p:sp>
        </p:grpSp>
        <p:sp>
          <p:nvSpPr>
            <p:cNvPr id="4450" name="textbox 4450"/>
            <p:cNvSpPr/>
            <p:nvPr>
              <p:custDataLst>
                <p:tags r:id="rId28"/>
              </p:custDataLst>
            </p:nvPr>
          </p:nvSpPr>
          <p:spPr>
            <a:xfrm>
              <a:off x="-12700" y="-12700"/>
              <a:ext cx="325754" cy="372745"/>
            </a:xfrm>
            <a:prstGeom prst="rect">
              <a:avLst/>
            </a:prstGeom>
          </p:spPr>
          <p:txBody>
            <a:bodyPr vert="horz" wrap="square" lIns="0" tIns="0" rIns="0" bIns="0">
              <a:normAutofit/>
            </a:bodyPr>
            <a:lstStyle/>
            <a:p>
              <a:pPr algn="l" rtl="0" eaLnBrk="0">
                <a:lnSpc>
                  <a:spcPct val="115000"/>
                </a:lnSpc>
              </a:pPr>
              <a:endParaRPr lang="en-US" altLang="en-US" sz="600" dirty="0">
                <a:solidFill>
                  <a:schemeClr val="tx1"/>
                </a:solidFill>
              </a:endParaRPr>
            </a:p>
            <a:p>
              <a:pPr marL="128905" algn="l" rtl="0" eaLnBrk="0">
                <a:lnSpc>
                  <a:spcPct val="84000"/>
                </a:lnSpc>
                <a:spcBef>
                  <a:spcPts val="5"/>
                </a:spcBef>
              </a:pPr>
              <a:r>
                <a:rPr sz="1200" b="1" kern="0" spc="-10" dirty="0">
                  <a:solidFill>
                    <a:schemeClr val="tx1"/>
                  </a:solidFill>
                  <a:cs typeface="微软雅黑" panose="020B0503020204020204" charset="-122"/>
                </a:rPr>
                <a:t>1</a:t>
              </a:r>
              <a:endParaRPr lang="en-US" altLang="en-US" sz="1200" b="1" kern="0" spc="-10" dirty="0">
                <a:solidFill>
                  <a:schemeClr val="tx1"/>
                </a:solidFill>
                <a:cs typeface="微软雅黑" panose="020B0503020204020204" charset="-122"/>
              </a:endParaRPr>
            </a:p>
          </p:txBody>
        </p:sp>
      </p:grpSp>
      <p:grpSp>
        <p:nvGrpSpPr>
          <p:cNvPr id="504" name="group 504"/>
          <p:cNvGrpSpPr/>
          <p:nvPr/>
        </p:nvGrpSpPr>
        <p:grpSpPr>
          <a:xfrm rot="21600000">
            <a:off x="957262" y="3897058"/>
            <a:ext cx="299847" cy="310514"/>
            <a:chOff x="0" y="0"/>
            <a:chExt cx="299847" cy="310514"/>
          </a:xfrm>
        </p:grpSpPr>
        <p:grpSp>
          <p:nvGrpSpPr>
            <p:cNvPr id="506" name="group 506"/>
            <p:cNvGrpSpPr/>
            <p:nvPr/>
          </p:nvGrpSpPr>
          <p:grpSpPr>
            <a:xfrm rot="21600000">
              <a:off x="0" y="0"/>
              <a:ext cx="299847" cy="310514"/>
              <a:chOff x="0" y="0"/>
              <a:chExt cx="299847" cy="310514"/>
            </a:xfrm>
          </p:grpSpPr>
          <p:sp>
            <p:nvSpPr>
              <p:cNvPr id="4452" name="path"/>
              <p:cNvSpPr/>
              <p:nvPr/>
            </p:nvSpPr>
            <p:spPr>
              <a:xfrm>
                <a:off x="14287" y="14287"/>
                <a:ext cx="271272" cy="281939"/>
              </a:xfrm>
              <a:custGeom>
                <a:avLst/>
                <a:gdLst/>
                <a:ahLst/>
                <a:cxnLst/>
                <a:rect l="0" t="0" r="0" b="0"/>
                <a:pathLst>
                  <a:path w="427" h="443">
                    <a:moveTo>
                      <a:pt x="0" y="222"/>
                    </a:moveTo>
                    <a:cubicBezTo>
                      <a:pt x="0" y="99"/>
                      <a:pt x="95" y="0"/>
                      <a:pt x="213" y="0"/>
                    </a:cubicBezTo>
                    <a:cubicBezTo>
                      <a:pt x="331" y="0"/>
                      <a:pt x="427" y="99"/>
                      <a:pt x="427" y="222"/>
                    </a:cubicBezTo>
                    <a:cubicBezTo>
                      <a:pt x="427" y="344"/>
                      <a:pt x="331" y="443"/>
                      <a:pt x="213" y="443"/>
                    </a:cubicBezTo>
                    <a:cubicBezTo>
                      <a:pt x="95" y="443"/>
                      <a:pt x="0" y="344"/>
                      <a:pt x="0" y="222"/>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54" name="path"/>
              <p:cNvSpPr/>
              <p:nvPr/>
            </p:nvSpPr>
            <p:spPr>
              <a:xfrm>
                <a:off x="0" y="0"/>
                <a:ext cx="299847" cy="310514"/>
              </a:xfrm>
              <a:custGeom>
                <a:avLst/>
                <a:gdLst/>
                <a:ahLst/>
                <a:cxnLst/>
                <a:rect l="0" t="0" r="0" b="0"/>
                <a:pathLst>
                  <a:path w="472" h="488">
                    <a:moveTo>
                      <a:pt x="22" y="244"/>
                    </a:moveTo>
                    <a:cubicBezTo>
                      <a:pt x="22" y="121"/>
                      <a:pt x="118" y="22"/>
                      <a:pt x="236" y="22"/>
                    </a:cubicBezTo>
                    <a:cubicBezTo>
                      <a:pt x="354" y="22"/>
                      <a:pt x="449" y="121"/>
                      <a:pt x="449" y="244"/>
                    </a:cubicBezTo>
                    <a:cubicBezTo>
                      <a:pt x="449" y="367"/>
                      <a:pt x="354" y="466"/>
                      <a:pt x="236" y="466"/>
                    </a:cubicBezTo>
                    <a:cubicBezTo>
                      <a:pt x="118" y="466"/>
                      <a:pt x="22" y="367"/>
                      <a:pt x="22" y="244"/>
                    </a:cubicBezTo>
                  </a:path>
                </a:pathLst>
              </a:custGeom>
              <a:noFill/>
              <a:ln w="28575" cap="flat">
                <a:solidFill>
                  <a:srgbClr val="FFFFFF">
                    <a:alpha val="100000"/>
                  </a:srgbClr>
                </a:solidFill>
                <a:prstDash val="solid"/>
                <a:miter lim="800000"/>
              </a:ln>
            </p:spPr>
            <p:txBody>
              <a:bodyPr rtlCol="0"/>
              <a:lstStyle/>
              <a:p>
                <a:pPr algn="ctr"/>
                <a:endParaRPr lang="zh-CN" altLang="en-US"/>
              </a:p>
            </p:txBody>
          </p:sp>
        </p:grpSp>
        <p:sp>
          <p:nvSpPr>
            <p:cNvPr id="4456" name="textbox 4456"/>
            <p:cNvSpPr/>
            <p:nvPr>
              <p:custDataLst>
                <p:tags r:id="rId29"/>
              </p:custDataLst>
            </p:nvPr>
          </p:nvSpPr>
          <p:spPr>
            <a:xfrm>
              <a:off x="-12700" y="-12700"/>
              <a:ext cx="325754" cy="370840"/>
            </a:xfrm>
            <a:prstGeom prst="rect">
              <a:avLst/>
            </a:prstGeom>
          </p:spPr>
          <p:txBody>
            <a:bodyPr vert="horz" wrap="square" lIns="0" tIns="0" rIns="0" bIns="0">
              <a:normAutofit/>
            </a:bodyPr>
            <a:lstStyle/>
            <a:p>
              <a:pPr algn="l" rtl="0" eaLnBrk="0">
                <a:lnSpc>
                  <a:spcPct val="115000"/>
                </a:lnSpc>
              </a:pPr>
              <a:endParaRPr lang="en-US" altLang="en-US" sz="600" dirty="0">
                <a:solidFill>
                  <a:schemeClr val="tx1"/>
                </a:solidFill>
              </a:endParaRPr>
            </a:p>
            <a:p>
              <a:pPr marL="122555" algn="l" rtl="0" eaLnBrk="0">
                <a:lnSpc>
                  <a:spcPct val="84000"/>
                </a:lnSpc>
                <a:spcBef>
                  <a:spcPts val="5"/>
                </a:spcBef>
              </a:pPr>
              <a:r>
                <a:rPr sz="1200" b="1" kern="0" spc="-10" dirty="0">
                  <a:solidFill>
                    <a:schemeClr val="tx1"/>
                  </a:solidFill>
                  <a:cs typeface="微软雅黑" panose="020B0503020204020204" charset="-122"/>
                </a:rPr>
                <a:t>6</a:t>
              </a:r>
              <a:endParaRPr lang="en-US" altLang="en-US" sz="1200" b="1" kern="0" spc="-10" dirty="0">
                <a:solidFill>
                  <a:schemeClr val="tx1"/>
                </a:solidFill>
                <a:cs typeface="微软雅黑" panose="020B0503020204020204" charset="-122"/>
              </a:endParaRPr>
            </a:p>
          </p:txBody>
        </p:sp>
      </p:grpSp>
      <p:grpSp>
        <p:nvGrpSpPr>
          <p:cNvPr id="508" name="group 508"/>
          <p:cNvGrpSpPr/>
          <p:nvPr/>
        </p:nvGrpSpPr>
        <p:grpSpPr>
          <a:xfrm rot="21600000">
            <a:off x="957262" y="4328350"/>
            <a:ext cx="299847" cy="310514"/>
            <a:chOff x="0" y="0"/>
            <a:chExt cx="299847" cy="310514"/>
          </a:xfrm>
        </p:grpSpPr>
        <p:grpSp>
          <p:nvGrpSpPr>
            <p:cNvPr id="510" name="group 510"/>
            <p:cNvGrpSpPr/>
            <p:nvPr/>
          </p:nvGrpSpPr>
          <p:grpSpPr>
            <a:xfrm rot="21600000">
              <a:off x="0" y="0"/>
              <a:ext cx="299847" cy="310514"/>
              <a:chOff x="0" y="0"/>
              <a:chExt cx="299847" cy="310514"/>
            </a:xfrm>
          </p:grpSpPr>
          <p:sp>
            <p:nvSpPr>
              <p:cNvPr id="4458" name="path"/>
              <p:cNvSpPr/>
              <p:nvPr/>
            </p:nvSpPr>
            <p:spPr>
              <a:xfrm>
                <a:off x="14287" y="14287"/>
                <a:ext cx="271272" cy="281939"/>
              </a:xfrm>
              <a:custGeom>
                <a:avLst/>
                <a:gdLst/>
                <a:ahLst/>
                <a:cxnLst/>
                <a:rect l="0" t="0" r="0" b="0"/>
                <a:pathLst>
                  <a:path w="427" h="443">
                    <a:moveTo>
                      <a:pt x="0" y="222"/>
                    </a:moveTo>
                    <a:cubicBezTo>
                      <a:pt x="0" y="99"/>
                      <a:pt x="95" y="0"/>
                      <a:pt x="213" y="0"/>
                    </a:cubicBezTo>
                    <a:cubicBezTo>
                      <a:pt x="331" y="0"/>
                      <a:pt x="427" y="99"/>
                      <a:pt x="427" y="222"/>
                    </a:cubicBezTo>
                    <a:cubicBezTo>
                      <a:pt x="427" y="344"/>
                      <a:pt x="331" y="443"/>
                      <a:pt x="213" y="443"/>
                    </a:cubicBezTo>
                    <a:cubicBezTo>
                      <a:pt x="95" y="443"/>
                      <a:pt x="0" y="344"/>
                      <a:pt x="0" y="222"/>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60" name="path"/>
              <p:cNvSpPr/>
              <p:nvPr/>
            </p:nvSpPr>
            <p:spPr>
              <a:xfrm>
                <a:off x="0" y="0"/>
                <a:ext cx="299847" cy="310514"/>
              </a:xfrm>
              <a:custGeom>
                <a:avLst/>
                <a:gdLst/>
                <a:ahLst/>
                <a:cxnLst/>
                <a:rect l="0" t="0" r="0" b="0"/>
                <a:pathLst>
                  <a:path w="472" h="488">
                    <a:moveTo>
                      <a:pt x="22" y="244"/>
                    </a:moveTo>
                    <a:cubicBezTo>
                      <a:pt x="22" y="121"/>
                      <a:pt x="118" y="22"/>
                      <a:pt x="236" y="22"/>
                    </a:cubicBezTo>
                    <a:cubicBezTo>
                      <a:pt x="354" y="22"/>
                      <a:pt x="449" y="121"/>
                      <a:pt x="449" y="244"/>
                    </a:cubicBezTo>
                    <a:cubicBezTo>
                      <a:pt x="449" y="367"/>
                      <a:pt x="354" y="466"/>
                      <a:pt x="236" y="466"/>
                    </a:cubicBezTo>
                    <a:cubicBezTo>
                      <a:pt x="118" y="466"/>
                      <a:pt x="22" y="367"/>
                      <a:pt x="22" y="244"/>
                    </a:cubicBezTo>
                  </a:path>
                </a:pathLst>
              </a:custGeom>
              <a:noFill/>
              <a:ln w="28575" cap="flat">
                <a:solidFill>
                  <a:srgbClr val="FFFFFF">
                    <a:alpha val="100000"/>
                  </a:srgbClr>
                </a:solidFill>
                <a:prstDash val="solid"/>
                <a:miter lim="800000"/>
              </a:ln>
            </p:spPr>
            <p:txBody>
              <a:bodyPr rtlCol="0"/>
              <a:lstStyle/>
              <a:p>
                <a:pPr algn="ctr"/>
                <a:endParaRPr lang="zh-CN" altLang="en-US"/>
              </a:p>
            </p:txBody>
          </p:sp>
        </p:grpSp>
        <p:sp>
          <p:nvSpPr>
            <p:cNvPr id="4462" name="textbox 4462"/>
            <p:cNvSpPr/>
            <p:nvPr>
              <p:custDataLst>
                <p:tags r:id="rId30"/>
              </p:custDataLst>
            </p:nvPr>
          </p:nvSpPr>
          <p:spPr>
            <a:xfrm>
              <a:off x="-12700" y="-12700"/>
              <a:ext cx="325754" cy="372745"/>
            </a:xfrm>
            <a:prstGeom prst="rect">
              <a:avLst/>
            </a:prstGeom>
          </p:spPr>
          <p:txBody>
            <a:bodyPr vert="horz" wrap="square" lIns="0" tIns="0" rIns="0" bIns="0">
              <a:normAutofit/>
            </a:bodyPr>
            <a:lstStyle/>
            <a:p>
              <a:pPr algn="l" rtl="0" eaLnBrk="0">
                <a:lnSpc>
                  <a:spcPct val="101000"/>
                </a:lnSpc>
              </a:pPr>
              <a:endParaRPr lang="en-US" altLang="en-US" sz="700" dirty="0">
                <a:solidFill>
                  <a:schemeClr val="tx1"/>
                </a:solidFill>
              </a:endParaRPr>
            </a:p>
            <a:p>
              <a:pPr marL="121920" algn="l" rtl="0" eaLnBrk="0">
                <a:lnSpc>
                  <a:spcPct val="83000"/>
                </a:lnSpc>
                <a:spcBef>
                  <a:spcPts val="5"/>
                </a:spcBef>
              </a:pPr>
              <a:r>
                <a:rPr sz="1200" b="1" kern="0" spc="-10" dirty="0">
                  <a:solidFill>
                    <a:schemeClr val="tx1"/>
                  </a:solidFill>
                  <a:cs typeface="微软雅黑" panose="020B0503020204020204" charset="-122"/>
                </a:rPr>
                <a:t>7</a:t>
              </a:r>
              <a:endParaRPr lang="en-US" altLang="en-US" sz="1200" b="1" kern="0" spc="-10" dirty="0">
                <a:solidFill>
                  <a:schemeClr val="tx1"/>
                </a:solidFill>
                <a:cs typeface="微软雅黑" panose="020B0503020204020204" charset="-122"/>
              </a:endParaRPr>
            </a:p>
          </p:txBody>
        </p:sp>
      </p:grpSp>
      <p:grpSp>
        <p:nvGrpSpPr>
          <p:cNvPr id="512" name="group 512"/>
          <p:cNvGrpSpPr/>
          <p:nvPr/>
        </p:nvGrpSpPr>
        <p:grpSpPr>
          <a:xfrm rot="21600000">
            <a:off x="957262" y="4755070"/>
            <a:ext cx="299847" cy="310514"/>
            <a:chOff x="0" y="0"/>
            <a:chExt cx="299847" cy="310514"/>
          </a:xfrm>
        </p:grpSpPr>
        <p:grpSp>
          <p:nvGrpSpPr>
            <p:cNvPr id="514" name="group 514"/>
            <p:cNvGrpSpPr/>
            <p:nvPr/>
          </p:nvGrpSpPr>
          <p:grpSpPr>
            <a:xfrm rot="21600000">
              <a:off x="0" y="0"/>
              <a:ext cx="299847" cy="310514"/>
              <a:chOff x="0" y="0"/>
              <a:chExt cx="299847" cy="310514"/>
            </a:xfrm>
          </p:grpSpPr>
          <p:sp>
            <p:nvSpPr>
              <p:cNvPr id="4464" name="path"/>
              <p:cNvSpPr/>
              <p:nvPr/>
            </p:nvSpPr>
            <p:spPr>
              <a:xfrm>
                <a:off x="14287" y="14287"/>
                <a:ext cx="271272" cy="281939"/>
              </a:xfrm>
              <a:custGeom>
                <a:avLst/>
                <a:gdLst/>
                <a:ahLst/>
                <a:cxnLst/>
                <a:rect l="0" t="0" r="0" b="0"/>
                <a:pathLst>
                  <a:path w="427" h="443">
                    <a:moveTo>
                      <a:pt x="0" y="221"/>
                    </a:moveTo>
                    <a:cubicBezTo>
                      <a:pt x="0" y="99"/>
                      <a:pt x="95" y="0"/>
                      <a:pt x="213" y="0"/>
                    </a:cubicBezTo>
                    <a:cubicBezTo>
                      <a:pt x="331" y="0"/>
                      <a:pt x="427" y="99"/>
                      <a:pt x="427" y="221"/>
                    </a:cubicBezTo>
                    <a:cubicBezTo>
                      <a:pt x="427" y="344"/>
                      <a:pt x="331" y="443"/>
                      <a:pt x="213" y="443"/>
                    </a:cubicBezTo>
                    <a:cubicBezTo>
                      <a:pt x="95" y="443"/>
                      <a:pt x="0" y="344"/>
                      <a:pt x="0" y="221"/>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66" name="path"/>
              <p:cNvSpPr/>
              <p:nvPr/>
            </p:nvSpPr>
            <p:spPr>
              <a:xfrm>
                <a:off x="0" y="0"/>
                <a:ext cx="299847" cy="310514"/>
              </a:xfrm>
              <a:custGeom>
                <a:avLst/>
                <a:gdLst/>
                <a:ahLst/>
                <a:cxnLst/>
                <a:rect l="0" t="0" r="0" b="0"/>
                <a:pathLst>
                  <a:path w="472" h="488">
                    <a:moveTo>
                      <a:pt x="22" y="244"/>
                    </a:moveTo>
                    <a:cubicBezTo>
                      <a:pt x="22" y="121"/>
                      <a:pt x="118" y="22"/>
                      <a:pt x="236" y="22"/>
                    </a:cubicBezTo>
                    <a:cubicBezTo>
                      <a:pt x="354" y="22"/>
                      <a:pt x="449" y="121"/>
                      <a:pt x="449" y="244"/>
                    </a:cubicBezTo>
                    <a:cubicBezTo>
                      <a:pt x="449" y="367"/>
                      <a:pt x="354" y="466"/>
                      <a:pt x="236" y="466"/>
                    </a:cubicBezTo>
                    <a:cubicBezTo>
                      <a:pt x="118" y="466"/>
                      <a:pt x="22" y="367"/>
                      <a:pt x="22" y="244"/>
                    </a:cubicBezTo>
                  </a:path>
                </a:pathLst>
              </a:custGeom>
              <a:noFill/>
              <a:ln w="28575" cap="flat">
                <a:solidFill>
                  <a:srgbClr val="FFFFFF">
                    <a:alpha val="100000"/>
                  </a:srgbClr>
                </a:solidFill>
                <a:prstDash val="solid"/>
                <a:miter lim="800000"/>
              </a:ln>
            </p:spPr>
            <p:txBody>
              <a:bodyPr rtlCol="0"/>
              <a:lstStyle/>
              <a:p>
                <a:pPr algn="ctr"/>
                <a:endParaRPr lang="zh-CN" altLang="en-US"/>
              </a:p>
            </p:txBody>
          </p:sp>
        </p:grpSp>
        <p:sp>
          <p:nvSpPr>
            <p:cNvPr id="4468" name="textbox 4468"/>
            <p:cNvSpPr/>
            <p:nvPr>
              <p:custDataLst>
                <p:tags r:id="rId31"/>
              </p:custDataLst>
            </p:nvPr>
          </p:nvSpPr>
          <p:spPr>
            <a:xfrm>
              <a:off x="-12700" y="-12700"/>
              <a:ext cx="325754" cy="370840"/>
            </a:xfrm>
            <a:prstGeom prst="rect">
              <a:avLst/>
            </a:prstGeom>
          </p:spPr>
          <p:txBody>
            <a:bodyPr vert="horz" wrap="square" lIns="0" tIns="0" rIns="0" bIns="0">
              <a:normAutofit/>
            </a:bodyPr>
            <a:lstStyle/>
            <a:p>
              <a:pPr algn="l" rtl="0" eaLnBrk="0">
                <a:lnSpc>
                  <a:spcPct val="115000"/>
                </a:lnSpc>
              </a:pPr>
              <a:endParaRPr lang="en-US" altLang="en-US" sz="600" dirty="0">
                <a:solidFill>
                  <a:schemeClr val="tx1"/>
                </a:solidFill>
              </a:endParaRPr>
            </a:p>
            <a:p>
              <a:pPr marL="121285" algn="l" rtl="0" eaLnBrk="0">
                <a:lnSpc>
                  <a:spcPct val="84000"/>
                </a:lnSpc>
                <a:spcBef>
                  <a:spcPts val="5"/>
                </a:spcBef>
              </a:pPr>
              <a:r>
                <a:rPr sz="1200" b="1" kern="0" spc="-10" dirty="0">
                  <a:solidFill>
                    <a:schemeClr val="tx1"/>
                  </a:solidFill>
                  <a:cs typeface="微软雅黑" panose="020B0503020204020204" charset="-122"/>
                </a:rPr>
                <a:t>8</a:t>
              </a:r>
              <a:endParaRPr lang="en-US" altLang="en-US" sz="1200" b="1" kern="0" spc="-10" dirty="0">
                <a:solidFill>
                  <a:schemeClr val="tx1"/>
                </a:solidFill>
                <a:cs typeface="微软雅黑" panose="020B0503020204020204" charset="-122"/>
              </a:endParaRPr>
            </a:p>
          </p:txBody>
        </p:sp>
      </p:grpSp>
      <p:grpSp>
        <p:nvGrpSpPr>
          <p:cNvPr id="516" name="group 516"/>
          <p:cNvGrpSpPr/>
          <p:nvPr/>
        </p:nvGrpSpPr>
        <p:grpSpPr>
          <a:xfrm rot="21600000">
            <a:off x="957262" y="5166550"/>
            <a:ext cx="299847" cy="310514"/>
            <a:chOff x="0" y="0"/>
            <a:chExt cx="299847" cy="310514"/>
          </a:xfrm>
        </p:grpSpPr>
        <p:grpSp>
          <p:nvGrpSpPr>
            <p:cNvPr id="518" name="group 518"/>
            <p:cNvGrpSpPr/>
            <p:nvPr/>
          </p:nvGrpSpPr>
          <p:grpSpPr>
            <a:xfrm rot="21600000">
              <a:off x="0" y="0"/>
              <a:ext cx="299847" cy="310514"/>
              <a:chOff x="0" y="0"/>
              <a:chExt cx="299847" cy="310514"/>
            </a:xfrm>
          </p:grpSpPr>
          <p:sp>
            <p:nvSpPr>
              <p:cNvPr id="4470" name="path"/>
              <p:cNvSpPr/>
              <p:nvPr/>
            </p:nvSpPr>
            <p:spPr>
              <a:xfrm>
                <a:off x="14287" y="14287"/>
                <a:ext cx="271272" cy="281939"/>
              </a:xfrm>
              <a:custGeom>
                <a:avLst/>
                <a:gdLst/>
                <a:ahLst/>
                <a:cxnLst/>
                <a:rect l="0" t="0" r="0" b="0"/>
                <a:pathLst>
                  <a:path w="427" h="443">
                    <a:moveTo>
                      <a:pt x="0" y="221"/>
                    </a:moveTo>
                    <a:cubicBezTo>
                      <a:pt x="0" y="99"/>
                      <a:pt x="95" y="0"/>
                      <a:pt x="213" y="0"/>
                    </a:cubicBezTo>
                    <a:cubicBezTo>
                      <a:pt x="331" y="0"/>
                      <a:pt x="427" y="99"/>
                      <a:pt x="427" y="221"/>
                    </a:cubicBezTo>
                    <a:cubicBezTo>
                      <a:pt x="427" y="344"/>
                      <a:pt x="331" y="443"/>
                      <a:pt x="213" y="443"/>
                    </a:cubicBezTo>
                    <a:cubicBezTo>
                      <a:pt x="95" y="443"/>
                      <a:pt x="0" y="344"/>
                      <a:pt x="0" y="221"/>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72" name="path"/>
              <p:cNvSpPr/>
              <p:nvPr/>
            </p:nvSpPr>
            <p:spPr>
              <a:xfrm>
                <a:off x="0" y="0"/>
                <a:ext cx="299847" cy="310514"/>
              </a:xfrm>
              <a:custGeom>
                <a:avLst/>
                <a:gdLst/>
                <a:ahLst/>
                <a:cxnLst/>
                <a:rect l="0" t="0" r="0" b="0"/>
                <a:pathLst>
                  <a:path w="472" h="488">
                    <a:moveTo>
                      <a:pt x="22" y="244"/>
                    </a:moveTo>
                    <a:cubicBezTo>
                      <a:pt x="22" y="121"/>
                      <a:pt x="118" y="22"/>
                      <a:pt x="236" y="22"/>
                    </a:cubicBezTo>
                    <a:cubicBezTo>
                      <a:pt x="354" y="22"/>
                      <a:pt x="449" y="121"/>
                      <a:pt x="449" y="244"/>
                    </a:cubicBezTo>
                    <a:cubicBezTo>
                      <a:pt x="449" y="367"/>
                      <a:pt x="354" y="466"/>
                      <a:pt x="236" y="466"/>
                    </a:cubicBezTo>
                    <a:cubicBezTo>
                      <a:pt x="118" y="466"/>
                      <a:pt x="22" y="367"/>
                      <a:pt x="22" y="244"/>
                    </a:cubicBezTo>
                  </a:path>
                </a:pathLst>
              </a:custGeom>
              <a:noFill/>
              <a:ln w="28575" cap="flat">
                <a:solidFill>
                  <a:srgbClr val="FFFFFF">
                    <a:alpha val="100000"/>
                  </a:srgbClr>
                </a:solidFill>
                <a:prstDash val="solid"/>
                <a:miter lim="800000"/>
              </a:ln>
            </p:spPr>
            <p:txBody>
              <a:bodyPr rtlCol="0"/>
              <a:lstStyle/>
              <a:p>
                <a:pPr algn="ctr"/>
                <a:endParaRPr lang="zh-CN" altLang="en-US"/>
              </a:p>
            </p:txBody>
          </p:sp>
        </p:grpSp>
        <p:sp>
          <p:nvSpPr>
            <p:cNvPr id="4474" name="textbox 4474"/>
            <p:cNvSpPr/>
            <p:nvPr>
              <p:custDataLst>
                <p:tags r:id="rId32"/>
              </p:custDataLst>
            </p:nvPr>
          </p:nvSpPr>
          <p:spPr>
            <a:xfrm>
              <a:off x="-12700" y="-12700"/>
              <a:ext cx="325754" cy="370840"/>
            </a:xfrm>
            <a:prstGeom prst="rect">
              <a:avLst/>
            </a:prstGeom>
          </p:spPr>
          <p:txBody>
            <a:bodyPr vert="horz" wrap="square" lIns="0" tIns="0" rIns="0" bIns="0">
              <a:normAutofit/>
            </a:bodyPr>
            <a:lstStyle/>
            <a:p>
              <a:pPr algn="l" rtl="0" eaLnBrk="0">
                <a:lnSpc>
                  <a:spcPct val="115000"/>
                </a:lnSpc>
              </a:pPr>
              <a:endParaRPr lang="en-US" altLang="en-US" sz="600" dirty="0">
                <a:solidFill>
                  <a:schemeClr val="tx1"/>
                </a:solidFill>
              </a:endParaRPr>
            </a:p>
            <a:p>
              <a:pPr marL="121285" algn="l" rtl="0" eaLnBrk="0">
                <a:lnSpc>
                  <a:spcPct val="84000"/>
                </a:lnSpc>
                <a:spcBef>
                  <a:spcPts val="5"/>
                </a:spcBef>
              </a:pPr>
              <a:r>
                <a:rPr sz="1200" b="1" kern="0" spc="-10" dirty="0">
                  <a:solidFill>
                    <a:schemeClr val="tx1"/>
                  </a:solidFill>
                  <a:cs typeface="微软雅黑" panose="020B0503020204020204" charset="-122"/>
                </a:rPr>
                <a:t>9</a:t>
              </a:r>
              <a:endParaRPr lang="en-US" altLang="en-US" sz="1200" b="1" kern="0" spc="-10" dirty="0">
                <a:solidFill>
                  <a:schemeClr val="tx1"/>
                </a:solidFill>
                <a:cs typeface="微软雅黑" panose="020B0503020204020204" charset="-122"/>
              </a:endParaRPr>
            </a:p>
          </p:txBody>
        </p:sp>
      </p:grpSp>
      <p:grpSp>
        <p:nvGrpSpPr>
          <p:cNvPr id="520" name="group 520"/>
          <p:cNvGrpSpPr/>
          <p:nvPr/>
        </p:nvGrpSpPr>
        <p:grpSpPr>
          <a:xfrm rot="21600000">
            <a:off x="957262" y="5591746"/>
            <a:ext cx="299847" cy="310514"/>
            <a:chOff x="0" y="0"/>
            <a:chExt cx="299847" cy="310514"/>
          </a:xfrm>
        </p:grpSpPr>
        <p:grpSp>
          <p:nvGrpSpPr>
            <p:cNvPr id="522" name="group 522"/>
            <p:cNvGrpSpPr/>
            <p:nvPr/>
          </p:nvGrpSpPr>
          <p:grpSpPr>
            <a:xfrm rot="21600000">
              <a:off x="0" y="0"/>
              <a:ext cx="299847" cy="310514"/>
              <a:chOff x="0" y="0"/>
              <a:chExt cx="299847" cy="310514"/>
            </a:xfrm>
          </p:grpSpPr>
          <p:sp>
            <p:nvSpPr>
              <p:cNvPr id="4476" name="path"/>
              <p:cNvSpPr/>
              <p:nvPr/>
            </p:nvSpPr>
            <p:spPr>
              <a:xfrm>
                <a:off x="14287" y="14287"/>
                <a:ext cx="271272" cy="281939"/>
              </a:xfrm>
              <a:custGeom>
                <a:avLst/>
                <a:gdLst/>
                <a:ahLst/>
                <a:cxnLst/>
                <a:rect l="0" t="0" r="0" b="0"/>
                <a:pathLst>
                  <a:path w="427" h="443">
                    <a:moveTo>
                      <a:pt x="0" y="221"/>
                    </a:moveTo>
                    <a:cubicBezTo>
                      <a:pt x="0" y="99"/>
                      <a:pt x="95" y="0"/>
                      <a:pt x="213" y="0"/>
                    </a:cubicBezTo>
                    <a:cubicBezTo>
                      <a:pt x="331" y="0"/>
                      <a:pt x="427" y="99"/>
                      <a:pt x="427" y="221"/>
                    </a:cubicBezTo>
                    <a:cubicBezTo>
                      <a:pt x="427" y="344"/>
                      <a:pt x="331" y="443"/>
                      <a:pt x="213" y="443"/>
                    </a:cubicBezTo>
                    <a:cubicBezTo>
                      <a:pt x="95" y="443"/>
                      <a:pt x="0" y="344"/>
                      <a:pt x="0" y="221"/>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78" name="path"/>
              <p:cNvSpPr/>
              <p:nvPr/>
            </p:nvSpPr>
            <p:spPr>
              <a:xfrm>
                <a:off x="0" y="0"/>
                <a:ext cx="299847" cy="310514"/>
              </a:xfrm>
              <a:custGeom>
                <a:avLst/>
                <a:gdLst/>
                <a:ahLst/>
                <a:cxnLst/>
                <a:rect l="0" t="0" r="0" b="0"/>
                <a:pathLst>
                  <a:path w="472" h="488">
                    <a:moveTo>
                      <a:pt x="22" y="244"/>
                    </a:moveTo>
                    <a:cubicBezTo>
                      <a:pt x="22" y="121"/>
                      <a:pt x="118" y="22"/>
                      <a:pt x="236" y="22"/>
                    </a:cubicBezTo>
                    <a:cubicBezTo>
                      <a:pt x="354" y="22"/>
                      <a:pt x="449" y="121"/>
                      <a:pt x="449" y="244"/>
                    </a:cubicBezTo>
                    <a:cubicBezTo>
                      <a:pt x="449" y="367"/>
                      <a:pt x="354" y="466"/>
                      <a:pt x="236" y="466"/>
                    </a:cubicBezTo>
                    <a:cubicBezTo>
                      <a:pt x="118" y="466"/>
                      <a:pt x="22" y="367"/>
                      <a:pt x="22" y="244"/>
                    </a:cubicBezTo>
                  </a:path>
                </a:pathLst>
              </a:custGeom>
              <a:noFill/>
              <a:ln w="28575" cap="flat">
                <a:solidFill>
                  <a:srgbClr val="FFFFFF">
                    <a:alpha val="100000"/>
                  </a:srgbClr>
                </a:solidFill>
                <a:prstDash val="solid"/>
                <a:miter lim="800000"/>
              </a:ln>
            </p:spPr>
            <p:txBody>
              <a:bodyPr rtlCol="0"/>
              <a:lstStyle/>
              <a:p>
                <a:pPr algn="ctr"/>
                <a:endParaRPr lang="zh-CN" altLang="en-US"/>
              </a:p>
            </p:txBody>
          </p:sp>
        </p:grpSp>
        <p:sp>
          <p:nvSpPr>
            <p:cNvPr id="4480" name="textbox 4480"/>
            <p:cNvSpPr/>
            <p:nvPr>
              <p:custDataLst>
                <p:tags r:id="rId33"/>
              </p:custDataLst>
            </p:nvPr>
          </p:nvSpPr>
          <p:spPr>
            <a:xfrm>
              <a:off x="-12700" y="-12700"/>
              <a:ext cx="325754" cy="370840"/>
            </a:xfrm>
            <a:prstGeom prst="rect">
              <a:avLst/>
            </a:prstGeom>
          </p:spPr>
          <p:txBody>
            <a:bodyPr vert="horz" wrap="square" lIns="0" tIns="0" rIns="0" bIns="0"/>
            <a:lstStyle/>
            <a:p>
              <a:pPr algn="l" rtl="0" eaLnBrk="0">
                <a:lnSpc>
                  <a:spcPct val="102000"/>
                </a:lnSpc>
              </a:pPr>
              <a:endParaRPr lang="en-US" altLang="en-US" sz="100" dirty="0">
                <a:solidFill>
                  <a:schemeClr val="tx1"/>
                </a:solidFill>
              </a:endParaRPr>
            </a:p>
            <a:p>
              <a:pPr marL="128905" algn="l" rtl="0" eaLnBrk="0">
                <a:lnSpc>
                  <a:spcPct val="84000"/>
                </a:lnSpc>
              </a:pPr>
              <a:r>
                <a:rPr sz="1200" b="1" kern="0" spc="-10" dirty="0">
                  <a:solidFill>
                    <a:schemeClr val="tx1"/>
                  </a:solidFill>
                  <a:cs typeface="微软雅黑" panose="020B0503020204020204" charset="-122"/>
                </a:rPr>
                <a:t>1</a:t>
              </a:r>
              <a:endParaRPr lang="en-US" altLang="en-US" sz="1200" dirty="0">
                <a:solidFill>
                  <a:schemeClr val="tx1"/>
                </a:solidFill>
              </a:endParaRPr>
            </a:p>
            <a:p>
              <a:pPr marL="120650" algn="l" rtl="0" eaLnBrk="0">
                <a:lnSpc>
                  <a:spcPct val="84000"/>
                </a:lnSpc>
                <a:spcBef>
                  <a:spcPts val="230"/>
                </a:spcBef>
              </a:pPr>
              <a:r>
                <a:rPr sz="1200" b="1" kern="0" spc="-10" dirty="0">
                  <a:solidFill>
                    <a:schemeClr val="tx1"/>
                  </a:solidFill>
                  <a:cs typeface="微软雅黑" panose="020B0503020204020204" charset="-122"/>
                </a:rPr>
                <a:t>0</a:t>
              </a:r>
              <a:endParaRPr lang="en-US" altLang="en-US" sz="1200" b="1" kern="0" spc="-10" dirty="0">
                <a:solidFill>
                  <a:schemeClr val="tx1"/>
                </a:solidFill>
                <a:cs typeface="微软雅黑" panose="020B0503020204020204" charset="-122"/>
              </a:endParaRPr>
            </a:p>
          </p:txBody>
        </p:sp>
      </p:grpSp>
      <p:grpSp>
        <p:nvGrpSpPr>
          <p:cNvPr id="524" name="group 524"/>
          <p:cNvGrpSpPr/>
          <p:nvPr/>
        </p:nvGrpSpPr>
        <p:grpSpPr>
          <a:xfrm rot="21600000">
            <a:off x="957262" y="3060382"/>
            <a:ext cx="299847" cy="310514"/>
            <a:chOff x="0" y="0"/>
            <a:chExt cx="299847" cy="310514"/>
          </a:xfrm>
        </p:grpSpPr>
        <p:grpSp>
          <p:nvGrpSpPr>
            <p:cNvPr id="526" name="group 526"/>
            <p:cNvGrpSpPr/>
            <p:nvPr/>
          </p:nvGrpSpPr>
          <p:grpSpPr>
            <a:xfrm rot="21600000">
              <a:off x="0" y="0"/>
              <a:ext cx="299847" cy="310514"/>
              <a:chOff x="0" y="0"/>
              <a:chExt cx="299847" cy="310514"/>
            </a:xfrm>
          </p:grpSpPr>
          <p:sp>
            <p:nvSpPr>
              <p:cNvPr id="4482" name="path"/>
              <p:cNvSpPr/>
              <p:nvPr/>
            </p:nvSpPr>
            <p:spPr>
              <a:xfrm>
                <a:off x="14287" y="14287"/>
                <a:ext cx="271272" cy="281939"/>
              </a:xfrm>
              <a:custGeom>
                <a:avLst/>
                <a:gdLst/>
                <a:ahLst/>
                <a:cxnLst/>
                <a:rect l="0" t="0" r="0" b="0"/>
                <a:pathLst>
                  <a:path w="427" h="443">
                    <a:moveTo>
                      <a:pt x="0" y="222"/>
                    </a:moveTo>
                    <a:cubicBezTo>
                      <a:pt x="0" y="99"/>
                      <a:pt x="95" y="0"/>
                      <a:pt x="213" y="0"/>
                    </a:cubicBezTo>
                    <a:cubicBezTo>
                      <a:pt x="331" y="0"/>
                      <a:pt x="427" y="99"/>
                      <a:pt x="427" y="222"/>
                    </a:cubicBezTo>
                    <a:cubicBezTo>
                      <a:pt x="427" y="344"/>
                      <a:pt x="331" y="443"/>
                      <a:pt x="213" y="443"/>
                    </a:cubicBezTo>
                    <a:cubicBezTo>
                      <a:pt x="95" y="443"/>
                      <a:pt x="0" y="344"/>
                      <a:pt x="0" y="222"/>
                    </a:cubicBezTo>
                  </a:path>
                </a:pathLst>
              </a:custGeom>
              <a:solidFill>
                <a:schemeClr val="accent1">
                  <a:alpha val="100000"/>
                </a:schemeClr>
              </a:solidFill>
              <a:ln cap="flat">
                <a:noFill/>
                <a:prstDash val="solid"/>
                <a:miter lim="0"/>
              </a:ln>
            </p:spPr>
            <p:txBody>
              <a:bodyPr rtlCol="0"/>
              <a:lstStyle/>
              <a:p>
                <a:pPr algn="ctr"/>
                <a:endParaRPr lang="zh-CN" altLang="en-US"/>
              </a:p>
            </p:txBody>
          </p:sp>
          <p:sp>
            <p:nvSpPr>
              <p:cNvPr id="4484" name="path"/>
              <p:cNvSpPr/>
              <p:nvPr/>
            </p:nvSpPr>
            <p:spPr>
              <a:xfrm>
                <a:off x="0" y="0"/>
                <a:ext cx="299847" cy="310514"/>
              </a:xfrm>
              <a:custGeom>
                <a:avLst/>
                <a:gdLst/>
                <a:ahLst/>
                <a:cxnLst/>
                <a:rect l="0" t="0" r="0" b="0"/>
                <a:pathLst>
                  <a:path w="472" h="488">
                    <a:moveTo>
                      <a:pt x="22" y="244"/>
                    </a:moveTo>
                    <a:cubicBezTo>
                      <a:pt x="22" y="121"/>
                      <a:pt x="118" y="22"/>
                      <a:pt x="236" y="22"/>
                    </a:cubicBezTo>
                    <a:cubicBezTo>
                      <a:pt x="354" y="22"/>
                      <a:pt x="449" y="121"/>
                      <a:pt x="449" y="244"/>
                    </a:cubicBezTo>
                    <a:cubicBezTo>
                      <a:pt x="449" y="367"/>
                      <a:pt x="354" y="466"/>
                      <a:pt x="236" y="466"/>
                    </a:cubicBezTo>
                    <a:cubicBezTo>
                      <a:pt x="118" y="466"/>
                      <a:pt x="22" y="367"/>
                      <a:pt x="22" y="244"/>
                    </a:cubicBezTo>
                  </a:path>
                </a:pathLst>
              </a:custGeom>
              <a:noFill/>
              <a:ln w="28575" cap="flat">
                <a:solidFill>
                  <a:srgbClr val="FFFFFF">
                    <a:alpha val="100000"/>
                  </a:srgbClr>
                </a:solidFill>
                <a:prstDash val="solid"/>
                <a:miter lim="1000000"/>
              </a:ln>
            </p:spPr>
            <p:txBody>
              <a:bodyPr rtlCol="0"/>
              <a:lstStyle/>
              <a:p>
                <a:pPr algn="ctr"/>
                <a:endParaRPr lang="zh-CN" altLang="en-US"/>
              </a:p>
            </p:txBody>
          </p:sp>
        </p:grpSp>
        <p:sp>
          <p:nvSpPr>
            <p:cNvPr id="4486" name="textbox 4486"/>
            <p:cNvSpPr/>
            <p:nvPr>
              <p:custDataLst>
                <p:tags r:id="rId34"/>
              </p:custDataLst>
            </p:nvPr>
          </p:nvSpPr>
          <p:spPr>
            <a:xfrm>
              <a:off x="-12700" y="-12700"/>
              <a:ext cx="325754" cy="372745"/>
            </a:xfrm>
            <a:prstGeom prst="rect">
              <a:avLst/>
            </a:prstGeom>
          </p:spPr>
          <p:txBody>
            <a:bodyPr vert="horz" wrap="square" lIns="0" tIns="0" rIns="0" bIns="0">
              <a:normAutofit/>
            </a:bodyPr>
            <a:lstStyle/>
            <a:p>
              <a:pPr algn="l" rtl="0" eaLnBrk="0">
                <a:lnSpc>
                  <a:spcPct val="100000"/>
                </a:lnSpc>
              </a:pPr>
              <a:endParaRPr lang="en-US" altLang="en-US" sz="700" dirty="0">
                <a:solidFill>
                  <a:schemeClr val="tx1"/>
                </a:solidFill>
              </a:endParaRPr>
            </a:p>
            <a:p>
              <a:pPr algn="l" rtl="0" eaLnBrk="0">
                <a:lnSpc>
                  <a:spcPct val="6000"/>
                </a:lnSpc>
              </a:pPr>
              <a:endParaRPr lang="en-US" altLang="en-US" sz="100" dirty="0">
                <a:solidFill>
                  <a:schemeClr val="tx1"/>
                </a:solidFill>
              </a:endParaRPr>
            </a:p>
            <a:p>
              <a:pPr marL="116840" algn="l" rtl="0" eaLnBrk="0">
                <a:lnSpc>
                  <a:spcPct val="83000"/>
                </a:lnSpc>
              </a:pPr>
              <a:r>
                <a:rPr sz="1200" b="1" kern="0" spc="-10" dirty="0">
                  <a:solidFill>
                    <a:schemeClr val="tx1"/>
                  </a:solidFill>
                  <a:cs typeface="微软雅黑" panose="020B0503020204020204" charset="-122"/>
                </a:rPr>
                <a:t>4</a:t>
              </a:r>
              <a:endParaRPr lang="en-US" altLang="en-US" sz="1200" b="1" kern="0" spc="-10" dirty="0">
                <a:solidFill>
                  <a:schemeClr val="tx1"/>
                </a:solidFill>
                <a:cs typeface="微软雅黑" panose="020B0503020204020204" charset="-122"/>
              </a:endParaRPr>
            </a:p>
          </p:txBody>
        </p:sp>
      </p:grpSp>
      <p:pic>
        <p:nvPicPr>
          <p:cNvPr id="4488" name="picture 4488"/>
          <p:cNvPicPr>
            <a:picLocks noChangeAspect="1"/>
          </p:cNvPicPr>
          <p:nvPr>
            <p:custDataLst>
              <p:tags r:id="rId35"/>
            </p:custDataLst>
          </p:nvPr>
        </p:nvPicPr>
        <p:blipFill>
          <a:blip r:embed="rId36"/>
          <a:stretch>
            <a:fillRect/>
          </a:stretch>
        </p:blipFill>
        <p:spPr>
          <a:xfrm rot="21600000">
            <a:off x="4596383" y="2245232"/>
            <a:ext cx="454025" cy="103378"/>
          </a:xfrm>
          <a:prstGeom prst="rect">
            <a:avLst/>
          </a:prstGeom>
        </p:spPr>
      </p:pic>
      <p:pic>
        <p:nvPicPr>
          <p:cNvPr id="4490" name="picture 4490"/>
          <p:cNvPicPr>
            <a:picLocks noChangeAspect="1"/>
          </p:cNvPicPr>
          <p:nvPr>
            <p:custDataLst>
              <p:tags r:id="rId37"/>
            </p:custDataLst>
          </p:nvPr>
        </p:nvPicPr>
        <p:blipFill>
          <a:blip r:embed="rId38"/>
          <a:stretch>
            <a:fillRect/>
          </a:stretch>
        </p:blipFill>
        <p:spPr>
          <a:xfrm rot="21600000">
            <a:off x="4588763" y="3584828"/>
            <a:ext cx="454025" cy="103378"/>
          </a:xfrm>
          <a:prstGeom prst="rect">
            <a:avLst/>
          </a:prstGeom>
        </p:spPr>
      </p:pic>
      <p:pic>
        <p:nvPicPr>
          <p:cNvPr id="4492" name="picture 4492"/>
          <p:cNvPicPr>
            <a:picLocks noChangeAspect="1"/>
          </p:cNvPicPr>
          <p:nvPr>
            <p:custDataLst>
              <p:tags r:id="rId39"/>
            </p:custDataLst>
          </p:nvPr>
        </p:nvPicPr>
        <p:blipFill>
          <a:blip r:embed="rId40"/>
          <a:stretch>
            <a:fillRect/>
          </a:stretch>
        </p:blipFill>
        <p:spPr>
          <a:xfrm rot="21600000">
            <a:off x="4588763" y="4924425"/>
            <a:ext cx="454025" cy="103377"/>
          </a:xfrm>
          <a:prstGeom prst="rect">
            <a:avLst/>
          </a:prstGeom>
        </p:spPr>
      </p:pic>
      <p:pic>
        <p:nvPicPr>
          <p:cNvPr id="4494" name="picture 4494"/>
          <p:cNvPicPr>
            <a:picLocks noChangeAspect="1"/>
          </p:cNvPicPr>
          <p:nvPr>
            <p:custDataLst>
              <p:tags r:id="rId41"/>
            </p:custDataLst>
          </p:nvPr>
        </p:nvPicPr>
        <p:blipFill>
          <a:blip r:embed="rId42"/>
          <a:stretch>
            <a:fillRect/>
          </a:stretch>
        </p:blipFill>
        <p:spPr>
          <a:xfrm rot="21600000">
            <a:off x="4604003" y="5377053"/>
            <a:ext cx="454025" cy="103377"/>
          </a:xfrm>
          <a:prstGeom prst="rect">
            <a:avLst/>
          </a:prstGeom>
        </p:spPr>
      </p:pic>
      <p:pic>
        <p:nvPicPr>
          <p:cNvPr id="4496" name="picture 4496"/>
          <p:cNvPicPr>
            <a:picLocks noChangeAspect="1"/>
          </p:cNvPicPr>
          <p:nvPr>
            <p:custDataLst>
              <p:tags r:id="rId43"/>
            </p:custDataLst>
          </p:nvPr>
        </p:nvPicPr>
        <p:blipFill>
          <a:blip r:embed="rId44"/>
          <a:stretch>
            <a:fillRect/>
          </a:stretch>
        </p:blipFill>
        <p:spPr>
          <a:xfrm rot="21600000">
            <a:off x="4611623" y="4052696"/>
            <a:ext cx="454025" cy="103377"/>
          </a:xfrm>
          <a:prstGeom prst="rect">
            <a:avLst/>
          </a:prstGeom>
        </p:spPr>
      </p:pic>
      <p:pic>
        <p:nvPicPr>
          <p:cNvPr id="4498" name="picture 4498"/>
          <p:cNvPicPr>
            <a:picLocks noChangeAspect="1"/>
          </p:cNvPicPr>
          <p:nvPr>
            <p:custDataLst>
              <p:tags r:id="rId45"/>
            </p:custDataLst>
          </p:nvPr>
        </p:nvPicPr>
        <p:blipFill>
          <a:blip r:embed="rId44"/>
          <a:stretch>
            <a:fillRect/>
          </a:stretch>
        </p:blipFill>
        <p:spPr>
          <a:xfrm rot="21600000">
            <a:off x="4611623" y="3138297"/>
            <a:ext cx="454025" cy="103377"/>
          </a:xfrm>
          <a:prstGeom prst="rect">
            <a:avLst/>
          </a:prstGeom>
        </p:spPr>
      </p:pic>
      <p:pic>
        <p:nvPicPr>
          <p:cNvPr id="4500" name="picture 4500"/>
          <p:cNvPicPr>
            <a:picLocks noChangeAspect="1"/>
          </p:cNvPicPr>
          <p:nvPr>
            <p:custDataLst>
              <p:tags r:id="rId46"/>
            </p:custDataLst>
          </p:nvPr>
        </p:nvPicPr>
        <p:blipFill>
          <a:blip r:embed="rId47"/>
          <a:stretch>
            <a:fillRect/>
          </a:stretch>
        </p:blipFill>
        <p:spPr>
          <a:xfrm rot="21600000">
            <a:off x="4597908" y="2729865"/>
            <a:ext cx="454025" cy="103377"/>
          </a:xfrm>
          <a:prstGeom prst="rect">
            <a:avLst/>
          </a:prstGeom>
        </p:spPr>
      </p:pic>
      <p:pic>
        <p:nvPicPr>
          <p:cNvPr id="4502" name="picture 4502"/>
          <p:cNvPicPr>
            <a:picLocks noChangeAspect="1"/>
          </p:cNvPicPr>
          <p:nvPr>
            <p:custDataLst>
              <p:tags r:id="rId48"/>
            </p:custDataLst>
          </p:nvPr>
        </p:nvPicPr>
        <p:blipFill>
          <a:blip r:embed="rId49"/>
          <a:stretch>
            <a:fillRect/>
          </a:stretch>
        </p:blipFill>
        <p:spPr>
          <a:xfrm rot="21600000">
            <a:off x="4617720" y="4477893"/>
            <a:ext cx="454024" cy="103377"/>
          </a:xfrm>
          <a:prstGeom prst="rect">
            <a:avLst/>
          </a:prstGeom>
        </p:spPr>
      </p:pic>
      <p:pic>
        <p:nvPicPr>
          <p:cNvPr id="4504" name="picture 4504"/>
          <p:cNvPicPr>
            <a:picLocks noChangeAspect="1"/>
          </p:cNvPicPr>
          <p:nvPr>
            <p:custDataLst>
              <p:tags r:id="rId50"/>
            </p:custDataLst>
          </p:nvPr>
        </p:nvPicPr>
        <p:blipFill>
          <a:blip r:embed="rId51"/>
          <a:stretch>
            <a:fillRect/>
          </a:stretch>
        </p:blipFill>
        <p:spPr>
          <a:xfrm rot="21600000">
            <a:off x="4556379" y="1752854"/>
            <a:ext cx="454405" cy="103251"/>
          </a:xfrm>
          <a:prstGeom prst="rect">
            <a:avLst/>
          </a:prstGeom>
        </p:spPr>
      </p:pic>
      <p:sp>
        <p:nvSpPr>
          <p:cNvPr id="3" name="标题 2"/>
          <p:cNvSpPr>
            <a:spLocks noGrp="1"/>
          </p:cNvSpPr>
          <p:nvPr>
            <p:ph type="title"/>
            <p:custDataLst>
              <p:tags r:id="rId52"/>
            </p:custDataLst>
          </p:nvPr>
        </p:nvSpPr>
        <p:spPr/>
        <p:txBody>
          <a:bodyPr vert="horz" lIns="0" tIns="0" rIns="0" bIns="0" rtlCol="0" anchor="b">
            <a:normAutofit fontScale="90000"/>
          </a:bodyPr>
          <a:lstStyle>
            <a:lvl1pPr>
              <a:defRPr sz="3200"/>
            </a:lvl1pPr>
          </a:lstStyle>
          <a:p>
            <a:pPr lvl="0" algn="l">
              <a:buClrTx/>
              <a:buSzTx/>
              <a:buFontTx/>
            </a:pPr>
            <a:endParaRPr lang="zh-CN" altLang="en-US" dirty="0">
              <a:sym typeface="+mn-ea"/>
            </a:endParaRPr>
          </a:p>
          <a:p>
            <a:pPr lvl="0" algn="l">
              <a:buClrTx/>
              <a:buSzTx/>
              <a:buFontTx/>
            </a:pPr>
            <a:r>
              <a:rPr sz="2000" kern="0" spc="-150" dirty="0">
                <a:solidFill>
                  <a:schemeClr val="dk1"/>
                </a:solidFill>
                <a:latin typeface="+mn-lt"/>
                <a:ea typeface="+mn-ea"/>
                <a:cs typeface="微软雅黑" panose="020B0503020204020204" charset="-122"/>
                <a:sym typeface="+mn-ea"/>
              </a:rPr>
              <a:t>对于任何现状问题，不能单一归集为某个方面，壹米需要从运营模式（KOPT）的视角，从对 个维度推进公司问题的解决</a:t>
            </a:r>
            <a:endParaRPr sz="2000" kern="0" spc="-150" dirty="0">
              <a:solidFill>
                <a:schemeClr val="dk1"/>
              </a:solidFill>
              <a:latin typeface="+mn-lt"/>
              <a:ea typeface="+mn-ea"/>
              <a:cs typeface="微软雅黑" panose="020B0503020204020204" charset="-122"/>
              <a:sym typeface="+mn-ea"/>
            </a:endParaRPr>
          </a:p>
        </p:txBody>
      </p:sp>
    </p:spTree>
    <p:custDataLst>
      <p:tags r:id="rId53"/>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 name="textbox 4506"/>
          <p:cNvSpPr/>
          <p:nvPr>
            <p:custDataLst>
              <p:tags r:id="rId1"/>
            </p:custDataLst>
          </p:nvPr>
        </p:nvSpPr>
        <p:spPr>
          <a:xfrm>
            <a:off x="4440935" y="2913888"/>
            <a:ext cx="6819900" cy="3100070"/>
          </a:xfrm>
          <a:prstGeom prst="rect">
            <a:avLst/>
          </a:prstGeom>
          <a:solidFill>
            <a:srgbClr val="F2F2F2"/>
          </a:solidFill>
        </p:spPr>
        <p:txBody>
          <a:bodyPr vert="horz" wrap="square" lIns="0" tIns="0" rIns="0" bIns="0">
            <a:normAutofit/>
          </a:bodyPr>
          <a:lstStyle/>
          <a:p>
            <a:pPr algn="l" rtl="0" eaLnBrk="0">
              <a:lnSpc>
                <a:spcPct val="120000"/>
              </a:lnSpc>
            </a:pPr>
            <a:endParaRPr lang="en-US" altLang="en-US" sz="1000" dirty="0">
              <a:solidFill>
                <a:schemeClr val="dk1"/>
              </a:solidFill>
            </a:endParaRPr>
          </a:p>
          <a:p>
            <a:pPr algn="l" rtl="0" eaLnBrk="0">
              <a:lnSpc>
                <a:spcPct val="121000"/>
              </a:lnSpc>
            </a:pPr>
            <a:endParaRPr lang="en-US" altLang="en-US" sz="1000" dirty="0">
              <a:solidFill>
                <a:schemeClr val="dk1"/>
              </a:solidFill>
            </a:endParaRPr>
          </a:p>
          <a:p>
            <a:pPr algn="l" rtl="0" eaLnBrk="0">
              <a:lnSpc>
                <a:spcPct val="8000"/>
              </a:lnSpc>
            </a:pPr>
            <a:endParaRPr lang="en-US" altLang="en-US" sz="100" dirty="0">
              <a:solidFill>
                <a:schemeClr val="dk1"/>
              </a:solidFill>
            </a:endParaRPr>
          </a:p>
          <a:p>
            <a:pPr marL="106680" algn="l" rtl="0" eaLnBrk="0">
              <a:lnSpc>
                <a:spcPct val="98000"/>
              </a:lnSpc>
              <a:tabLst>
                <a:tab pos="233045" algn="l"/>
              </a:tabLst>
            </a:pPr>
            <a:r>
              <a:rPr sz="1400" kern="0" spc="0" dirty="0">
                <a:solidFill>
                  <a:schemeClr val="dk1"/>
                </a:solidFill>
                <a:cs typeface="微软雅黑" panose="020B0503020204020204" charset="-122"/>
              </a:rPr>
              <a:t>	</a:t>
            </a:r>
            <a:r>
              <a:rPr sz="1400" b="1" kern="0" spc="160" dirty="0">
                <a:solidFill>
                  <a:schemeClr val="dk1"/>
                </a:solidFill>
                <a:cs typeface="微软雅黑" panose="020B0503020204020204" charset="-122"/>
              </a:rPr>
              <a:t>  </a:t>
            </a:r>
            <a:r>
              <a:rPr sz="1400" b="1" kern="0" spc="-40" dirty="0">
                <a:solidFill>
                  <a:schemeClr val="dk1"/>
                </a:solidFill>
                <a:cs typeface="微软雅黑" panose="020B0503020204020204" charset="-122"/>
              </a:rPr>
              <a:t>框架建设：  </a:t>
            </a:r>
            <a:r>
              <a:rPr sz="1400" kern="0" spc="-40" dirty="0">
                <a:solidFill>
                  <a:schemeClr val="dk1"/>
                </a:solidFill>
                <a:cs typeface="微软雅黑" panose="020B0503020204020204" charset="-122"/>
              </a:rPr>
              <a:t>建立企业B</a:t>
            </a:r>
            <a:r>
              <a:rPr sz="1400" kern="0" spc="-50" dirty="0">
                <a:solidFill>
                  <a:schemeClr val="dk1"/>
                </a:solidFill>
                <a:cs typeface="微软雅黑" panose="020B0503020204020204" charset="-122"/>
              </a:rPr>
              <a:t>TIT框架，</a:t>
            </a:r>
            <a:r>
              <a:rPr sz="1400" kern="0" spc="90" dirty="0">
                <a:solidFill>
                  <a:schemeClr val="dk1"/>
                </a:solidFill>
                <a:cs typeface="微软雅黑" panose="020B0503020204020204" charset="-122"/>
              </a:rPr>
              <a:t> </a:t>
            </a:r>
            <a:r>
              <a:rPr sz="1400" kern="0" spc="-50" dirty="0">
                <a:solidFill>
                  <a:schemeClr val="dk1"/>
                </a:solidFill>
                <a:cs typeface="微软雅黑" panose="020B0503020204020204" charset="-122"/>
              </a:rPr>
              <a:t>厘清组织职责和流程制定</a:t>
            </a:r>
            <a:endParaRPr lang="en-US" altLang="en-US" sz="1400" dirty="0">
              <a:solidFill>
                <a:schemeClr val="dk1"/>
              </a:solidFill>
            </a:endParaRPr>
          </a:p>
          <a:p>
            <a:pPr marL="106680" algn="l" rtl="0" eaLnBrk="0">
              <a:lnSpc>
                <a:spcPct val="97000"/>
              </a:lnSpc>
              <a:spcBef>
                <a:spcPts val="890"/>
              </a:spcBef>
              <a:tabLst>
                <a:tab pos="233045" algn="l"/>
              </a:tabLst>
            </a:pPr>
            <a:r>
              <a:rPr sz="1400" kern="0" spc="0" dirty="0">
                <a:solidFill>
                  <a:schemeClr val="dk1"/>
                </a:solidFill>
                <a:cs typeface="微软雅黑" panose="020B0503020204020204" charset="-122"/>
              </a:rPr>
              <a:t>	</a:t>
            </a:r>
            <a:r>
              <a:rPr sz="1400" b="1" kern="0" spc="0" dirty="0">
                <a:solidFill>
                  <a:schemeClr val="dk1"/>
                </a:solidFill>
                <a:cs typeface="微软雅黑" panose="020B0503020204020204" charset="-122"/>
              </a:rPr>
              <a:t>   </a:t>
            </a:r>
            <a:r>
              <a:rPr sz="1400" b="1" kern="0" spc="-20" dirty="0">
                <a:solidFill>
                  <a:schemeClr val="dk1"/>
                </a:solidFill>
                <a:cs typeface="微软雅黑" panose="020B0503020204020204" charset="-122"/>
              </a:rPr>
              <a:t>IT业务融合：  </a:t>
            </a:r>
            <a:r>
              <a:rPr sz="1400" kern="0" spc="-20" dirty="0">
                <a:solidFill>
                  <a:schemeClr val="dk1"/>
                </a:solidFill>
                <a:cs typeface="微软雅黑" panose="020B0503020204020204" charset="-122"/>
              </a:rPr>
              <a:t>搭建业</a:t>
            </a:r>
            <a:r>
              <a:rPr sz="1400" kern="0" spc="-30" dirty="0">
                <a:solidFill>
                  <a:schemeClr val="dk1"/>
                </a:solidFill>
                <a:cs typeface="微软雅黑" panose="020B0503020204020204" charset="-122"/>
              </a:rPr>
              <a:t>务和IT的桥梁，快速响应业务需求，支撑业务发展</a:t>
            </a:r>
            <a:endParaRPr lang="en-US" altLang="en-US" sz="1400" dirty="0">
              <a:solidFill>
                <a:schemeClr val="dk1"/>
              </a:solidFill>
            </a:endParaRPr>
          </a:p>
          <a:p>
            <a:pPr marL="106680" algn="l" rtl="0" eaLnBrk="0">
              <a:lnSpc>
                <a:spcPct val="97000"/>
              </a:lnSpc>
              <a:spcBef>
                <a:spcPts val="890"/>
              </a:spcBef>
              <a:tabLst>
                <a:tab pos="233045" algn="l"/>
              </a:tabLst>
            </a:pPr>
            <a:r>
              <a:rPr sz="1400" kern="0" spc="0" dirty="0">
                <a:solidFill>
                  <a:schemeClr val="dk1"/>
                </a:solidFill>
                <a:cs typeface="微软雅黑" panose="020B0503020204020204" charset="-122"/>
              </a:rPr>
              <a:t>	</a:t>
            </a:r>
            <a:r>
              <a:rPr sz="1400" b="1" kern="0" spc="170" dirty="0">
                <a:solidFill>
                  <a:schemeClr val="dk1"/>
                </a:solidFill>
                <a:cs typeface="微软雅黑" panose="020B0503020204020204" charset="-122"/>
              </a:rPr>
              <a:t>  </a:t>
            </a:r>
            <a:r>
              <a:rPr sz="1400" b="1" kern="0" spc="-30" dirty="0">
                <a:solidFill>
                  <a:schemeClr val="dk1"/>
                </a:solidFill>
                <a:cs typeface="微软雅黑" panose="020B0503020204020204" charset="-122"/>
              </a:rPr>
              <a:t>能力提升：  </a:t>
            </a:r>
            <a:r>
              <a:rPr sz="1400" kern="0" spc="-30" dirty="0">
                <a:solidFill>
                  <a:schemeClr val="dk1"/>
                </a:solidFill>
                <a:cs typeface="微软雅黑" panose="020B0503020204020204" charset="-122"/>
              </a:rPr>
              <a:t>管理业务需求，提升专业技能，强化实操</a:t>
            </a:r>
            <a:r>
              <a:rPr sz="1400" kern="0" spc="-40" dirty="0">
                <a:solidFill>
                  <a:schemeClr val="dk1"/>
                </a:solidFill>
                <a:cs typeface="微软雅黑" panose="020B0503020204020204" charset="-122"/>
              </a:rPr>
              <a:t>能力</a:t>
            </a:r>
            <a:endParaRPr lang="en-US" altLang="en-US" sz="1400" dirty="0">
              <a:solidFill>
                <a:schemeClr val="dk1"/>
              </a:solidFill>
            </a:endParaRPr>
          </a:p>
          <a:p>
            <a:pPr algn="l" rtl="0" eaLnBrk="0">
              <a:lnSpc>
                <a:spcPct val="116000"/>
              </a:lnSpc>
            </a:pPr>
            <a:endParaRPr lang="en-US" altLang="en-US" sz="1000" dirty="0">
              <a:solidFill>
                <a:schemeClr val="dk1"/>
              </a:solidFill>
            </a:endParaRPr>
          </a:p>
          <a:p>
            <a:pPr algn="l" rtl="0" eaLnBrk="0">
              <a:lnSpc>
                <a:spcPct val="117000"/>
              </a:lnSpc>
            </a:pPr>
            <a:endParaRPr lang="en-US" altLang="en-US" sz="1000" dirty="0">
              <a:solidFill>
                <a:schemeClr val="dk1"/>
              </a:solidFill>
            </a:endParaRPr>
          </a:p>
          <a:p>
            <a:pPr algn="l" rtl="0" eaLnBrk="0">
              <a:lnSpc>
                <a:spcPct val="117000"/>
              </a:lnSpc>
            </a:pPr>
            <a:endParaRPr lang="en-US" altLang="en-US" sz="1000" dirty="0">
              <a:solidFill>
                <a:schemeClr val="dk1"/>
              </a:solidFill>
            </a:endParaRPr>
          </a:p>
          <a:p>
            <a:pPr algn="l" rtl="0" eaLnBrk="0">
              <a:lnSpc>
                <a:spcPct val="117000"/>
              </a:lnSpc>
            </a:pPr>
            <a:endParaRPr lang="en-US" altLang="en-US" sz="1000" dirty="0">
              <a:solidFill>
                <a:schemeClr val="dk1"/>
              </a:solidFill>
            </a:endParaRPr>
          </a:p>
          <a:p>
            <a:pPr marL="106680" algn="l" rtl="0" eaLnBrk="0">
              <a:lnSpc>
                <a:spcPct val="97000"/>
              </a:lnSpc>
              <a:spcBef>
                <a:spcPts val="425"/>
              </a:spcBef>
              <a:tabLst>
                <a:tab pos="233045" algn="l"/>
              </a:tabLst>
            </a:pPr>
            <a:r>
              <a:rPr sz="1400" kern="0" spc="0" dirty="0">
                <a:solidFill>
                  <a:schemeClr val="dk1"/>
                </a:solidFill>
                <a:cs typeface="微软雅黑" panose="020B0503020204020204" charset="-122"/>
              </a:rPr>
              <a:t>	</a:t>
            </a:r>
            <a:r>
              <a:rPr sz="1400" b="1" kern="0" spc="170" dirty="0">
                <a:solidFill>
                  <a:schemeClr val="dk1"/>
                </a:solidFill>
                <a:cs typeface="微软雅黑" panose="020B0503020204020204" charset="-122"/>
              </a:rPr>
              <a:t>  </a:t>
            </a:r>
            <a:r>
              <a:rPr sz="1400" b="1" kern="0" spc="-50" dirty="0">
                <a:solidFill>
                  <a:schemeClr val="dk1"/>
                </a:solidFill>
                <a:cs typeface="微软雅黑" panose="020B0503020204020204" charset="-122"/>
              </a:rPr>
              <a:t>机制建设：  </a:t>
            </a:r>
            <a:r>
              <a:rPr sz="1400" kern="0" spc="-50" dirty="0">
                <a:solidFill>
                  <a:schemeClr val="dk1"/>
                </a:solidFill>
                <a:cs typeface="微软雅黑" panose="020B0503020204020204" charset="-122"/>
              </a:rPr>
              <a:t>建立数据治理体系，</a:t>
            </a:r>
            <a:r>
              <a:rPr sz="1400" kern="0" spc="250" dirty="0">
                <a:solidFill>
                  <a:schemeClr val="dk1"/>
                </a:solidFill>
                <a:cs typeface="微软雅黑" panose="020B0503020204020204" charset="-122"/>
              </a:rPr>
              <a:t> </a:t>
            </a:r>
            <a:r>
              <a:rPr sz="1400" kern="0" spc="-50" dirty="0">
                <a:solidFill>
                  <a:schemeClr val="dk1"/>
                </a:solidFill>
                <a:cs typeface="微软雅黑" panose="020B0503020204020204" charset="-122"/>
              </a:rPr>
              <a:t>识别关键管控点，建立数据标准</a:t>
            </a:r>
            <a:endParaRPr lang="en-US" altLang="en-US" sz="1400" dirty="0">
              <a:solidFill>
                <a:schemeClr val="dk1"/>
              </a:solidFill>
            </a:endParaRPr>
          </a:p>
          <a:p>
            <a:pPr marL="106680" algn="l" rtl="0" eaLnBrk="0">
              <a:lnSpc>
                <a:spcPct val="97000"/>
              </a:lnSpc>
              <a:spcBef>
                <a:spcPts val="895"/>
              </a:spcBef>
              <a:tabLst>
                <a:tab pos="233045" algn="l"/>
              </a:tabLst>
            </a:pPr>
            <a:r>
              <a:rPr sz="1400" kern="0" spc="0" dirty="0">
                <a:solidFill>
                  <a:schemeClr val="dk1"/>
                </a:solidFill>
                <a:cs typeface="微软雅黑" panose="020B0503020204020204" charset="-122"/>
              </a:rPr>
              <a:t>	</a:t>
            </a:r>
            <a:r>
              <a:rPr sz="1400" b="1" kern="0" spc="180" dirty="0">
                <a:solidFill>
                  <a:schemeClr val="dk1"/>
                </a:solidFill>
                <a:cs typeface="微软雅黑" panose="020B0503020204020204" charset="-122"/>
              </a:rPr>
              <a:t>  </a:t>
            </a:r>
            <a:r>
              <a:rPr sz="1400" b="1" kern="0" spc="-50" dirty="0">
                <a:solidFill>
                  <a:schemeClr val="dk1"/>
                </a:solidFill>
                <a:cs typeface="微软雅黑" panose="020B0503020204020204" charset="-122"/>
              </a:rPr>
              <a:t>管理视图：  </a:t>
            </a:r>
            <a:r>
              <a:rPr sz="1400" kern="0" spc="-50" dirty="0">
                <a:solidFill>
                  <a:schemeClr val="dk1"/>
                </a:solidFill>
                <a:cs typeface="微软雅黑" panose="020B0503020204020204" charset="-122"/>
              </a:rPr>
              <a:t>以关键指标为抓手，</a:t>
            </a:r>
            <a:r>
              <a:rPr sz="1400" kern="0" spc="230" dirty="0">
                <a:solidFill>
                  <a:schemeClr val="dk1"/>
                </a:solidFill>
                <a:cs typeface="微软雅黑" panose="020B0503020204020204" charset="-122"/>
              </a:rPr>
              <a:t> </a:t>
            </a:r>
            <a:r>
              <a:rPr sz="1400" kern="0" spc="-50" dirty="0">
                <a:solidFill>
                  <a:schemeClr val="dk1"/>
                </a:solidFill>
                <a:cs typeface="微软雅黑" panose="020B0503020204020204" charset="-122"/>
              </a:rPr>
              <a:t>梳理口径与标准，建设管理视图</a:t>
            </a:r>
            <a:endParaRPr lang="en-US" altLang="en-US" sz="1400" dirty="0">
              <a:solidFill>
                <a:schemeClr val="dk1"/>
              </a:solidFill>
            </a:endParaRPr>
          </a:p>
          <a:p>
            <a:pPr algn="l" rtl="0" eaLnBrk="0">
              <a:lnSpc>
                <a:spcPct val="105000"/>
              </a:lnSpc>
            </a:pPr>
            <a:endParaRPr lang="en-US" altLang="en-US" sz="700" dirty="0">
              <a:solidFill>
                <a:schemeClr val="dk1"/>
              </a:solidFill>
            </a:endParaRPr>
          </a:p>
          <a:p>
            <a:pPr marL="106680" algn="l" rtl="0" eaLnBrk="0">
              <a:lnSpc>
                <a:spcPct val="97000"/>
              </a:lnSpc>
              <a:spcBef>
                <a:spcPts val="5"/>
              </a:spcBef>
              <a:tabLst>
                <a:tab pos="233045" algn="l"/>
              </a:tabLst>
            </a:pPr>
            <a:r>
              <a:rPr sz="1400" kern="0" spc="0" dirty="0">
                <a:solidFill>
                  <a:schemeClr val="dk1"/>
                </a:solidFill>
                <a:cs typeface="微软雅黑" panose="020B0503020204020204" charset="-122"/>
              </a:rPr>
              <a:t>	</a:t>
            </a:r>
            <a:r>
              <a:rPr sz="1400" b="1" kern="0" spc="200" dirty="0">
                <a:solidFill>
                  <a:schemeClr val="dk1"/>
                </a:solidFill>
                <a:cs typeface="微软雅黑" panose="020B0503020204020204" charset="-122"/>
              </a:rPr>
              <a:t>  </a:t>
            </a:r>
            <a:r>
              <a:rPr sz="1400" b="1" kern="0" spc="-30" dirty="0">
                <a:solidFill>
                  <a:schemeClr val="dk1"/>
                </a:solidFill>
                <a:cs typeface="微软雅黑" panose="020B0503020204020204" charset="-122"/>
              </a:rPr>
              <a:t>专项提升：  </a:t>
            </a:r>
            <a:r>
              <a:rPr sz="1400" kern="0" spc="-30" dirty="0">
                <a:solidFill>
                  <a:schemeClr val="dk1"/>
                </a:solidFill>
                <a:cs typeface="微软雅黑" panose="020B0503020204020204" charset="-122"/>
              </a:rPr>
              <a:t>以体系建设为出发点，落实关键指标，提升数据质量</a:t>
            </a:r>
            <a:endParaRPr lang="en-US" altLang="en-US" sz="1400" kern="0" spc="-30" dirty="0">
              <a:solidFill>
                <a:schemeClr val="dk1"/>
              </a:solidFill>
              <a:cs typeface="微软雅黑" panose="020B0503020204020204" charset="-122"/>
            </a:endParaRPr>
          </a:p>
        </p:txBody>
      </p:sp>
      <p:pic>
        <p:nvPicPr>
          <p:cNvPr id="4508" name="picture 4508"/>
          <p:cNvPicPr>
            <a:picLocks noChangeAspect="1"/>
          </p:cNvPicPr>
          <p:nvPr>
            <p:custDataLst>
              <p:tags r:id="rId2"/>
            </p:custDataLst>
          </p:nvPr>
        </p:nvPicPr>
        <p:blipFill>
          <a:blip r:embed="rId3"/>
          <a:stretch>
            <a:fillRect/>
          </a:stretch>
        </p:blipFill>
        <p:spPr>
          <a:xfrm rot="21600000">
            <a:off x="4547988" y="5551508"/>
            <a:ext cx="126598" cy="130878"/>
          </a:xfrm>
          <a:prstGeom prst="rect">
            <a:avLst/>
          </a:prstGeom>
        </p:spPr>
      </p:pic>
      <p:pic>
        <p:nvPicPr>
          <p:cNvPr id="4510" name="picture 4510"/>
          <p:cNvPicPr>
            <a:picLocks noChangeAspect="1"/>
          </p:cNvPicPr>
          <p:nvPr>
            <p:custDataLst>
              <p:tags r:id="rId4"/>
            </p:custDataLst>
          </p:nvPr>
        </p:nvPicPr>
        <p:blipFill>
          <a:blip r:embed="rId5"/>
          <a:stretch>
            <a:fillRect/>
          </a:stretch>
        </p:blipFill>
        <p:spPr>
          <a:xfrm rot="21600000">
            <a:off x="4547988" y="5231189"/>
            <a:ext cx="126598" cy="130878"/>
          </a:xfrm>
          <a:prstGeom prst="rect">
            <a:avLst/>
          </a:prstGeom>
        </p:spPr>
      </p:pic>
      <p:pic>
        <p:nvPicPr>
          <p:cNvPr id="4512" name="picture 4512"/>
          <p:cNvPicPr>
            <a:picLocks noChangeAspect="1"/>
          </p:cNvPicPr>
          <p:nvPr>
            <p:custDataLst>
              <p:tags r:id="rId6"/>
            </p:custDataLst>
          </p:nvPr>
        </p:nvPicPr>
        <p:blipFill>
          <a:blip r:embed="rId7"/>
          <a:stretch>
            <a:fillRect/>
          </a:stretch>
        </p:blipFill>
        <p:spPr>
          <a:xfrm rot="21600000">
            <a:off x="4547988" y="4911149"/>
            <a:ext cx="126598" cy="130878"/>
          </a:xfrm>
          <a:prstGeom prst="rect">
            <a:avLst/>
          </a:prstGeom>
        </p:spPr>
      </p:pic>
      <p:pic>
        <p:nvPicPr>
          <p:cNvPr id="4514" name="picture 4514"/>
          <p:cNvPicPr>
            <a:picLocks noChangeAspect="1"/>
          </p:cNvPicPr>
          <p:nvPr>
            <p:custDataLst>
              <p:tags r:id="rId8"/>
            </p:custDataLst>
          </p:nvPr>
        </p:nvPicPr>
        <p:blipFill>
          <a:blip r:embed="rId7"/>
          <a:stretch>
            <a:fillRect/>
          </a:stretch>
        </p:blipFill>
        <p:spPr>
          <a:xfrm rot="21600000">
            <a:off x="4547988" y="3937948"/>
            <a:ext cx="126598" cy="130878"/>
          </a:xfrm>
          <a:prstGeom prst="rect">
            <a:avLst/>
          </a:prstGeom>
        </p:spPr>
      </p:pic>
      <p:pic>
        <p:nvPicPr>
          <p:cNvPr id="4516" name="picture 4516"/>
          <p:cNvPicPr>
            <a:picLocks noChangeAspect="1"/>
          </p:cNvPicPr>
          <p:nvPr>
            <p:custDataLst>
              <p:tags r:id="rId9"/>
            </p:custDataLst>
          </p:nvPr>
        </p:nvPicPr>
        <p:blipFill>
          <a:blip r:embed="rId3"/>
          <a:stretch>
            <a:fillRect/>
          </a:stretch>
        </p:blipFill>
        <p:spPr>
          <a:xfrm rot="21600000">
            <a:off x="4547988" y="3617907"/>
            <a:ext cx="126598" cy="130878"/>
          </a:xfrm>
          <a:prstGeom prst="rect">
            <a:avLst/>
          </a:prstGeom>
        </p:spPr>
      </p:pic>
      <p:pic>
        <p:nvPicPr>
          <p:cNvPr id="4518" name="picture 4518"/>
          <p:cNvPicPr>
            <a:picLocks noChangeAspect="1"/>
          </p:cNvPicPr>
          <p:nvPr>
            <p:custDataLst>
              <p:tags r:id="rId10"/>
            </p:custDataLst>
          </p:nvPr>
        </p:nvPicPr>
        <p:blipFill>
          <a:blip r:embed="rId11"/>
          <a:stretch>
            <a:fillRect/>
          </a:stretch>
        </p:blipFill>
        <p:spPr>
          <a:xfrm rot="21600000">
            <a:off x="4548014" y="3297263"/>
            <a:ext cx="126815" cy="131101"/>
          </a:xfrm>
          <a:prstGeom prst="rect">
            <a:avLst/>
          </a:prstGeom>
        </p:spPr>
      </p:pic>
      <p:sp>
        <p:nvSpPr>
          <p:cNvPr id="4520" name="textbox 4520"/>
          <p:cNvSpPr/>
          <p:nvPr>
            <p:custDataLst>
              <p:tags r:id="rId12"/>
            </p:custDataLst>
          </p:nvPr>
        </p:nvSpPr>
        <p:spPr>
          <a:xfrm>
            <a:off x="4440935" y="1112520"/>
            <a:ext cx="6819900" cy="1694814"/>
          </a:xfrm>
          <a:prstGeom prst="rect">
            <a:avLst/>
          </a:prstGeom>
          <a:solidFill>
            <a:srgbClr val="F2F2F2"/>
          </a:solidFill>
        </p:spPr>
        <p:txBody>
          <a:bodyPr vert="horz" wrap="square" lIns="0" tIns="0" rIns="0" bIns="0">
            <a:normAutofit/>
          </a:bodyPr>
          <a:lstStyle/>
          <a:p>
            <a:pPr algn="l" rtl="0" eaLnBrk="0">
              <a:lnSpc>
                <a:spcPct val="106000"/>
              </a:lnSpc>
            </a:pPr>
            <a:endParaRPr lang="en-US" altLang="en-US" sz="1000" dirty="0">
              <a:solidFill>
                <a:schemeClr val="dk1"/>
              </a:solidFill>
            </a:endParaRPr>
          </a:p>
          <a:p>
            <a:pPr algn="l" rtl="0" eaLnBrk="0">
              <a:lnSpc>
                <a:spcPct val="106000"/>
              </a:lnSpc>
            </a:pPr>
            <a:endParaRPr lang="en-US" altLang="en-US" sz="1000" dirty="0">
              <a:solidFill>
                <a:schemeClr val="dk1"/>
              </a:solidFill>
            </a:endParaRPr>
          </a:p>
          <a:p>
            <a:pPr marL="106680" algn="l" rtl="0" eaLnBrk="0">
              <a:lnSpc>
                <a:spcPct val="97000"/>
              </a:lnSpc>
              <a:tabLst>
                <a:tab pos="233045" algn="l"/>
              </a:tabLst>
            </a:pPr>
            <a:r>
              <a:rPr sz="1400" kern="0" spc="0" dirty="0">
                <a:solidFill>
                  <a:schemeClr val="dk1"/>
                </a:solidFill>
                <a:cs typeface="微软雅黑" panose="020B0503020204020204" charset="-122"/>
              </a:rPr>
              <a:t>	</a:t>
            </a:r>
            <a:r>
              <a:rPr sz="1400" b="1" kern="0" spc="160" dirty="0">
                <a:solidFill>
                  <a:schemeClr val="dk1"/>
                </a:solidFill>
                <a:cs typeface="微软雅黑" panose="020B0503020204020204" charset="-122"/>
              </a:rPr>
              <a:t>  </a:t>
            </a:r>
            <a:r>
              <a:rPr sz="1400" b="1" kern="0" spc="-30" dirty="0">
                <a:solidFill>
                  <a:schemeClr val="dk1"/>
                </a:solidFill>
                <a:cs typeface="微软雅黑" panose="020B0503020204020204" charset="-122"/>
              </a:rPr>
              <a:t>流程建设：  </a:t>
            </a:r>
            <a:r>
              <a:rPr sz="1400" kern="0" spc="-30" dirty="0">
                <a:solidFill>
                  <a:schemeClr val="dk1"/>
                </a:solidFill>
                <a:cs typeface="微软雅黑" panose="020B0503020204020204" charset="-122"/>
              </a:rPr>
              <a:t>建立符合XX的项目</a:t>
            </a:r>
            <a:r>
              <a:rPr sz="1400" kern="0" spc="-40" dirty="0">
                <a:solidFill>
                  <a:schemeClr val="dk1"/>
                </a:solidFill>
                <a:cs typeface="微软雅黑" panose="020B0503020204020204" charset="-122"/>
              </a:rPr>
              <a:t>管理流程与模板</a:t>
            </a:r>
            <a:endParaRPr lang="en-US" altLang="en-US" sz="1400" dirty="0">
              <a:solidFill>
                <a:schemeClr val="dk1"/>
              </a:solidFill>
            </a:endParaRPr>
          </a:p>
          <a:p>
            <a:pPr marL="106680" algn="l" rtl="0" eaLnBrk="0">
              <a:lnSpc>
                <a:spcPct val="97000"/>
              </a:lnSpc>
              <a:spcBef>
                <a:spcPts val="890"/>
              </a:spcBef>
              <a:tabLst>
                <a:tab pos="233045" algn="l"/>
              </a:tabLst>
            </a:pPr>
            <a:r>
              <a:rPr sz="1400" kern="0" spc="0" dirty="0">
                <a:solidFill>
                  <a:schemeClr val="dk1"/>
                </a:solidFill>
                <a:cs typeface="微软雅黑" panose="020B0503020204020204" charset="-122"/>
              </a:rPr>
              <a:t>	</a:t>
            </a:r>
            <a:r>
              <a:rPr sz="1400" b="1" kern="0" spc="190" dirty="0">
                <a:solidFill>
                  <a:schemeClr val="dk1"/>
                </a:solidFill>
                <a:cs typeface="微软雅黑" panose="020B0503020204020204" charset="-122"/>
              </a:rPr>
              <a:t>  </a:t>
            </a:r>
            <a:r>
              <a:rPr sz="1400" b="1" kern="0" spc="-30" dirty="0">
                <a:solidFill>
                  <a:schemeClr val="dk1"/>
                </a:solidFill>
                <a:cs typeface="微软雅黑" panose="020B0503020204020204" charset="-122"/>
              </a:rPr>
              <a:t>工作协同：  </a:t>
            </a:r>
            <a:r>
              <a:rPr sz="1400" kern="0" spc="-30" dirty="0">
                <a:solidFill>
                  <a:schemeClr val="dk1"/>
                </a:solidFill>
                <a:cs typeface="微软雅黑" panose="020B0503020204020204" charset="-122"/>
              </a:rPr>
              <a:t>在公司内部形成“项目管理”方式，承接战略落地</a:t>
            </a:r>
            <a:endParaRPr lang="en-US" altLang="en-US" sz="1400" dirty="0">
              <a:solidFill>
                <a:schemeClr val="dk1"/>
              </a:solidFill>
            </a:endParaRPr>
          </a:p>
          <a:p>
            <a:pPr marL="106680" algn="l" rtl="0" eaLnBrk="0">
              <a:lnSpc>
                <a:spcPct val="98000"/>
              </a:lnSpc>
              <a:spcBef>
                <a:spcPts val="880"/>
              </a:spcBef>
              <a:tabLst>
                <a:tab pos="233045" algn="l"/>
              </a:tabLst>
            </a:pPr>
            <a:r>
              <a:rPr sz="1400" kern="0" spc="0" dirty="0">
                <a:solidFill>
                  <a:schemeClr val="dk1"/>
                </a:solidFill>
                <a:cs typeface="微软雅黑" panose="020B0503020204020204" charset="-122"/>
              </a:rPr>
              <a:t>	</a:t>
            </a:r>
            <a:r>
              <a:rPr sz="1400" b="1" kern="0" spc="160" dirty="0">
                <a:solidFill>
                  <a:schemeClr val="dk1"/>
                </a:solidFill>
                <a:cs typeface="微软雅黑" panose="020B0503020204020204" charset="-122"/>
              </a:rPr>
              <a:t>  </a:t>
            </a:r>
            <a:r>
              <a:rPr sz="1400" b="1" kern="0" spc="-30" dirty="0">
                <a:solidFill>
                  <a:schemeClr val="dk1"/>
                </a:solidFill>
                <a:cs typeface="微软雅黑" panose="020B0503020204020204" charset="-122"/>
              </a:rPr>
              <a:t>培训推动：  </a:t>
            </a:r>
            <a:r>
              <a:rPr sz="1400" kern="0" spc="-30" dirty="0">
                <a:solidFill>
                  <a:schemeClr val="dk1"/>
                </a:solidFill>
                <a:cs typeface="微软雅黑" panose="020B0503020204020204" charset="-122"/>
              </a:rPr>
              <a:t>加强PMO培</a:t>
            </a:r>
            <a:r>
              <a:rPr sz="1400" kern="0" spc="-40" dirty="0">
                <a:solidFill>
                  <a:schemeClr val="dk1"/>
                </a:solidFill>
                <a:cs typeface="微软雅黑" panose="020B0503020204020204" charset="-122"/>
              </a:rPr>
              <a:t>训，提升PMO专业能力</a:t>
            </a:r>
            <a:endParaRPr lang="en-US" altLang="en-US" sz="1400" dirty="0">
              <a:solidFill>
                <a:schemeClr val="dk1"/>
              </a:solidFill>
            </a:endParaRPr>
          </a:p>
          <a:p>
            <a:pPr algn="l" rtl="0" eaLnBrk="0">
              <a:lnSpc>
                <a:spcPct val="105000"/>
              </a:lnSpc>
            </a:pPr>
            <a:endParaRPr lang="en-US" altLang="en-US" sz="700" dirty="0">
              <a:solidFill>
                <a:schemeClr val="dk1"/>
              </a:solidFill>
            </a:endParaRPr>
          </a:p>
          <a:p>
            <a:pPr marL="106680" algn="l" rtl="0" eaLnBrk="0">
              <a:lnSpc>
                <a:spcPct val="97000"/>
              </a:lnSpc>
              <a:spcBef>
                <a:spcPts val="5"/>
              </a:spcBef>
              <a:tabLst>
                <a:tab pos="233045" algn="l"/>
              </a:tabLst>
            </a:pPr>
            <a:r>
              <a:rPr sz="1400" kern="0" spc="0" dirty="0">
                <a:solidFill>
                  <a:schemeClr val="dk1"/>
                </a:solidFill>
                <a:cs typeface="微软雅黑" panose="020B0503020204020204" charset="-122"/>
              </a:rPr>
              <a:t>	</a:t>
            </a:r>
            <a:r>
              <a:rPr sz="1400" b="1" kern="0" spc="190" dirty="0">
                <a:solidFill>
                  <a:schemeClr val="dk1"/>
                </a:solidFill>
                <a:cs typeface="微软雅黑" panose="020B0503020204020204" charset="-122"/>
              </a:rPr>
              <a:t>  </a:t>
            </a:r>
            <a:r>
              <a:rPr sz="1400" b="1" kern="0" spc="-30" dirty="0">
                <a:solidFill>
                  <a:schemeClr val="dk1"/>
                </a:solidFill>
                <a:cs typeface="微软雅黑" panose="020B0503020204020204" charset="-122"/>
              </a:rPr>
              <a:t>落地辅导：  </a:t>
            </a:r>
            <a:r>
              <a:rPr sz="1400" kern="0" spc="-30" dirty="0">
                <a:solidFill>
                  <a:schemeClr val="dk1"/>
                </a:solidFill>
                <a:cs typeface="微软雅黑" panose="020B0503020204020204" charset="-122"/>
              </a:rPr>
              <a:t>辅导重点项目，打造最佳实践，解决壹米实际问题</a:t>
            </a:r>
            <a:endParaRPr lang="en-US" altLang="en-US" sz="1400" kern="0" spc="-30" dirty="0">
              <a:solidFill>
                <a:schemeClr val="dk1"/>
              </a:solidFill>
              <a:cs typeface="微软雅黑" panose="020B0503020204020204" charset="-122"/>
            </a:endParaRPr>
          </a:p>
        </p:txBody>
      </p:sp>
      <p:pic>
        <p:nvPicPr>
          <p:cNvPr id="4522" name="picture 4522"/>
          <p:cNvPicPr>
            <a:picLocks noChangeAspect="1"/>
          </p:cNvPicPr>
          <p:nvPr>
            <p:custDataLst>
              <p:tags r:id="rId13"/>
            </p:custDataLst>
          </p:nvPr>
        </p:nvPicPr>
        <p:blipFill>
          <a:blip r:embed="rId5"/>
          <a:stretch>
            <a:fillRect/>
          </a:stretch>
        </p:blipFill>
        <p:spPr>
          <a:xfrm rot="21600000">
            <a:off x="4547988" y="2409883"/>
            <a:ext cx="126598" cy="130878"/>
          </a:xfrm>
          <a:prstGeom prst="rect">
            <a:avLst/>
          </a:prstGeom>
        </p:spPr>
      </p:pic>
      <p:pic>
        <p:nvPicPr>
          <p:cNvPr id="4524" name="picture 4524"/>
          <p:cNvPicPr>
            <a:picLocks noChangeAspect="1"/>
          </p:cNvPicPr>
          <p:nvPr>
            <p:custDataLst>
              <p:tags r:id="rId14"/>
            </p:custDataLst>
          </p:nvPr>
        </p:nvPicPr>
        <p:blipFill>
          <a:blip r:embed="rId15"/>
          <a:stretch>
            <a:fillRect/>
          </a:stretch>
        </p:blipFill>
        <p:spPr>
          <a:xfrm rot="21600000">
            <a:off x="4548014" y="2089366"/>
            <a:ext cx="126815" cy="131101"/>
          </a:xfrm>
          <a:prstGeom prst="rect">
            <a:avLst/>
          </a:prstGeom>
        </p:spPr>
      </p:pic>
      <p:pic>
        <p:nvPicPr>
          <p:cNvPr id="4526" name="picture 4526"/>
          <p:cNvPicPr>
            <a:picLocks noChangeAspect="1"/>
          </p:cNvPicPr>
          <p:nvPr>
            <p:custDataLst>
              <p:tags r:id="rId16"/>
            </p:custDataLst>
          </p:nvPr>
        </p:nvPicPr>
        <p:blipFill>
          <a:blip r:embed="rId3"/>
          <a:stretch>
            <a:fillRect/>
          </a:stretch>
        </p:blipFill>
        <p:spPr>
          <a:xfrm rot="21600000">
            <a:off x="4547988" y="1769550"/>
            <a:ext cx="126598" cy="130878"/>
          </a:xfrm>
          <a:prstGeom prst="rect">
            <a:avLst/>
          </a:prstGeom>
        </p:spPr>
      </p:pic>
      <p:pic>
        <p:nvPicPr>
          <p:cNvPr id="4528" name="picture 4528"/>
          <p:cNvPicPr>
            <a:picLocks noChangeAspect="1"/>
          </p:cNvPicPr>
          <p:nvPr>
            <p:custDataLst>
              <p:tags r:id="rId17"/>
            </p:custDataLst>
          </p:nvPr>
        </p:nvPicPr>
        <p:blipFill>
          <a:blip r:embed="rId5"/>
          <a:stretch>
            <a:fillRect/>
          </a:stretch>
        </p:blipFill>
        <p:spPr>
          <a:xfrm rot="21600000">
            <a:off x="4547988" y="1449509"/>
            <a:ext cx="126598" cy="130878"/>
          </a:xfrm>
          <a:prstGeom prst="rect">
            <a:avLst/>
          </a:prstGeom>
        </p:spPr>
      </p:pic>
      <p:sp>
        <p:nvSpPr>
          <p:cNvPr id="4534" name="rect"/>
          <p:cNvSpPr/>
          <p:nvPr/>
        </p:nvSpPr>
        <p:spPr>
          <a:xfrm>
            <a:off x="1400047" y="4176776"/>
            <a:ext cx="2226564" cy="400811"/>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4536" name="rect"/>
          <p:cNvSpPr/>
          <p:nvPr/>
        </p:nvSpPr>
        <p:spPr>
          <a:xfrm>
            <a:off x="1374647" y="4151376"/>
            <a:ext cx="2226564" cy="400811"/>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4538" name="rect"/>
          <p:cNvSpPr/>
          <p:nvPr/>
        </p:nvSpPr>
        <p:spPr>
          <a:xfrm>
            <a:off x="1400047" y="3663188"/>
            <a:ext cx="2226564" cy="399288"/>
          </a:xfrm>
          <a:prstGeom prst="rect">
            <a:avLst/>
          </a:prstGeom>
          <a:solidFill>
            <a:srgbClr val="BFBFBF">
              <a:alpha val="100000"/>
            </a:srgbClr>
          </a:solidFill>
          <a:ln cap="flat">
            <a:noFill/>
            <a:prstDash val="solid"/>
            <a:miter lim="0"/>
          </a:ln>
        </p:spPr>
        <p:txBody>
          <a:bodyPr rtlCol="0"/>
          <a:lstStyle/>
          <a:p>
            <a:pPr algn="ctr"/>
            <a:endParaRPr lang="zh-CN" altLang="en-US"/>
          </a:p>
        </p:txBody>
      </p:sp>
      <p:grpSp>
        <p:nvGrpSpPr>
          <p:cNvPr id="528" name="group 528"/>
          <p:cNvGrpSpPr/>
          <p:nvPr/>
        </p:nvGrpSpPr>
        <p:grpSpPr>
          <a:xfrm rot="21600000">
            <a:off x="1374647" y="3130296"/>
            <a:ext cx="2251964" cy="424688"/>
            <a:chOff x="0" y="0"/>
            <a:chExt cx="2251964" cy="424688"/>
          </a:xfrm>
        </p:grpSpPr>
        <p:sp>
          <p:nvSpPr>
            <p:cNvPr id="4540" name="path"/>
            <p:cNvSpPr/>
            <p:nvPr/>
          </p:nvSpPr>
          <p:spPr>
            <a:xfrm>
              <a:off x="25400" y="25400"/>
              <a:ext cx="2226564" cy="399288"/>
            </a:xfrm>
            <a:custGeom>
              <a:avLst/>
              <a:gdLst/>
              <a:ahLst/>
              <a:cxnLst/>
              <a:rect l="0" t="0" r="0" b="0"/>
              <a:pathLst>
                <a:path w="3506" h="628">
                  <a:moveTo>
                    <a:pt x="0" y="628"/>
                  </a:moveTo>
                  <a:lnTo>
                    <a:pt x="3506" y="628"/>
                  </a:lnTo>
                  <a:lnTo>
                    <a:pt x="3506" y="0"/>
                  </a:lnTo>
                  <a:lnTo>
                    <a:pt x="0" y="0"/>
                  </a:lnTo>
                  <a:lnTo>
                    <a:pt x="0" y="628"/>
                  </a:lnTo>
                  <a:close/>
                </a:path>
              </a:pathLst>
            </a:custGeom>
            <a:solidFill>
              <a:srgbClr val="808080">
                <a:alpha val="100000"/>
              </a:srgbClr>
            </a:solidFill>
            <a:ln cap="flat">
              <a:noFill/>
              <a:prstDash val="solid"/>
              <a:miter lim="0"/>
            </a:ln>
          </p:spPr>
          <p:txBody>
            <a:bodyPr rtlCol="0"/>
            <a:lstStyle/>
            <a:p>
              <a:pPr algn="ctr"/>
              <a:endParaRPr lang="zh-CN" altLang="en-US"/>
            </a:p>
          </p:txBody>
        </p:sp>
        <p:sp>
          <p:nvSpPr>
            <p:cNvPr id="4542" name="path"/>
            <p:cNvSpPr/>
            <p:nvPr/>
          </p:nvSpPr>
          <p:spPr>
            <a:xfrm>
              <a:off x="0" y="0"/>
              <a:ext cx="2226564" cy="399288"/>
            </a:xfrm>
            <a:custGeom>
              <a:avLst/>
              <a:gdLst/>
              <a:ahLst/>
              <a:cxnLst/>
              <a:rect l="0" t="0" r="0" b="0"/>
              <a:pathLst>
                <a:path w="3506" h="628">
                  <a:moveTo>
                    <a:pt x="0" y="628"/>
                  </a:moveTo>
                  <a:lnTo>
                    <a:pt x="3506" y="628"/>
                  </a:lnTo>
                  <a:lnTo>
                    <a:pt x="3506" y="0"/>
                  </a:lnTo>
                  <a:lnTo>
                    <a:pt x="0" y="0"/>
                  </a:lnTo>
                  <a:lnTo>
                    <a:pt x="0" y="628"/>
                  </a:lnTo>
                  <a:close/>
                </a:path>
              </a:pathLst>
            </a:custGeom>
            <a:solidFill>
              <a:srgbClr val="BFBFBF">
                <a:alpha val="100000"/>
              </a:srgbClr>
            </a:solidFill>
            <a:ln cap="flat">
              <a:noFill/>
              <a:prstDash val="solid"/>
              <a:miter lim="0"/>
            </a:ln>
          </p:spPr>
          <p:txBody>
            <a:bodyPr rtlCol="0"/>
            <a:lstStyle/>
            <a:p>
              <a:pPr algn="ctr"/>
              <a:endParaRPr lang="zh-CN" altLang="en-US"/>
            </a:p>
          </p:txBody>
        </p:sp>
      </p:grpSp>
      <p:sp>
        <p:nvSpPr>
          <p:cNvPr id="4544" name="rect"/>
          <p:cNvSpPr/>
          <p:nvPr/>
        </p:nvSpPr>
        <p:spPr>
          <a:xfrm>
            <a:off x="1374647" y="3637788"/>
            <a:ext cx="2226564" cy="399288"/>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4546" name="rect"/>
          <p:cNvSpPr/>
          <p:nvPr/>
        </p:nvSpPr>
        <p:spPr>
          <a:xfrm>
            <a:off x="1400047" y="2663444"/>
            <a:ext cx="2226564" cy="397764"/>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4548" name="rect"/>
          <p:cNvSpPr/>
          <p:nvPr/>
        </p:nvSpPr>
        <p:spPr>
          <a:xfrm>
            <a:off x="1374647" y="2638044"/>
            <a:ext cx="2226564" cy="397764"/>
          </a:xfrm>
          <a:prstGeom prst="rect">
            <a:avLst/>
          </a:prstGeom>
          <a:solidFill>
            <a:srgbClr val="BFBFBF">
              <a:alpha val="100000"/>
            </a:srgbClr>
          </a:solidFill>
          <a:ln cap="flat">
            <a:noFill/>
            <a:prstDash val="solid"/>
            <a:miter lim="0"/>
          </a:ln>
        </p:spPr>
        <p:txBody>
          <a:bodyPr rtlCol="0"/>
          <a:lstStyle/>
          <a:p>
            <a:pPr algn="ctr"/>
            <a:endParaRPr lang="zh-CN" altLang="en-US"/>
          </a:p>
        </p:txBody>
      </p:sp>
      <p:sp>
        <p:nvSpPr>
          <p:cNvPr id="4550" name="textbox 4550"/>
          <p:cNvSpPr/>
          <p:nvPr>
            <p:custDataLst>
              <p:tags r:id="rId18"/>
            </p:custDataLst>
          </p:nvPr>
        </p:nvSpPr>
        <p:spPr>
          <a:xfrm>
            <a:off x="1361947" y="2724855"/>
            <a:ext cx="2277745" cy="1717675"/>
          </a:xfrm>
          <a:prstGeom prst="rect">
            <a:avLst/>
          </a:prstGeom>
        </p:spPr>
        <p:txBody>
          <a:bodyPr vert="horz" wrap="square" lIns="0" tIns="0" rIns="0" bIns="0">
            <a:normAutofit/>
          </a:bodyPr>
          <a:lstStyle/>
          <a:p>
            <a:pPr algn="l" rtl="0" eaLnBrk="0">
              <a:lnSpc>
                <a:spcPct val="82000"/>
              </a:lnSpc>
            </a:pPr>
            <a:endParaRPr lang="en-US" altLang="en-US" sz="100" dirty="0">
              <a:solidFill>
                <a:schemeClr val="tx1"/>
              </a:solidFill>
            </a:endParaRPr>
          </a:p>
          <a:p>
            <a:pPr marL="12700" algn="l" rtl="0" eaLnBrk="0">
              <a:lnSpc>
                <a:spcPct val="98000"/>
              </a:lnSpc>
              <a:tabLst>
                <a:tab pos="1594485" algn="l"/>
              </a:tabLst>
            </a:pPr>
            <a:r>
              <a:rPr sz="1100" kern="0" spc="0" dirty="0">
                <a:solidFill>
                  <a:schemeClr val="tx1"/>
                </a:solidFill>
                <a:cs typeface="微软雅黑" panose="020B0503020204020204" charset="-122"/>
              </a:rPr>
              <a:t>	</a:t>
            </a:r>
            <a:r>
              <a:rPr sz="1100" b="1" kern="0" spc="-20" dirty="0">
                <a:solidFill>
                  <a:schemeClr val="tx1"/>
                </a:solidFill>
                <a:cs typeface="微软雅黑" panose="020B0503020204020204" charset="-122"/>
              </a:rPr>
              <a:t>战略管理</a:t>
            </a:r>
            <a:r>
              <a:rPr sz="1100" b="1" kern="0" spc="0" dirty="0">
                <a:solidFill>
                  <a:schemeClr val="tx1"/>
                </a:solidFill>
                <a:cs typeface="微软雅黑" panose="020B0503020204020204" charset="-122"/>
              </a:rPr>
              <a:t>   </a:t>
            </a:r>
            <a:endParaRPr lang="en-US" altLang="en-US" sz="1100" dirty="0">
              <a:solidFill>
                <a:schemeClr val="tx1"/>
              </a:solidFill>
            </a:endParaRPr>
          </a:p>
          <a:p>
            <a:pPr algn="l" rtl="0" eaLnBrk="0">
              <a:lnSpc>
                <a:spcPct val="100000"/>
              </a:lnSpc>
            </a:pPr>
            <a:endParaRPr lang="en-US" altLang="en-US" sz="1000" dirty="0">
              <a:solidFill>
                <a:schemeClr val="tx1"/>
              </a:solidFill>
            </a:endParaRPr>
          </a:p>
          <a:p>
            <a:pPr algn="l" rtl="0" eaLnBrk="0">
              <a:lnSpc>
                <a:spcPct val="100000"/>
              </a:lnSpc>
            </a:pPr>
            <a:endParaRPr lang="en-US" altLang="en-US" sz="1000" dirty="0">
              <a:solidFill>
                <a:schemeClr val="tx1"/>
              </a:solidFill>
            </a:endParaRPr>
          </a:p>
          <a:p>
            <a:pPr marL="1603375" algn="l" rtl="0" eaLnBrk="0">
              <a:lnSpc>
                <a:spcPct val="89000"/>
              </a:lnSpc>
              <a:spcBef>
                <a:spcPts val="335"/>
              </a:spcBef>
            </a:pPr>
            <a:r>
              <a:rPr sz="1100" b="1" kern="0" spc="-10" dirty="0">
                <a:solidFill>
                  <a:schemeClr val="tx1"/>
                </a:solidFill>
                <a:cs typeface="微软雅黑" panose="020B0503020204020204" charset="-122"/>
              </a:rPr>
              <a:t>财务管理</a:t>
            </a:r>
            <a:endParaRPr lang="en-US" altLang="en-US" sz="1100" dirty="0">
              <a:solidFill>
                <a:schemeClr val="tx1"/>
              </a:solidFill>
            </a:endParaRPr>
          </a:p>
          <a:p>
            <a:pPr algn="l" rtl="0" eaLnBrk="0">
              <a:lnSpc>
                <a:spcPct val="101000"/>
              </a:lnSpc>
            </a:pPr>
            <a:endParaRPr lang="en-US" altLang="en-US" sz="1000" dirty="0">
              <a:solidFill>
                <a:schemeClr val="tx1"/>
              </a:solidFill>
            </a:endParaRPr>
          </a:p>
          <a:p>
            <a:pPr algn="l" rtl="0" eaLnBrk="0">
              <a:lnSpc>
                <a:spcPct val="101000"/>
              </a:lnSpc>
            </a:pPr>
            <a:endParaRPr lang="en-US" altLang="en-US" sz="1000" dirty="0">
              <a:solidFill>
                <a:schemeClr val="tx1"/>
              </a:solidFill>
            </a:endParaRPr>
          </a:p>
          <a:p>
            <a:pPr marL="12700" algn="l" rtl="0" eaLnBrk="0">
              <a:lnSpc>
                <a:spcPct val="90000"/>
              </a:lnSpc>
              <a:spcBef>
                <a:spcPts val="335"/>
              </a:spcBef>
              <a:tabLst>
                <a:tab pos="1616075" algn="l"/>
              </a:tabLst>
            </a:pPr>
            <a:r>
              <a:rPr sz="1100" kern="0" spc="0" dirty="0">
                <a:solidFill>
                  <a:schemeClr val="tx1"/>
                </a:solidFill>
                <a:cs typeface="微软雅黑" panose="020B0503020204020204" charset="-122"/>
              </a:rPr>
              <a:t>	</a:t>
            </a:r>
            <a:r>
              <a:rPr sz="1100" b="1" kern="0" spc="-10" dirty="0">
                <a:solidFill>
                  <a:schemeClr val="tx1"/>
                </a:solidFill>
                <a:cs typeface="微软雅黑" panose="020B0503020204020204" charset="-122"/>
              </a:rPr>
              <a:t>人力资源</a:t>
            </a:r>
            <a:r>
              <a:rPr sz="1100" b="1" kern="0" spc="10" dirty="0">
                <a:solidFill>
                  <a:schemeClr val="tx1"/>
                </a:solidFill>
                <a:cs typeface="微软雅黑" panose="020B0503020204020204" charset="-122"/>
              </a:rPr>
              <a:t>   </a:t>
            </a:r>
            <a:endParaRPr lang="en-US" altLang="en-US" sz="1100" dirty="0">
              <a:solidFill>
                <a:schemeClr val="tx1"/>
              </a:solidFill>
            </a:endParaRPr>
          </a:p>
          <a:p>
            <a:pPr algn="l" rtl="0" eaLnBrk="0">
              <a:lnSpc>
                <a:spcPct val="106000"/>
              </a:lnSpc>
            </a:pPr>
            <a:endParaRPr lang="en-US" altLang="en-US" sz="1000" dirty="0">
              <a:solidFill>
                <a:schemeClr val="tx1"/>
              </a:solidFill>
            </a:endParaRPr>
          </a:p>
          <a:p>
            <a:pPr algn="l" rtl="0" eaLnBrk="0">
              <a:lnSpc>
                <a:spcPct val="106000"/>
              </a:lnSpc>
            </a:pPr>
            <a:endParaRPr lang="en-US" altLang="en-US" sz="1000" dirty="0">
              <a:solidFill>
                <a:schemeClr val="tx1"/>
              </a:solidFill>
            </a:endParaRPr>
          </a:p>
          <a:p>
            <a:pPr algn="l" rtl="0" eaLnBrk="0">
              <a:lnSpc>
                <a:spcPct val="139000"/>
              </a:lnSpc>
            </a:pPr>
            <a:endParaRPr lang="en-US" altLang="en-US" sz="200" dirty="0">
              <a:solidFill>
                <a:schemeClr val="tx1"/>
              </a:solidFill>
            </a:endParaRPr>
          </a:p>
          <a:p>
            <a:pPr marL="12700" algn="l" rtl="0" eaLnBrk="0">
              <a:lnSpc>
                <a:spcPct val="98000"/>
              </a:lnSpc>
              <a:spcBef>
                <a:spcPts val="0"/>
              </a:spcBef>
              <a:tabLst>
                <a:tab pos="1626235" algn="l"/>
              </a:tabLst>
            </a:pPr>
            <a:r>
              <a:rPr sz="1100" kern="0" spc="0" dirty="0">
                <a:solidFill>
                  <a:schemeClr val="tx1"/>
                </a:solidFill>
                <a:cs typeface="微软雅黑" panose="020B0503020204020204" charset="-122"/>
              </a:rPr>
              <a:t>	</a:t>
            </a:r>
            <a:r>
              <a:rPr sz="1100" b="1" kern="0" spc="-10" dirty="0">
                <a:solidFill>
                  <a:schemeClr val="tx1"/>
                </a:solidFill>
                <a:cs typeface="微软雅黑" panose="020B0503020204020204" charset="-122"/>
              </a:rPr>
              <a:t>信息技术  </a:t>
            </a:r>
            <a:endParaRPr lang="en-US" altLang="en-US" sz="1100" b="1" kern="0" spc="-10" dirty="0">
              <a:solidFill>
                <a:schemeClr val="tx1"/>
              </a:solidFill>
              <a:cs typeface="微软雅黑" panose="020B0503020204020204" charset="-122"/>
            </a:endParaRPr>
          </a:p>
        </p:txBody>
      </p:sp>
      <p:grpSp>
        <p:nvGrpSpPr>
          <p:cNvPr id="530" name="group 530"/>
          <p:cNvGrpSpPr/>
          <p:nvPr/>
        </p:nvGrpSpPr>
        <p:grpSpPr>
          <a:xfrm rot="21600000">
            <a:off x="1650364" y="2915284"/>
            <a:ext cx="1064005" cy="1071626"/>
            <a:chOff x="0" y="0"/>
            <a:chExt cx="1064005" cy="1071626"/>
          </a:xfrm>
        </p:grpSpPr>
        <p:sp>
          <p:nvSpPr>
            <p:cNvPr id="4552" name="path"/>
            <p:cNvSpPr/>
            <p:nvPr/>
          </p:nvSpPr>
          <p:spPr>
            <a:xfrm>
              <a:off x="3175" y="3175"/>
              <a:ext cx="1057655" cy="1065276"/>
            </a:xfrm>
            <a:custGeom>
              <a:avLst/>
              <a:gdLst/>
              <a:ahLst/>
              <a:cxnLst/>
              <a:rect l="0" t="0" r="0" b="0"/>
              <a:pathLst>
                <a:path w="1665" h="1677">
                  <a:moveTo>
                    <a:pt x="0" y="838"/>
                  </a:moveTo>
                  <a:cubicBezTo>
                    <a:pt x="0" y="1302"/>
                    <a:pt x="372" y="1677"/>
                    <a:pt x="832" y="1677"/>
                  </a:cubicBezTo>
                  <a:cubicBezTo>
                    <a:pt x="1292" y="1677"/>
                    <a:pt x="1665" y="1302"/>
                    <a:pt x="1665" y="838"/>
                  </a:cubicBezTo>
                  <a:cubicBezTo>
                    <a:pt x="1665" y="375"/>
                    <a:pt x="1292" y="0"/>
                    <a:pt x="832" y="0"/>
                  </a:cubicBezTo>
                  <a:cubicBezTo>
                    <a:pt x="372" y="0"/>
                    <a:pt x="0" y="375"/>
                    <a:pt x="0" y="838"/>
                  </a:cubicBezTo>
                </a:path>
              </a:pathLst>
            </a:custGeom>
            <a:solidFill>
              <a:schemeClr val="accent2">
                <a:alpha val="47843"/>
              </a:schemeClr>
            </a:solidFill>
            <a:ln cap="flat">
              <a:noFill/>
              <a:prstDash val="solid"/>
              <a:miter lim="0"/>
            </a:ln>
          </p:spPr>
          <p:txBody>
            <a:bodyPr rtlCol="0"/>
            <a:lstStyle/>
            <a:p>
              <a:pPr algn="ctr"/>
              <a:endParaRPr lang="zh-CN" altLang="en-US"/>
            </a:p>
          </p:txBody>
        </p:sp>
        <p:sp>
          <p:nvSpPr>
            <p:cNvPr id="4554" name="path"/>
            <p:cNvSpPr/>
            <p:nvPr/>
          </p:nvSpPr>
          <p:spPr>
            <a:xfrm>
              <a:off x="0" y="0"/>
              <a:ext cx="1064005" cy="1071626"/>
            </a:xfrm>
            <a:custGeom>
              <a:avLst/>
              <a:gdLst/>
              <a:ahLst/>
              <a:cxnLst/>
              <a:rect l="0" t="0" r="0" b="0"/>
              <a:pathLst>
                <a:path w="1675" h="1687">
                  <a:moveTo>
                    <a:pt x="5" y="843"/>
                  </a:moveTo>
                  <a:cubicBezTo>
                    <a:pt x="5" y="1307"/>
                    <a:pt x="377" y="1682"/>
                    <a:pt x="837" y="1682"/>
                  </a:cubicBezTo>
                  <a:cubicBezTo>
                    <a:pt x="1297" y="1682"/>
                    <a:pt x="1670" y="1307"/>
                    <a:pt x="1670" y="843"/>
                  </a:cubicBezTo>
                  <a:cubicBezTo>
                    <a:pt x="1670" y="380"/>
                    <a:pt x="1297" y="5"/>
                    <a:pt x="837" y="5"/>
                  </a:cubicBezTo>
                  <a:cubicBezTo>
                    <a:pt x="377" y="5"/>
                    <a:pt x="5" y="380"/>
                    <a:pt x="5" y="843"/>
                  </a:cubicBezTo>
                </a:path>
              </a:pathLst>
            </a:custGeom>
            <a:noFill/>
            <a:ln w="6350" cap="flat">
              <a:solidFill>
                <a:srgbClr val="000000">
                  <a:alpha val="100000"/>
                </a:srgbClr>
              </a:solidFill>
              <a:prstDash val="solid"/>
              <a:round/>
            </a:ln>
          </p:spPr>
          <p:txBody>
            <a:bodyPr rtlCol="0"/>
            <a:lstStyle/>
            <a:p>
              <a:pPr algn="ctr"/>
              <a:endParaRPr lang="zh-CN" altLang="en-US"/>
            </a:p>
          </p:txBody>
        </p:sp>
      </p:grpSp>
      <p:sp>
        <p:nvSpPr>
          <p:cNvPr id="4556" name="textbox 4556"/>
          <p:cNvSpPr/>
          <p:nvPr>
            <p:custDataLst>
              <p:tags r:id="rId19"/>
            </p:custDataLst>
          </p:nvPr>
        </p:nvSpPr>
        <p:spPr>
          <a:xfrm>
            <a:off x="1391411" y="4629911"/>
            <a:ext cx="2251075" cy="424815"/>
          </a:xfrm>
          <a:prstGeom prst="rect">
            <a:avLst/>
          </a:prstGeom>
          <a:solidFill>
            <a:srgbClr val="BFBFBF"/>
          </a:solidFill>
        </p:spPr>
        <p:txBody>
          <a:bodyPr vert="horz" wrap="square" lIns="0" tIns="0" rIns="0" bIns="0">
            <a:normAutofit/>
          </a:bodyPr>
          <a:lstStyle/>
          <a:p>
            <a:pPr algn="l" rtl="0" eaLnBrk="0">
              <a:lnSpc>
                <a:spcPct val="105000"/>
              </a:lnSpc>
            </a:pPr>
            <a:endParaRPr lang="en-US" altLang="en-US" sz="700" dirty="0">
              <a:solidFill>
                <a:schemeClr val="lt1"/>
              </a:solidFill>
            </a:endParaRPr>
          </a:p>
          <a:p>
            <a:pPr marL="1614805" algn="l" rtl="0" eaLnBrk="0">
              <a:lnSpc>
                <a:spcPct val="98000"/>
              </a:lnSpc>
              <a:spcBef>
                <a:spcPts val="5"/>
              </a:spcBef>
            </a:pPr>
            <a:r>
              <a:rPr sz="1100" b="1" kern="0" spc="-10" dirty="0">
                <a:solidFill>
                  <a:schemeClr val="lt1"/>
                </a:solidFill>
                <a:cs typeface="微软雅黑" panose="020B0503020204020204" charset="-122"/>
              </a:rPr>
              <a:t>营运规划</a:t>
            </a:r>
            <a:endParaRPr lang="en-US" altLang="en-US" sz="1100" b="1" kern="0" spc="-10" dirty="0">
              <a:solidFill>
                <a:schemeClr val="lt1"/>
              </a:solidFill>
              <a:cs typeface="微软雅黑" panose="020B0503020204020204" charset="-122"/>
            </a:endParaRPr>
          </a:p>
        </p:txBody>
      </p:sp>
      <p:grpSp>
        <p:nvGrpSpPr>
          <p:cNvPr id="532" name="group 532"/>
          <p:cNvGrpSpPr/>
          <p:nvPr/>
        </p:nvGrpSpPr>
        <p:grpSpPr>
          <a:xfrm rot="21600000">
            <a:off x="1267841" y="3625469"/>
            <a:ext cx="1829054" cy="1071626"/>
            <a:chOff x="0" y="0"/>
            <a:chExt cx="1829054" cy="1071626"/>
          </a:xfrm>
        </p:grpSpPr>
        <p:sp>
          <p:nvSpPr>
            <p:cNvPr id="4558" name="path"/>
            <p:cNvSpPr/>
            <p:nvPr/>
          </p:nvSpPr>
          <p:spPr>
            <a:xfrm>
              <a:off x="3175" y="3175"/>
              <a:ext cx="1056131" cy="1065276"/>
            </a:xfrm>
            <a:custGeom>
              <a:avLst/>
              <a:gdLst/>
              <a:ahLst/>
              <a:cxnLst/>
              <a:rect l="0" t="0" r="0" b="0"/>
              <a:pathLst>
                <a:path w="1663" h="1677">
                  <a:moveTo>
                    <a:pt x="0" y="838"/>
                  </a:moveTo>
                  <a:cubicBezTo>
                    <a:pt x="0" y="1301"/>
                    <a:pt x="372" y="1677"/>
                    <a:pt x="831" y="1677"/>
                  </a:cubicBezTo>
                  <a:cubicBezTo>
                    <a:pt x="1290" y="1677"/>
                    <a:pt x="1663" y="1301"/>
                    <a:pt x="1663" y="838"/>
                  </a:cubicBezTo>
                  <a:cubicBezTo>
                    <a:pt x="1663" y="375"/>
                    <a:pt x="1290" y="0"/>
                    <a:pt x="831" y="0"/>
                  </a:cubicBezTo>
                  <a:cubicBezTo>
                    <a:pt x="372" y="0"/>
                    <a:pt x="0" y="375"/>
                    <a:pt x="0" y="838"/>
                  </a:cubicBezTo>
                </a:path>
              </a:pathLst>
            </a:custGeom>
            <a:solidFill>
              <a:schemeClr val="accent3">
                <a:alpha val="47843"/>
              </a:schemeClr>
            </a:solidFill>
            <a:ln cap="flat">
              <a:noFill/>
              <a:prstDash val="solid"/>
              <a:miter lim="0"/>
            </a:ln>
          </p:spPr>
          <p:txBody>
            <a:bodyPr rtlCol="0"/>
            <a:lstStyle/>
            <a:p>
              <a:pPr algn="ctr"/>
              <a:endParaRPr lang="zh-CN" altLang="en-US"/>
            </a:p>
          </p:txBody>
        </p:sp>
        <p:sp>
          <p:nvSpPr>
            <p:cNvPr id="4560" name="path"/>
            <p:cNvSpPr/>
            <p:nvPr/>
          </p:nvSpPr>
          <p:spPr>
            <a:xfrm>
              <a:off x="0" y="0"/>
              <a:ext cx="1062481" cy="1071626"/>
            </a:xfrm>
            <a:custGeom>
              <a:avLst/>
              <a:gdLst/>
              <a:ahLst/>
              <a:cxnLst/>
              <a:rect l="0" t="0" r="0" b="0"/>
              <a:pathLst>
                <a:path w="1673" h="1687">
                  <a:moveTo>
                    <a:pt x="5" y="843"/>
                  </a:moveTo>
                  <a:cubicBezTo>
                    <a:pt x="5" y="1306"/>
                    <a:pt x="377" y="1682"/>
                    <a:pt x="836" y="1682"/>
                  </a:cubicBezTo>
                  <a:cubicBezTo>
                    <a:pt x="1295" y="1682"/>
                    <a:pt x="1668" y="1306"/>
                    <a:pt x="1668" y="843"/>
                  </a:cubicBezTo>
                  <a:cubicBezTo>
                    <a:pt x="1668" y="380"/>
                    <a:pt x="1295" y="5"/>
                    <a:pt x="836" y="5"/>
                  </a:cubicBezTo>
                  <a:cubicBezTo>
                    <a:pt x="377" y="5"/>
                    <a:pt x="5" y="380"/>
                    <a:pt x="5" y="843"/>
                  </a:cubicBezTo>
                </a:path>
              </a:pathLst>
            </a:custGeom>
            <a:noFill/>
            <a:ln w="6350" cap="flat">
              <a:solidFill>
                <a:srgbClr val="000000">
                  <a:alpha val="100000"/>
                </a:srgbClr>
              </a:solidFill>
              <a:prstDash val="solid"/>
              <a:round/>
            </a:ln>
          </p:spPr>
          <p:txBody>
            <a:bodyPr rtlCol="0"/>
            <a:lstStyle/>
            <a:p>
              <a:pPr algn="ctr"/>
              <a:endParaRPr lang="zh-CN" altLang="en-US"/>
            </a:p>
          </p:txBody>
        </p:sp>
        <p:sp>
          <p:nvSpPr>
            <p:cNvPr id="4562" name="path"/>
            <p:cNvSpPr/>
            <p:nvPr/>
          </p:nvSpPr>
          <p:spPr>
            <a:xfrm>
              <a:off x="766698" y="3175"/>
              <a:ext cx="1059180" cy="1065276"/>
            </a:xfrm>
            <a:custGeom>
              <a:avLst/>
              <a:gdLst/>
              <a:ahLst/>
              <a:cxnLst/>
              <a:rect l="0" t="0" r="0" b="0"/>
              <a:pathLst>
                <a:path w="1668" h="1677">
                  <a:moveTo>
                    <a:pt x="0" y="838"/>
                  </a:moveTo>
                  <a:cubicBezTo>
                    <a:pt x="0" y="1301"/>
                    <a:pt x="373" y="1677"/>
                    <a:pt x="833" y="1677"/>
                  </a:cubicBezTo>
                  <a:cubicBezTo>
                    <a:pt x="1294" y="1677"/>
                    <a:pt x="1668" y="1301"/>
                    <a:pt x="1668" y="838"/>
                  </a:cubicBezTo>
                  <a:cubicBezTo>
                    <a:pt x="1668" y="375"/>
                    <a:pt x="1294" y="0"/>
                    <a:pt x="833" y="0"/>
                  </a:cubicBezTo>
                  <a:cubicBezTo>
                    <a:pt x="373" y="0"/>
                    <a:pt x="0" y="375"/>
                    <a:pt x="0" y="838"/>
                  </a:cubicBezTo>
                </a:path>
              </a:pathLst>
            </a:custGeom>
            <a:solidFill>
              <a:schemeClr val="accent4">
                <a:alpha val="47843"/>
              </a:schemeClr>
            </a:solidFill>
            <a:ln cap="flat">
              <a:noFill/>
              <a:prstDash val="solid"/>
              <a:miter lim="0"/>
            </a:ln>
          </p:spPr>
          <p:txBody>
            <a:bodyPr rtlCol="0"/>
            <a:lstStyle/>
            <a:p>
              <a:pPr algn="ctr"/>
              <a:endParaRPr lang="zh-CN" altLang="en-US"/>
            </a:p>
          </p:txBody>
        </p:sp>
        <p:sp>
          <p:nvSpPr>
            <p:cNvPr id="4564" name="path"/>
            <p:cNvSpPr/>
            <p:nvPr/>
          </p:nvSpPr>
          <p:spPr>
            <a:xfrm>
              <a:off x="763523" y="0"/>
              <a:ext cx="1065530" cy="1071626"/>
            </a:xfrm>
            <a:custGeom>
              <a:avLst/>
              <a:gdLst/>
              <a:ahLst/>
              <a:cxnLst/>
              <a:rect l="0" t="0" r="0" b="0"/>
              <a:pathLst>
                <a:path w="1678" h="1687">
                  <a:moveTo>
                    <a:pt x="5" y="843"/>
                  </a:moveTo>
                  <a:cubicBezTo>
                    <a:pt x="5" y="1306"/>
                    <a:pt x="378" y="1682"/>
                    <a:pt x="838" y="1682"/>
                  </a:cubicBezTo>
                  <a:cubicBezTo>
                    <a:pt x="1299" y="1682"/>
                    <a:pt x="1673" y="1306"/>
                    <a:pt x="1673" y="843"/>
                  </a:cubicBezTo>
                  <a:cubicBezTo>
                    <a:pt x="1673" y="380"/>
                    <a:pt x="1299" y="5"/>
                    <a:pt x="838" y="5"/>
                  </a:cubicBezTo>
                  <a:cubicBezTo>
                    <a:pt x="378" y="5"/>
                    <a:pt x="5" y="380"/>
                    <a:pt x="5" y="843"/>
                  </a:cubicBezTo>
                </a:path>
              </a:pathLst>
            </a:custGeom>
            <a:noFill/>
            <a:ln w="6350" cap="flat">
              <a:solidFill>
                <a:srgbClr val="000000">
                  <a:alpha val="100000"/>
                </a:srgbClr>
              </a:solidFill>
              <a:prstDash val="solid"/>
              <a:round/>
            </a:ln>
          </p:spPr>
          <p:txBody>
            <a:bodyPr rtlCol="0"/>
            <a:lstStyle/>
            <a:p>
              <a:pPr algn="ctr"/>
              <a:endParaRPr lang="zh-CN" altLang="en-US"/>
            </a:p>
          </p:txBody>
        </p:sp>
      </p:grpSp>
      <p:graphicFrame>
        <p:nvGraphicFramePr>
          <p:cNvPr id="4568" name="table 4568"/>
          <p:cNvGraphicFramePr>
            <a:graphicFrameLocks noGrp="1"/>
          </p:cNvGraphicFramePr>
          <p:nvPr>
            <p:custDataLst>
              <p:tags r:id="rId20"/>
            </p:custDataLst>
          </p:nvPr>
        </p:nvGraphicFramePr>
        <p:xfrm>
          <a:off x="3940873" y="1107757"/>
          <a:ext cx="321945" cy="1703704"/>
        </p:xfrm>
        <a:graphic>
          <a:graphicData uri="http://schemas.openxmlformats.org/drawingml/2006/table">
            <a:tbl>
              <a:tblPr>
                <a:solidFill>
                  <a:srgbClr val="FFC000"/>
                </a:solidFill>
              </a:tblPr>
              <a:tblGrid>
                <a:gridCol w="321945"/>
              </a:tblGrid>
              <a:tr h="1694179">
                <a:tc>
                  <a:txBody>
                    <a:bodyPr/>
                    <a:lstStyle/>
                    <a:p>
                      <a:pPr algn="l" rtl="0" eaLnBrk="0">
                        <a:lnSpc>
                          <a:spcPct val="124000"/>
                        </a:lnSpc>
                      </a:pPr>
                      <a:endParaRPr lang="en-US" altLang="en-US" sz="1000" dirty="0"/>
                    </a:p>
                    <a:p>
                      <a:pPr algn="l" rtl="0" eaLnBrk="0">
                        <a:lnSpc>
                          <a:spcPct val="124000"/>
                        </a:lnSpc>
                      </a:pPr>
                      <a:endParaRPr lang="en-US" altLang="en-US" sz="1000" dirty="0"/>
                    </a:p>
                    <a:p>
                      <a:pPr algn="l" rtl="0" eaLnBrk="0">
                        <a:lnSpc>
                          <a:spcPct val="124000"/>
                        </a:lnSpc>
                      </a:pPr>
                      <a:endParaRPr lang="en-US" altLang="en-US" sz="1000" dirty="0"/>
                    </a:p>
                    <a:p>
                      <a:pPr marL="117475" algn="l" rtl="0" eaLnBrk="0">
                        <a:lnSpc>
                          <a:spcPts val="1075"/>
                        </a:lnSpc>
                      </a:pPr>
                      <a:r>
                        <a:rPr sz="1400" b="1" kern="0" spc="-20" dirty="0">
                          <a:solidFill>
                            <a:srgbClr val="FFFFFF">
                              <a:alpha val="100000"/>
                            </a:srgbClr>
                          </a:solidFill>
                          <a:cs typeface="微软雅黑" panose="020B0503020204020204" charset="-122"/>
                        </a:rPr>
                        <a:t>P</a:t>
                      </a:r>
                      <a:endParaRPr lang="en-US" altLang="en-US" sz="1400" dirty="0"/>
                    </a:p>
                    <a:p>
                      <a:pPr marL="83185" algn="l" rtl="0" eaLnBrk="0">
                        <a:lnSpc>
                          <a:spcPct val="100000"/>
                        </a:lnSpc>
                      </a:pPr>
                      <a:r>
                        <a:rPr sz="1400" b="1" kern="0" spc="-20" dirty="0">
                          <a:solidFill>
                            <a:srgbClr val="FFFFFF">
                              <a:alpha val="100000"/>
                            </a:srgbClr>
                          </a:solidFill>
                          <a:cs typeface="微软雅黑" panose="020B0503020204020204" charset="-122"/>
                        </a:rPr>
                        <a:t>M</a:t>
                      </a:r>
                      <a:endParaRPr lang="en-US" altLang="en-US" sz="1400" dirty="0"/>
                    </a:p>
                    <a:p>
                      <a:pPr marL="93345" algn="l" rtl="0" eaLnBrk="0">
                        <a:lnSpc>
                          <a:spcPts val="1700"/>
                        </a:lnSpc>
                      </a:pPr>
                      <a:r>
                        <a:rPr sz="1400" b="1" kern="0" spc="-20" dirty="0">
                          <a:solidFill>
                            <a:srgbClr val="FFFFFF">
                              <a:alpha val="100000"/>
                            </a:srgbClr>
                          </a:solidFill>
                          <a:cs typeface="微软雅黑" panose="020B0503020204020204" charset="-122"/>
                        </a:rPr>
                        <a:t>O</a:t>
                      </a:r>
                      <a:endParaRPr lang="en-US" altLang="en-US" sz="1400" dirty="0"/>
                    </a:p>
                  </a:txBody>
                  <a:tcPr marL="0" marR="0" marT="0" marB="0" vert="horz">
                    <a:lnL w="9525" cap="flat" cmpd="sng" algn="ctr">
                      <a:solidFill>
                        <a:srgbClr val="FFD966"/>
                      </a:solidFill>
                      <a:prstDash val="solid"/>
                      <a:round/>
                      <a:headEnd type="none" w="med" len="med"/>
                      <a:tailEnd type="none" w="med" len="med"/>
                    </a:lnL>
                    <a:lnR w="9525" cap="flat" cmpd="sng" algn="ctr">
                      <a:solidFill>
                        <a:srgbClr val="FFD966"/>
                      </a:solidFill>
                      <a:prstDash val="solid"/>
                      <a:round/>
                      <a:headEnd type="none" w="med" len="med"/>
                      <a:tailEnd type="none" w="med" len="med"/>
                    </a:lnR>
                    <a:lnT w="9525" cap="flat" cmpd="sng" algn="ctr">
                      <a:solidFill>
                        <a:srgbClr val="FFD966"/>
                      </a:solidFill>
                      <a:prstDash val="solid"/>
                      <a:round/>
                      <a:headEnd type="none" w="med" len="med"/>
                      <a:tailEnd type="none" w="med" len="med"/>
                    </a:lnT>
                    <a:lnB w="9525" cap="flat" cmpd="sng" algn="ctr">
                      <a:solidFill>
                        <a:srgbClr val="FFD966"/>
                      </a:solidFill>
                      <a:prstDash val="solid"/>
                      <a:round/>
                      <a:headEnd type="none" w="med" len="med"/>
                      <a:tailEnd type="none" w="med" len="med"/>
                    </a:lnB>
                    <a:solidFill>
                      <a:srgbClr val="FFC000"/>
                    </a:solidFill>
                  </a:tcPr>
                </a:tc>
              </a:tr>
            </a:tbl>
          </a:graphicData>
        </a:graphic>
      </p:graphicFrame>
      <p:graphicFrame>
        <p:nvGraphicFramePr>
          <p:cNvPr id="4570" name="table 4570"/>
          <p:cNvGraphicFramePr>
            <a:graphicFrameLocks noGrp="1"/>
          </p:cNvGraphicFramePr>
          <p:nvPr>
            <p:custDataLst>
              <p:tags r:id="rId21"/>
            </p:custDataLst>
          </p:nvPr>
        </p:nvGraphicFramePr>
        <p:xfrm>
          <a:off x="3928681" y="4504753"/>
          <a:ext cx="352425" cy="1513205"/>
        </p:xfrm>
        <a:graphic>
          <a:graphicData uri="http://schemas.openxmlformats.org/drawingml/2006/table">
            <a:tbl>
              <a:tblPr>
                <a:solidFill>
                  <a:srgbClr val="FFC000"/>
                </a:solidFill>
              </a:tblPr>
              <a:tblGrid>
                <a:gridCol w="352425"/>
              </a:tblGrid>
              <a:tr h="1503680">
                <a:tc>
                  <a:txBody>
                    <a:bodyPr/>
                    <a:lstStyle/>
                    <a:p>
                      <a:pPr algn="l" rtl="0" eaLnBrk="0">
                        <a:lnSpc>
                          <a:spcPct val="112000"/>
                        </a:lnSpc>
                      </a:pPr>
                      <a:endParaRPr lang="en-US" altLang="en-US" sz="500" dirty="0"/>
                    </a:p>
                    <a:p>
                      <a:pPr marL="356235" algn="l" rtl="0" eaLnBrk="0">
                        <a:lnSpc>
                          <a:spcPct val="90000"/>
                        </a:lnSpc>
                        <a:spcBef>
                          <a:spcPts val="0"/>
                        </a:spcBef>
                      </a:pPr>
                      <a:r>
                        <a:rPr sz="1400" b="1" kern="0" spc="210" dirty="0">
                          <a:solidFill>
                            <a:srgbClr val="FFFFFF">
                              <a:alpha val="100000"/>
                            </a:srgbClr>
                          </a:solidFill>
                          <a:cs typeface="微软雅黑" panose="020B0503020204020204" charset="-122"/>
                        </a:rPr>
                        <a:t>数据治理</a:t>
                      </a:r>
                      <a:endParaRPr lang="en-US" altLang="en-US" sz="1400" dirty="0"/>
                    </a:p>
                  </a:txBody>
                  <a:tcPr marL="0" marR="0" marT="0" marB="0" vert="eaVert">
                    <a:lnL w="9525" cap="flat" cmpd="sng" algn="ctr">
                      <a:solidFill>
                        <a:srgbClr val="FFD966"/>
                      </a:solidFill>
                      <a:prstDash val="solid"/>
                      <a:round/>
                      <a:headEnd type="none" w="med" len="med"/>
                      <a:tailEnd type="none" w="med" len="med"/>
                    </a:lnL>
                    <a:lnR w="9525" cap="flat" cmpd="sng" algn="ctr">
                      <a:solidFill>
                        <a:srgbClr val="FFD966"/>
                      </a:solidFill>
                      <a:prstDash val="solid"/>
                      <a:round/>
                      <a:headEnd type="none" w="med" len="med"/>
                      <a:tailEnd type="none" w="med" len="med"/>
                    </a:lnR>
                    <a:lnT w="9525" cap="flat" cmpd="sng" algn="ctr">
                      <a:solidFill>
                        <a:srgbClr val="FFD966"/>
                      </a:solidFill>
                      <a:prstDash val="solid"/>
                      <a:round/>
                      <a:headEnd type="none" w="med" len="med"/>
                      <a:tailEnd type="none" w="med" len="med"/>
                    </a:lnT>
                    <a:lnB w="9525" cap="flat" cmpd="sng" algn="ctr">
                      <a:solidFill>
                        <a:srgbClr val="FFD966"/>
                      </a:solidFill>
                      <a:prstDash val="solid"/>
                      <a:round/>
                      <a:headEnd type="none" w="med" len="med"/>
                      <a:tailEnd type="none" w="med" len="med"/>
                    </a:lnB>
                    <a:solidFill>
                      <a:srgbClr val="FFC000"/>
                    </a:solidFill>
                  </a:tcPr>
                </a:tc>
              </a:tr>
            </a:tbl>
          </a:graphicData>
        </a:graphic>
      </p:graphicFrame>
      <p:graphicFrame>
        <p:nvGraphicFramePr>
          <p:cNvPr id="4572" name="table 4572"/>
          <p:cNvGraphicFramePr>
            <a:graphicFrameLocks noGrp="1"/>
          </p:cNvGraphicFramePr>
          <p:nvPr>
            <p:custDataLst>
              <p:tags r:id="rId22"/>
            </p:custDataLst>
          </p:nvPr>
        </p:nvGraphicFramePr>
        <p:xfrm>
          <a:off x="3936301" y="2909125"/>
          <a:ext cx="326390" cy="1458595"/>
        </p:xfrm>
        <a:graphic>
          <a:graphicData uri="http://schemas.openxmlformats.org/drawingml/2006/table">
            <a:tbl>
              <a:tblPr>
                <a:solidFill>
                  <a:srgbClr val="FFC000"/>
                </a:solidFill>
              </a:tblPr>
              <a:tblGrid>
                <a:gridCol w="326390"/>
              </a:tblGrid>
              <a:tr h="1449070">
                <a:tc>
                  <a:txBody>
                    <a:bodyPr/>
                    <a:lstStyle/>
                    <a:p>
                      <a:pPr algn="l" rtl="0" eaLnBrk="0">
                        <a:lnSpc>
                          <a:spcPct val="111000"/>
                        </a:lnSpc>
                      </a:pPr>
                      <a:endParaRPr lang="en-US" altLang="en-US" sz="1000" dirty="0"/>
                    </a:p>
                    <a:p>
                      <a:pPr algn="l" rtl="0" eaLnBrk="0">
                        <a:lnSpc>
                          <a:spcPct val="111000"/>
                        </a:lnSpc>
                      </a:pPr>
                      <a:endParaRPr lang="en-US" altLang="en-US" sz="1000" dirty="0"/>
                    </a:p>
                    <a:p>
                      <a:pPr algn="l" rtl="0" eaLnBrk="0">
                        <a:lnSpc>
                          <a:spcPct val="7000"/>
                        </a:lnSpc>
                      </a:pPr>
                      <a:endParaRPr lang="en-US" altLang="en-US" sz="100" dirty="0"/>
                    </a:p>
                    <a:p>
                      <a:pPr marL="118110" algn="l" rtl="0" eaLnBrk="0">
                        <a:lnSpc>
                          <a:spcPts val="1060"/>
                        </a:lnSpc>
                      </a:pPr>
                      <a:r>
                        <a:rPr sz="1400" b="1" kern="0" spc="-20" dirty="0">
                          <a:solidFill>
                            <a:srgbClr val="FFFFFF">
                              <a:alpha val="100000"/>
                            </a:srgbClr>
                          </a:solidFill>
                          <a:cs typeface="微软雅黑" panose="020B0503020204020204" charset="-122"/>
                        </a:rPr>
                        <a:t>B</a:t>
                      </a:r>
                      <a:endParaRPr lang="en-US" altLang="en-US" sz="1400" dirty="0"/>
                    </a:p>
                    <a:p>
                      <a:pPr marL="110490" algn="l" rtl="0" eaLnBrk="0">
                        <a:lnSpc>
                          <a:spcPct val="100000"/>
                        </a:lnSpc>
                      </a:pPr>
                      <a:r>
                        <a:rPr sz="1400" b="1" kern="0" spc="-10" dirty="0">
                          <a:solidFill>
                            <a:srgbClr val="FFFFFF">
                              <a:alpha val="100000"/>
                            </a:srgbClr>
                          </a:solidFill>
                          <a:cs typeface="微软雅黑" panose="020B0503020204020204" charset="-122"/>
                        </a:rPr>
                        <a:t>T</a:t>
                      </a:r>
                      <a:endParaRPr lang="en-US" altLang="en-US" sz="1400" dirty="0"/>
                    </a:p>
                    <a:p>
                      <a:pPr marL="148590" algn="l" rtl="0" eaLnBrk="0">
                        <a:lnSpc>
                          <a:spcPct val="100000"/>
                        </a:lnSpc>
                        <a:spcBef>
                          <a:spcPts val="0"/>
                        </a:spcBef>
                      </a:pPr>
                      <a:r>
                        <a:rPr sz="1400" b="1" kern="0" spc="-20" dirty="0">
                          <a:solidFill>
                            <a:srgbClr val="FFFFFF">
                              <a:alpha val="100000"/>
                            </a:srgbClr>
                          </a:solidFill>
                          <a:cs typeface="微软雅黑" panose="020B0503020204020204" charset="-122"/>
                        </a:rPr>
                        <a:t>I</a:t>
                      </a:r>
                      <a:endParaRPr lang="en-US" altLang="en-US" sz="1400" dirty="0"/>
                    </a:p>
                    <a:p>
                      <a:pPr marL="110490" algn="l" rtl="0" eaLnBrk="0">
                        <a:lnSpc>
                          <a:spcPts val="2015"/>
                        </a:lnSpc>
                      </a:pPr>
                      <a:r>
                        <a:rPr sz="1400" b="1" kern="0" spc="-10" dirty="0">
                          <a:solidFill>
                            <a:srgbClr val="FFFFFF">
                              <a:alpha val="100000"/>
                            </a:srgbClr>
                          </a:solidFill>
                          <a:cs typeface="微软雅黑" panose="020B0503020204020204" charset="-122"/>
                        </a:rPr>
                        <a:t>T</a:t>
                      </a:r>
                      <a:endParaRPr lang="en-US" altLang="en-US" sz="1400" dirty="0"/>
                    </a:p>
                  </a:txBody>
                  <a:tcPr marL="0" marR="0" marT="0" marB="0" vert="horz">
                    <a:lnL w="9525" cap="flat" cmpd="sng" algn="ctr">
                      <a:solidFill>
                        <a:srgbClr val="FFD966"/>
                      </a:solidFill>
                      <a:prstDash val="solid"/>
                      <a:round/>
                      <a:headEnd type="none" w="med" len="med"/>
                      <a:tailEnd type="none" w="med" len="med"/>
                    </a:lnL>
                    <a:lnR w="9525" cap="flat" cmpd="sng" algn="ctr">
                      <a:solidFill>
                        <a:srgbClr val="FFD966"/>
                      </a:solidFill>
                      <a:prstDash val="solid"/>
                      <a:round/>
                      <a:headEnd type="none" w="med" len="med"/>
                      <a:tailEnd type="none" w="med" len="med"/>
                    </a:lnR>
                    <a:lnT w="9525" cap="flat" cmpd="sng" algn="ctr">
                      <a:solidFill>
                        <a:srgbClr val="FFD966"/>
                      </a:solidFill>
                      <a:prstDash val="solid"/>
                      <a:round/>
                      <a:headEnd type="none" w="med" len="med"/>
                      <a:tailEnd type="none" w="med" len="med"/>
                    </a:lnT>
                    <a:lnB w="9525" cap="flat" cmpd="sng" algn="ctr">
                      <a:solidFill>
                        <a:srgbClr val="FFD966"/>
                      </a:solidFill>
                      <a:prstDash val="solid"/>
                      <a:round/>
                      <a:headEnd type="none" w="med" len="med"/>
                      <a:tailEnd type="none" w="med" len="med"/>
                    </a:lnB>
                    <a:solidFill>
                      <a:srgbClr val="FFC000"/>
                    </a:solidFill>
                  </a:tcPr>
                </a:tc>
              </a:tr>
            </a:tbl>
          </a:graphicData>
        </a:graphic>
      </p:graphicFrame>
      <p:sp>
        <p:nvSpPr>
          <p:cNvPr id="4574" name="textbox 4574"/>
          <p:cNvSpPr/>
          <p:nvPr>
            <p:custDataLst>
              <p:tags r:id="rId23"/>
            </p:custDataLst>
          </p:nvPr>
        </p:nvSpPr>
        <p:spPr>
          <a:xfrm>
            <a:off x="1571167" y="4050868"/>
            <a:ext cx="1392555" cy="187960"/>
          </a:xfrm>
          <a:prstGeom prst="rect">
            <a:avLst/>
          </a:prstGeom>
        </p:spPr>
        <p:txBody>
          <a:bodyPr vert="horz" wrap="square" lIns="0" tIns="0" rIns="0" bIns="0"/>
          <a:lstStyle/>
          <a:p>
            <a:pPr algn="l" rtl="0" eaLnBrk="0">
              <a:lnSpc>
                <a:spcPct val="80000"/>
              </a:lnSpc>
            </a:pPr>
            <a:endParaRPr lang="en-US" altLang="en-US" sz="100" dirty="0">
              <a:solidFill>
                <a:schemeClr val="lt1"/>
              </a:solidFill>
            </a:endParaRPr>
          </a:p>
          <a:p>
            <a:pPr marL="12700" algn="l" rtl="0" eaLnBrk="0">
              <a:lnSpc>
                <a:spcPct val="89000"/>
              </a:lnSpc>
            </a:pPr>
            <a:r>
              <a:rPr sz="1200" b="1" kern="0" spc="-20" dirty="0">
                <a:solidFill>
                  <a:schemeClr val="lt1"/>
                </a:solidFill>
                <a:cs typeface="微软雅黑" panose="020B0503020204020204" charset="-122"/>
              </a:rPr>
              <a:t>BTIT</a:t>
            </a:r>
            <a:r>
              <a:rPr sz="1200" b="1" kern="0" spc="10" dirty="0">
                <a:solidFill>
                  <a:schemeClr val="lt1"/>
                </a:solidFill>
                <a:cs typeface="微软雅黑" panose="020B0503020204020204" charset="-122"/>
              </a:rPr>
              <a:t>         </a:t>
            </a:r>
            <a:r>
              <a:rPr sz="1200" b="1" kern="0" spc="-20" dirty="0">
                <a:solidFill>
                  <a:schemeClr val="lt1"/>
                </a:solidFill>
                <a:cs typeface="微软雅黑" panose="020B0503020204020204" charset="-122"/>
              </a:rPr>
              <a:t>数据治理</a:t>
            </a:r>
            <a:endParaRPr lang="en-US" altLang="en-US" sz="1200" b="1" kern="0" spc="-20" dirty="0">
              <a:solidFill>
                <a:schemeClr val="lt1"/>
              </a:solidFill>
              <a:cs typeface="微软雅黑" panose="020B0503020204020204" charset="-122"/>
            </a:endParaRPr>
          </a:p>
        </p:txBody>
      </p:sp>
      <p:sp>
        <p:nvSpPr>
          <p:cNvPr id="4576" name="textbox 4576"/>
          <p:cNvSpPr/>
          <p:nvPr>
            <p:custDataLst>
              <p:tags r:id="rId24"/>
            </p:custDataLst>
          </p:nvPr>
        </p:nvSpPr>
        <p:spPr>
          <a:xfrm>
            <a:off x="2003729" y="3331743"/>
            <a:ext cx="394334" cy="179070"/>
          </a:xfrm>
          <a:prstGeom prst="rect">
            <a:avLst/>
          </a:prstGeom>
        </p:spPr>
        <p:txBody>
          <a:bodyPr vert="horz" wrap="square" lIns="0" tIns="0" rIns="0" bIns="0"/>
          <a:lstStyle/>
          <a:p>
            <a:pPr algn="l" rtl="0" eaLnBrk="0">
              <a:lnSpc>
                <a:spcPct val="83000"/>
              </a:lnSpc>
            </a:pPr>
            <a:endParaRPr lang="en-US" altLang="en-US" sz="100" dirty="0">
              <a:solidFill>
                <a:schemeClr val="lt1"/>
              </a:solidFill>
            </a:endParaRPr>
          </a:p>
          <a:p>
            <a:pPr marL="12700" algn="l" rtl="0" eaLnBrk="0">
              <a:lnSpc>
                <a:spcPct val="84000"/>
              </a:lnSpc>
            </a:pPr>
            <a:r>
              <a:rPr sz="1200" b="1" kern="0" spc="-50" dirty="0">
                <a:solidFill>
                  <a:schemeClr val="lt1"/>
                </a:solidFill>
                <a:cs typeface="微软雅黑" panose="020B0503020204020204" charset="-122"/>
              </a:rPr>
              <a:t>PMO</a:t>
            </a:r>
            <a:endParaRPr lang="en-US" altLang="en-US" sz="1200" b="1" kern="0" spc="-50" dirty="0">
              <a:solidFill>
                <a:schemeClr val="lt1"/>
              </a:solidFill>
              <a:cs typeface="微软雅黑" panose="020B0503020204020204" charset="-122"/>
            </a:endParaRPr>
          </a:p>
        </p:txBody>
      </p:sp>
      <p:sp>
        <p:nvSpPr>
          <p:cNvPr id="3" name="标题 2"/>
          <p:cNvSpPr>
            <a:spLocks noGrp="1"/>
          </p:cNvSpPr>
          <p:nvPr>
            <p:ph type="title"/>
            <p:custDataLst>
              <p:tags r:id="rId25"/>
            </p:custDataLst>
          </p:nvPr>
        </p:nvSpPr>
        <p:spPr/>
        <p:txBody>
          <a:bodyPr vert="horz" lIns="0" tIns="0" rIns="0" bIns="0" rtlCol="0" anchor="b">
            <a:normAutofit fontScale="90000"/>
          </a:bodyPr>
          <a:lstStyle>
            <a:lvl1pPr>
              <a:defRPr sz="3200"/>
            </a:lvl1pPr>
          </a:lstStyle>
          <a:p>
            <a:pPr lvl="0" algn="l">
              <a:buClrTx/>
              <a:buSzTx/>
              <a:buFontTx/>
            </a:pPr>
            <a:endParaRPr lang="zh-CN" altLang="en-US" dirty="0">
              <a:sym typeface="+mn-ea"/>
            </a:endParaRPr>
          </a:p>
          <a:p>
            <a:pPr lvl="0" algn="l">
              <a:buClrTx/>
              <a:buSzTx/>
              <a:buFontTx/>
            </a:pPr>
            <a:r>
              <a:rPr sz="2000" kern="0" spc="-150" dirty="0">
                <a:solidFill>
                  <a:schemeClr val="dk1"/>
                </a:solidFill>
                <a:latin typeface="+mn-lt"/>
                <a:ea typeface="+mn-ea"/>
                <a:cs typeface="微软雅黑" panose="020B0503020204020204" charset="-122"/>
                <a:sym typeface="+mn-ea"/>
              </a:rPr>
              <a:t>基于上述分析，项目组建议可以从以下几个方面实现公司管理和体系建设的提 升，以具体事项推动，着眼于思想改善和方法成熟</a:t>
            </a:r>
            <a:endParaRPr sz="2000" kern="0" spc="-150" dirty="0">
              <a:solidFill>
                <a:schemeClr val="dk1"/>
              </a:solidFill>
              <a:latin typeface="+mn-lt"/>
              <a:ea typeface="+mn-ea"/>
              <a:cs typeface="微软雅黑" panose="020B0503020204020204" charset="-122"/>
              <a:sym typeface="+mn-ea"/>
            </a:endParaRPr>
          </a:p>
        </p:txBody>
      </p:sp>
    </p:spTree>
    <p:custDataLst>
      <p:tags r:id="rId26"/>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4" name="group 534"/>
          <p:cNvGrpSpPr/>
          <p:nvPr/>
        </p:nvGrpSpPr>
        <p:grpSpPr>
          <a:xfrm rot="21600000">
            <a:off x="5730240" y="1822704"/>
            <a:ext cx="4518659" cy="390143"/>
            <a:chOff x="0" y="0"/>
            <a:chExt cx="4518659" cy="390143"/>
          </a:xfrm>
        </p:grpSpPr>
        <p:sp>
          <p:nvSpPr>
            <p:cNvPr id="4578" name="rect"/>
            <p:cNvSpPr/>
            <p:nvPr/>
          </p:nvSpPr>
          <p:spPr>
            <a:xfrm>
              <a:off x="4571" y="0"/>
              <a:ext cx="4514088"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580" name="textbox 4580"/>
            <p:cNvSpPr/>
            <p:nvPr>
              <p:custDataLst>
                <p:tags r:id="rId1"/>
              </p:custDataLst>
            </p:nvPr>
          </p:nvSpPr>
          <p:spPr>
            <a:xfrm>
              <a:off x="1313183" y="58642"/>
              <a:ext cx="2314575"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kern="0" spc="0" dirty="0">
                  <a:solidFill>
                    <a:schemeClr val="dk1"/>
                  </a:solidFill>
                  <a:cs typeface="微软雅黑" panose="020B0503020204020204" charset="-122"/>
                </a:rPr>
                <a:t>项目进展与工作方法</a:t>
              </a:r>
              <a:endParaRPr lang="en-US" altLang="en-US" sz="2000" kern="0" spc="0" dirty="0">
                <a:solidFill>
                  <a:schemeClr val="dk1"/>
                </a:solidFill>
                <a:cs typeface="微软雅黑" panose="020B0503020204020204" charset="-122"/>
              </a:endParaRPr>
            </a:p>
          </p:txBody>
        </p:sp>
        <p:pic>
          <p:nvPicPr>
            <p:cNvPr id="4582" name="picture 4582"/>
            <p:cNvPicPr>
              <a:picLocks noChangeAspect="1"/>
            </p:cNvPicPr>
            <p:nvPr>
              <p:custDataLst>
                <p:tags r:id="rId2"/>
              </p:custDataLst>
            </p:nvPr>
          </p:nvPicPr>
          <p:blipFill>
            <a:blip r:embed="rId3"/>
            <a:stretch>
              <a:fillRect/>
            </a:stretch>
          </p:blipFill>
          <p:spPr>
            <a:xfrm rot="21600000">
              <a:off x="0" y="0"/>
              <a:ext cx="798576" cy="390143"/>
            </a:xfrm>
            <a:prstGeom prst="rect">
              <a:avLst/>
            </a:prstGeom>
          </p:spPr>
        </p:pic>
      </p:grpSp>
      <p:grpSp>
        <p:nvGrpSpPr>
          <p:cNvPr id="536" name="group 536"/>
          <p:cNvGrpSpPr/>
          <p:nvPr/>
        </p:nvGrpSpPr>
        <p:grpSpPr>
          <a:xfrm rot="21600000">
            <a:off x="5737859" y="5084064"/>
            <a:ext cx="4511040" cy="390144"/>
            <a:chOff x="0" y="0"/>
            <a:chExt cx="4511040" cy="390144"/>
          </a:xfrm>
        </p:grpSpPr>
        <p:sp>
          <p:nvSpPr>
            <p:cNvPr id="4584" name="rect"/>
            <p:cNvSpPr/>
            <p:nvPr/>
          </p:nvSpPr>
          <p:spPr>
            <a:xfrm>
              <a:off x="4572" y="0"/>
              <a:ext cx="4506467"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586" name="textbox 4586"/>
            <p:cNvSpPr/>
            <p:nvPr>
              <p:custDataLst>
                <p:tags r:id="rId4"/>
              </p:custDataLst>
            </p:nvPr>
          </p:nvSpPr>
          <p:spPr>
            <a:xfrm>
              <a:off x="1185429" y="60166"/>
              <a:ext cx="2564129"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下一步工作方法和计划</a:t>
              </a:r>
              <a:endParaRPr lang="en-US" altLang="en-US" sz="2000" kern="0" spc="-10" dirty="0">
                <a:solidFill>
                  <a:schemeClr val="dk1"/>
                </a:solidFill>
                <a:cs typeface="微软雅黑" panose="020B0503020204020204" charset="-122"/>
              </a:endParaRPr>
            </a:p>
          </p:txBody>
        </p:sp>
        <p:pic>
          <p:nvPicPr>
            <p:cNvPr id="4588" name="picture 4588"/>
            <p:cNvPicPr>
              <a:picLocks noChangeAspect="1"/>
            </p:cNvPicPr>
            <p:nvPr>
              <p:custDataLst>
                <p:tags r:id="rId5"/>
              </p:custDataLst>
            </p:nvPr>
          </p:nvPicPr>
          <p:blipFill>
            <a:blip r:embed="rId6"/>
            <a:stretch>
              <a:fillRect/>
            </a:stretch>
          </p:blipFill>
          <p:spPr>
            <a:xfrm rot="21600000">
              <a:off x="0" y="0"/>
              <a:ext cx="797052" cy="390144"/>
            </a:xfrm>
            <a:prstGeom prst="rect">
              <a:avLst/>
            </a:prstGeom>
          </p:spPr>
        </p:pic>
      </p:grpSp>
      <p:grpSp>
        <p:nvGrpSpPr>
          <p:cNvPr id="538" name="group 538"/>
          <p:cNvGrpSpPr/>
          <p:nvPr/>
        </p:nvGrpSpPr>
        <p:grpSpPr>
          <a:xfrm rot="21600000">
            <a:off x="5730240" y="4416552"/>
            <a:ext cx="4512564" cy="388620"/>
            <a:chOff x="0" y="0"/>
            <a:chExt cx="4512564" cy="388620"/>
          </a:xfrm>
        </p:grpSpPr>
        <p:sp>
          <p:nvSpPr>
            <p:cNvPr id="4590" name="rect"/>
            <p:cNvSpPr/>
            <p:nvPr/>
          </p:nvSpPr>
          <p:spPr>
            <a:xfrm>
              <a:off x="4571" y="0"/>
              <a:ext cx="4507992" cy="385572"/>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4592" name="textbox 4592"/>
            <p:cNvSpPr/>
            <p:nvPr>
              <p:custDataLst>
                <p:tags r:id="rId7"/>
              </p:custDataLst>
            </p:nvPr>
          </p:nvSpPr>
          <p:spPr>
            <a:xfrm>
              <a:off x="1691900" y="58896"/>
              <a:ext cx="1549400" cy="323215"/>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12700" algn="l" rtl="0" eaLnBrk="0">
                <a:lnSpc>
                  <a:spcPct val="98000"/>
                </a:lnSpc>
              </a:pPr>
              <a:r>
                <a:rPr sz="2000" kern="0" spc="-10" dirty="0">
                  <a:solidFill>
                    <a:schemeClr val="dk1"/>
                  </a:solidFill>
                  <a:cs typeface="微软雅黑" panose="020B0503020204020204" charset="-122"/>
                </a:rPr>
                <a:t>框架体系设计</a:t>
              </a:r>
              <a:endParaRPr lang="en-US" altLang="en-US" sz="2000" kern="0" spc="-10" dirty="0">
                <a:solidFill>
                  <a:schemeClr val="dk1"/>
                </a:solidFill>
                <a:cs typeface="微软雅黑" panose="020B0503020204020204" charset="-122"/>
              </a:endParaRPr>
            </a:p>
          </p:txBody>
        </p:sp>
        <p:pic>
          <p:nvPicPr>
            <p:cNvPr id="4594" name="picture 4594"/>
            <p:cNvPicPr>
              <a:picLocks noChangeAspect="1"/>
            </p:cNvPicPr>
            <p:nvPr>
              <p:custDataLst>
                <p:tags r:id="rId8"/>
              </p:custDataLst>
            </p:nvPr>
          </p:nvPicPr>
          <p:blipFill>
            <a:blip r:embed="rId9"/>
            <a:stretch>
              <a:fillRect/>
            </a:stretch>
          </p:blipFill>
          <p:spPr>
            <a:xfrm rot="21600000">
              <a:off x="0" y="0"/>
              <a:ext cx="797052" cy="388619"/>
            </a:xfrm>
            <a:prstGeom prst="rect">
              <a:avLst/>
            </a:prstGeom>
          </p:spPr>
        </p:pic>
      </p:grpSp>
      <p:grpSp>
        <p:nvGrpSpPr>
          <p:cNvPr id="540" name="group 540"/>
          <p:cNvGrpSpPr/>
          <p:nvPr/>
        </p:nvGrpSpPr>
        <p:grpSpPr>
          <a:xfrm rot="21600000">
            <a:off x="5730240" y="2471928"/>
            <a:ext cx="4512564" cy="388619"/>
            <a:chOff x="0" y="0"/>
            <a:chExt cx="4512564" cy="388619"/>
          </a:xfrm>
        </p:grpSpPr>
        <p:sp>
          <p:nvSpPr>
            <p:cNvPr id="4596" name="rect"/>
            <p:cNvSpPr/>
            <p:nvPr/>
          </p:nvSpPr>
          <p:spPr>
            <a:xfrm>
              <a:off x="4571" y="0"/>
              <a:ext cx="4507992"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598" name="textbox 4598"/>
            <p:cNvSpPr/>
            <p:nvPr>
              <p:custDataLst>
                <p:tags r:id="rId10"/>
              </p:custDataLst>
            </p:nvPr>
          </p:nvSpPr>
          <p:spPr>
            <a:xfrm>
              <a:off x="1309122" y="58261"/>
              <a:ext cx="2312670"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现状分析及初步建议</a:t>
              </a:r>
              <a:endParaRPr lang="en-US" altLang="en-US" sz="2000" kern="0" spc="-10" dirty="0">
                <a:solidFill>
                  <a:schemeClr val="dk1"/>
                </a:solidFill>
                <a:cs typeface="微软雅黑" panose="020B0503020204020204" charset="-122"/>
              </a:endParaRPr>
            </a:p>
          </p:txBody>
        </p:sp>
        <p:pic>
          <p:nvPicPr>
            <p:cNvPr id="4600" name="picture 4600"/>
            <p:cNvPicPr>
              <a:picLocks noChangeAspect="1"/>
            </p:cNvPicPr>
            <p:nvPr>
              <p:custDataLst>
                <p:tags r:id="rId11"/>
              </p:custDataLst>
            </p:nvPr>
          </p:nvPicPr>
          <p:blipFill>
            <a:blip r:embed="rId12"/>
            <a:stretch>
              <a:fillRect/>
            </a:stretch>
          </p:blipFill>
          <p:spPr>
            <a:xfrm rot="21600000">
              <a:off x="0" y="0"/>
              <a:ext cx="797052" cy="388619"/>
            </a:xfrm>
            <a:prstGeom prst="rect">
              <a:avLst/>
            </a:prstGeom>
          </p:spPr>
        </p:pic>
      </p:grpSp>
      <p:grpSp>
        <p:nvGrpSpPr>
          <p:cNvPr id="542" name="group 542"/>
          <p:cNvGrpSpPr/>
          <p:nvPr/>
        </p:nvGrpSpPr>
        <p:grpSpPr>
          <a:xfrm rot="21600000">
            <a:off x="6527292" y="3764279"/>
            <a:ext cx="3721607" cy="387095"/>
            <a:chOff x="0" y="0"/>
            <a:chExt cx="3721607" cy="387095"/>
          </a:xfrm>
        </p:grpSpPr>
        <p:sp>
          <p:nvSpPr>
            <p:cNvPr id="4602" name="rect"/>
            <p:cNvSpPr/>
            <p:nvPr/>
          </p:nvSpPr>
          <p:spPr>
            <a:xfrm>
              <a:off x="47243" y="0"/>
              <a:ext cx="3674364" cy="387095"/>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4604" name="picture 4604"/>
            <p:cNvPicPr>
              <a:picLocks noChangeAspect="1"/>
            </p:cNvPicPr>
            <p:nvPr>
              <p:custDataLst>
                <p:tags r:id="rId13"/>
              </p:custDataLst>
            </p:nvPr>
          </p:nvPicPr>
          <p:blipFill>
            <a:blip r:embed="rId14"/>
            <a:stretch>
              <a:fillRect/>
            </a:stretch>
          </p:blipFill>
          <p:spPr>
            <a:xfrm rot="21600000">
              <a:off x="0" y="4572"/>
              <a:ext cx="612647" cy="367283"/>
            </a:xfrm>
            <a:prstGeom prst="rect">
              <a:avLst/>
            </a:prstGeom>
          </p:spPr>
        </p:pic>
        <p:sp>
          <p:nvSpPr>
            <p:cNvPr id="4606" name="textbox 4606"/>
            <p:cNvSpPr/>
            <p:nvPr>
              <p:custDataLst>
                <p:tags r:id="rId15"/>
              </p:custDataLst>
            </p:nvPr>
          </p:nvSpPr>
          <p:spPr>
            <a:xfrm>
              <a:off x="1672255" y="48266"/>
              <a:ext cx="834389" cy="25971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40"/>
                </a:lnSpc>
              </a:pPr>
              <a:r>
                <a:rPr sz="1500" kern="0" spc="80" dirty="0">
                  <a:solidFill>
                    <a:schemeClr val="dk1"/>
                  </a:solidFill>
                  <a:cs typeface="微软雅黑" panose="020B0503020204020204" charset="-122"/>
                </a:rPr>
                <a:t>数据治理</a:t>
              </a:r>
              <a:endParaRPr lang="en-US" altLang="en-US" sz="1500" kern="0" spc="80" dirty="0">
                <a:solidFill>
                  <a:schemeClr val="dk1"/>
                </a:solidFill>
                <a:cs typeface="微软雅黑" panose="020B0503020204020204" charset="-122"/>
              </a:endParaRPr>
            </a:p>
          </p:txBody>
        </p:sp>
      </p:grpSp>
      <p:grpSp>
        <p:nvGrpSpPr>
          <p:cNvPr id="544" name="group 544"/>
          <p:cNvGrpSpPr/>
          <p:nvPr/>
        </p:nvGrpSpPr>
        <p:grpSpPr>
          <a:xfrm rot="21600000">
            <a:off x="6534911" y="2923032"/>
            <a:ext cx="3713988" cy="373379"/>
            <a:chOff x="0" y="0"/>
            <a:chExt cx="3713988" cy="373379"/>
          </a:xfrm>
        </p:grpSpPr>
        <p:sp>
          <p:nvSpPr>
            <p:cNvPr id="4608" name="rect"/>
            <p:cNvSpPr/>
            <p:nvPr/>
          </p:nvSpPr>
          <p:spPr>
            <a:xfrm>
              <a:off x="3047" y="0"/>
              <a:ext cx="3710940" cy="373379"/>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4610" name="picture 4610"/>
            <p:cNvPicPr>
              <a:picLocks noChangeAspect="1"/>
            </p:cNvPicPr>
            <p:nvPr>
              <p:custDataLst>
                <p:tags r:id="rId16"/>
              </p:custDataLst>
            </p:nvPr>
          </p:nvPicPr>
          <p:blipFill>
            <a:blip r:embed="rId17"/>
            <a:stretch>
              <a:fillRect/>
            </a:stretch>
          </p:blipFill>
          <p:spPr>
            <a:xfrm rot="21600000">
              <a:off x="0" y="3047"/>
              <a:ext cx="612647" cy="368808"/>
            </a:xfrm>
            <a:prstGeom prst="rect">
              <a:avLst/>
            </a:prstGeom>
          </p:spPr>
        </p:pic>
        <p:sp>
          <p:nvSpPr>
            <p:cNvPr id="4612" name="textbox 4612"/>
            <p:cNvSpPr/>
            <p:nvPr>
              <p:custDataLst>
                <p:tags r:id="rId18"/>
              </p:custDataLst>
            </p:nvPr>
          </p:nvSpPr>
          <p:spPr>
            <a:xfrm>
              <a:off x="1829613" y="80730"/>
              <a:ext cx="493394" cy="227329"/>
            </a:xfrm>
            <a:prstGeom prst="rect">
              <a:avLst/>
            </a:prstGeom>
          </p:spPr>
          <p:txBody>
            <a:bodyPr vert="horz" wrap="square" lIns="0" tIns="0" rIns="0" bIns="0"/>
            <a:lstStyle/>
            <a:p>
              <a:pPr algn="l" rtl="0" eaLnBrk="0">
                <a:lnSpc>
                  <a:spcPct val="86000"/>
                </a:lnSpc>
              </a:pPr>
              <a:endParaRPr lang="en-US" altLang="en-US" sz="100" dirty="0">
                <a:solidFill>
                  <a:schemeClr val="dk1"/>
                </a:solidFill>
              </a:endParaRPr>
            </a:p>
            <a:p>
              <a:pPr marL="12700" algn="l" rtl="0" eaLnBrk="0">
                <a:lnSpc>
                  <a:spcPct val="88000"/>
                </a:lnSpc>
              </a:pPr>
              <a:r>
                <a:rPr sz="1500" kern="0" spc="20" dirty="0">
                  <a:solidFill>
                    <a:schemeClr val="dk1"/>
                  </a:solidFill>
                  <a:cs typeface="微软雅黑" panose="020B0503020204020204" charset="-122"/>
                </a:rPr>
                <a:t>PMO</a:t>
              </a:r>
              <a:endParaRPr lang="en-US" altLang="en-US" sz="1500" kern="0" spc="20" dirty="0">
                <a:solidFill>
                  <a:schemeClr val="dk1"/>
                </a:solidFill>
                <a:cs typeface="微软雅黑" panose="020B0503020204020204" charset="-122"/>
              </a:endParaRPr>
            </a:p>
          </p:txBody>
        </p:sp>
      </p:grpSp>
      <p:sp>
        <p:nvSpPr>
          <p:cNvPr id="4614" name="rect"/>
          <p:cNvSpPr/>
          <p:nvPr/>
        </p:nvSpPr>
        <p:spPr>
          <a:xfrm>
            <a:off x="6542531" y="3343655"/>
            <a:ext cx="3710940" cy="373379"/>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616" name="textbox 4616"/>
          <p:cNvSpPr/>
          <p:nvPr>
            <p:custDataLst>
              <p:tags r:id="rId19"/>
            </p:custDataLst>
          </p:nvPr>
        </p:nvSpPr>
        <p:spPr>
          <a:xfrm>
            <a:off x="2369741" y="3210832"/>
            <a:ext cx="1443355" cy="894714"/>
          </a:xfrm>
          <a:prstGeom prst="rect">
            <a:avLst/>
          </a:prstGeom>
        </p:spPr>
        <p:txBody>
          <a:bodyPr vert="horz" wrap="square" lIns="0" tIns="0" rIns="0" bIns="0"/>
          <a:lstStyle/>
          <a:p>
            <a:pPr algn="l" rtl="0" eaLnBrk="0">
              <a:lnSpc>
                <a:spcPct val="77000"/>
              </a:lnSpc>
            </a:pPr>
            <a:endParaRPr lang="en-US" altLang="en-US" sz="100" dirty="0">
              <a:solidFill>
                <a:schemeClr val="dk1"/>
              </a:solidFill>
            </a:endParaRPr>
          </a:p>
          <a:p>
            <a:pPr algn="r" rtl="0" eaLnBrk="0">
              <a:lnSpc>
                <a:spcPct val="93000"/>
              </a:lnSpc>
            </a:pPr>
            <a:r>
              <a:rPr sz="2200" b="1" kern="0" spc="-130" dirty="0">
                <a:solidFill>
                  <a:schemeClr val="dk1"/>
                </a:solidFill>
                <a:cs typeface="Arial" panose="020B0604020202020204"/>
              </a:rPr>
              <a:t>C</a:t>
            </a:r>
            <a:r>
              <a:rPr sz="2200" b="1" kern="0" spc="-120" dirty="0">
                <a:solidFill>
                  <a:schemeClr val="dk1"/>
                </a:solidFill>
                <a:cs typeface="Arial" panose="020B0604020202020204"/>
              </a:rPr>
              <a:t>ONTENT</a:t>
            </a:r>
            <a:r>
              <a:rPr sz="2200" b="1" kern="0" spc="-110" dirty="0">
                <a:solidFill>
                  <a:schemeClr val="dk1"/>
                </a:solidFill>
                <a:cs typeface="Arial" panose="020B0604020202020204"/>
              </a:rPr>
              <a:t>S</a:t>
            </a:r>
            <a:endParaRPr lang="en-US" altLang="en-US" sz="2200" dirty="0">
              <a:solidFill>
                <a:schemeClr val="dk1"/>
              </a:solidFill>
            </a:endParaRPr>
          </a:p>
          <a:p>
            <a:pPr marL="376555" algn="l" rtl="0" eaLnBrk="0">
              <a:lnSpc>
                <a:spcPts val="4395"/>
              </a:lnSpc>
            </a:pPr>
            <a:r>
              <a:rPr sz="3200" kern="0" spc="-150" dirty="0">
                <a:ln w="11625" cap="flat" cmpd="sng">
                  <a:solidFill>
                    <a:srgbClr val="000000">
                      <a:alpha val="100000"/>
                    </a:srgbClr>
                  </a:solidFill>
                  <a:prstDash val="solid"/>
                  <a:miter lim="10"/>
                </a:ln>
                <a:solidFill>
                  <a:schemeClr val="dk1"/>
                </a:solidFill>
                <a:cs typeface="微软雅黑" panose="020B0503020204020204" charset="-122"/>
              </a:rPr>
              <a:t>目录</a:t>
            </a:r>
            <a:endParaRPr lang="en-US" altLang="en-US" sz="3200" kern="0" spc="-150" dirty="0">
              <a:ln w="11625" cap="flat" cmpd="sng">
                <a:solidFill>
                  <a:srgbClr val="000000">
                    <a:alpha val="100000"/>
                  </a:srgbClr>
                </a:solidFill>
                <a:prstDash val="solid"/>
                <a:miter lim="10"/>
              </a:ln>
              <a:solidFill>
                <a:schemeClr val="dk1"/>
              </a:solidFill>
              <a:cs typeface="微软雅黑" panose="020B0503020204020204" charset="-122"/>
            </a:endParaRPr>
          </a:p>
        </p:txBody>
      </p:sp>
      <p:sp>
        <p:nvSpPr>
          <p:cNvPr id="4622" name="path"/>
          <p:cNvSpPr/>
          <p:nvPr/>
        </p:nvSpPr>
        <p:spPr>
          <a:xfrm>
            <a:off x="512056" y="671957"/>
            <a:ext cx="9374775" cy="29972"/>
          </a:xfrm>
          <a:custGeom>
            <a:avLst/>
            <a:gdLst/>
            <a:ahLst/>
            <a:cxnLst/>
            <a:rect l="0" t="0" r="0" b="0"/>
            <a:pathLst>
              <a:path w="14763" h="47">
                <a:moveTo>
                  <a:pt x="0" y="42"/>
                </a:moveTo>
                <a:lnTo>
                  <a:pt x="14763" y="5"/>
                </a:lnTo>
              </a:path>
            </a:pathLst>
          </a:custGeom>
          <a:noFill/>
          <a:ln w="6350" cap="flat">
            <a:solidFill>
              <a:srgbClr val="7F7F7F">
                <a:alpha val="100000"/>
              </a:srgbClr>
            </a:solidFill>
            <a:prstDash val="solid"/>
            <a:miter lim="1000000"/>
          </a:ln>
        </p:spPr>
        <p:txBody>
          <a:bodyPr rtlCol="0"/>
          <a:lstStyle/>
          <a:p>
            <a:pPr algn="ctr"/>
            <a:endParaRPr lang="zh-CN" altLang="en-US"/>
          </a:p>
        </p:txBody>
      </p:sp>
      <p:grpSp>
        <p:nvGrpSpPr>
          <p:cNvPr id="546" name="group 546"/>
          <p:cNvGrpSpPr/>
          <p:nvPr/>
        </p:nvGrpSpPr>
        <p:grpSpPr>
          <a:xfrm rot="21600000">
            <a:off x="6537959" y="3348228"/>
            <a:ext cx="612647" cy="367283"/>
            <a:chOff x="0" y="0"/>
            <a:chExt cx="612647" cy="367283"/>
          </a:xfrm>
        </p:grpSpPr>
        <p:pic>
          <p:nvPicPr>
            <p:cNvPr id="4624" name="picture 4624"/>
            <p:cNvPicPr>
              <a:picLocks noChangeAspect="1"/>
            </p:cNvPicPr>
            <p:nvPr>
              <p:custDataLst>
                <p:tags r:id="rId20"/>
              </p:custDataLst>
            </p:nvPr>
          </p:nvPicPr>
          <p:blipFill>
            <a:blip r:embed="rId21"/>
            <a:stretch>
              <a:fillRect/>
            </a:stretch>
          </p:blipFill>
          <p:spPr>
            <a:xfrm rot="21600000">
              <a:off x="0" y="0"/>
              <a:ext cx="612647" cy="367283"/>
            </a:xfrm>
            <a:prstGeom prst="rect">
              <a:avLst/>
            </a:prstGeom>
          </p:spPr>
        </p:pic>
        <p:sp>
          <p:nvSpPr>
            <p:cNvPr id="4626" name="textbox 4626"/>
            <p:cNvSpPr/>
            <p:nvPr>
              <p:custDataLst>
                <p:tags r:id="rId22"/>
              </p:custDataLst>
            </p:nvPr>
          </p:nvSpPr>
          <p:spPr>
            <a:xfrm>
              <a:off x="-12700" y="-12700"/>
              <a:ext cx="638175" cy="436244"/>
            </a:xfrm>
            <a:prstGeom prst="rect">
              <a:avLst/>
            </a:prstGeom>
          </p:spPr>
          <p:txBody>
            <a:bodyPr vert="horz" wrap="square" lIns="0" tIns="0" rIns="0" bIns="0">
              <a:normAutofit/>
            </a:bodyPr>
            <a:lstStyle/>
            <a:p>
              <a:pPr algn="l" rtl="0" eaLnBrk="0">
                <a:lnSpc>
                  <a:spcPct val="100000"/>
                </a:lnSpc>
              </a:pPr>
              <a:endParaRPr lang="en-US" altLang="en-US" sz="700" dirty="0">
                <a:solidFill>
                  <a:schemeClr val="lt1"/>
                </a:solidFill>
              </a:endParaRPr>
            </a:p>
            <a:p>
              <a:pPr marL="154940" algn="l" rtl="0" eaLnBrk="0">
                <a:lnSpc>
                  <a:spcPct val="88000"/>
                </a:lnSpc>
                <a:spcBef>
                  <a:spcPts val="0"/>
                </a:spcBef>
              </a:pPr>
              <a:r>
                <a:rPr sz="1500" kern="0" spc="10" dirty="0">
                  <a:solidFill>
                    <a:schemeClr val="lt1"/>
                  </a:solidFill>
                  <a:cs typeface="微软雅黑" panose="020B0503020204020204" charset="-122"/>
                </a:rPr>
                <a:t>2.2</a:t>
              </a:r>
              <a:endParaRPr lang="en-US" altLang="en-US" sz="1500" kern="0" spc="10" dirty="0">
                <a:solidFill>
                  <a:schemeClr val="lt1"/>
                </a:solidFill>
                <a:cs typeface="微软雅黑" panose="020B0503020204020204" charset="-122"/>
              </a:endParaRPr>
            </a:p>
          </p:txBody>
        </p:sp>
      </p:grpSp>
      <p:sp>
        <p:nvSpPr>
          <p:cNvPr id="4628" name="path"/>
          <p:cNvSpPr/>
          <p:nvPr/>
        </p:nvSpPr>
        <p:spPr>
          <a:xfrm>
            <a:off x="4646421" y="1033271"/>
            <a:ext cx="12700" cy="5220005"/>
          </a:xfrm>
          <a:custGeom>
            <a:avLst/>
            <a:gdLst/>
            <a:ahLst/>
            <a:cxnLst/>
            <a:rect l="0" t="0" r="0" b="0"/>
            <a:pathLst>
              <a:path w="20" h="8220">
                <a:moveTo>
                  <a:pt x="10" y="0"/>
                </a:moveTo>
                <a:lnTo>
                  <a:pt x="10" y="8220"/>
                </a:lnTo>
              </a:path>
            </a:pathLst>
          </a:custGeom>
          <a:noFill/>
          <a:ln w="12700" cap="flat">
            <a:solidFill>
              <a:srgbClr val="000000">
                <a:alpha val="100000"/>
              </a:srgbClr>
            </a:solidFill>
            <a:prstDash val="solid"/>
            <a:miter lim="1000000"/>
          </a:ln>
        </p:spPr>
        <p:txBody>
          <a:bodyPr rtlCol="0"/>
          <a:lstStyle/>
          <a:p>
            <a:pPr algn="ctr"/>
            <a:endParaRPr lang="zh-CN" altLang="en-US"/>
          </a:p>
        </p:txBody>
      </p:sp>
      <p:sp>
        <p:nvSpPr>
          <p:cNvPr id="4630" name="textbox 4630"/>
          <p:cNvSpPr/>
          <p:nvPr>
            <p:custDataLst>
              <p:tags r:id="rId23"/>
            </p:custDataLst>
          </p:nvPr>
        </p:nvSpPr>
        <p:spPr>
          <a:xfrm>
            <a:off x="8402245" y="3436546"/>
            <a:ext cx="415290" cy="224790"/>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87000"/>
              </a:lnSpc>
            </a:pPr>
            <a:r>
              <a:rPr sz="1500" kern="0" spc="-20" dirty="0">
                <a:solidFill>
                  <a:schemeClr val="dk1"/>
                </a:solidFill>
                <a:cs typeface="微软雅黑" panose="020B0503020204020204" charset="-122"/>
              </a:rPr>
              <a:t>BTIT</a:t>
            </a:r>
            <a:endParaRPr lang="en-US" altLang="en-US" sz="1500" kern="0" spc="-20" dirty="0">
              <a:solidFill>
                <a:schemeClr val="dk1"/>
              </a:solidFill>
              <a:cs typeface="微软雅黑" panose="020B0503020204020204" charset="-122"/>
            </a:endParaRPr>
          </a:p>
        </p:txBody>
      </p:sp>
      <p:sp>
        <p:nvSpPr>
          <p:cNvPr id="4632" name="textbox 4632"/>
          <p:cNvSpPr/>
          <p:nvPr>
            <p:custDataLst>
              <p:tags r:id="rId24"/>
            </p:custDataLst>
          </p:nvPr>
        </p:nvSpPr>
        <p:spPr>
          <a:xfrm>
            <a:off x="5965867" y="5129047"/>
            <a:ext cx="221615" cy="360679"/>
          </a:xfrm>
          <a:prstGeom prst="rect">
            <a:avLst/>
          </a:prstGeom>
        </p:spPr>
        <p:txBody>
          <a:bodyPr vert="horz" wrap="square" lIns="0" tIns="0" rIns="0" bIns="0"/>
          <a:lstStyle/>
          <a:p>
            <a:pPr algn="l" rtl="0" eaLnBrk="0">
              <a:lnSpc>
                <a:spcPct val="73000"/>
              </a:lnSpc>
            </a:pPr>
            <a:endParaRPr lang="en-US" altLang="en-US" sz="100" dirty="0">
              <a:solidFill>
                <a:schemeClr val="lt1"/>
              </a:solidFill>
            </a:endParaRPr>
          </a:p>
          <a:p>
            <a:pPr marL="12700" algn="l" rtl="0" eaLnBrk="0">
              <a:lnSpc>
                <a:spcPct val="85000"/>
              </a:lnSpc>
            </a:pPr>
            <a:r>
              <a:rPr sz="2600" kern="0" spc="0" dirty="0">
                <a:solidFill>
                  <a:schemeClr val="lt1"/>
                </a:solidFill>
                <a:cs typeface="微软雅黑" panose="020B0503020204020204" charset="-122"/>
              </a:rPr>
              <a:t>4</a:t>
            </a:r>
            <a:endParaRPr lang="en-US" altLang="en-US" sz="2600" kern="0" spc="0" dirty="0">
              <a:solidFill>
                <a:schemeClr val="lt1"/>
              </a:solidFill>
              <a:cs typeface="微软雅黑" panose="020B0503020204020204" charset="-122"/>
            </a:endParaRPr>
          </a:p>
        </p:txBody>
      </p:sp>
      <p:sp>
        <p:nvSpPr>
          <p:cNvPr id="4634" name="textbox 4634"/>
          <p:cNvSpPr/>
          <p:nvPr>
            <p:custDataLst>
              <p:tags r:id="rId25"/>
            </p:custDataLst>
          </p:nvPr>
        </p:nvSpPr>
        <p:spPr>
          <a:xfrm>
            <a:off x="5975541" y="2510838"/>
            <a:ext cx="204470" cy="365125"/>
          </a:xfrm>
          <a:prstGeom prst="rect">
            <a:avLst/>
          </a:prstGeom>
        </p:spPr>
        <p:txBody>
          <a:bodyPr vert="horz" wrap="square" lIns="0" tIns="0" rIns="0" bIns="0"/>
          <a:lstStyle/>
          <a:p>
            <a:pPr algn="l" rtl="0" eaLnBrk="0">
              <a:lnSpc>
                <a:spcPct val="75000"/>
              </a:lnSpc>
            </a:pPr>
            <a:endParaRPr lang="en-US" altLang="en-US" sz="100" dirty="0">
              <a:solidFill>
                <a:schemeClr val="lt1"/>
              </a:solidFill>
            </a:endParaRPr>
          </a:p>
          <a:p>
            <a:pPr algn="r" rtl="0" eaLnBrk="0">
              <a:lnSpc>
                <a:spcPct val="86000"/>
              </a:lnSpc>
            </a:pPr>
            <a:r>
              <a:rPr sz="2600" kern="0" spc="-130" dirty="0">
                <a:solidFill>
                  <a:schemeClr val="lt1"/>
                </a:solidFill>
                <a:cs typeface="微软雅黑" panose="020B0503020204020204" charset="-122"/>
              </a:rPr>
              <a:t>2</a:t>
            </a:r>
            <a:endParaRPr lang="en-US" altLang="en-US" sz="2600" kern="0" spc="-130" dirty="0">
              <a:solidFill>
                <a:schemeClr val="lt1"/>
              </a:solidFill>
              <a:cs typeface="微软雅黑" panose="020B0503020204020204" charset="-122"/>
            </a:endParaRPr>
          </a:p>
        </p:txBody>
      </p:sp>
      <p:sp>
        <p:nvSpPr>
          <p:cNvPr id="4636" name="textbox 4636"/>
          <p:cNvSpPr/>
          <p:nvPr>
            <p:custDataLst>
              <p:tags r:id="rId26"/>
            </p:custDataLst>
          </p:nvPr>
        </p:nvSpPr>
        <p:spPr>
          <a:xfrm>
            <a:off x="5979623" y="4455863"/>
            <a:ext cx="200660" cy="362584"/>
          </a:xfrm>
          <a:prstGeom prst="rect">
            <a:avLst/>
          </a:prstGeom>
        </p:spPr>
        <p:txBody>
          <a:bodyPr vert="horz" wrap="square" lIns="0" tIns="0" rIns="0" bIns="0"/>
          <a:lstStyle/>
          <a:p>
            <a:pPr algn="l" rtl="0" eaLnBrk="0">
              <a:lnSpc>
                <a:spcPct val="92000"/>
              </a:lnSpc>
            </a:pPr>
            <a:endParaRPr lang="en-US" altLang="en-US" sz="100" dirty="0">
              <a:solidFill>
                <a:schemeClr val="lt1"/>
              </a:solidFill>
            </a:endParaRPr>
          </a:p>
          <a:p>
            <a:pPr algn="r" rtl="0" eaLnBrk="0">
              <a:lnSpc>
                <a:spcPct val="88000"/>
              </a:lnSpc>
            </a:pPr>
            <a:r>
              <a:rPr sz="2500" kern="0" spc="-100" dirty="0">
                <a:solidFill>
                  <a:schemeClr val="lt1"/>
                </a:solidFill>
                <a:cs typeface="微软雅黑" panose="020B0503020204020204" charset="-122"/>
              </a:rPr>
              <a:t>3</a:t>
            </a:r>
            <a:endParaRPr lang="en-US" altLang="en-US" sz="2500" kern="0" spc="-100" dirty="0">
              <a:solidFill>
                <a:schemeClr val="lt1"/>
              </a:solidFill>
              <a:cs typeface="微软雅黑" panose="020B0503020204020204" charset="-122"/>
            </a:endParaRPr>
          </a:p>
        </p:txBody>
      </p:sp>
      <p:sp>
        <p:nvSpPr>
          <p:cNvPr id="4638" name="textbox 4638"/>
          <p:cNvSpPr/>
          <p:nvPr>
            <p:custDataLst>
              <p:tags r:id="rId27"/>
            </p:custDataLst>
          </p:nvPr>
        </p:nvSpPr>
        <p:spPr>
          <a:xfrm>
            <a:off x="6667825" y="3007524"/>
            <a:ext cx="300354" cy="227965"/>
          </a:xfrm>
          <a:prstGeom prst="rect">
            <a:avLst/>
          </a:prstGeom>
        </p:spPr>
        <p:txBody>
          <a:bodyPr vert="horz" wrap="square" lIns="0" tIns="0" rIns="0" bIns="0"/>
          <a:lstStyle/>
          <a:p>
            <a:pPr algn="l" rtl="0" eaLnBrk="0">
              <a:lnSpc>
                <a:spcPct val="77000"/>
              </a:lnSpc>
            </a:pPr>
            <a:endParaRPr lang="en-US" altLang="en-US" sz="100" dirty="0">
              <a:solidFill>
                <a:schemeClr val="lt1"/>
              </a:solidFill>
            </a:endParaRPr>
          </a:p>
          <a:p>
            <a:pPr marL="12700" algn="l" rtl="0" eaLnBrk="0">
              <a:lnSpc>
                <a:spcPct val="89000"/>
              </a:lnSpc>
            </a:pPr>
            <a:r>
              <a:rPr sz="1500" kern="0" spc="10" dirty="0">
                <a:solidFill>
                  <a:schemeClr val="lt1"/>
                </a:solidFill>
                <a:cs typeface="微软雅黑" panose="020B0503020204020204" charset="-122"/>
              </a:rPr>
              <a:t>2.1</a:t>
            </a:r>
            <a:endParaRPr lang="en-US" altLang="en-US" sz="1500" kern="0" spc="10" dirty="0">
              <a:solidFill>
                <a:schemeClr val="lt1"/>
              </a:solidFill>
              <a:cs typeface="微软雅黑" panose="020B0503020204020204" charset="-122"/>
            </a:endParaRPr>
          </a:p>
        </p:txBody>
      </p:sp>
      <p:sp>
        <p:nvSpPr>
          <p:cNvPr id="4640" name="textbox 4640"/>
          <p:cNvSpPr/>
          <p:nvPr>
            <p:custDataLst>
              <p:tags r:id="rId28"/>
            </p:custDataLst>
          </p:nvPr>
        </p:nvSpPr>
        <p:spPr>
          <a:xfrm>
            <a:off x="5991740" y="1860642"/>
            <a:ext cx="188595" cy="360679"/>
          </a:xfrm>
          <a:prstGeom prst="rect">
            <a:avLst/>
          </a:prstGeom>
        </p:spPr>
        <p:txBody>
          <a:bodyPr vert="horz" wrap="square" lIns="0" tIns="0" rIns="0" bIns="0"/>
          <a:lstStyle/>
          <a:p>
            <a:pPr algn="l" rtl="0" eaLnBrk="0">
              <a:lnSpc>
                <a:spcPct val="72000"/>
              </a:lnSpc>
            </a:pPr>
            <a:endParaRPr lang="en-US" altLang="en-US" sz="100" dirty="0">
              <a:solidFill>
                <a:schemeClr val="lt1"/>
              </a:solidFill>
            </a:endParaRPr>
          </a:p>
          <a:p>
            <a:pPr algn="r" rtl="0" eaLnBrk="0">
              <a:lnSpc>
                <a:spcPct val="92000"/>
              </a:lnSpc>
            </a:pPr>
            <a:r>
              <a:rPr sz="2400" kern="0" spc="-140" dirty="0">
                <a:solidFill>
                  <a:schemeClr val="lt1"/>
                </a:solidFill>
                <a:cs typeface="微软雅黑" panose="020B0503020204020204" charset="-122"/>
              </a:rPr>
              <a:t>1</a:t>
            </a:r>
            <a:endParaRPr lang="en-US" altLang="en-US" sz="2400" kern="0" spc="-140" dirty="0">
              <a:solidFill>
                <a:schemeClr val="lt1"/>
              </a:solidFill>
              <a:cs typeface="微软雅黑" panose="020B0503020204020204" charset="-122"/>
            </a:endParaRPr>
          </a:p>
        </p:txBody>
      </p:sp>
      <p:sp>
        <p:nvSpPr>
          <p:cNvPr id="4642" name="textbox 4642"/>
          <p:cNvSpPr/>
          <p:nvPr>
            <p:custDataLst>
              <p:tags r:id="rId29"/>
            </p:custDataLst>
          </p:nvPr>
        </p:nvSpPr>
        <p:spPr>
          <a:xfrm>
            <a:off x="6701463" y="3844331"/>
            <a:ext cx="267970" cy="205104"/>
          </a:xfrm>
          <a:prstGeom prst="rect">
            <a:avLst/>
          </a:prstGeom>
        </p:spPr>
        <p:txBody>
          <a:bodyPr vert="horz" wrap="square" lIns="0" tIns="0" rIns="0" bIns="0"/>
          <a:lstStyle/>
          <a:p>
            <a:pPr algn="l" rtl="0" eaLnBrk="0">
              <a:lnSpc>
                <a:spcPct val="86000"/>
              </a:lnSpc>
            </a:pPr>
            <a:endParaRPr lang="en-US" altLang="en-US" sz="100" dirty="0">
              <a:solidFill>
                <a:schemeClr val="lt1"/>
              </a:solidFill>
            </a:endParaRPr>
          </a:p>
          <a:p>
            <a:pPr marL="12700" algn="l" rtl="0" eaLnBrk="0">
              <a:lnSpc>
                <a:spcPct val="84000"/>
              </a:lnSpc>
            </a:pPr>
            <a:r>
              <a:rPr sz="1400" kern="0" spc="-40" dirty="0">
                <a:solidFill>
                  <a:schemeClr val="lt1"/>
                </a:solidFill>
                <a:cs typeface="微软雅黑" panose="020B0503020204020204" charset="-122"/>
              </a:rPr>
              <a:t>2.3</a:t>
            </a:r>
            <a:endParaRPr lang="en-US" altLang="en-US" sz="1400" kern="0" spc="-40" dirty="0">
              <a:solidFill>
                <a:schemeClr val="lt1"/>
              </a:solidFill>
              <a:cs typeface="微软雅黑" panose="020B0503020204020204" charset="-122"/>
            </a:endParaRPr>
          </a:p>
        </p:txBody>
      </p:sp>
    </p:spTree>
    <p:custDataLst>
      <p:tags r:id="rId30"/>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44" name="table 4644"/>
          <p:cNvGraphicFramePr>
            <a:graphicFrameLocks noGrp="1"/>
          </p:cNvGraphicFramePr>
          <p:nvPr>
            <p:custDataLst>
              <p:tags r:id="rId1"/>
            </p:custDataLst>
          </p:nvPr>
        </p:nvGraphicFramePr>
        <p:xfrm>
          <a:off x="760222" y="1653286"/>
          <a:ext cx="10218419" cy="4517390"/>
        </p:xfrm>
        <a:graphic>
          <a:graphicData uri="http://schemas.openxmlformats.org/drawingml/2006/table">
            <a:tbl>
              <a:tblPr/>
              <a:tblGrid>
                <a:gridCol w="1668779"/>
                <a:gridCol w="1650364"/>
                <a:gridCol w="1656714"/>
                <a:gridCol w="1728470"/>
                <a:gridCol w="1708150"/>
                <a:gridCol w="1805939"/>
              </a:tblGrid>
              <a:tr h="351789">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rtl="0" eaLnBrk="0">
                        <a:lnSpc>
                          <a:spcPct val="117000"/>
                        </a:lnSpc>
                      </a:pPr>
                      <a:endParaRPr lang="en-US" altLang="en-US" sz="400" dirty="0"/>
                    </a:p>
                    <a:p>
                      <a:pPr marL="327660" algn="l" rtl="0" eaLnBrk="0">
                        <a:lnSpc>
                          <a:spcPct val="95000"/>
                        </a:lnSpc>
                      </a:pPr>
                      <a:r>
                        <a:rPr sz="1800" b="1" kern="0" spc="-10" dirty="0">
                          <a:solidFill>
                            <a:srgbClr val="000000">
                              <a:alpha val="100000"/>
                            </a:srgbClr>
                          </a:solidFill>
                          <a:cs typeface="微软雅黑" panose="020B0503020204020204" charset="-122"/>
                        </a:rPr>
                        <a:t>不关注(1)</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rtl="0" eaLnBrk="0">
                        <a:lnSpc>
                          <a:spcPct val="117000"/>
                        </a:lnSpc>
                      </a:pPr>
                      <a:endParaRPr lang="en-US" altLang="en-US" sz="400" dirty="0"/>
                    </a:p>
                    <a:p>
                      <a:pPr marL="329565" algn="l" rtl="0" eaLnBrk="0">
                        <a:lnSpc>
                          <a:spcPct val="95000"/>
                        </a:lnSpc>
                      </a:pPr>
                      <a:r>
                        <a:rPr sz="1800" b="1" kern="0" spc="-10" dirty="0">
                          <a:solidFill>
                            <a:srgbClr val="000000">
                              <a:alpha val="100000"/>
                            </a:srgbClr>
                          </a:solidFill>
                          <a:cs typeface="微软雅黑" panose="020B0503020204020204" charset="-122"/>
                        </a:rPr>
                        <a:t>入门级(2)</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l" rtl="0" eaLnBrk="0">
                        <a:lnSpc>
                          <a:spcPct val="117000"/>
                        </a:lnSpc>
                      </a:pPr>
                      <a:endParaRPr lang="en-US" altLang="en-US" sz="400" dirty="0"/>
                    </a:p>
                    <a:p>
                      <a:pPr marL="367665" algn="l" rtl="0" eaLnBrk="0">
                        <a:lnSpc>
                          <a:spcPct val="95000"/>
                        </a:lnSpc>
                      </a:pPr>
                      <a:r>
                        <a:rPr sz="1800" b="1" kern="0" spc="-10" dirty="0">
                          <a:solidFill>
                            <a:srgbClr val="000000">
                              <a:alpha val="100000"/>
                            </a:srgbClr>
                          </a:solidFill>
                          <a:cs typeface="微软雅黑" panose="020B0503020204020204" charset="-122"/>
                        </a:rPr>
                        <a:t>专业级(3)</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l" rtl="0" eaLnBrk="0">
                        <a:lnSpc>
                          <a:spcPct val="117000"/>
                        </a:lnSpc>
                      </a:pPr>
                      <a:endParaRPr lang="en-US" altLang="en-US" sz="400" dirty="0"/>
                    </a:p>
                    <a:p>
                      <a:pPr marL="356235" algn="l" rtl="0" eaLnBrk="0">
                        <a:lnSpc>
                          <a:spcPct val="95000"/>
                        </a:lnSpc>
                      </a:pPr>
                      <a:r>
                        <a:rPr sz="1800" b="1" kern="0" spc="-10" dirty="0">
                          <a:solidFill>
                            <a:srgbClr val="000000">
                              <a:alpha val="100000"/>
                            </a:srgbClr>
                          </a:solidFill>
                          <a:cs typeface="微软雅黑" panose="020B0503020204020204" charset="-122"/>
                        </a:rPr>
                        <a:t>优秀级(4)</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9000"/>
                    </a:solidFill>
                  </a:tcPr>
                </a:tc>
                <a:tc>
                  <a:txBody>
                    <a:bodyPr/>
                    <a:lstStyle/>
                    <a:p>
                      <a:pPr algn="l" rtl="0" eaLnBrk="0">
                        <a:lnSpc>
                          <a:spcPct val="117000"/>
                        </a:lnSpc>
                      </a:pPr>
                      <a:endParaRPr lang="en-US" altLang="en-US" sz="400" dirty="0"/>
                    </a:p>
                    <a:p>
                      <a:pPr marL="403225" algn="l" rtl="0" eaLnBrk="0">
                        <a:lnSpc>
                          <a:spcPct val="95000"/>
                        </a:lnSpc>
                      </a:pPr>
                      <a:r>
                        <a:rPr sz="1800" b="1" kern="0" spc="-10" dirty="0">
                          <a:solidFill>
                            <a:srgbClr val="000000">
                              <a:alpha val="100000"/>
                            </a:srgbClr>
                          </a:solidFill>
                          <a:cs typeface="微软雅黑" panose="020B0503020204020204" charset="-122"/>
                        </a:rPr>
                        <a:t>卓越级(5)</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F9B5F"/>
                    </a:solidFill>
                  </a:tcPr>
                </a:tc>
              </a:tr>
              <a:tr h="791209">
                <a:tc>
                  <a:txBody>
                    <a:bodyPr/>
                    <a:lstStyle/>
                    <a:p>
                      <a:pPr algn="l" rtl="0" eaLnBrk="0">
                        <a:lnSpc>
                          <a:spcPct val="188000"/>
                        </a:lnSpc>
                      </a:pPr>
                      <a:endParaRPr lang="en-US" altLang="en-US" sz="1000" dirty="0"/>
                    </a:p>
                    <a:p>
                      <a:pPr marL="612140" algn="l" rtl="0" eaLnBrk="0">
                        <a:lnSpc>
                          <a:spcPct val="98000"/>
                        </a:lnSpc>
                        <a:spcBef>
                          <a:spcPts val="0"/>
                        </a:spcBef>
                      </a:pPr>
                      <a:r>
                        <a:rPr sz="1800" b="1" kern="0" spc="-20" dirty="0">
                          <a:solidFill>
                            <a:srgbClr val="000000">
                              <a:alpha val="100000"/>
                            </a:srgbClr>
                          </a:solidFill>
                          <a:cs typeface="微软雅黑" panose="020B0503020204020204" charset="-122"/>
                        </a:rPr>
                        <a:t>文化</a:t>
                      </a:r>
                      <a:endParaRPr lang="en-US" altLang="en-US" sz="1800" dirty="0"/>
                    </a:p>
                  </a:txBody>
                  <a:tcPr marL="0" marR="0" marT="0" marB="0" vert="horz">
                    <a:lnL w="12700" cap="flat" cmpd="sng" algn="ctr">
                      <a:solidFill>
                        <a:srgbClr val="8497B0"/>
                      </a:solidFill>
                      <a:prstDash val="solid"/>
                      <a:round/>
                      <a:headEnd type="none" w="med" len="med"/>
                      <a:tailEnd type="none" w="med" len="med"/>
                    </a:lnL>
                    <a:lnR w="9525" cap="flat" cmpd="sng" algn="ctr">
                      <a:solidFill>
                        <a:srgbClr val="8497B0"/>
                      </a:solidFill>
                      <a:prstDash val="solid"/>
                      <a:round/>
                      <a:headEnd type="none" w="med" len="med"/>
                      <a:tailEnd type="none" w="med" len="med"/>
                    </a:lnR>
                    <a:lnT w="9525" cap="flat" cmpd="sng" algn="ctr">
                      <a:solidFill>
                        <a:srgbClr val="8497B0"/>
                      </a:solidFill>
                      <a:prstDash val="solid"/>
                      <a:round/>
                      <a:headEnd type="none" w="med" len="med"/>
                      <a:tailEnd type="none" w="med" len="med"/>
                    </a:lnT>
                    <a:lnB w="9525" cap="flat" cmpd="sng" algn="ctr">
                      <a:solidFill>
                        <a:srgbClr val="8497B0"/>
                      </a:solidFill>
                      <a:prstDash val="solid"/>
                      <a:round/>
                      <a:headEnd type="none" w="med" len="med"/>
                      <a:tailEnd type="none" w="med" len="med"/>
                    </a:lnB>
                    <a:solidFill>
                      <a:srgbClr val="C1CBD7"/>
                    </a:solidFill>
                  </a:tcPr>
                </a:tc>
                <a:tc>
                  <a:txBody>
                    <a:bodyPr/>
                    <a:lstStyle/>
                    <a:p>
                      <a:pPr algn="l" rtl="0" eaLnBrk="0">
                        <a:lnSpc>
                          <a:spcPct val="110000"/>
                        </a:lnSpc>
                      </a:pPr>
                      <a:endParaRPr lang="en-US" altLang="en-US" sz="1000" dirty="0"/>
                    </a:p>
                    <a:p>
                      <a:pPr algn="l" rtl="0" eaLnBrk="0">
                        <a:lnSpc>
                          <a:spcPct val="110000"/>
                        </a:lnSpc>
                      </a:pPr>
                      <a:endParaRPr lang="en-US" altLang="en-US" sz="1000" dirty="0"/>
                    </a:p>
                    <a:p>
                      <a:pPr marL="93980" algn="l" rtl="0" eaLnBrk="0">
                        <a:lnSpc>
                          <a:spcPts val="1150"/>
                        </a:lnSpc>
                        <a:spcBef>
                          <a:spcPts val="5"/>
                        </a:spcBef>
                      </a:pPr>
                      <a:r>
                        <a:rPr sz="900" kern="0" spc="90" dirty="0">
                          <a:solidFill>
                            <a:srgbClr val="000000">
                              <a:alpha val="100000"/>
                            </a:srgbClr>
                          </a:solidFill>
                          <a:cs typeface="微软雅黑" panose="020B0503020204020204" charset="-122"/>
                        </a:rPr>
                        <a:t>没有明确的管理目标</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68000"/>
                        </a:lnSpc>
                      </a:pPr>
                      <a:endParaRPr lang="en-US" altLang="en-US" sz="1000" dirty="0"/>
                    </a:p>
                    <a:p>
                      <a:pPr algn="l" rtl="0" eaLnBrk="0">
                        <a:lnSpc>
                          <a:spcPct val="7000"/>
                        </a:lnSpc>
                      </a:pPr>
                      <a:endParaRPr lang="en-US" altLang="en-US" sz="100" dirty="0"/>
                    </a:p>
                    <a:p>
                      <a:pPr marL="93345" indent="5080" algn="l" rtl="0" eaLnBrk="0">
                        <a:lnSpc>
                          <a:spcPct val="111000"/>
                        </a:lnSpc>
                      </a:pPr>
                      <a:r>
                        <a:rPr sz="900" kern="0" spc="90" dirty="0">
                          <a:solidFill>
                            <a:srgbClr val="000000">
                              <a:alpha val="100000"/>
                            </a:srgbClr>
                          </a:solidFill>
                          <a:cs typeface="微软雅黑" panose="020B0503020204020204" charset="-122"/>
                        </a:rPr>
                        <a:t>了解管理目标，但理</a:t>
                      </a:r>
                      <a:r>
                        <a:rPr sz="900" kern="0" spc="80" dirty="0">
                          <a:solidFill>
                            <a:srgbClr val="000000">
                              <a:alpha val="100000"/>
                            </a:srgbClr>
                          </a:solidFill>
                          <a:cs typeface="微软雅黑" panose="020B0503020204020204" charset="-122"/>
                        </a:rPr>
                        <a:t>解</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分歧，没有达成共识</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5000"/>
                        </a:lnSpc>
                      </a:pPr>
                      <a:endParaRPr lang="en-US" altLang="en-US" sz="1000" dirty="0"/>
                    </a:p>
                    <a:p>
                      <a:pPr marL="125730" algn="l" rtl="0" eaLnBrk="0">
                        <a:lnSpc>
                          <a:spcPct val="113000"/>
                        </a:lnSpc>
                        <a:spcBef>
                          <a:spcPts val="5"/>
                        </a:spcBef>
                      </a:pPr>
                      <a:r>
                        <a:rPr sz="900" kern="0" spc="90" dirty="0">
                          <a:solidFill>
                            <a:srgbClr val="000000">
                              <a:alpha val="100000"/>
                            </a:srgbClr>
                          </a:solidFill>
                          <a:cs typeface="微软雅黑" panose="020B0503020204020204" charset="-122"/>
                        </a:rPr>
                        <a:t>大多数人理解管理目标和</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价值定位，团队有制度化</a:t>
                      </a:r>
                      <a:r>
                        <a:rPr sz="900" kern="0" spc="0" dirty="0">
                          <a:solidFill>
                            <a:srgbClr val="000000">
                              <a:alpha val="100000"/>
                            </a:srgbClr>
                          </a:solidFill>
                          <a:cs typeface="微软雅黑" panose="020B0503020204020204" charset="-122"/>
                        </a:rPr>
                        <a:t>       </a:t>
                      </a:r>
                      <a:r>
                        <a:rPr sz="900" kern="0" spc="80" dirty="0">
                          <a:solidFill>
                            <a:srgbClr val="000000">
                              <a:alpha val="100000"/>
                            </a:srgbClr>
                          </a:solidFill>
                          <a:cs typeface="微软雅黑" panose="020B0503020204020204" charset="-122"/>
                        </a:rPr>
                        <a:t>合作</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68000"/>
                        </a:lnSpc>
                      </a:pPr>
                      <a:endParaRPr lang="en-US" altLang="en-US" sz="1000" dirty="0"/>
                    </a:p>
                    <a:p>
                      <a:pPr algn="l" rtl="0" eaLnBrk="0">
                        <a:lnSpc>
                          <a:spcPct val="9000"/>
                        </a:lnSpc>
                      </a:pPr>
                      <a:endParaRPr lang="en-US" altLang="en-US" sz="100" dirty="0"/>
                    </a:p>
                    <a:p>
                      <a:pPr marL="92710" algn="l" rtl="0" eaLnBrk="0">
                        <a:lnSpc>
                          <a:spcPct val="111000"/>
                        </a:lnSpc>
                      </a:pPr>
                      <a:r>
                        <a:rPr sz="900" kern="0" spc="90" dirty="0">
                          <a:solidFill>
                            <a:srgbClr val="000000">
                              <a:alpha val="100000"/>
                            </a:srgbClr>
                          </a:solidFill>
                          <a:cs typeface="微软雅黑" panose="020B0503020204020204" charset="-122"/>
                        </a:rPr>
                        <a:t>所有人对管理目标和价值定</a:t>
                      </a:r>
                      <a:r>
                        <a:rPr sz="900" kern="0" spc="1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位达成一致</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5000"/>
                        </a:lnSpc>
                      </a:pPr>
                      <a:endParaRPr lang="en-US" altLang="en-US" sz="1000" dirty="0"/>
                    </a:p>
                    <a:p>
                      <a:pPr marL="285750" algn="l" rtl="0" eaLnBrk="0">
                        <a:lnSpc>
                          <a:spcPct val="113000"/>
                        </a:lnSpc>
                        <a:spcBef>
                          <a:spcPts val="5"/>
                        </a:spcBef>
                      </a:pPr>
                      <a:r>
                        <a:rPr sz="900" kern="0" spc="70" dirty="0">
                          <a:solidFill>
                            <a:srgbClr val="000000">
                              <a:alpha val="100000"/>
                            </a:srgbClr>
                          </a:solidFill>
                          <a:cs typeface="微软雅黑" panose="020B0503020204020204" charset="-122"/>
                        </a:rPr>
                        <a:t>在组织层面对管理目标和    </a:t>
                      </a:r>
                      <a:r>
                        <a:rPr sz="900" kern="0" spc="50" dirty="0">
                          <a:solidFill>
                            <a:srgbClr val="000000">
                              <a:alpha val="100000"/>
                            </a:srgbClr>
                          </a:solidFill>
                          <a:cs typeface="微软雅黑" panose="020B0503020204020204" charset="-122"/>
                        </a:rPr>
                        <a:t>价值定位进行宣传推广，     </a:t>
                      </a:r>
                      <a:r>
                        <a:rPr sz="900" kern="0" spc="90" dirty="0">
                          <a:solidFill>
                            <a:srgbClr val="000000">
                              <a:alpha val="100000"/>
                            </a:srgbClr>
                          </a:solidFill>
                          <a:cs typeface="微软雅黑" panose="020B0503020204020204" charset="-122"/>
                        </a:rPr>
                        <a:t>所有人向同一个方向努力</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27075">
                <a:tc>
                  <a:txBody>
                    <a:bodyPr/>
                    <a:lstStyle/>
                    <a:p>
                      <a:pPr algn="l" rtl="0" eaLnBrk="0">
                        <a:lnSpc>
                          <a:spcPct val="166000"/>
                        </a:lnSpc>
                      </a:pPr>
                      <a:endParaRPr lang="en-US" altLang="en-US" sz="1000" dirty="0"/>
                    </a:p>
                    <a:p>
                      <a:pPr algn="l" rtl="0" eaLnBrk="0">
                        <a:lnSpc>
                          <a:spcPct val="6000"/>
                        </a:lnSpc>
                      </a:pPr>
                      <a:endParaRPr lang="en-US" altLang="en-US" sz="100" dirty="0"/>
                    </a:p>
                    <a:p>
                      <a:pPr marL="611505" algn="l" rtl="0" eaLnBrk="0">
                        <a:lnSpc>
                          <a:spcPct val="97000"/>
                        </a:lnSpc>
                      </a:pPr>
                      <a:r>
                        <a:rPr sz="1800" b="1" kern="0" spc="-20" dirty="0">
                          <a:solidFill>
                            <a:srgbClr val="000000">
                              <a:alpha val="100000"/>
                            </a:srgbClr>
                          </a:solidFill>
                          <a:cs typeface="微软雅黑" panose="020B0503020204020204" charset="-122"/>
                        </a:rPr>
                        <a:t>组织</a:t>
                      </a:r>
                      <a:endParaRPr lang="en-US" altLang="en-US" sz="1800" dirty="0"/>
                    </a:p>
                  </a:txBody>
                  <a:tcPr marL="0" marR="0" marT="0" marB="0" vert="horz">
                    <a:lnL w="12700" cap="flat" cmpd="sng" algn="ctr">
                      <a:solidFill>
                        <a:srgbClr val="8497B0"/>
                      </a:solidFill>
                      <a:prstDash val="solid"/>
                      <a:round/>
                      <a:headEnd type="none" w="med" len="med"/>
                      <a:tailEnd type="none" w="med" len="med"/>
                    </a:lnL>
                    <a:lnR w="9525" cap="flat" cmpd="sng" algn="ctr">
                      <a:solidFill>
                        <a:srgbClr val="8497B0"/>
                      </a:solidFill>
                      <a:prstDash val="solid"/>
                      <a:round/>
                      <a:headEnd type="none" w="med" len="med"/>
                      <a:tailEnd type="none" w="med" len="med"/>
                    </a:lnR>
                    <a:lnT w="9525" cap="flat" cmpd="sng" algn="ctr">
                      <a:solidFill>
                        <a:srgbClr val="8497B0"/>
                      </a:solidFill>
                      <a:prstDash val="solid"/>
                      <a:round/>
                      <a:headEnd type="none" w="med" len="med"/>
                      <a:tailEnd type="none" w="med" len="med"/>
                    </a:lnT>
                    <a:lnB w="9525" cap="flat" cmpd="sng" algn="ctr">
                      <a:solidFill>
                        <a:srgbClr val="8497B0"/>
                      </a:solidFill>
                      <a:prstDash val="solid"/>
                      <a:round/>
                      <a:headEnd type="none" w="med" len="med"/>
                      <a:tailEnd type="none" w="med" len="med"/>
                    </a:lnB>
                    <a:solidFill>
                      <a:srgbClr val="C1CBD7"/>
                    </a:solidFill>
                  </a:tcPr>
                </a:tc>
                <a:tc>
                  <a:txBody>
                    <a:bodyPr/>
                    <a:lstStyle/>
                    <a:p>
                      <a:pPr algn="l" rtl="0" eaLnBrk="0">
                        <a:lnSpc>
                          <a:spcPct val="198000"/>
                        </a:lnSpc>
                      </a:pPr>
                      <a:endParaRPr lang="en-US" altLang="en-US" sz="1000" dirty="0"/>
                    </a:p>
                    <a:p>
                      <a:pPr marL="93980" algn="l" rtl="0" eaLnBrk="0">
                        <a:lnSpc>
                          <a:spcPts val="1155"/>
                        </a:lnSpc>
                        <a:spcBef>
                          <a:spcPts val="5"/>
                        </a:spcBef>
                      </a:pPr>
                      <a:r>
                        <a:rPr sz="900" kern="0" spc="90" dirty="0">
                          <a:solidFill>
                            <a:srgbClr val="000000">
                              <a:alpha val="100000"/>
                            </a:srgbClr>
                          </a:solidFill>
                          <a:cs typeface="微软雅黑" panose="020B0503020204020204" charset="-122"/>
                        </a:rPr>
                        <a:t>没有具体管理岗位</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900" dirty="0"/>
                    </a:p>
                    <a:p>
                      <a:pPr algn="l" rtl="0" eaLnBrk="0">
                        <a:lnSpc>
                          <a:spcPct val="8000"/>
                        </a:lnSpc>
                      </a:pPr>
                      <a:endParaRPr lang="en-US" altLang="en-US" sz="100" dirty="0"/>
                    </a:p>
                    <a:p>
                      <a:pPr marL="93345" indent="10160" algn="l" rtl="0" eaLnBrk="0">
                        <a:lnSpc>
                          <a:spcPct val="113000"/>
                        </a:lnSpc>
                      </a:pPr>
                      <a:r>
                        <a:rPr sz="900" kern="0" spc="60" dirty="0">
                          <a:solidFill>
                            <a:srgbClr val="000000">
                              <a:alpha val="100000"/>
                            </a:srgbClr>
                          </a:solidFill>
                          <a:cs typeface="微软雅黑" panose="020B0503020204020204" charset="-122"/>
                        </a:rPr>
                        <a:t>岗位说明没有文档化，</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存在多头管理，岗位边</a:t>
                      </a:r>
                      <a:r>
                        <a:rPr sz="900" kern="0" spc="0" dirty="0">
                          <a:solidFill>
                            <a:srgbClr val="000000">
                              <a:alpha val="100000"/>
                            </a:srgbClr>
                          </a:solidFill>
                          <a:cs typeface="微软雅黑" panose="020B0503020204020204" charset="-122"/>
                        </a:rPr>
                        <a:t>          </a:t>
                      </a:r>
                      <a:r>
                        <a:rPr sz="900" kern="0" spc="80" dirty="0">
                          <a:solidFill>
                            <a:srgbClr val="000000">
                              <a:alpha val="100000"/>
                            </a:srgbClr>
                          </a:solidFill>
                          <a:cs typeface="微软雅黑" panose="020B0503020204020204" charset="-122"/>
                        </a:rPr>
                        <a:t>界不清</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900" dirty="0"/>
                    </a:p>
                    <a:p>
                      <a:pPr algn="l" rtl="0" eaLnBrk="0">
                        <a:lnSpc>
                          <a:spcPct val="8000"/>
                        </a:lnSpc>
                      </a:pPr>
                      <a:endParaRPr lang="en-US" altLang="en-US" sz="100" dirty="0"/>
                    </a:p>
                    <a:p>
                      <a:pPr marL="125730" algn="l" rtl="0" eaLnBrk="0">
                        <a:lnSpc>
                          <a:spcPts val="1155"/>
                        </a:lnSpc>
                      </a:pPr>
                      <a:r>
                        <a:rPr sz="900" kern="0" spc="90" dirty="0">
                          <a:solidFill>
                            <a:srgbClr val="000000">
                              <a:alpha val="100000"/>
                            </a:srgbClr>
                          </a:solidFill>
                          <a:cs typeface="微软雅黑" panose="020B0503020204020204" charset="-122"/>
                        </a:rPr>
                        <a:t>有文档化岗位的工作范</a:t>
                      </a:r>
                      <a:endParaRPr lang="en-US" altLang="en-US" sz="900" dirty="0"/>
                    </a:p>
                    <a:p>
                      <a:pPr marL="126365" indent="6985" algn="l" rtl="0" eaLnBrk="0">
                        <a:lnSpc>
                          <a:spcPct val="111000"/>
                        </a:lnSpc>
                        <a:spcBef>
                          <a:spcPts val="95"/>
                        </a:spcBef>
                      </a:pPr>
                      <a:r>
                        <a:rPr sz="900" kern="0" spc="90" dirty="0">
                          <a:solidFill>
                            <a:srgbClr val="000000">
                              <a:alpha val="100000"/>
                            </a:srgbClr>
                          </a:solidFill>
                          <a:cs typeface="微软雅黑" panose="020B0503020204020204" charset="-122"/>
                        </a:rPr>
                        <a:t>围，职责和能力要求</a:t>
                      </a:r>
                      <a:r>
                        <a:rPr sz="900" kern="0" spc="80" dirty="0">
                          <a:solidFill>
                            <a:srgbClr val="000000">
                              <a:alpha val="100000"/>
                            </a:srgbClr>
                          </a:solidFill>
                          <a:cs typeface="微软雅黑" panose="020B0503020204020204" charset="-122"/>
                        </a:rPr>
                        <a:t>，但</a:t>
                      </a:r>
                      <a:r>
                        <a:rPr sz="900" kern="0" spc="-1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没有完全涵盖管理内容</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5000"/>
                        </a:lnSpc>
                      </a:pPr>
                      <a:endParaRPr lang="en-US" altLang="en-US" sz="900" dirty="0"/>
                    </a:p>
                    <a:p>
                      <a:pPr marL="93345" indent="635" algn="l" rtl="0" eaLnBrk="0">
                        <a:lnSpc>
                          <a:spcPct val="111000"/>
                        </a:lnSpc>
                      </a:pPr>
                      <a:r>
                        <a:rPr sz="900" kern="0" spc="90" dirty="0">
                          <a:solidFill>
                            <a:srgbClr val="000000">
                              <a:alpha val="100000"/>
                            </a:srgbClr>
                          </a:solidFill>
                          <a:cs typeface="微软雅黑" panose="020B0503020204020204" charset="-122"/>
                        </a:rPr>
                        <a:t>单一负责人、有文档化的岗</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位说明，覆盖所有管理内</a:t>
                      </a:r>
                      <a:endParaRPr lang="en-US" altLang="en-US" sz="900" dirty="0"/>
                    </a:p>
                    <a:p>
                      <a:pPr marL="92710" algn="l" rtl="0" eaLnBrk="0">
                        <a:lnSpc>
                          <a:spcPts val="1150"/>
                        </a:lnSpc>
                        <a:spcBef>
                          <a:spcPts val="95"/>
                        </a:spcBef>
                      </a:pPr>
                      <a:r>
                        <a:rPr sz="900" kern="0" spc="90" dirty="0">
                          <a:solidFill>
                            <a:srgbClr val="000000">
                              <a:alpha val="100000"/>
                            </a:srgbClr>
                          </a:solidFill>
                          <a:cs typeface="微软雅黑" panose="020B0503020204020204" charset="-122"/>
                        </a:rPr>
                        <a:t>容，岗位授权清晰</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6000"/>
                        </a:lnSpc>
                      </a:pPr>
                      <a:endParaRPr lang="en-US" altLang="en-US" sz="300" dirty="0"/>
                    </a:p>
                    <a:p>
                      <a:pPr marL="257810" algn="l" rtl="0" eaLnBrk="0">
                        <a:lnSpc>
                          <a:spcPct val="113000"/>
                        </a:lnSpc>
                        <a:spcBef>
                          <a:spcPts val="0"/>
                        </a:spcBef>
                      </a:pPr>
                      <a:r>
                        <a:rPr sz="900" kern="0" spc="90" dirty="0">
                          <a:solidFill>
                            <a:srgbClr val="000000">
                              <a:alpha val="100000"/>
                            </a:srgbClr>
                          </a:solidFill>
                          <a:cs typeface="微软雅黑" panose="020B0503020204020204" charset="-122"/>
                        </a:rPr>
                        <a:t>单一负责人，岗位说明根</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据工作特点及时修正，人</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员技能持续提升</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74065">
                <a:tc>
                  <a:txBody>
                    <a:bodyPr/>
                    <a:lstStyle/>
                    <a:p>
                      <a:pPr algn="l" rtl="0" eaLnBrk="0">
                        <a:lnSpc>
                          <a:spcPct val="182000"/>
                        </a:lnSpc>
                      </a:pPr>
                      <a:endParaRPr lang="en-US" altLang="en-US" sz="1000" dirty="0"/>
                    </a:p>
                    <a:p>
                      <a:pPr marL="382905" algn="l" rtl="0" eaLnBrk="0">
                        <a:lnSpc>
                          <a:spcPct val="97000"/>
                        </a:lnSpc>
                        <a:spcBef>
                          <a:spcPts val="5"/>
                        </a:spcBef>
                      </a:pPr>
                      <a:r>
                        <a:rPr sz="1800" b="1" kern="0" spc="-10" dirty="0">
                          <a:solidFill>
                            <a:srgbClr val="000000">
                              <a:alpha val="100000"/>
                            </a:srgbClr>
                          </a:solidFill>
                          <a:cs typeface="微软雅黑" panose="020B0503020204020204" charset="-122"/>
                        </a:rPr>
                        <a:t>人员技能</a:t>
                      </a:r>
                      <a:endParaRPr lang="en-US" altLang="en-US" sz="1800" dirty="0"/>
                    </a:p>
                  </a:txBody>
                  <a:tcPr marL="0" marR="0" marT="0" marB="0" vert="horz">
                    <a:lnL w="12700" cap="flat" cmpd="sng" algn="ctr">
                      <a:solidFill>
                        <a:srgbClr val="8497B0"/>
                      </a:solidFill>
                      <a:prstDash val="solid"/>
                      <a:round/>
                      <a:headEnd type="none" w="med" len="med"/>
                      <a:tailEnd type="none" w="med" len="med"/>
                    </a:lnL>
                    <a:lnR w="9525" cap="flat" cmpd="sng" algn="ctr">
                      <a:solidFill>
                        <a:srgbClr val="8497B0"/>
                      </a:solidFill>
                      <a:prstDash val="solid"/>
                      <a:round/>
                      <a:headEnd type="none" w="med" len="med"/>
                      <a:tailEnd type="none" w="med" len="med"/>
                    </a:lnR>
                    <a:lnT w="9525" cap="flat" cmpd="sng" algn="ctr">
                      <a:solidFill>
                        <a:srgbClr val="8497B0"/>
                      </a:solidFill>
                      <a:prstDash val="solid"/>
                      <a:round/>
                      <a:headEnd type="none" w="med" len="med"/>
                      <a:tailEnd type="none" w="med" len="med"/>
                    </a:lnT>
                    <a:lnB w="9525" cap="flat" cmpd="sng" algn="ctr">
                      <a:solidFill>
                        <a:srgbClr val="8497B0"/>
                      </a:solidFill>
                      <a:prstDash val="solid"/>
                      <a:round/>
                      <a:headEnd type="none" w="med" len="med"/>
                      <a:tailEnd type="none" w="med" len="med"/>
                    </a:lnB>
                    <a:solidFill>
                      <a:srgbClr val="C1CBD7"/>
                    </a:solidFill>
                  </a:tcPr>
                </a:tc>
                <a:tc>
                  <a:txBody>
                    <a:bodyPr/>
                    <a:lstStyle/>
                    <a:p>
                      <a:pPr algn="l" rtl="0" eaLnBrk="0">
                        <a:lnSpc>
                          <a:spcPct val="124000"/>
                        </a:lnSpc>
                      </a:pPr>
                      <a:endParaRPr lang="en-US" altLang="en-US" sz="1000" dirty="0"/>
                    </a:p>
                    <a:p>
                      <a:pPr algn="l" rtl="0" eaLnBrk="0">
                        <a:lnSpc>
                          <a:spcPct val="125000"/>
                        </a:lnSpc>
                      </a:pPr>
                      <a:endParaRPr lang="en-US" altLang="en-US" sz="1000" dirty="0"/>
                    </a:p>
                    <a:p>
                      <a:pPr marL="93980" algn="l" rtl="0" eaLnBrk="0">
                        <a:lnSpc>
                          <a:spcPts val="1150"/>
                        </a:lnSpc>
                        <a:spcBef>
                          <a:spcPts val="5"/>
                        </a:spcBef>
                      </a:pPr>
                      <a:r>
                        <a:rPr sz="900" kern="0" spc="90" dirty="0">
                          <a:solidFill>
                            <a:srgbClr val="000000">
                              <a:alpha val="100000"/>
                            </a:srgbClr>
                          </a:solidFill>
                          <a:cs typeface="微软雅黑" panose="020B0503020204020204" charset="-122"/>
                        </a:rPr>
                        <a:t>技能不满足工作要求</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1000" dirty="0"/>
                    </a:p>
                    <a:p>
                      <a:pPr marL="93345" algn="l" rtl="0" eaLnBrk="0">
                        <a:lnSpc>
                          <a:spcPct val="113000"/>
                        </a:lnSpc>
                        <a:spcBef>
                          <a:spcPts val="5"/>
                        </a:spcBef>
                      </a:pPr>
                      <a:r>
                        <a:rPr sz="900" kern="0" spc="90" dirty="0">
                          <a:solidFill>
                            <a:srgbClr val="000000">
                              <a:alpha val="100000"/>
                            </a:srgbClr>
                          </a:solidFill>
                          <a:cs typeface="微软雅黑" panose="020B0503020204020204" charset="-122"/>
                        </a:rPr>
                        <a:t>技能勉强满足当前工作</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需要，没有相应的提升</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培训计划</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1000" dirty="0"/>
                    </a:p>
                    <a:p>
                      <a:pPr marL="126365" algn="l" rtl="0" eaLnBrk="0">
                        <a:lnSpc>
                          <a:spcPct val="113000"/>
                        </a:lnSpc>
                        <a:spcBef>
                          <a:spcPts val="5"/>
                        </a:spcBef>
                      </a:pPr>
                      <a:r>
                        <a:rPr sz="900" kern="0" spc="90" dirty="0">
                          <a:solidFill>
                            <a:srgbClr val="000000">
                              <a:alpha val="100000"/>
                            </a:srgbClr>
                          </a:solidFill>
                          <a:cs typeface="微软雅黑" panose="020B0503020204020204" charset="-122"/>
                        </a:rPr>
                        <a:t>根据岗位说明制定基本培</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训计划，缺少新技术和业</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界成熟管理方法的培训</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97000"/>
                        </a:lnSpc>
                      </a:pPr>
                      <a:endParaRPr lang="en-US" altLang="en-US" sz="1000" dirty="0"/>
                    </a:p>
                    <a:p>
                      <a:pPr algn="l" rtl="0" eaLnBrk="0">
                        <a:lnSpc>
                          <a:spcPct val="7000"/>
                        </a:lnSpc>
                      </a:pPr>
                      <a:endParaRPr lang="en-US" altLang="en-US" sz="100" dirty="0"/>
                    </a:p>
                    <a:p>
                      <a:pPr marL="93345" indent="635" algn="l" rtl="0" eaLnBrk="0">
                        <a:lnSpc>
                          <a:spcPct val="111000"/>
                        </a:lnSpc>
                      </a:pPr>
                      <a:r>
                        <a:rPr sz="900" kern="0" spc="90" dirty="0">
                          <a:solidFill>
                            <a:srgbClr val="000000">
                              <a:alpha val="100000"/>
                            </a:srgbClr>
                          </a:solidFill>
                          <a:cs typeface="微软雅黑" panose="020B0503020204020204" charset="-122"/>
                        </a:rPr>
                        <a:t>关注员工个人发展计划，及</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新技术和管理方法培训</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32000"/>
                        </a:lnSpc>
                      </a:pPr>
                      <a:endParaRPr lang="en-US" altLang="en-US" sz="300" dirty="0"/>
                    </a:p>
                    <a:p>
                      <a:pPr marL="257810" indent="635" algn="l" rtl="0" eaLnBrk="0">
                        <a:lnSpc>
                          <a:spcPct val="113000"/>
                        </a:lnSpc>
                        <a:spcBef>
                          <a:spcPts val="0"/>
                        </a:spcBef>
                      </a:pPr>
                      <a:r>
                        <a:rPr sz="900" kern="0" spc="90" dirty="0">
                          <a:solidFill>
                            <a:srgbClr val="000000">
                              <a:alpha val="100000"/>
                            </a:srgbClr>
                          </a:solidFill>
                          <a:cs typeface="微软雅黑" panose="020B0503020204020204" charset="-122"/>
                        </a:rPr>
                        <a:t>关注员工发展的情况，及</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时调整员工的发展方向和</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岗位安排。员工技能持续</a:t>
                      </a:r>
                      <a:r>
                        <a:rPr sz="900" kern="0" spc="0" dirty="0">
                          <a:solidFill>
                            <a:srgbClr val="000000">
                              <a:alpha val="100000"/>
                            </a:srgbClr>
                          </a:solidFill>
                          <a:cs typeface="微软雅黑" panose="020B0503020204020204" charset="-122"/>
                        </a:rPr>
                        <a:t>      </a:t>
                      </a:r>
                      <a:r>
                        <a:rPr sz="900" kern="0" spc="80" dirty="0">
                          <a:solidFill>
                            <a:srgbClr val="000000">
                              <a:alpha val="100000"/>
                            </a:srgbClr>
                          </a:solidFill>
                          <a:cs typeface="微软雅黑" panose="020B0503020204020204" charset="-122"/>
                        </a:rPr>
                        <a:t>提升</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2309">
                <a:tc>
                  <a:txBody>
                    <a:bodyPr/>
                    <a:lstStyle/>
                    <a:p>
                      <a:pPr algn="l" rtl="0" eaLnBrk="0">
                        <a:lnSpc>
                          <a:spcPct val="165000"/>
                        </a:lnSpc>
                      </a:pPr>
                      <a:endParaRPr lang="en-US" altLang="en-US" sz="1000" dirty="0"/>
                    </a:p>
                    <a:p>
                      <a:pPr marL="154305" algn="l" rtl="0" eaLnBrk="0">
                        <a:lnSpc>
                          <a:spcPct val="97000"/>
                        </a:lnSpc>
                        <a:spcBef>
                          <a:spcPts val="5"/>
                        </a:spcBef>
                      </a:pPr>
                      <a:r>
                        <a:rPr sz="1800" b="1" kern="0" spc="-10" dirty="0">
                          <a:solidFill>
                            <a:srgbClr val="000000">
                              <a:alpha val="100000"/>
                            </a:srgbClr>
                          </a:solidFill>
                          <a:cs typeface="微软雅黑" panose="020B0503020204020204" charset="-122"/>
                        </a:rPr>
                        <a:t>流程和方法论</a:t>
                      </a:r>
                      <a:endParaRPr lang="en-US" altLang="en-US" sz="1800" dirty="0"/>
                    </a:p>
                  </a:txBody>
                  <a:tcPr marL="0" marR="0" marT="0" marB="0" vert="horz">
                    <a:lnL w="12700" cap="flat" cmpd="sng" algn="ctr">
                      <a:solidFill>
                        <a:srgbClr val="8497B0"/>
                      </a:solidFill>
                      <a:prstDash val="solid"/>
                      <a:round/>
                      <a:headEnd type="none" w="med" len="med"/>
                      <a:tailEnd type="none" w="med" len="med"/>
                    </a:lnL>
                    <a:lnR w="9525" cap="flat" cmpd="sng" algn="ctr">
                      <a:solidFill>
                        <a:srgbClr val="8497B0"/>
                      </a:solidFill>
                      <a:prstDash val="solid"/>
                      <a:round/>
                      <a:headEnd type="none" w="med" len="med"/>
                      <a:tailEnd type="none" w="med" len="med"/>
                    </a:lnR>
                    <a:lnT w="9525" cap="flat" cmpd="sng" algn="ctr">
                      <a:solidFill>
                        <a:srgbClr val="8497B0"/>
                      </a:solidFill>
                      <a:prstDash val="solid"/>
                      <a:round/>
                      <a:headEnd type="none" w="med" len="med"/>
                      <a:tailEnd type="none" w="med" len="med"/>
                    </a:lnT>
                    <a:lnB w="9525" cap="flat" cmpd="sng" algn="ctr">
                      <a:solidFill>
                        <a:srgbClr val="8497B0"/>
                      </a:solidFill>
                      <a:prstDash val="solid"/>
                      <a:round/>
                      <a:headEnd type="none" w="med" len="med"/>
                      <a:tailEnd type="none" w="med" len="med"/>
                    </a:lnB>
                    <a:solidFill>
                      <a:srgbClr val="C1CBD7"/>
                    </a:solidFill>
                  </a:tcPr>
                </a:tc>
                <a:tc>
                  <a:txBody>
                    <a:bodyPr/>
                    <a:lstStyle/>
                    <a:p>
                      <a:pPr algn="l" rtl="0" eaLnBrk="0">
                        <a:lnSpc>
                          <a:spcPct val="145000"/>
                        </a:lnSpc>
                      </a:pPr>
                      <a:endParaRPr lang="en-US" altLang="en-US" sz="1000" dirty="0"/>
                    </a:p>
                    <a:p>
                      <a:pPr marL="92710" indent="635" algn="l" rtl="0" eaLnBrk="0">
                        <a:lnSpc>
                          <a:spcPct val="111000"/>
                        </a:lnSpc>
                        <a:spcBef>
                          <a:spcPts val="5"/>
                        </a:spcBef>
                      </a:pPr>
                      <a:r>
                        <a:rPr sz="900" kern="0" spc="90" dirty="0">
                          <a:solidFill>
                            <a:srgbClr val="000000">
                              <a:alpha val="100000"/>
                            </a:srgbClr>
                          </a:solidFill>
                          <a:cs typeface="微软雅黑" panose="020B0503020204020204" charset="-122"/>
                        </a:rPr>
                        <a:t>没有制度，工作按约定</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俗成的方式进行</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900" dirty="0"/>
                    </a:p>
                    <a:p>
                      <a:pPr marL="92710" indent="1270" algn="l" rtl="0" eaLnBrk="0">
                        <a:lnSpc>
                          <a:spcPct val="113000"/>
                        </a:lnSpc>
                        <a:spcBef>
                          <a:spcPts val="5"/>
                        </a:spcBef>
                      </a:pPr>
                      <a:r>
                        <a:rPr sz="900" kern="0" spc="60" dirty="0">
                          <a:solidFill>
                            <a:srgbClr val="000000">
                              <a:alpha val="100000"/>
                            </a:srgbClr>
                          </a:solidFill>
                          <a:cs typeface="微软雅黑" panose="020B0503020204020204" charset="-122"/>
                        </a:rPr>
                        <a:t>部分项目有管理制度，</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各个项目的管理方式没</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有统一标准</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900" dirty="0"/>
                    </a:p>
                    <a:p>
                      <a:pPr marL="125095" indent="635" algn="l" rtl="0" eaLnBrk="0">
                        <a:lnSpc>
                          <a:spcPct val="111000"/>
                        </a:lnSpc>
                        <a:spcBef>
                          <a:spcPts val="5"/>
                        </a:spcBef>
                      </a:pPr>
                      <a:r>
                        <a:rPr sz="900" kern="0" spc="90" dirty="0">
                          <a:solidFill>
                            <a:srgbClr val="000000">
                              <a:alpha val="100000"/>
                            </a:srgbClr>
                          </a:solidFill>
                          <a:cs typeface="微软雅黑" panose="020B0503020204020204" charset="-122"/>
                        </a:rPr>
                        <a:t>在组织层面制定了管理制</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度，但制度覆盖面不完</a:t>
                      </a:r>
                      <a:endParaRPr lang="en-US" altLang="en-US" sz="900" dirty="0"/>
                    </a:p>
                    <a:p>
                      <a:pPr marL="125095" algn="l" rtl="0" eaLnBrk="0">
                        <a:lnSpc>
                          <a:spcPts val="1150"/>
                        </a:lnSpc>
                        <a:spcBef>
                          <a:spcPts val="95"/>
                        </a:spcBef>
                      </a:pPr>
                      <a:r>
                        <a:rPr sz="900" kern="0" spc="90" dirty="0">
                          <a:solidFill>
                            <a:srgbClr val="000000">
                              <a:alpha val="100000"/>
                            </a:srgbClr>
                          </a:solidFill>
                          <a:cs typeface="微软雅黑" panose="020B0503020204020204" charset="-122"/>
                        </a:rPr>
                        <a:t>整，实际执行没有监督</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2000"/>
                        </a:lnSpc>
                      </a:pPr>
                      <a:endParaRPr lang="en-US" altLang="en-US" sz="900" dirty="0"/>
                    </a:p>
                    <a:p>
                      <a:pPr marL="92710" algn="l" rtl="0" eaLnBrk="0">
                        <a:lnSpc>
                          <a:spcPct val="113000"/>
                        </a:lnSpc>
                        <a:spcBef>
                          <a:spcPts val="5"/>
                        </a:spcBef>
                      </a:pPr>
                      <a:r>
                        <a:rPr sz="900" kern="0" spc="90" dirty="0">
                          <a:solidFill>
                            <a:srgbClr val="000000">
                              <a:alpha val="100000"/>
                            </a:srgbClr>
                          </a:solidFill>
                          <a:cs typeface="微软雅黑" panose="020B0503020204020204" charset="-122"/>
                        </a:rPr>
                        <a:t>有全面的管理制度，制度执</a:t>
                      </a:r>
                      <a:r>
                        <a:rPr sz="900" kern="0" spc="1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行有专门的人员负责检查监</a:t>
                      </a:r>
                      <a:r>
                        <a:rPr sz="900" kern="0" spc="10" dirty="0">
                          <a:solidFill>
                            <a:srgbClr val="000000">
                              <a:alpha val="100000"/>
                            </a:srgbClr>
                          </a:solidFill>
                          <a:cs typeface="微软雅黑" panose="020B0503020204020204" charset="-122"/>
                        </a:rPr>
                        <a:t>    </a:t>
                      </a:r>
                      <a:r>
                        <a:rPr sz="900" kern="0" spc="70" dirty="0">
                          <a:solidFill>
                            <a:srgbClr val="000000">
                              <a:alpha val="100000"/>
                            </a:srgbClr>
                          </a:solidFill>
                          <a:cs typeface="微软雅黑" panose="020B0503020204020204" charset="-122"/>
                        </a:rPr>
                        <a:t>督</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25000"/>
                        </a:lnSpc>
                      </a:pPr>
                      <a:endParaRPr lang="en-US" altLang="en-US" sz="300" dirty="0"/>
                    </a:p>
                    <a:p>
                      <a:pPr marL="257175" algn="l" rtl="0" eaLnBrk="0">
                        <a:lnSpc>
                          <a:spcPts val="1150"/>
                        </a:lnSpc>
                        <a:spcBef>
                          <a:spcPts val="5"/>
                        </a:spcBef>
                      </a:pPr>
                      <a:r>
                        <a:rPr sz="900" kern="0" spc="90" dirty="0">
                          <a:solidFill>
                            <a:srgbClr val="000000">
                              <a:alpha val="100000"/>
                            </a:srgbClr>
                          </a:solidFill>
                          <a:cs typeface="微软雅黑" panose="020B0503020204020204" charset="-122"/>
                        </a:rPr>
                        <a:t>有专门的制度制定、监</a:t>
                      </a:r>
                      <a:endParaRPr lang="en-US" altLang="en-US" sz="900" dirty="0"/>
                    </a:p>
                    <a:p>
                      <a:pPr marL="256540" indent="635" algn="l" rtl="0" eaLnBrk="0">
                        <a:lnSpc>
                          <a:spcPct val="113000"/>
                        </a:lnSpc>
                        <a:spcBef>
                          <a:spcPts val="95"/>
                        </a:spcBef>
                      </a:pPr>
                      <a:r>
                        <a:rPr sz="900" kern="0" spc="90" dirty="0">
                          <a:solidFill>
                            <a:srgbClr val="000000">
                              <a:alpha val="100000"/>
                            </a:srgbClr>
                          </a:solidFill>
                          <a:cs typeface="微软雅黑" panose="020B0503020204020204" charset="-122"/>
                        </a:rPr>
                        <a:t>控、优化组织，流程通过</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度量指标收集分析持续优</a:t>
                      </a:r>
                      <a:r>
                        <a:rPr sz="900" kern="0" spc="0" dirty="0">
                          <a:solidFill>
                            <a:srgbClr val="000000">
                              <a:alpha val="100000"/>
                            </a:srgbClr>
                          </a:solidFill>
                          <a:cs typeface="微软雅黑" panose="020B0503020204020204" charset="-122"/>
                        </a:rPr>
                        <a:t>      </a:t>
                      </a:r>
                      <a:r>
                        <a:rPr sz="900" kern="0" spc="80" dirty="0">
                          <a:solidFill>
                            <a:srgbClr val="000000">
                              <a:alpha val="100000"/>
                            </a:srgbClr>
                          </a:solidFill>
                          <a:cs typeface="微软雅黑" panose="020B0503020204020204" charset="-122"/>
                        </a:rPr>
                        <a:t>化</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1025">
                <a:tc>
                  <a:txBody>
                    <a:bodyPr/>
                    <a:lstStyle/>
                    <a:p>
                      <a:pPr algn="l" rtl="0" eaLnBrk="0">
                        <a:lnSpc>
                          <a:spcPct val="126000"/>
                        </a:lnSpc>
                      </a:pPr>
                      <a:endParaRPr lang="en-US" altLang="en-US" sz="1000" dirty="0"/>
                    </a:p>
                    <a:p>
                      <a:pPr marL="269240" algn="l" rtl="0" eaLnBrk="0">
                        <a:lnSpc>
                          <a:spcPct val="97000"/>
                        </a:lnSpc>
                        <a:spcBef>
                          <a:spcPts val="5"/>
                        </a:spcBef>
                      </a:pPr>
                      <a:r>
                        <a:rPr sz="1800" b="1" kern="0" spc="-10" dirty="0">
                          <a:solidFill>
                            <a:srgbClr val="000000">
                              <a:alpha val="100000"/>
                            </a:srgbClr>
                          </a:solidFill>
                          <a:cs typeface="微软雅黑" panose="020B0503020204020204" charset="-122"/>
                        </a:rPr>
                        <a:t>技术和工具</a:t>
                      </a:r>
                      <a:endParaRPr lang="en-US" altLang="en-US" sz="1800" dirty="0"/>
                    </a:p>
                  </a:txBody>
                  <a:tcPr marL="0" marR="0" marT="0" marB="0" vert="horz">
                    <a:lnL w="12700" cap="flat" cmpd="sng" algn="ctr">
                      <a:solidFill>
                        <a:srgbClr val="8497B0"/>
                      </a:solidFill>
                      <a:prstDash val="solid"/>
                      <a:round/>
                      <a:headEnd type="none" w="med" len="med"/>
                      <a:tailEnd type="none" w="med" len="med"/>
                    </a:lnL>
                    <a:lnR w="9525" cap="flat" cmpd="sng" algn="ctr">
                      <a:solidFill>
                        <a:srgbClr val="8497B0"/>
                      </a:solidFill>
                      <a:prstDash val="solid"/>
                      <a:round/>
                      <a:headEnd type="none" w="med" len="med"/>
                      <a:tailEnd type="none" w="med" len="med"/>
                    </a:lnR>
                    <a:lnT w="9525" cap="flat" cmpd="sng" algn="ctr">
                      <a:solidFill>
                        <a:srgbClr val="8497B0"/>
                      </a:solidFill>
                      <a:prstDash val="solid"/>
                      <a:round/>
                      <a:headEnd type="none" w="med" len="med"/>
                      <a:tailEnd type="none" w="med" len="med"/>
                    </a:lnT>
                    <a:lnB w="9525" cap="flat" cmpd="sng" algn="ctr">
                      <a:solidFill>
                        <a:srgbClr val="8497B0"/>
                      </a:solidFill>
                      <a:prstDash val="solid"/>
                      <a:round/>
                      <a:headEnd type="none" w="med" len="med"/>
                      <a:tailEnd type="none" w="med" len="med"/>
                    </a:lnB>
                    <a:solidFill>
                      <a:srgbClr val="C1CBD7"/>
                    </a:solidFill>
                  </a:tcPr>
                </a:tc>
                <a:tc>
                  <a:txBody>
                    <a:bodyPr/>
                    <a:lstStyle/>
                    <a:p>
                      <a:pPr algn="l" rtl="0" eaLnBrk="0">
                        <a:lnSpc>
                          <a:spcPct val="160000"/>
                        </a:lnSpc>
                      </a:pPr>
                      <a:endParaRPr lang="en-US" altLang="en-US" sz="1000" dirty="0"/>
                    </a:p>
                    <a:p>
                      <a:pPr marL="93980" algn="l" rtl="0" eaLnBrk="0">
                        <a:lnSpc>
                          <a:spcPts val="1155"/>
                        </a:lnSpc>
                        <a:spcBef>
                          <a:spcPts val="0"/>
                        </a:spcBef>
                      </a:pPr>
                      <a:r>
                        <a:rPr sz="900" kern="0" spc="90" dirty="0">
                          <a:solidFill>
                            <a:srgbClr val="000000">
                              <a:alpha val="100000"/>
                            </a:srgbClr>
                          </a:solidFill>
                          <a:cs typeface="微软雅黑" panose="020B0503020204020204" charset="-122"/>
                        </a:rPr>
                        <a:t>没有管理工具</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500" dirty="0"/>
                    </a:p>
                    <a:p>
                      <a:pPr marL="93345" indent="635" algn="l" rtl="0" eaLnBrk="0">
                        <a:lnSpc>
                          <a:spcPct val="113000"/>
                        </a:lnSpc>
                        <a:spcBef>
                          <a:spcPts val="5"/>
                        </a:spcBef>
                      </a:pPr>
                      <a:r>
                        <a:rPr sz="900" kern="0" spc="90" dirty="0">
                          <a:solidFill>
                            <a:srgbClr val="000000">
                              <a:alpha val="100000"/>
                            </a:srgbClr>
                          </a:solidFill>
                          <a:cs typeface="微软雅黑" panose="020B0503020204020204" charset="-122"/>
                        </a:rPr>
                        <a:t>部分关键管理环节引入</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了管理工具，但没有推</a:t>
                      </a:r>
                      <a:r>
                        <a:rPr sz="900" kern="0" spc="0" dirty="0">
                          <a:solidFill>
                            <a:srgbClr val="000000">
                              <a:alpha val="100000"/>
                            </a:srgbClr>
                          </a:solidFill>
                          <a:cs typeface="微软雅黑" panose="020B0503020204020204" charset="-122"/>
                        </a:rPr>
                        <a:t>          </a:t>
                      </a:r>
                      <a:r>
                        <a:rPr sz="900" kern="0" spc="80" dirty="0">
                          <a:solidFill>
                            <a:srgbClr val="000000">
                              <a:alpha val="100000"/>
                            </a:srgbClr>
                          </a:solidFill>
                          <a:cs typeface="微软雅黑" panose="020B0503020204020204" charset="-122"/>
                        </a:rPr>
                        <a:t>广使用</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500" dirty="0"/>
                    </a:p>
                    <a:p>
                      <a:pPr marL="126365" indent="635" algn="l" rtl="0" eaLnBrk="0">
                        <a:lnSpc>
                          <a:spcPct val="113000"/>
                        </a:lnSpc>
                        <a:spcBef>
                          <a:spcPts val="5"/>
                        </a:spcBef>
                      </a:pPr>
                      <a:r>
                        <a:rPr sz="900" kern="0" spc="90" dirty="0">
                          <a:solidFill>
                            <a:srgbClr val="000000">
                              <a:alpha val="100000"/>
                            </a:srgbClr>
                          </a:solidFill>
                          <a:cs typeface="微软雅黑" panose="020B0503020204020204" charset="-122"/>
                        </a:rPr>
                        <a:t>关键环节的管理工具进行</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了培训和推广，并根据工</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具反馈，制定改进措施</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8000"/>
                        </a:lnSpc>
                      </a:pPr>
                      <a:endParaRPr lang="en-US" altLang="en-US" sz="1000" dirty="0"/>
                    </a:p>
                    <a:p>
                      <a:pPr marL="92710" algn="l" rtl="0" eaLnBrk="0">
                        <a:lnSpc>
                          <a:spcPct val="111000"/>
                        </a:lnSpc>
                        <a:spcBef>
                          <a:spcPts val="5"/>
                        </a:spcBef>
                      </a:pPr>
                      <a:r>
                        <a:rPr sz="900" kern="0" spc="90" dirty="0">
                          <a:solidFill>
                            <a:srgbClr val="000000">
                              <a:alpha val="100000"/>
                            </a:srgbClr>
                          </a:solidFill>
                          <a:cs typeface="微软雅黑" panose="020B0503020204020204" charset="-122"/>
                        </a:rPr>
                        <a:t>所有关键环节都有配套的管</a:t>
                      </a:r>
                      <a:r>
                        <a:rPr sz="900" kern="0" spc="1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理工具支撑</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27000"/>
                        </a:lnSpc>
                      </a:pPr>
                      <a:endParaRPr lang="en-US" altLang="en-US" sz="100" dirty="0"/>
                    </a:p>
                    <a:p>
                      <a:pPr marL="257175" algn="l" rtl="0" eaLnBrk="0">
                        <a:lnSpc>
                          <a:spcPct val="104000"/>
                        </a:lnSpc>
                      </a:pPr>
                      <a:r>
                        <a:rPr sz="900" kern="0" spc="90" dirty="0">
                          <a:solidFill>
                            <a:srgbClr val="000000">
                              <a:alpha val="100000"/>
                            </a:srgbClr>
                          </a:solidFill>
                          <a:cs typeface="微软雅黑" panose="020B0503020204020204" charset="-122"/>
                        </a:rPr>
                        <a:t>有专门组织根据工具使用</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情况进行工具选型、培训</a:t>
                      </a:r>
                      <a:r>
                        <a:rPr sz="900" kern="0" spc="0" dirty="0">
                          <a:solidFill>
                            <a:srgbClr val="000000">
                              <a:alpha val="100000"/>
                            </a:srgbClr>
                          </a:solidFill>
                          <a:cs typeface="微软雅黑" panose="020B0503020204020204" charset="-122"/>
                        </a:rPr>
                        <a:t>      </a:t>
                      </a:r>
                      <a:r>
                        <a:rPr sz="900" kern="0" spc="90" dirty="0">
                          <a:solidFill>
                            <a:srgbClr val="000000">
                              <a:alpha val="100000"/>
                            </a:srgbClr>
                          </a:solidFill>
                          <a:cs typeface="微软雅黑" panose="020B0503020204020204" charset="-122"/>
                        </a:rPr>
                        <a:t>和推广，生产效率不断提</a:t>
                      </a:r>
                      <a:r>
                        <a:rPr sz="900" kern="0" spc="0" dirty="0">
                          <a:solidFill>
                            <a:srgbClr val="000000">
                              <a:alpha val="100000"/>
                            </a:srgbClr>
                          </a:solidFill>
                          <a:cs typeface="微软雅黑" panose="020B0503020204020204" charset="-122"/>
                        </a:rPr>
                        <a:t>      </a:t>
                      </a:r>
                      <a:r>
                        <a:rPr sz="900" kern="0" spc="70" dirty="0">
                          <a:solidFill>
                            <a:srgbClr val="000000">
                              <a:alpha val="100000"/>
                            </a:srgbClr>
                          </a:solidFill>
                          <a:cs typeface="微软雅黑" panose="020B0503020204020204" charset="-122"/>
                        </a:rPr>
                        <a:t>升</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9915">
                <a:tc>
                  <a:txBody>
                    <a:bodyPr/>
                    <a:lstStyle/>
                    <a:p>
                      <a:pPr algn="l" rtl="0" eaLnBrk="0">
                        <a:lnSpc>
                          <a:spcPct val="153000"/>
                        </a:lnSpc>
                      </a:pPr>
                      <a:endParaRPr lang="en-US" altLang="en-US" sz="1000" dirty="0"/>
                    </a:p>
                    <a:p>
                      <a:pPr marL="382270" algn="l" rtl="0" eaLnBrk="0">
                        <a:lnSpc>
                          <a:spcPct val="97000"/>
                        </a:lnSpc>
                        <a:spcBef>
                          <a:spcPts val="5"/>
                        </a:spcBef>
                      </a:pPr>
                      <a:r>
                        <a:rPr sz="1800" b="1" kern="0" spc="-10" dirty="0">
                          <a:solidFill>
                            <a:srgbClr val="000000">
                              <a:alpha val="100000"/>
                            </a:srgbClr>
                          </a:solidFill>
                          <a:cs typeface="微软雅黑" panose="020B0503020204020204" charset="-122"/>
                        </a:rPr>
                        <a:t>绩效评估</a:t>
                      </a:r>
                      <a:endParaRPr lang="en-US" altLang="en-US" sz="1800" dirty="0"/>
                    </a:p>
                  </a:txBody>
                  <a:tcPr marL="0" marR="0" marT="0" marB="0" vert="horz">
                    <a:lnL w="12700" cap="flat" cmpd="sng" algn="ctr">
                      <a:solidFill>
                        <a:srgbClr val="000000"/>
                      </a:solidFill>
                      <a:prstDash val="solid"/>
                      <a:round/>
                      <a:headEnd type="none" w="med" len="med"/>
                      <a:tailEnd type="none" w="med" len="med"/>
                    </a:lnL>
                    <a:lnR w="9525" cap="flat" cmpd="sng" algn="ctr">
                      <a:solidFill>
                        <a:srgbClr val="8497B0"/>
                      </a:solidFill>
                      <a:prstDash val="solid"/>
                      <a:round/>
                      <a:headEnd type="none" w="med" len="med"/>
                      <a:tailEnd type="none" w="med" len="med"/>
                    </a:lnR>
                    <a:lnT w="9525" cap="flat" cmpd="sng" algn="ctr">
                      <a:solidFill>
                        <a:srgbClr val="8497B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CBD7"/>
                    </a:solidFill>
                  </a:tcPr>
                </a:tc>
                <a:tc>
                  <a:txBody>
                    <a:bodyPr/>
                    <a:lstStyle/>
                    <a:p>
                      <a:pPr algn="l" rtl="0" eaLnBrk="0">
                        <a:lnSpc>
                          <a:spcPct val="110000"/>
                        </a:lnSpc>
                      </a:pPr>
                      <a:endParaRPr lang="en-US" altLang="en-US" sz="500" dirty="0"/>
                    </a:p>
                    <a:p>
                      <a:pPr marL="94615" algn="l" rtl="0" eaLnBrk="0">
                        <a:lnSpc>
                          <a:spcPts val="1150"/>
                        </a:lnSpc>
                        <a:spcBef>
                          <a:spcPts val="5"/>
                        </a:spcBef>
                      </a:pPr>
                      <a:r>
                        <a:rPr sz="900" kern="0" spc="60" dirty="0">
                          <a:solidFill>
                            <a:srgbClr val="000000">
                              <a:alpha val="100000"/>
                            </a:srgbClr>
                          </a:solidFill>
                          <a:cs typeface="微软雅黑" panose="020B0503020204020204" charset="-122"/>
                        </a:rPr>
                        <a:t>无</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1000"/>
                        </a:lnSpc>
                      </a:pPr>
                      <a:endParaRPr lang="en-US" altLang="en-US" sz="500" dirty="0"/>
                    </a:p>
                    <a:p>
                      <a:pPr marL="93345" algn="l" rtl="0" eaLnBrk="0">
                        <a:lnSpc>
                          <a:spcPct val="111000"/>
                        </a:lnSpc>
                        <a:spcBef>
                          <a:spcPts val="5"/>
                        </a:spcBef>
                      </a:pPr>
                      <a:r>
                        <a:rPr sz="900" kern="0" spc="90" dirty="0">
                          <a:solidFill>
                            <a:srgbClr val="000000">
                              <a:alpha val="100000"/>
                            </a:srgbClr>
                          </a:solidFill>
                          <a:cs typeface="微软雅黑" panose="020B0503020204020204" charset="-122"/>
                        </a:rPr>
                        <a:t>初步的可量化度量指标</a:t>
                      </a:r>
                      <a:r>
                        <a:rPr sz="900" kern="0" spc="0" dirty="0">
                          <a:solidFill>
                            <a:srgbClr val="000000">
                              <a:alpha val="100000"/>
                            </a:srgbClr>
                          </a:solidFill>
                          <a:cs typeface="微软雅黑" panose="020B0503020204020204" charset="-122"/>
                        </a:rPr>
                        <a:t>          </a:t>
                      </a:r>
                      <a:r>
                        <a:rPr sz="900" kern="0" spc="80" dirty="0">
                          <a:solidFill>
                            <a:srgbClr val="000000">
                              <a:alpha val="100000"/>
                            </a:srgbClr>
                          </a:solidFill>
                          <a:cs typeface="微软雅黑" panose="020B0503020204020204" charset="-122"/>
                        </a:rPr>
                        <a:t>建立</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500" dirty="0"/>
                    </a:p>
                    <a:p>
                      <a:pPr marL="126365" indent="6985" algn="l" rtl="0" eaLnBrk="0">
                        <a:lnSpc>
                          <a:spcPct val="112000"/>
                        </a:lnSpc>
                        <a:spcBef>
                          <a:spcPts val="5"/>
                        </a:spcBef>
                      </a:pPr>
                      <a:r>
                        <a:rPr sz="900" kern="0" spc="90" dirty="0">
                          <a:solidFill>
                            <a:srgbClr val="000000">
                              <a:alpha val="100000"/>
                            </a:srgbClr>
                          </a:solidFill>
                          <a:cs typeface="微软雅黑" panose="020B0503020204020204" charset="-122"/>
                        </a:rPr>
                        <a:t>引入了质量方面的度</a:t>
                      </a:r>
                      <a:r>
                        <a:rPr sz="900" kern="0" spc="80" dirty="0">
                          <a:solidFill>
                            <a:srgbClr val="000000">
                              <a:alpha val="100000"/>
                            </a:srgbClr>
                          </a:solidFill>
                          <a:cs typeface="微软雅黑" panose="020B0503020204020204" charset="-122"/>
                        </a:rPr>
                        <a:t>量指</a:t>
                      </a:r>
                      <a:r>
                        <a:rPr sz="900" kern="0" spc="-10" dirty="0">
                          <a:solidFill>
                            <a:srgbClr val="000000">
                              <a:alpha val="100000"/>
                            </a:srgbClr>
                          </a:solidFill>
                          <a:cs typeface="微软雅黑" panose="020B0503020204020204" charset="-122"/>
                        </a:rPr>
                        <a:t>       </a:t>
                      </a:r>
                      <a:r>
                        <a:rPr sz="900" kern="0" spc="70" dirty="0">
                          <a:solidFill>
                            <a:srgbClr val="000000">
                              <a:alpha val="100000"/>
                            </a:srgbClr>
                          </a:solidFill>
                          <a:cs typeface="微软雅黑" panose="020B0503020204020204" charset="-122"/>
                        </a:rPr>
                        <a:t>标</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9000"/>
                        </a:lnSpc>
                      </a:pPr>
                      <a:endParaRPr lang="en-US" altLang="en-US" sz="500" dirty="0"/>
                    </a:p>
                    <a:p>
                      <a:pPr marL="93345" indent="6985" algn="l" rtl="0" eaLnBrk="0">
                        <a:lnSpc>
                          <a:spcPct val="112000"/>
                        </a:lnSpc>
                        <a:spcBef>
                          <a:spcPts val="5"/>
                        </a:spcBef>
                      </a:pPr>
                      <a:r>
                        <a:rPr sz="900" kern="0" spc="90" dirty="0">
                          <a:solidFill>
                            <a:srgbClr val="000000">
                              <a:alpha val="100000"/>
                            </a:srgbClr>
                          </a:solidFill>
                          <a:cs typeface="微软雅黑" panose="020B0503020204020204" charset="-122"/>
                        </a:rPr>
                        <a:t>引入端到端的度量方式和</a:t>
                      </a:r>
                      <a:r>
                        <a:rPr sz="900" kern="0" spc="80" dirty="0">
                          <a:solidFill>
                            <a:srgbClr val="000000">
                              <a:alpha val="100000"/>
                            </a:srgbClr>
                          </a:solidFill>
                          <a:cs typeface="微软雅黑" panose="020B0503020204020204" charset="-122"/>
                        </a:rPr>
                        <a:t>指</a:t>
                      </a:r>
                      <a:r>
                        <a:rPr sz="900" kern="0" spc="-10" dirty="0">
                          <a:solidFill>
                            <a:srgbClr val="000000">
                              <a:alpha val="100000"/>
                            </a:srgbClr>
                          </a:solidFill>
                          <a:cs typeface="微软雅黑" panose="020B0503020204020204" charset="-122"/>
                        </a:rPr>
                        <a:t>    </a:t>
                      </a:r>
                      <a:r>
                        <a:rPr sz="900" kern="0" spc="70" dirty="0">
                          <a:solidFill>
                            <a:srgbClr val="000000">
                              <a:alpha val="100000"/>
                            </a:srgbClr>
                          </a:solidFill>
                          <a:cs typeface="微软雅黑" panose="020B0503020204020204" charset="-122"/>
                        </a:rPr>
                        <a:t>标</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17000"/>
                        </a:lnSpc>
                      </a:pPr>
                      <a:endParaRPr lang="en-US" altLang="en-US" sz="400" dirty="0"/>
                    </a:p>
                    <a:p>
                      <a:pPr marL="257175" algn="l" rtl="0" eaLnBrk="0">
                        <a:lnSpc>
                          <a:spcPts val="1150"/>
                        </a:lnSpc>
                        <a:spcBef>
                          <a:spcPts val="0"/>
                        </a:spcBef>
                      </a:pPr>
                      <a:r>
                        <a:rPr sz="900" kern="0" spc="90" dirty="0">
                          <a:solidFill>
                            <a:srgbClr val="000000">
                              <a:alpha val="100000"/>
                            </a:srgbClr>
                          </a:solidFill>
                          <a:cs typeface="微软雅黑" panose="020B0503020204020204" charset="-122"/>
                        </a:rPr>
                        <a:t>从业务目标分解度量指</a:t>
                      </a:r>
                      <a:endParaRPr lang="en-US" altLang="en-US" sz="900" dirty="0"/>
                    </a:p>
                    <a:p>
                      <a:pPr marL="257810" indent="-635" algn="l" rtl="0" eaLnBrk="0">
                        <a:lnSpc>
                          <a:spcPct val="111000"/>
                        </a:lnSpc>
                        <a:spcBef>
                          <a:spcPts val="100"/>
                        </a:spcBef>
                      </a:pPr>
                      <a:r>
                        <a:rPr sz="900" kern="0" spc="90" dirty="0">
                          <a:solidFill>
                            <a:srgbClr val="000000">
                              <a:alpha val="100000"/>
                            </a:srgbClr>
                          </a:solidFill>
                          <a:cs typeface="微软雅黑" panose="020B0503020204020204" charset="-122"/>
                        </a:rPr>
                        <a:t>标，度量数据用在组织能</a:t>
                      </a:r>
                      <a:r>
                        <a:rPr sz="900" kern="0" spc="0" dirty="0">
                          <a:solidFill>
                            <a:srgbClr val="000000">
                              <a:alpha val="100000"/>
                            </a:srgbClr>
                          </a:solidFill>
                          <a:cs typeface="微软雅黑" panose="020B0503020204020204" charset="-122"/>
                        </a:rPr>
                        <a:t>      </a:t>
                      </a:r>
                      <a:r>
                        <a:rPr sz="900" kern="0" spc="80" dirty="0">
                          <a:solidFill>
                            <a:srgbClr val="000000">
                              <a:alpha val="100000"/>
                            </a:srgbClr>
                          </a:solidFill>
                          <a:cs typeface="微软雅黑" panose="020B0503020204020204" charset="-122"/>
                        </a:rPr>
                        <a:t>力持续改善</a:t>
                      </a:r>
                      <a:endParaRPr lang="en-US" altLang="en-US" sz="9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pSp>
        <p:nvGrpSpPr>
          <p:cNvPr id="548" name="group 548"/>
          <p:cNvGrpSpPr/>
          <p:nvPr/>
        </p:nvGrpSpPr>
        <p:grpSpPr>
          <a:xfrm rot="21600000">
            <a:off x="767905" y="1148905"/>
            <a:ext cx="10299885" cy="466725"/>
            <a:chOff x="0" y="0"/>
            <a:chExt cx="10299885" cy="466725"/>
          </a:xfrm>
        </p:grpSpPr>
        <p:sp>
          <p:nvSpPr>
            <p:cNvPr id="4648" name="rect"/>
            <p:cNvSpPr/>
            <p:nvPr/>
          </p:nvSpPr>
          <p:spPr>
            <a:xfrm>
              <a:off x="0" y="1588"/>
              <a:ext cx="10299885" cy="465136"/>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650" name="textbox 4650"/>
            <p:cNvSpPr/>
            <p:nvPr>
              <p:custDataLst>
                <p:tags r:id="rId2"/>
              </p:custDataLst>
            </p:nvPr>
          </p:nvSpPr>
          <p:spPr>
            <a:xfrm>
              <a:off x="3157537" y="117589"/>
              <a:ext cx="3899534" cy="290829"/>
            </a:xfrm>
            <a:prstGeom prst="rect">
              <a:avLst/>
            </a:prstGeom>
          </p:spPr>
          <p:txBody>
            <a:bodyPr vert="horz" wrap="square" lIns="0" tIns="0" rIns="0" bIns="0"/>
            <a:lstStyle/>
            <a:p>
              <a:pPr algn="l" rtl="0" eaLnBrk="0">
                <a:lnSpc>
                  <a:spcPct val="79000"/>
                </a:lnSpc>
              </a:pPr>
              <a:endParaRPr lang="en-US" altLang="en-US" sz="100" dirty="0">
                <a:solidFill>
                  <a:schemeClr val="lt1"/>
                </a:solidFill>
              </a:endParaRPr>
            </a:p>
            <a:p>
              <a:pPr marL="12700" algn="l" rtl="0" eaLnBrk="0">
                <a:lnSpc>
                  <a:spcPct val="97000"/>
                </a:lnSpc>
              </a:pPr>
              <a:r>
                <a:rPr sz="1800" b="1" kern="0" spc="-10" dirty="0">
                  <a:solidFill>
                    <a:schemeClr val="lt1"/>
                  </a:solidFill>
                  <a:cs typeface="微软雅黑" panose="020B0503020204020204" charset="-122"/>
                </a:rPr>
                <a:t>随着成熟度的提高，管理能力持续提升</a:t>
              </a:r>
              <a:endParaRPr lang="en-US" altLang="en-US" sz="1800" b="1" kern="0" spc="-10" dirty="0">
                <a:solidFill>
                  <a:schemeClr val="lt1"/>
                </a:solidFill>
                <a:cs typeface="微软雅黑" panose="020B0503020204020204" charset="-122"/>
              </a:endParaRPr>
            </a:p>
          </p:txBody>
        </p:sp>
        <p:sp>
          <p:nvSpPr>
            <p:cNvPr id="4652" name="path"/>
            <p:cNvSpPr/>
            <p:nvPr/>
          </p:nvSpPr>
          <p:spPr>
            <a:xfrm>
              <a:off x="4762" y="0"/>
              <a:ext cx="10087228" cy="9525"/>
            </a:xfrm>
            <a:custGeom>
              <a:avLst/>
              <a:gdLst/>
              <a:ahLst/>
              <a:cxnLst/>
              <a:rect l="0" t="0" r="0" b="0"/>
              <a:pathLst>
                <a:path w="15885" h="15">
                  <a:moveTo>
                    <a:pt x="0" y="7"/>
                  </a:moveTo>
                  <a:lnTo>
                    <a:pt x="15885" y="7"/>
                  </a:lnTo>
                </a:path>
              </a:pathLst>
            </a:custGeom>
            <a:noFill/>
            <a:ln w="9525" cap="flat">
              <a:solidFill>
                <a:srgbClr val="BF9000">
                  <a:alpha val="100000"/>
                </a:srgbClr>
              </a:solidFill>
              <a:prstDash val="solid"/>
              <a:round/>
            </a:ln>
          </p:spPr>
          <p:txBody>
            <a:bodyPr rtlCol="0"/>
            <a:lstStyle/>
            <a:p>
              <a:pPr algn="ctr"/>
              <a:endParaRPr lang="zh-CN" altLang="en-US"/>
            </a:p>
          </p:txBody>
        </p:sp>
        <p:sp>
          <p:nvSpPr>
            <p:cNvPr id="4654" name="path"/>
            <p:cNvSpPr/>
            <p:nvPr/>
          </p:nvSpPr>
          <p:spPr>
            <a:xfrm>
              <a:off x="10088440" y="230188"/>
              <a:ext cx="211445" cy="234947"/>
            </a:xfrm>
            <a:custGeom>
              <a:avLst/>
              <a:gdLst/>
              <a:ahLst/>
              <a:cxnLst/>
              <a:rect l="0" t="0" r="0" b="0"/>
              <a:pathLst>
                <a:path w="332" h="369">
                  <a:moveTo>
                    <a:pt x="327" y="4"/>
                  </a:moveTo>
                  <a:lnTo>
                    <a:pt x="5" y="364"/>
                  </a:lnTo>
                </a:path>
              </a:pathLst>
            </a:custGeom>
            <a:noFill/>
            <a:ln w="9525" cap="flat">
              <a:solidFill>
                <a:srgbClr val="BF9000">
                  <a:alpha val="100000"/>
                </a:srgbClr>
              </a:solidFill>
              <a:prstDash val="solid"/>
              <a:round/>
            </a:ln>
          </p:spPr>
          <p:txBody>
            <a:bodyPr rtlCol="0"/>
            <a:lstStyle/>
            <a:p>
              <a:pPr algn="ctr"/>
              <a:endParaRPr lang="zh-CN" altLang="en-US"/>
            </a:p>
          </p:txBody>
        </p:sp>
      </p:grpSp>
      <p:sp>
        <p:nvSpPr>
          <p:cNvPr id="4658" name="textbox 4658"/>
          <p:cNvSpPr/>
          <p:nvPr>
            <p:custDataLst>
              <p:tags r:id="rId3"/>
            </p:custDataLst>
          </p:nvPr>
        </p:nvSpPr>
        <p:spPr>
          <a:xfrm>
            <a:off x="810165" y="431387"/>
            <a:ext cx="2821939"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项目管理成熟度评估标准</a:t>
            </a:r>
            <a:endParaRPr lang="en-US" altLang="en-US" sz="2000" b="1" kern="0" spc="0" dirty="0">
              <a:solidFill>
                <a:schemeClr val="dk1"/>
              </a:solidFill>
              <a:cs typeface="微软雅黑" panose="020B0503020204020204" charset="-122"/>
            </a:endParaRPr>
          </a:p>
        </p:txBody>
      </p:sp>
    </p:spTree>
    <p:custDataLst>
      <p:tags r:id="rId4"/>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0" name="group 550"/>
          <p:cNvGrpSpPr/>
          <p:nvPr/>
        </p:nvGrpSpPr>
        <p:grpSpPr>
          <a:xfrm rot="21600000">
            <a:off x="1530222" y="2268331"/>
            <a:ext cx="3816222" cy="2545236"/>
            <a:chOff x="0" y="0"/>
            <a:chExt cx="3816222" cy="2545236"/>
          </a:xfrm>
        </p:grpSpPr>
        <p:grpSp>
          <p:nvGrpSpPr>
            <p:cNvPr id="552" name="group 552"/>
            <p:cNvGrpSpPr/>
            <p:nvPr/>
          </p:nvGrpSpPr>
          <p:grpSpPr>
            <a:xfrm rot="21600000">
              <a:off x="307969" y="6049"/>
              <a:ext cx="3105663" cy="2530791"/>
              <a:chOff x="0" y="0"/>
              <a:chExt cx="3105663" cy="2530791"/>
            </a:xfrm>
          </p:grpSpPr>
          <p:sp>
            <p:nvSpPr>
              <p:cNvPr id="4660" name="path"/>
              <p:cNvSpPr/>
              <p:nvPr/>
            </p:nvSpPr>
            <p:spPr>
              <a:xfrm>
                <a:off x="5847" y="2475"/>
                <a:ext cx="3099816" cy="2528316"/>
              </a:xfrm>
              <a:custGeom>
                <a:avLst/>
                <a:gdLst/>
                <a:ahLst/>
                <a:cxnLst/>
                <a:rect l="0" t="0" r="0" b="0"/>
                <a:pathLst>
                  <a:path w="4881" h="3981">
                    <a:moveTo>
                      <a:pt x="0" y="1990"/>
                    </a:moveTo>
                    <a:lnTo>
                      <a:pt x="842" y="0"/>
                    </a:lnTo>
                    <a:lnTo>
                      <a:pt x="4038" y="0"/>
                    </a:lnTo>
                    <a:lnTo>
                      <a:pt x="4881" y="1990"/>
                    </a:lnTo>
                    <a:lnTo>
                      <a:pt x="4038" y="3981"/>
                    </a:lnTo>
                    <a:lnTo>
                      <a:pt x="842" y="3981"/>
                    </a:lnTo>
                    <a:lnTo>
                      <a:pt x="0" y="1990"/>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4662" name="path"/>
              <p:cNvSpPr/>
              <p:nvPr/>
            </p:nvSpPr>
            <p:spPr>
              <a:xfrm>
                <a:off x="0" y="0"/>
                <a:ext cx="546746" cy="1269108"/>
              </a:xfrm>
              <a:custGeom>
                <a:avLst/>
                <a:gdLst/>
                <a:ahLst/>
                <a:cxnLst/>
                <a:rect l="0" t="0" r="0" b="0"/>
                <a:pathLst>
                  <a:path w="861" h="1998">
                    <a:moveTo>
                      <a:pt x="9" y="1994"/>
                    </a:moveTo>
                    <a:lnTo>
                      <a:pt x="851" y="3"/>
                    </a:lnTo>
                  </a:path>
                </a:pathLst>
              </a:custGeom>
              <a:noFill/>
              <a:ln w="12700" cap="flat">
                <a:solidFill>
                  <a:srgbClr val="F8CBAD">
                    <a:alpha val="100000"/>
                  </a:srgbClr>
                </a:solidFill>
                <a:prstDash val="solid"/>
                <a:miter lim="1000000"/>
              </a:ln>
            </p:spPr>
            <p:txBody>
              <a:bodyPr rtlCol="0"/>
              <a:lstStyle/>
              <a:p>
                <a:pPr algn="ctr"/>
                <a:endParaRPr lang="zh-CN" altLang="en-US"/>
              </a:p>
            </p:txBody>
          </p:sp>
        </p:grpSp>
        <p:sp>
          <p:nvSpPr>
            <p:cNvPr id="4664" name="path"/>
            <p:cNvSpPr/>
            <p:nvPr/>
          </p:nvSpPr>
          <p:spPr>
            <a:xfrm>
              <a:off x="307969" y="1270207"/>
              <a:ext cx="546746" cy="1269108"/>
            </a:xfrm>
            <a:custGeom>
              <a:avLst/>
              <a:gdLst/>
              <a:ahLst/>
              <a:cxnLst/>
              <a:rect l="0" t="0" r="0" b="0"/>
              <a:pathLst>
                <a:path w="861" h="1998">
                  <a:moveTo>
                    <a:pt x="851" y="1994"/>
                  </a:moveTo>
                  <a:lnTo>
                    <a:pt x="9" y="3"/>
                  </a:lnTo>
                </a:path>
              </a:pathLst>
            </a:custGeom>
            <a:noFill/>
            <a:ln w="12700" cap="flat">
              <a:solidFill>
                <a:srgbClr val="F8CBAD">
                  <a:alpha val="100000"/>
                </a:srgbClr>
              </a:solidFill>
              <a:prstDash val="solid"/>
              <a:miter lim="1000000"/>
            </a:ln>
          </p:spPr>
          <p:txBody>
            <a:bodyPr rtlCol="0"/>
            <a:lstStyle/>
            <a:p>
              <a:pPr algn="ctr"/>
              <a:endParaRPr lang="zh-CN" altLang="en-US"/>
            </a:p>
          </p:txBody>
        </p:sp>
        <p:sp>
          <p:nvSpPr>
            <p:cNvPr id="4666" name="path"/>
            <p:cNvSpPr/>
            <p:nvPr/>
          </p:nvSpPr>
          <p:spPr>
            <a:xfrm>
              <a:off x="2872734" y="6049"/>
              <a:ext cx="546746" cy="2533266"/>
            </a:xfrm>
            <a:custGeom>
              <a:avLst/>
              <a:gdLst/>
              <a:ahLst/>
              <a:cxnLst/>
              <a:rect l="0" t="0" r="0" b="0"/>
              <a:pathLst>
                <a:path w="861" h="3989">
                  <a:moveTo>
                    <a:pt x="9" y="3"/>
                  </a:moveTo>
                  <a:lnTo>
                    <a:pt x="851" y="1994"/>
                  </a:lnTo>
                  <a:lnTo>
                    <a:pt x="9" y="3985"/>
                  </a:lnTo>
                </a:path>
              </a:pathLst>
            </a:custGeom>
            <a:noFill/>
            <a:ln w="12700" cap="flat">
              <a:solidFill>
                <a:srgbClr val="F8CBAD">
                  <a:alpha val="100000"/>
                </a:srgbClr>
              </a:solidFill>
              <a:prstDash val="solid"/>
              <a:miter lim="1000000"/>
            </a:ln>
          </p:spPr>
          <p:txBody>
            <a:bodyPr rtlCol="0"/>
            <a:lstStyle/>
            <a:p>
              <a:pPr algn="ctr"/>
              <a:endParaRPr lang="zh-CN" altLang="en-US"/>
            </a:p>
          </p:txBody>
        </p:sp>
        <p:sp>
          <p:nvSpPr>
            <p:cNvPr id="4668" name="rect"/>
            <p:cNvSpPr/>
            <p:nvPr/>
          </p:nvSpPr>
          <p:spPr>
            <a:xfrm>
              <a:off x="848868" y="2530490"/>
              <a:ext cx="2029713"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670" name="rect"/>
            <p:cNvSpPr/>
            <p:nvPr/>
          </p:nvSpPr>
          <p:spPr>
            <a:xfrm>
              <a:off x="848868" y="2174"/>
              <a:ext cx="2029713" cy="12700"/>
            </a:xfrm>
            <a:prstGeom prst="rect">
              <a:avLst/>
            </a:prstGeom>
            <a:solidFill>
              <a:schemeClr val="accent1">
                <a:alpha val="100000"/>
              </a:schemeClr>
            </a:solidFill>
            <a:ln cap="flat">
              <a:noFill/>
              <a:prstDash val="solid"/>
              <a:miter lim="0"/>
            </a:ln>
          </p:spPr>
          <p:txBody>
            <a:bodyPr rtlCol="0"/>
            <a:lstStyle/>
            <a:p>
              <a:pPr algn="ctr"/>
              <a:endParaRPr lang="zh-CN" altLang="en-US"/>
            </a:p>
          </p:txBody>
        </p:sp>
        <p:grpSp>
          <p:nvGrpSpPr>
            <p:cNvPr id="554" name="group 554"/>
            <p:cNvGrpSpPr/>
            <p:nvPr/>
          </p:nvGrpSpPr>
          <p:grpSpPr>
            <a:xfrm rot="21600000">
              <a:off x="313427" y="0"/>
              <a:ext cx="3102999" cy="2545236"/>
              <a:chOff x="0" y="0"/>
              <a:chExt cx="3102999" cy="2545236"/>
            </a:xfrm>
          </p:grpSpPr>
          <p:sp>
            <p:nvSpPr>
              <p:cNvPr id="4672" name="path"/>
              <p:cNvSpPr/>
              <p:nvPr/>
            </p:nvSpPr>
            <p:spPr>
              <a:xfrm>
                <a:off x="795917" y="520588"/>
                <a:ext cx="1584960" cy="1359407"/>
              </a:xfrm>
              <a:custGeom>
                <a:avLst/>
                <a:gdLst/>
                <a:ahLst/>
                <a:cxnLst/>
                <a:rect l="0" t="0" r="0" b="0"/>
                <a:pathLst>
                  <a:path w="2496" h="2140">
                    <a:moveTo>
                      <a:pt x="0" y="1070"/>
                    </a:moveTo>
                    <a:lnTo>
                      <a:pt x="452" y="0"/>
                    </a:lnTo>
                    <a:lnTo>
                      <a:pt x="2042" y="0"/>
                    </a:lnTo>
                    <a:lnTo>
                      <a:pt x="2496" y="1070"/>
                    </a:lnTo>
                    <a:lnTo>
                      <a:pt x="2042" y="2140"/>
                    </a:lnTo>
                    <a:lnTo>
                      <a:pt x="452" y="2140"/>
                    </a:lnTo>
                    <a:lnTo>
                      <a:pt x="0" y="1070"/>
                    </a:lnTo>
                    <a:close/>
                  </a:path>
                </a:pathLst>
              </a:custGeom>
              <a:solidFill>
                <a:schemeClr val="accent4">
                  <a:alpha val="100000"/>
                </a:schemeClr>
              </a:solidFill>
              <a:ln cap="flat">
                <a:noFill/>
                <a:prstDash val="solid"/>
                <a:miter lim="0"/>
              </a:ln>
            </p:spPr>
            <p:txBody>
              <a:bodyPr rtlCol="0"/>
              <a:lstStyle/>
              <a:p>
                <a:pPr algn="ctr"/>
                <a:endParaRPr lang="zh-CN" altLang="en-US"/>
              </a:p>
            </p:txBody>
          </p:sp>
          <p:sp>
            <p:nvSpPr>
              <p:cNvPr id="4674" name="path"/>
              <p:cNvSpPr/>
              <p:nvPr/>
            </p:nvSpPr>
            <p:spPr>
              <a:xfrm>
                <a:off x="790069" y="518113"/>
                <a:ext cx="1596655" cy="1364357"/>
              </a:xfrm>
              <a:custGeom>
                <a:avLst/>
                <a:gdLst/>
                <a:ahLst/>
                <a:cxnLst/>
                <a:rect l="0" t="0" r="0" b="0"/>
                <a:pathLst>
                  <a:path w="2514" h="2148">
                    <a:moveTo>
                      <a:pt x="9" y="1074"/>
                    </a:moveTo>
                    <a:lnTo>
                      <a:pt x="462" y="3"/>
                    </a:lnTo>
                    <a:moveTo>
                      <a:pt x="2052" y="3"/>
                    </a:moveTo>
                    <a:lnTo>
                      <a:pt x="2505" y="1074"/>
                    </a:lnTo>
                    <a:lnTo>
                      <a:pt x="2052" y="2144"/>
                    </a:lnTo>
                    <a:moveTo>
                      <a:pt x="462" y="2144"/>
                    </a:moveTo>
                    <a:lnTo>
                      <a:pt x="9" y="1074"/>
                    </a:lnTo>
                  </a:path>
                </a:pathLst>
              </a:custGeom>
              <a:noFill/>
              <a:ln w="12700" cap="flat">
                <a:solidFill>
                  <a:srgbClr val="C55A11">
                    <a:alpha val="100000"/>
                  </a:srgbClr>
                </a:solidFill>
                <a:prstDash val="solid"/>
                <a:miter lim="1000000"/>
              </a:ln>
            </p:spPr>
            <p:txBody>
              <a:bodyPr rtlCol="0"/>
              <a:lstStyle/>
              <a:p>
                <a:pPr algn="ctr"/>
                <a:endParaRPr lang="zh-CN" altLang="en-US"/>
              </a:p>
            </p:txBody>
          </p:sp>
          <p:sp>
            <p:nvSpPr>
              <p:cNvPr id="4676" name="path"/>
              <p:cNvSpPr/>
              <p:nvPr/>
            </p:nvSpPr>
            <p:spPr>
              <a:xfrm>
                <a:off x="0" y="0"/>
                <a:ext cx="3102999" cy="2545236"/>
              </a:xfrm>
              <a:custGeom>
                <a:avLst/>
                <a:gdLst/>
                <a:ahLst/>
                <a:cxnLst/>
                <a:rect l="0" t="0" r="0" b="0"/>
                <a:pathLst>
                  <a:path w="4886" h="4008">
                    <a:moveTo>
                      <a:pt x="844" y="14"/>
                    </a:moveTo>
                    <a:lnTo>
                      <a:pt x="1707" y="820"/>
                    </a:lnTo>
                    <a:moveTo>
                      <a:pt x="3297" y="820"/>
                    </a:moveTo>
                    <a:lnTo>
                      <a:pt x="4041" y="14"/>
                    </a:lnTo>
                    <a:moveTo>
                      <a:pt x="3750" y="1891"/>
                    </a:moveTo>
                    <a:lnTo>
                      <a:pt x="4884" y="2005"/>
                    </a:lnTo>
                    <a:moveTo>
                      <a:pt x="3297" y="2997"/>
                    </a:moveTo>
                    <a:lnTo>
                      <a:pt x="4041" y="3995"/>
                    </a:lnTo>
                    <a:moveTo>
                      <a:pt x="1254" y="1891"/>
                    </a:moveTo>
                    <a:lnTo>
                      <a:pt x="1" y="2005"/>
                    </a:lnTo>
                    <a:moveTo>
                      <a:pt x="1707" y="2961"/>
                    </a:moveTo>
                    <a:lnTo>
                      <a:pt x="844" y="3995"/>
                    </a:lnTo>
                  </a:path>
                </a:pathLst>
              </a:custGeom>
              <a:noFill/>
              <a:ln w="25400" cap="flat">
                <a:solidFill>
                  <a:srgbClr val="333F50">
                    <a:alpha val="100000"/>
                  </a:srgbClr>
                </a:solidFill>
                <a:prstDash val="solid"/>
                <a:miter lim="1000000"/>
              </a:ln>
            </p:spPr>
            <p:txBody>
              <a:bodyPr rtlCol="0"/>
              <a:lstStyle/>
              <a:p>
                <a:pPr algn="ctr"/>
                <a:endParaRPr lang="zh-CN" altLang="en-US"/>
              </a:p>
            </p:txBody>
          </p:sp>
        </p:grpSp>
        <p:sp>
          <p:nvSpPr>
            <p:cNvPr id="4678" name="textbox 4678"/>
            <p:cNvSpPr/>
            <p:nvPr>
              <p:custDataLst>
                <p:tags r:id="rId1"/>
              </p:custDataLst>
            </p:nvPr>
          </p:nvSpPr>
          <p:spPr>
            <a:xfrm>
              <a:off x="1317886" y="5527"/>
              <a:ext cx="1040130" cy="2486660"/>
            </a:xfrm>
            <a:prstGeom prst="rect">
              <a:avLst/>
            </a:prstGeom>
          </p:spPr>
          <p:txBody>
            <a:bodyPr vert="horz" wrap="square" lIns="0" tIns="0" rIns="0" bIns="0">
              <a:normAutofit/>
            </a:bodyPr>
            <a:lstStyle/>
            <a:p>
              <a:pPr algn="l" rtl="0" eaLnBrk="0">
                <a:lnSpc>
                  <a:spcPct val="76000"/>
                </a:lnSpc>
              </a:pPr>
              <a:endParaRPr lang="en-US" altLang="en-US" sz="100" dirty="0">
                <a:solidFill>
                  <a:schemeClr val="dk1"/>
                </a:solidFill>
              </a:endParaRPr>
            </a:p>
            <a:p>
              <a:pPr marL="241935" algn="l" rtl="0" eaLnBrk="0">
                <a:lnSpc>
                  <a:spcPct val="98000"/>
                </a:lnSpc>
              </a:pPr>
              <a:r>
                <a:rPr sz="1800" b="1" kern="0" spc="-20" dirty="0">
                  <a:solidFill>
                    <a:schemeClr val="dk1"/>
                  </a:solidFill>
                  <a:cs typeface="微软雅黑" panose="020B0503020204020204" charset="-122"/>
                </a:rPr>
                <a:t>文化</a:t>
              </a:r>
              <a:endParaRPr lang="en-US" altLang="en-US" sz="1800" dirty="0">
                <a:solidFill>
                  <a:schemeClr val="dk1"/>
                </a:solidFill>
              </a:endParaRPr>
            </a:p>
            <a:p>
              <a:pPr marL="320675" algn="l" rtl="0" eaLnBrk="0">
                <a:lnSpc>
                  <a:spcPct val="80000"/>
                </a:lnSpc>
                <a:spcBef>
                  <a:spcPts val="230"/>
                </a:spcBef>
              </a:pPr>
              <a:r>
                <a:rPr sz="1800" b="1" kern="0" spc="-40" dirty="0">
                  <a:solidFill>
                    <a:schemeClr val="dk1"/>
                  </a:solidFill>
                  <a:cs typeface="Arial" panose="020B0604020202020204"/>
                </a:rPr>
                <a:t>1.3</a:t>
              </a:r>
              <a:endParaRPr lang="en-US" altLang="en-US" sz="1800" dirty="0">
                <a:solidFill>
                  <a:schemeClr val="dk1"/>
                </a:solidFill>
              </a:endParaRPr>
            </a:p>
            <a:p>
              <a:pPr algn="l" rtl="0" eaLnBrk="0">
                <a:lnSpc>
                  <a:spcPct val="138000"/>
                </a:lnSpc>
              </a:pPr>
              <a:endParaRPr lang="en-US" altLang="en-US" sz="1000" dirty="0">
                <a:solidFill>
                  <a:schemeClr val="dk1"/>
                </a:solidFill>
              </a:endParaRPr>
            </a:p>
            <a:p>
              <a:pPr algn="l" rtl="0" eaLnBrk="0">
                <a:lnSpc>
                  <a:spcPct val="138000"/>
                </a:lnSpc>
              </a:pPr>
              <a:endParaRPr lang="en-US" altLang="en-US" sz="1000" dirty="0">
                <a:solidFill>
                  <a:schemeClr val="dk1"/>
                </a:solidFill>
              </a:endParaRPr>
            </a:p>
            <a:p>
              <a:pPr marL="12700" algn="l" rtl="0" eaLnBrk="0">
                <a:lnSpc>
                  <a:spcPct val="97000"/>
                </a:lnSpc>
                <a:spcBef>
                  <a:spcPts val="600"/>
                </a:spcBef>
              </a:pPr>
              <a:r>
                <a:rPr sz="2000" b="1" kern="0" spc="-10" dirty="0">
                  <a:solidFill>
                    <a:schemeClr val="dk1"/>
                  </a:solidFill>
                  <a:cs typeface="微软雅黑" panose="020B0503020204020204" charset="-122"/>
                </a:rPr>
                <a:t>项目管理</a:t>
              </a:r>
              <a:endParaRPr lang="en-US" altLang="en-US" sz="2000" dirty="0">
                <a:solidFill>
                  <a:schemeClr val="dk1"/>
                </a:solidFill>
              </a:endParaRPr>
            </a:p>
            <a:p>
              <a:pPr algn="l" rtl="0" eaLnBrk="0">
                <a:lnSpc>
                  <a:spcPct val="124000"/>
                </a:lnSpc>
              </a:pPr>
              <a:endParaRPr lang="en-US" altLang="en-US" sz="1000" dirty="0">
                <a:solidFill>
                  <a:schemeClr val="dk1"/>
                </a:solidFill>
              </a:endParaRPr>
            </a:p>
            <a:p>
              <a:pPr algn="l" rtl="0" eaLnBrk="0">
                <a:lnSpc>
                  <a:spcPct val="124000"/>
                </a:lnSpc>
              </a:pPr>
              <a:endParaRPr lang="en-US" altLang="en-US" sz="1000" dirty="0">
                <a:solidFill>
                  <a:schemeClr val="dk1"/>
                </a:solidFill>
              </a:endParaRPr>
            </a:p>
            <a:p>
              <a:pPr algn="l" rtl="0" eaLnBrk="0">
                <a:lnSpc>
                  <a:spcPct val="124000"/>
                </a:lnSpc>
              </a:pPr>
              <a:endParaRPr lang="en-US" altLang="en-US" sz="1000" dirty="0">
                <a:solidFill>
                  <a:schemeClr val="dk1"/>
                </a:solidFill>
              </a:endParaRPr>
            </a:p>
            <a:p>
              <a:pPr marL="363220" algn="l" rtl="0" eaLnBrk="0">
                <a:lnSpc>
                  <a:spcPct val="97000"/>
                </a:lnSpc>
                <a:spcBef>
                  <a:spcPts val="540"/>
                </a:spcBef>
              </a:pPr>
              <a:r>
                <a:rPr sz="1800" b="1" kern="0" spc="-20" dirty="0">
                  <a:solidFill>
                    <a:schemeClr val="dk1"/>
                  </a:solidFill>
                  <a:cs typeface="微软雅黑" panose="020B0503020204020204" charset="-122"/>
                </a:rPr>
                <a:t>组织</a:t>
              </a:r>
              <a:endParaRPr lang="en-US" altLang="en-US" sz="1800" dirty="0">
                <a:solidFill>
                  <a:schemeClr val="dk1"/>
                </a:solidFill>
              </a:endParaRPr>
            </a:p>
            <a:p>
              <a:pPr marL="442595" algn="l" rtl="0" eaLnBrk="0">
                <a:lnSpc>
                  <a:spcPct val="80000"/>
                </a:lnSpc>
                <a:spcBef>
                  <a:spcPts val="245"/>
                </a:spcBef>
              </a:pPr>
              <a:r>
                <a:rPr sz="1800" b="1" kern="0" spc="-40" dirty="0">
                  <a:solidFill>
                    <a:schemeClr val="dk1"/>
                  </a:solidFill>
                  <a:cs typeface="Arial" panose="020B0604020202020204"/>
                </a:rPr>
                <a:t>1.4</a:t>
              </a:r>
              <a:endParaRPr lang="en-US" altLang="en-US" sz="1800" b="1" kern="0" spc="-40" dirty="0">
                <a:solidFill>
                  <a:schemeClr val="dk1"/>
                </a:solidFill>
                <a:cs typeface="Arial" panose="020B0604020202020204"/>
              </a:endParaRPr>
            </a:p>
          </p:txBody>
        </p:sp>
        <p:pic>
          <p:nvPicPr>
            <p:cNvPr id="4680" name="picture 4680"/>
            <p:cNvPicPr>
              <a:picLocks noChangeAspect="1"/>
            </p:cNvPicPr>
            <p:nvPr>
              <p:custDataLst>
                <p:tags r:id="rId2"/>
              </p:custDataLst>
            </p:nvPr>
          </p:nvPicPr>
          <p:blipFill>
            <a:blip r:embed="rId3"/>
            <a:stretch>
              <a:fillRect/>
            </a:stretch>
          </p:blipFill>
          <p:spPr>
            <a:xfrm rot="21600000">
              <a:off x="3101086" y="1403238"/>
              <a:ext cx="715136" cy="1060450"/>
            </a:xfrm>
            <a:prstGeom prst="rect">
              <a:avLst/>
            </a:prstGeom>
          </p:spPr>
        </p:pic>
        <p:pic>
          <p:nvPicPr>
            <p:cNvPr id="4682" name="picture 4682"/>
            <p:cNvPicPr>
              <a:picLocks noChangeAspect="1"/>
            </p:cNvPicPr>
            <p:nvPr>
              <p:custDataLst>
                <p:tags r:id="rId4"/>
              </p:custDataLst>
            </p:nvPr>
          </p:nvPicPr>
          <p:blipFill>
            <a:blip r:embed="rId5"/>
            <a:stretch>
              <a:fillRect/>
            </a:stretch>
          </p:blipFill>
          <p:spPr>
            <a:xfrm rot="21600000">
              <a:off x="3043047" y="28336"/>
              <a:ext cx="626363" cy="1054480"/>
            </a:xfrm>
            <a:prstGeom prst="rect">
              <a:avLst/>
            </a:prstGeom>
          </p:spPr>
        </p:pic>
        <p:pic>
          <p:nvPicPr>
            <p:cNvPr id="4684" name="picture 4684"/>
            <p:cNvPicPr>
              <a:picLocks noChangeAspect="1"/>
            </p:cNvPicPr>
            <p:nvPr>
              <p:custDataLst>
                <p:tags r:id="rId6"/>
              </p:custDataLst>
            </p:nvPr>
          </p:nvPicPr>
          <p:blipFill>
            <a:blip r:embed="rId7"/>
            <a:stretch>
              <a:fillRect/>
            </a:stretch>
          </p:blipFill>
          <p:spPr>
            <a:xfrm rot="21600000">
              <a:off x="2454402" y="1221882"/>
              <a:ext cx="641477" cy="848486"/>
            </a:xfrm>
            <a:prstGeom prst="rect">
              <a:avLst/>
            </a:prstGeom>
          </p:spPr>
        </p:pic>
        <p:pic>
          <p:nvPicPr>
            <p:cNvPr id="4686" name="picture 4686"/>
            <p:cNvPicPr>
              <a:picLocks noChangeAspect="1"/>
            </p:cNvPicPr>
            <p:nvPr>
              <p:custDataLst>
                <p:tags r:id="rId8"/>
              </p:custDataLst>
            </p:nvPr>
          </p:nvPicPr>
          <p:blipFill>
            <a:blip r:embed="rId9"/>
            <a:stretch>
              <a:fillRect/>
            </a:stretch>
          </p:blipFill>
          <p:spPr>
            <a:xfrm rot="21600000">
              <a:off x="0" y="1518808"/>
              <a:ext cx="529336" cy="859789"/>
            </a:xfrm>
            <a:prstGeom prst="rect">
              <a:avLst/>
            </a:prstGeom>
          </p:spPr>
        </p:pic>
        <p:pic>
          <p:nvPicPr>
            <p:cNvPr id="4688" name="picture 4688"/>
            <p:cNvPicPr>
              <a:picLocks noChangeAspect="1"/>
            </p:cNvPicPr>
            <p:nvPr>
              <p:custDataLst>
                <p:tags r:id="rId10"/>
              </p:custDataLst>
            </p:nvPr>
          </p:nvPicPr>
          <p:blipFill>
            <a:blip r:embed="rId11"/>
            <a:stretch>
              <a:fillRect/>
            </a:stretch>
          </p:blipFill>
          <p:spPr>
            <a:xfrm rot="21600000">
              <a:off x="571246" y="478043"/>
              <a:ext cx="549275" cy="475869"/>
            </a:xfrm>
            <a:prstGeom prst="rect">
              <a:avLst/>
            </a:prstGeom>
          </p:spPr>
        </p:pic>
        <p:pic>
          <p:nvPicPr>
            <p:cNvPr id="4690" name="picture 4690"/>
            <p:cNvPicPr>
              <a:picLocks noChangeAspect="1"/>
            </p:cNvPicPr>
            <p:nvPr>
              <p:custDataLst>
                <p:tags r:id="rId12"/>
              </p:custDataLst>
            </p:nvPr>
          </p:nvPicPr>
          <p:blipFill>
            <a:blip r:embed="rId13"/>
            <a:stretch>
              <a:fillRect/>
            </a:stretch>
          </p:blipFill>
          <p:spPr>
            <a:xfrm rot="21600000">
              <a:off x="100583" y="51577"/>
              <a:ext cx="525399" cy="840612"/>
            </a:xfrm>
            <a:prstGeom prst="rect">
              <a:avLst/>
            </a:prstGeom>
          </p:spPr>
        </p:pic>
        <p:pic>
          <p:nvPicPr>
            <p:cNvPr id="4692" name="picture 4692"/>
            <p:cNvPicPr>
              <a:picLocks noChangeAspect="1"/>
            </p:cNvPicPr>
            <p:nvPr>
              <p:custDataLst>
                <p:tags r:id="rId14"/>
              </p:custDataLst>
            </p:nvPr>
          </p:nvPicPr>
          <p:blipFill>
            <a:blip r:embed="rId15"/>
            <a:stretch>
              <a:fillRect/>
            </a:stretch>
          </p:blipFill>
          <p:spPr>
            <a:xfrm rot="21600000">
              <a:off x="2491867" y="501411"/>
              <a:ext cx="561974" cy="656844"/>
            </a:xfrm>
            <a:prstGeom prst="rect">
              <a:avLst/>
            </a:prstGeom>
          </p:spPr>
        </p:pic>
        <p:pic>
          <p:nvPicPr>
            <p:cNvPr id="4694" name="picture 4694"/>
            <p:cNvPicPr>
              <a:picLocks noChangeAspect="1"/>
            </p:cNvPicPr>
            <p:nvPr>
              <p:custDataLst>
                <p:tags r:id="rId16"/>
              </p:custDataLst>
            </p:nvPr>
          </p:nvPicPr>
          <p:blipFill>
            <a:blip r:embed="rId17"/>
            <a:stretch>
              <a:fillRect/>
            </a:stretch>
          </p:blipFill>
          <p:spPr>
            <a:xfrm rot="21600000">
              <a:off x="564387" y="1432067"/>
              <a:ext cx="528574" cy="477520"/>
            </a:xfrm>
            <a:prstGeom prst="rect">
              <a:avLst/>
            </a:prstGeom>
          </p:spPr>
        </p:pic>
        <p:sp>
          <p:nvSpPr>
            <p:cNvPr id="4696" name="rect"/>
            <p:cNvSpPr/>
            <p:nvPr/>
          </p:nvSpPr>
          <p:spPr>
            <a:xfrm>
              <a:off x="1396999" y="514238"/>
              <a:ext cx="1009650" cy="12700"/>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4698" name="rect"/>
            <p:cNvSpPr/>
            <p:nvPr/>
          </p:nvSpPr>
          <p:spPr>
            <a:xfrm>
              <a:off x="1396999" y="1873646"/>
              <a:ext cx="1009650" cy="12700"/>
            </a:xfrm>
            <a:prstGeom prst="rect">
              <a:avLst/>
            </a:prstGeom>
            <a:solidFill>
              <a:schemeClr val="accent2">
                <a:alpha val="100000"/>
              </a:schemeClr>
            </a:solidFill>
            <a:ln cap="flat">
              <a:noFill/>
              <a:prstDash val="solid"/>
              <a:miter lim="0"/>
            </a:ln>
          </p:spPr>
          <p:txBody>
            <a:bodyPr rtlCol="0"/>
            <a:lstStyle/>
            <a:p>
              <a:pPr algn="ctr"/>
              <a:endParaRPr lang="zh-CN" altLang="en-US"/>
            </a:p>
          </p:txBody>
        </p:sp>
      </p:grpSp>
      <p:graphicFrame>
        <p:nvGraphicFramePr>
          <p:cNvPr id="4700" name="table 4700"/>
          <p:cNvGraphicFramePr>
            <a:graphicFrameLocks noGrp="1"/>
          </p:cNvGraphicFramePr>
          <p:nvPr>
            <p:custDataLst>
              <p:tags r:id="rId18"/>
            </p:custDataLst>
          </p:nvPr>
        </p:nvGraphicFramePr>
        <p:xfrm>
          <a:off x="8493125" y="3570604"/>
          <a:ext cx="2933700" cy="2381885"/>
        </p:xfrm>
        <a:graphic>
          <a:graphicData uri="http://schemas.openxmlformats.org/drawingml/2006/table">
            <a:tbl>
              <a:tblPr/>
              <a:tblGrid>
                <a:gridCol w="1113155"/>
                <a:gridCol w="1820545"/>
              </a:tblGrid>
              <a:tr h="2381885">
                <a:tc>
                  <a:txBody>
                    <a:bodyPr/>
                    <a:lstStyle/>
                    <a:p>
                      <a:pPr algn="l" rtl="0" eaLnBrk="0">
                        <a:lnSpc>
                          <a:spcPct val="197000"/>
                        </a:lnSpc>
                      </a:pPr>
                      <a:endParaRPr lang="en-US" altLang="en-US" sz="1000" dirty="0"/>
                    </a:p>
                    <a:p>
                      <a:pPr algn="l" rtl="0" eaLnBrk="0">
                        <a:lnSpc>
                          <a:spcPct val="8000"/>
                        </a:lnSpc>
                      </a:pPr>
                      <a:endParaRPr lang="en-US" altLang="en-US" sz="100" dirty="0"/>
                    </a:p>
                    <a:p>
                      <a:pPr marL="904875" algn="l" rtl="0" eaLnBrk="0">
                        <a:lnSpc>
                          <a:spcPct val="83000"/>
                        </a:lnSpc>
                      </a:pPr>
                      <a:r>
                        <a:rPr sz="1400" b="1" kern="0" spc="-20" dirty="0">
                          <a:solidFill>
                            <a:srgbClr val="ED7D31">
                              <a:alpha val="100000"/>
                            </a:srgbClr>
                          </a:solidFill>
                          <a:cs typeface="微软雅黑" panose="020B0503020204020204" charset="-122"/>
                        </a:rPr>
                        <a:t>5</a:t>
                      </a:r>
                      <a:endParaRPr lang="en-US" altLang="en-US" sz="1400" dirty="0"/>
                    </a:p>
                    <a:p>
                      <a:pPr algn="l" rtl="0" eaLnBrk="0">
                        <a:lnSpc>
                          <a:spcPct val="129000"/>
                        </a:lnSpc>
                      </a:pPr>
                      <a:endParaRPr lang="en-US" altLang="en-US" sz="1000" dirty="0"/>
                    </a:p>
                    <a:p>
                      <a:pPr marL="892810" algn="l" rtl="0" eaLnBrk="0">
                        <a:lnSpc>
                          <a:spcPct val="83000"/>
                        </a:lnSpc>
                        <a:spcBef>
                          <a:spcPts val="420"/>
                        </a:spcBef>
                      </a:pPr>
                      <a:r>
                        <a:rPr sz="1400" b="1" kern="0" spc="-20" dirty="0">
                          <a:solidFill>
                            <a:srgbClr val="ED7D31">
                              <a:alpha val="100000"/>
                            </a:srgbClr>
                          </a:solidFill>
                          <a:cs typeface="微软雅黑" panose="020B0503020204020204" charset="-122"/>
                        </a:rPr>
                        <a:t>4</a:t>
                      </a:r>
                      <a:endParaRPr lang="en-US" altLang="en-US" sz="1400" dirty="0"/>
                    </a:p>
                    <a:p>
                      <a:pPr algn="l" rtl="0" eaLnBrk="0">
                        <a:lnSpc>
                          <a:spcPct val="127000"/>
                        </a:lnSpc>
                      </a:pPr>
                      <a:endParaRPr lang="en-US" altLang="en-US" sz="1000" dirty="0"/>
                    </a:p>
                    <a:p>
                      <a:pPr marL="903605" algn="l" rtl="0" eaLnBrk="0">
                        <a:lnSpc>
                          <a:spcPct val="84000"/>
                        </a:lnSpc>
                        <a:spcBef>
                          <a:spcPts val="425"/>
                        </a:spcBef>
                      </a:pPr>
                      <a:r>
                        <a:rPr sz="1400" b="1" kern="0" spc="-20" dirty="0">
                          <a:solidFill>
                            <a:srgbClr val="ED7D31">
                              <a:alpha val="100000"/>
                            </a:srgbClr>
                          </a:solidFill>
                          <a:cs typeface="微软雅黑" panose="020B0503020204020204" charset="-122"/>
                        </a:rPr>
                        <a:t>3</a:t>
                      </a:r>
                      <a:endParaRPr lang="en-US" altLang="en-US" sz="1400" dirty="0"/>
                    </a:p>
                    <a:p>
                      <a:pPr algn="l" rtl="0" eaLnBrk="0">
                        <a:lnSpc>
                          <a:spcPct val="127000"/>
                        </a:lnSpc>
                      </a:pPr>
                      <a:endParaRPr lang="en-US" altLang="en-US" sz="1000" dirty="0"/>
                    </a:p>
                    <a:p>
                      <a:pPr marL="899160" algn="l" rtl="0" eaLnBrk="0">
                        <a:lnSpc>
                          <a:spcPct val="84000"/>
                        </a:lnSpc>
                        <a:spcBef>
                          <a:spcPts val="425"/>
                        </a:spcBef>
                      </a:pPr>
                      <a:r>
                        <a:rPr sz="1400" b="1" kern="0" spc="-20" dirty="0">
                          <a:solidFill>
                            <a:srgbClr val="ED7D31">
                              <a:alpha val="100000"/>
                            </a:srgbClr>
                          </a:solidFill>
                          <a:cs typeface="微软雅黑" panose="020B0503020204020204" charset="-122"/>
                        </a:rPr>
                        <a:t>2</a:t>
                      </a:r>
                      <a:endParaRPr lang="en-US" altLang="en-US" sz="1400" dirty="0"/>
                    </a:p>
                    <a:p>
                      <a:pPr algn="l" rtl="0" eaLnBrk="0">
                        <a:lnSpc>
                          <a:spcPct val="126000"/>
                        </a:lnSpc>
                      </a:pPr>
                      <a:endParaRPr lang="en-US" altLang="en-US" sz="1000" dirty="0"/>
                    </a:p>
                    <a:p>
                      <a:pPr algn="l" rtl="0" eaLnBrk="0">
                        <a:lnSpc>
                          <a:spcPct val="117000"/>
                        </a:lnSpc>
                      </a:pPr>
                      <a:endParaRPr lang="en-US" altLang="en-US" sz="300" dirty="0"/>
                    </a:p>
                    <a:p>
                      <a:pPr marL="906780" algn="l" rtl="0" eaLnBrk="0">
                        <a:lnSpc>
                          <a:spcPct val="85000"/>
                        </a:lnSpc>
                        <a:spcBef>
                          <a:spcPts val="0"/>
                        </a:spcBef>
                      </a:pPr>
                      <a:r>
                        <a:rPr sz="1400" b="1" kern="0" spc="-20" dirty="0">
                          <a:solidFill>
                            <a:srgbClr val="ED7D31">
                              <a:alpha val="100000"/>
                            </a:srgbClr>
                          </a:solidFill>
                          <a:cs typeface="微软雅黑" panose="020B0503020204020204" charset="-122"/>
                        </a:rPr>
                        <a:t>1</a:t>
                      </a:r>
                      <a:endParaRPr lang="en-US" altLang="en-US" sz="1400" dirty="0"/>
                    </a:p>
                  </a:txBody>
                  <a:tcPr marL="0" marR="0" marT="0" marB="0" vert="horz">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eaLnBrk="0">
                        <a:lnSpc>
                          <a:spcPct val="188000"/>
                        </a:lnSpc>
                      </a:pPr>
                      <a:endParaRPr lang="en-US" altLang="en-US" sz="1000" dirty="0"/>
                    </a:p>
                    <a:p>
                      <a:pPr marL="115570" algn="l" rtl="0" eaLnBrk="0">
                        <a:lnSpc>
                          <a:spcPct val="84000"/>
                        </a:lnSpc>
                      </a:pPr>
                      <a:r>
                        <a:rPr sz="1400" kern="0" spc="-20" dirty="0">
                          <a:ln w="5103" cap="flat" cmpd="sng">
                            <a:solidFill>
                              <a:srgbClr val="A7A7A7">
                                <a:alpha val="100000"/>
                              </a:srgbClr>
                            </a:solidFill>
                            <a:prstDash val="solid"/>
                            <a:miter lim="10"/>
                          </a:ln>
                          <a:solidFill>
                            <a:srgbClr val="A7A7A7">
                              <a:alpha val="100000"/>
                            </a:srgbClr>
                          </a:solidFill>
                          <a:cs typeface="宋体" panose="02010600030101010101" pitchFamily="2" charset="-122"/>
                        </a:rPr>
                        <a:t>卓越级</a:t>
                      </a:r>
                      <a:endParaRPr lang="en-US" altLang="en-US" sz="1400" dirty="0"/>
                    </a:p>
                    <a:p>
                      <a:pPr marL="113030" algn="l" rtl="0" eaLnBrk="0">
                        <a:lnSpc>
                          <a:spcPts val="3360"/>
                        </a:lnSpc>
                      </a:pPr>
                      <a:r>
                        <a:rPr sz="1400" kern="0" spc="-10" dirty="0">
                          <a:ln w="5094" cap="flat" cmpd="sng">
                            <a:solidFill>
                              <a:srgbClr val="A7A7A7">
                                <a:alpha val="100000"/>
                              </a:srgbClr>
                            </a:solidFill>
                            <a:prstDash val="solid"/>
                            <a:miter lim="10"/>
                          </a:ln>
                          <a:solidFill>
                            <a:srgbClr val="A7A7A7">
                              <a:alpha val="100000"/>
                            </a:srgbClr>
                          </a:solidFill>
                          <a:cs typeface="宋体" panose="02010600030101010101" pitchFamily="2" charset="-122"/>
                        </a:rPr>
                        <a:t>优秀级</a:t>
                      </a:r>
                      <a:endParaRPr lang="en-US" altLang="en-US" sz="1400" dirty="0"/>
                    </a:p>
                    <a:p>
                      <a:pPr marL="114300" algn="l" rtl="0" eaLnBrk="0">
                        <a:lnSpc>
                          <a:spcPts val="3360"/>
                        </a:lnSpc>
                      </a:pPr>
                      <a:r>
                        <a:rPr sz="1400" kern="0" spc="-10" dirty="0">
                          <a:ln w="5094" cap="flat" cmpd="sng">
                            <a:solidFill>
                              <a:srgbClr val="A7A7A7">
                                <a:alpha val="100000"/>
                              </a:srgbClr>
                            </a:solidFill>
                            <a:prstDash val="solid"/>
                            <a:miter lim="10"/>
                          </a:ln>
                          <a:solidFill>
                            <a:srgbClr val="A7A7A7">
                              <a:alpha val="100000"/>
                            </a:srgbClr>
                          </a:solidFill>
                          <a:cs typeface="宋体" panose="02010600030101010101" pitchFamily="2" charset="-122"/>
                        </a:rPr>
                        <a:t>专业级</a:t>
                      </a:r>
                      <a:endParaRPr lang="en-US" altLang="en-US" sz="1400" dirty="0"/>
                    </a:p>
                    <a:p>
                      <a:pPr marL="113030" algn="l" rtl="0" eaLnBrk="0">
                        <a:lnSpc>
                          <a:spcPts val="3360"/>
                        </a:lnSpc>
                      </a:pPr>
                      <a:r>
                        <a:rPr sz="1400" kern="0" spc="-10" dirty="0">
                          <a:ln w="5103" cap="flat" cmpd="sng">
                            <a:solidFill>
                              <a:srgbClr val="A7A7A7">
                                <a:alpha val="100000"/>
                              </a:srgbClr>
                            </a:solidFill>
                            <a:prstDash val="solid"/>
                            <a:miter lim="10"/>
                          </a:ln>
                          <a:solidFill>
                            <a:srgbClr val="A7A7A7">
                              <a:alpha val="100000"/>
                            </a:srgbClr>
                          </a:solidFill>
                          <a:cs typeface="宋体" panose="02010600030101010101" pitchFamily="2" charset="-122"/>
                        </a:rPr>
                        <a:t>入门级</a:t>
                      </a:r>
                      <a:endParaRPr lang="en-US" altLang="en-US" sz="1400" dirty="0"/>
                    </a:p>
                    <a:p>
                      <a:pPr marL="116205" algn="l" rtl="0" eaLnBrk="0">
                        <a:lnSpc>
                          <a:spcPts val="3360"/>
                        </a:lnSpc>
                      </a:pPr>
                      <a:r>
                        <a:rPr sz="1400" kern="0" spc="-20" dirty="0">
                          <a:ln w="5094" cap="flat" cmpd="sng">
                            <a:solidFill>
                              <a:srgbClr val="A7A7A7">
                                <a:alpha val="100000"/>
                              </a:srgbClr>
                            </a:solidFill>
                            <a:prstDash val="solid"/>
                            <a:miter lim="10"/>
                          </a:ln>
                          <a:solidFill>
                            <a:srgbClr val="A7A7A7">
                              <a:alpha val="100000"/>
                            </a:srgbClr>
                          </a:solidFill>
                          <a:cs typeface="宋体" panose="02010600030101010101" pitchFamily="2" charset="-122"/>
                        </a:rPr>
                        <a:t>不关注</a:t>
                      </a:r>
                      <a:endParaRPr lang="en-US" altLang="en-US" sz="1400" dirty="0"/>
                    </a:p>
                  </a:txBody>
                  <a:tcPr marL="0" marR="0" marT="0" marB="0" vert="horz">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4704" name="textbox 4704"/>
          <p:cNvSpPr/>
          <p:nvPr>
            <p:custDataLst>
              <p:tags r:id="rId19"/>
            </p:custDataLst>
          </p:nvPr>
        </p:nvSpPr>
        <p:spPr>
          <a:xfrm>
            <a:off x="6466154" y="1740205"/>
            <a:ext cx="4823459" cy="639444"/>
          </a:xfrm>
          <a:prstGeom prst="rect">
            <a:avLst/>
          </a:prstGeom>
        </p:spPr>
        <p:txBody>
          <a:bodyPr vert="horz" wrap="square" lIns="0" tIns="0" rIns="0" bIns="0"/>
          <a:lstStyle/>
          <a:p>
            <a:pPr algn="l" rtl="0" eaLnBrk="0">
              <a:lnSpc>
                <a:spcPct val="79000"/>
              </a:lnSpc>
            </a:pPr>
            <a:endParaRPr lang="en-US" altLang="en-US" sz="100" dirty="0">
              <a:solidFill>
                <a:schemeClr val="dk1"/>
              </a:solidFill>
            </a:endParaRPr>
          </a:p>
          <a:p>
            <a:pPr marL="12700" algn="l" rtl="0" eaLnBrk="0">
              <a:lnSpc>
                <a:spcPct val="89000"/>
              </a:lnSpc>
            </a:pPr>
            <a:r>
              <a:rPr sz="1800" b="1" kern="0" spc="0" dirty="0">
                <a:solidFill>
                  <a:schemeClr val="dk1"/>
                </a:solidFill>
                <a:cs typeface="微软雅黑" panose="020B0503020204020204" charset="-122"/>
              </a:rPr>
              <a:t>根据访谈和从各种方式收集到的现状信</a:t>
            </a:r>
            <a:r>
              <a:rPr sz="1800" b="1" kern="0" spc="-10" dirty="0">
                <a:solidFill>
                  <a:schemeClr val="dk1"/>
                </a:solidFill>
                <a:cs typeface="微软雅黑" panose="020B0503020204020204" charset="-122"/>
              </a:rPr>
              <a:t>息进行评</a:t>
            </a:r>
            <a:endParaRPr lang="en-US" altLang="en-US" sz="1800" dirty="0">
              <a:solidFill>
                <a:schemeClr val="dk1"/>
              </a:solidFill>
            </a:endParaRPr>
          </a:p>
          <a:p>
            <a:pPr marL="13335" algn="l" rtl="0" eaLnBrk="0">
              <a:lnSpc>
                <a:spcPts val="2915"/>
              </a:lnSpc>
            </a:pPr>
            <a:r>
              <a:rPr sz="1800" b="1" kern="0" spc="0" dirty="0">
                <a:solidFill>
                  <a:schemeClr val="dk1"/>
                </a:solidFill>
                <a:cs typeface="微软雅黑" panose="020B0503020204020204" charset="-122"/>
              </a:rPr>
              <a:t>估，XX项目管理领域处在1.15的</a:t>
            </a:r>
            <a:r>
              <a:rPr sz="1800" b="1" kern="0" spc="-10" dirty="0">
                <a:solidFill>
                  <a:schemeClr val="dk1"/>
                </a:solidFill>
                <a:cs typeface="微软雅黑" panose="020B0503020204020204" charset="-122"/>
              </a:rPr>
              <a:t>水平上</a:t>
            </a:r>
            <a:endParaRPr lang="en-US" altLang="en-US" sz="1800" b="1" kern="0" spc="-10" dirty="0">
              <a:solidFill>
                <a:schemeClr val="dk1"/>
              </a:solidFill>
              <a:cs typeface="微软雅黑" panose="020B0503020204020204" charset="-122"/>
            </a:endParaRPr>
          </a:p>
        </p:txBody>
      </p:sp>
      <p:sp>
        <p:nvSpPr>
          <p:cNvPr id="4708" name="textbox 4708"/>
          <p:cNvSpPr/>
          <p:nvPr>
            <p:custDataLst>
              <p:tags r:id="rId20"/>
            </p:custDataLst>
          </p:nvPr>
        </p:nvSpPr>
        <p:spPr>
          <a:xfrm>
            <a:off x="921722" y="511270"/>
            <a:ext cx="2824479"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b="1" kern="0" spc="0" dirty="0">
                <a:solidFill>
                  <a:schemeClr val="dk1"/>
                </a:solidFill>
                <a:cs typeface="微软雅黑" panose="020B0503020204020204" charset="-122"/>
              </a:rPr>
              <a:t>项目管理成熟度打分结果</a:t>
            </a:r>
            <a:endParaRPr lang="en-US" altLang="en-US" sz="2000" b="1" kern="0" spc="0" dirty="0">
              <a:solidFill>
                <a:schemeClr val="dk1"/>
              </a:solidFill>
              <a:cs typeface="微软雅黑" panose="020B0503020204020204" charset="-122"/>
            </a:endParaRPr>
          </a:p>
        </p:txBody>
      </p:sp>
      <p:pic>
        <p:nvPicPr>
          <p:cNvPr id="4710" name="picture 4710"/>
          <p:cNvPicPr>
            <a:picLocks noChangeAspect="1"/>
          </p:cNvPicPr>
          <p:nvPr>
            <p:custDataLst>
              <p:tags r:id="rId21"/>
            </p:custDataLst>
          </p:nvPr>
        </p:nvPicPr>
        <p:blipFill>
          <a:blip r:embed="rId22"/>
          <a:stretch>
            <a:fillRect/>
          </a:stretch>
        </p:blipFill>
        <p:spPr>
          <a:xfrm rot="21600000">
            <a:off x="8834627" y="3788664"/>
            <a:ext cx="237744" cy="2033016"/>
          </a:xfrm>
          <a:prstGeom prst="rect">
            <a:avLst/>
          </a:prstGeom>
        </p:spPr>
      </p:pic>
      <p:pic>
        <p:nvPicPr>
          <p:cNvPr id="4712" name="picture 4712"/>
          <p:cNvPicPr>
            <a:picLocks noChangeAspect="1"/>
          </p:cNvPicPr>
          <p:nvPr>
            <p:custDataLst>
              <p:tags r:id="rId23"/>
            </p:custDataLst>
          </p:nvPr>
        </p:nvPicPr>
        <p:blipFill>
          <a:blip r:embed="rId24"/>
          <a:stretch>
            <a:fillRect/>
          </a:stretch>
        </p:blipFill>
        <p:spPr>
          <a:xfrm rot="21600000">
            <a:off x="7248144" y="3788664"/>
            <a:ext cx="236219" cy="1943100"/>
          </a:xfrm>
          <a:prstGeom prst="rect">
            <a:avLst/>
          </a:prstGeom>
        </p:spPr>
      </p:pic>
      <p:sp>
        <p:nvSpPr>
          <p:cNvPr id="4714" name="textbox 4714"/>
          <p:cNvSpPr/>
          <p:nvPr>
            <p:custDataLst>
              <p:tags r:id="rId25"/>
            </p:custDataLst>
          </p:nvPr>
        </p:nvSpPr>
        <p:spPr>
          <a:xfrm>
            <a:off x="6925300" y="3274280"/>
            <a:ext cx="1110614" cy="285115"/>
          </a:xfrm>
          <a:prstGeom prst="rect">
            <a:avLst/>
          </a:prstGeom>
        </p:spPr>
        <p:txBody>
          <a:bodyPr vert="horz" wrap="square" lIns="0" tIns="0" rIns="0" bIns="0">
            <a:normAutofit/>
          </a:bodyPr>
          <a:lstStyle/>
          <a:p>
            <a:pPr algn="l" rtl="0" eaLnBrk="0">
              <a:lnSpc>
                <a:spcPct val="87000"/>
              </a:lnSpc>
            </a:pPr>
            <a:endParaRPr lang="en-US" altLang="en-US" sz="100" dirty="0">
              <a:solidFill>
                <a:schemeClr val="dk1"/>
              </a:solidFill>
            </a:endParaRPr>
          </a:p>
          <a:p>
            <a:pPr marL="12700" algn="l" rtl="0" eaLnBrk="0">
              <a:lnSpc>
                <a:spcPct val="100000"/>
              </a:lnSpc>
            </a:pPr>
            <a:r>
              <a:rPr sz="1700" kern="0" spc="-120" dirty="0">
                <a:ln w="6540" cap="flat" cmpd="sng">
                  <a:solidFill>
                    <a:srgbClr val="000000">
                      <a:alpha val="100000"/>
                    </a:srgbClr>
                  </a:solidFill>
                  <a:prstDash val="solid"/>
                  <a:miter lim="10"/>
                </a:ln>
                <a:solidFill>
                  <a:schemeClr val="dk1"/>
                </a:solidFill>
                <a:cs typeface="宋体" panose="02010600030101010101" pitchFamily="2" charset="-122"/>
              </a:rPr>
              <a:t>综合评分：</a:t>
            </a:r>
            <a:endParaRPr lang="en-US" altLang="en-US" sz="1700" kern="0" spc="-120" dirty="0">
              <a:ln w="6540" cap="flat" cmpd="sng">
                <a:solidFill>
                  <a:srgbClr val="000000">
                    <a:alpha val="100000"/>
                  </a:srgbClr>
                </a:solidFill>
                <a:prstDash val="solid"/>
                <a:miter lim="10"/>
              </a:ln>
              <a:solidFill>
                <a:schemeClr val="dk1"/>
              </a:solidFill>
              <a:cs typeface="宋体" panose="02010600030101010101" pitchFamily="2" charset="-122"/>
            </a:endParaRPr>
          </a:p>
        </p:txBody>
      </p:sp>
      <p:sp>
        <p:nvSpPr>
          <p:cNvPr id="4716" name="textbox 4716"/>
          <p:cNvSpPr/>
          <p:nvPr>
            <p:custDataLst>
              <p:tags r:id="rId26"/>
            </p:custDataLst>
          </p:nvPr>
        </p:nvSpPr>
        <p:spPr>
          <a:xfrm>
            <a:off x="2950046" y="1899887"/>
            <a:ext cx="934085" cy="286384"/>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ct val="95000"/>
              </a:lnSpc>
            </a:pPr>
            <a:r>
              <a:rPr sz="1800" kern="0" spc="-20" dirty="0">
                <a:ln w="6540" cap="flat" cmpd="sng">
                  <a:solidFill>
                    <a:srgbClr val="000000">
                      <a:alpha val="100000"/>
                    </a:srgbClr>
                  </a:solidFill>
                  <a:prstDash val="solid"/>
                  <a:miter lim="10"/>
                </a:ln>
                <a:solidFill>
                  <a:schemeClr val="dk1"/>
                </a:solidFill>
                <a:cs typeface="宋体" panose="02010600030101010101" pitchFamily="2" charset="-122"/>
              </a:rPr>
              <a:t>文化改善</a:t>
            </a:r>
            <a:endParaRPr lang="en-US" altLang="en-US" sz="1800" kern="0" spc="-20" dirty="0">
              <a:ln w="6540" cap="flat" cmpd="sng">
                <a:solidFill>
                  <a:srgbClr val="000000">
                    <a:alpha val="100000"/>
                  </a:srgbClr>
                </a:solidFill>
                <a:prstDash val="solid"/>
                <a:miter lim="10"/>
              </a:ln>
              <a:solidFill>
                <a:schemeClr val="dk1"/>
              </a:solidFill>
              <a:cs typeface="宋体" panose="02010600030101010101" pitchFamily="2" charset="-122"/>
            </a:endParaRPr>
          </a:p>
        </p:txBody>
      </p:sp>
      <p:sp>
        <p:nvSpPr>
          <p:cNvPr id="4718" name="textbox 4718"/>
          <p:cNvSpPr/>
          <p:nvPr>
            <p:custDataLst>
              <p:tags r:id="rId27"/>
            </p:custDataLst>
          </p:nvPr>
        </p:nvSpPr>
        <p:spPr>
          <a:xfrm>
            <a:off x="3021304" y="4925288"/>
            <a:ext cx="932814" cy="285750"/>
          </a:xfrm>
          <a:prstGeom prst="rect">
            <a:avLst/>
          </a:prstGeom>
        </p:spPr>
        <p:txBody>
          <a:bodyPr vert="horz" wrap="square" lIns="0" tIns="0" rIns="0" bIns="0"/>
          <a:lstStyle/>
          <a:p>
            <a:pPr algn="l" rtl="0" eaLnBrk="0">
              <a:lnSpc>
                <a:spcPct val="81000"/>
              </a:lnSpc>
            </a:pPr>
            <a:endParaRPr lang="en-US" altLang="en-US" sz="100" dirty="0">
              <a:solidFill>
                <a:schemeClr val="dk1"/>
              </a:solidFill>
            </a:endParaRPr>
          </a:p>
          <a:p>
            <a:pPr marL="12700" algn="l" rtl="0" eaLnBrk="0">
              <a:lnSpc>
                <a:spcPct val="95000"/>
              </a:lnSpc>
            </a:pPr>
            <a:r>
              <a:rPr sz="1800" kern="0" spc="-20" dirty="0">
                <a:ln w="6531" cap="flat" cmpd="sng">
                  <a:solidFill>
                    <a:srgbClr val="000000">
                      <a:alpha val="100000"/>
                    </a:srgbClr>
                  </a:solidFill>
                  <a:prstDash val="solid"/>
                  <a:miter lim="10"/>
                </a:ln>
                <a:solidFill>
                  <a:schemeClr val="dk1"/>
                </a:solidFill>
                <a:cs typeface="宋体" panose="02010600030101010101" pitchFamily="2" charset="-122"/>
              </a:rPr>
              <a:t>组织改进</a:t>
            </a:r>
            <a:endParaRPr lang="en-US" altLang="en-US" sz="1800" kern="0" spc="-20" dirty="0">
              <a:ln w="6531" cap="flat" cmpd="sng">
                <a:solidFill>
                  <a:srgbClr val="000000">
                    <a:alpha val="100000"/>
                  </a:srgbClr>
                </a:solidFill>
                <a:prstDash val="solid"/>
                <a:miter lim="10"/>
              </a:ln>
              <a:solidFill>
                <a:schemeClr val="dk1"/>
              </a:solidFill>
              <a:cs typeface="宋体" panose="02010600030101010101" pitchFamily="2" charset="-122"/>
            </a:endParaRPr>
          </a:p>
        </p:txBody>
      </p:sp>
      <p:sp>
        <p:nvSpPr>
          <p:cNvPr id="4720" name="textbox 4720"/>
          <p:cNvSpPr/>
          <p:nvPr>
            <p:custDataLst>
              <p:tags r:id="rId28"/>
            </p:custDataLst>
          </p:nvPr>
        </p:nvSpPr>
        <p:spPr>
          <a:xfrm>
            <a:off x="7786048" y="3858864"/>
            <a:ext cx="133350" cy="1908175"/>
          </a:xfrm>
          <a:prstGeom prst="rect">
            <a:avLst/>
          </a:prstGeom>
        </p:spPr>
        <p:txBody>
          <a:bodyPr vert="horz" wrap="square" lIns="0" tIns="0" rIns="0" bIns="0"/>
          <a:lstStyle/>
          <a:p>
            <a:pPr algn="l" rtl="0" eaLnBrk="0">
              <a:lnSpc>
                <a:spcPct val="85000"/>
              </a:lnSpc>
            </a:pPr>
            <a:endParaRPr lang="en-US" altLang="en-US" sz="100" dirty="0">
              <a:solidFill>
                <a:schemeClr val="tx1"/>
              </a:solidFill>
            </a:endParaRPr>
          </a:p>
          <a:p>
            <a:pPr algn="r" rtl="0" eaLnBrk="0">
              <a:lnSpc>
                <a:spcPct val="88000"/>
              </a:lnSpc>
            </a:pPr>
            <a:r>
              <a:rPr sz="1300" b="1" kern="0" spc="-70" dirty="0">
                <a:solidFill>
                  <a:schemeClr val="tx1"/>
                </a:solidFill>
                <a:cs typeface="微软雅黑" panose="020B0503020204020204" charset="-122"/>
              </a:rPr>
              <a:t>5</a:t>
            </a:r>
            <a:endParaRPr lang="en-US" altLang="en-US" sz="1300" dirty="0">
              <a:solidFill>
                <a:schemeClr val="tx1"/>
              </a:solidFill>
            </a:endParaRPr>
          </a:p>
          <a:p>
            <a:pPr algn="l" rtl="0" eaLnBrk="0">
              <a:lnSpc>
                <a:spcPct val="131000"/>
              </a:lnSpc>
            </a:pPr>
            <a:endParaRPr lang="en-US" altLang="en-US" sz="1000" dirty="0">
              <a:solidFill>
                <a:schemeClr val="tx1"/>
              </a:solidFill>
            </a:endParaRPr>
          </a:p>
          <a:p>
            <a:pPr marL="12700" algn="l" rtl="0" eaLnBrk="0">
              <a:lnSpc>
                <a:spcPct val="83000"/>
              </a:lnSpc>
              <a:spcBef>
                <a:spcPts val="420"/>
              </a:spcBef>
            </a:pPr>
            <a:r>
              <a:rPr sz="1400" b="1" kern="0" spc="-20" dirty="0">
                <a:solidFill>
                  <a:schemeClr val="tx1"/>
                </a:solidFill>
                <a:cs typeface="微软雅黑" panose="020B0503020204020204" charset="-122"/>
              </a:rPr>
              <a:t>4</a:t>
            </a:r>
            <a:endParaRPr lang="en-US" altLang="en-US" sz="1400" dirty="0">
              <a:solidFill>
                <a:schemeClr val="tx1"/>
              </a:solidFill>
            </a:endParaRPr>
          </a:p>
          <a:p>
            <a:pPr algn="l" rtl="0" eaLnBrk="0">
              <a:lnSpc>
                <a:spcPct val="129000"/>
              </a:lnSpc>
            </a:pPr>
            <a:endParaRPr lang="en-US" altLang="en-US" sz="1000" dirty="0">
              <a:solidFill>
                <a:schemeClr val="tx1"/>
              </a:solidFill>
            </a:endParaRPr>
          </a:p>
          <a:p>
            <a:pPr algn="r" rtl="0" eaLnBrk="0">
              <a:lnSpc>
                <a:spcPct val="89000"/>
              </a:lnSpc>
              <a:spcBef>
                <a:spcPts val="400"/>
              </a:spcBef>
            </a:pPr>
            <a:r>
              <a:rPr sz="1300" b="1" kern="0" spc="-60" dirty="0">
                <a:solidFill>
                  <a:schemeClr val="tx1"/>
                </a:solidFill>
                <a:cs typeface="微软雅黑" panose="020B0503020204020204" charset="-122"/>
              </a:rPr>
              <a:t>3</a:t>
            </a:r>
            <a:endParaRPr lang="en-US" altLang="en-US" sz="1300" dirty="0">
              <a:solidFill>
                <a:schemeClr val="tx1"/>
              </a:solidFill>
            </a:endParaRPr>
          </a:p>
          <a:p>
            <a:pPr algn="l" rtl="0" eaLnBrk="0">
              <a:lnSpc>
                <a:spcPct val="129000"/>
              </a:lnSpc>
            </a:pPr>
            <a:endParaRPr lang="en-US" altLang="en-US" sz="1000" dirty="0">
              <a:solidFill>
                <a:schemeClr val="tx1"/>
              </a:solidFill>
            </a:endParaRPr>
          </a:p>
          <a:p>
            <a:pPr marL="19050" algn="l" rtl="0" eaLnBrk="0">
              <a:lnSpc>
                <a:spcPct val="84000"/>
              </a:lnSpc>
              <a:spcBef>
                <a:spcPts val="425"/>
              </a:spcBef>
            </a:pPr>
            <a:r>
              <a:rPr sz="1400" b="1" kern="0" spc="-20" dirty="0">
                <a:solidFill>
                  <a:schemeClr val="tx1"/>
                </a:solidFill>
                <a:cs typeface="微软雅黑" panose="020B0503020204020204" charset="-122"/>
              </a:rPr>
              <a:t>2</a:t>
            </a:r>
            <a:endParaRPr lang="en-US" altLang="en-US" sz="1400" dirty="0">
              <a:solidFill>
                <a:schemeClr val="tx1"/>
              </a:solidFill>
            </a:endParaRPr>
          </a:p>
          <a:p>
            <a:pPr algn="l" rtl="0" eaLnBrk="0">
              <a:lnSpc>
                <a:spcPct val="128000"/>
              </a:lnSpc>
            </a:pPr>
            <a:endParaRPr lang="en-US" altLang="en-US" sz="1000" dirty="0">
              <a:solidFill>
                <a:schemeClr val="tx1"/>
              </a:solidFill>
            </a:endParaRPr>
          </a:p>
          <a:p>
            <a:pPr algn="l" rtl="0" eaLnBrk="0">
              <a:lnSpc>
                <a:spcPct val="110000"/>
              </a:lnSpc>
            </a:pPr>
            <a:endParaRPr lang="en-US" altLang="en-US" sz="300" dirty="0">
              <a:solidFill>
                <a:schemeClr val="tx1"/>
              </a:solidFill>
            </a:endParaRPr>
          </a:p>
          <a:p>
            <a:pPr algn="r" rtl="0" eaLnBrk="0">
              <a:lnSpc>
                <a:spcPct val="90000"/>
              </a:lnSpc>
              <a:spcBef>
                <a:spcPts val="5"/>
              </a:spcBef>
            </a:pPr>
            <a:r>
              <a:rPr sz="1300" b="1" kern="0" spc="-80" dirty="0">
                <a:solidFill>
                  <a:schemeClr val="tx1"/>
                </a:solidFill>
                <a:cs typeface="微软雅黑" panose="020B0503020204020204" charset="-122"/>
              </a:rPr>
              <a:t>1</a:t>
            </a:r>
            <a:endParaRPr lang="en-US" altLang="en-US" sz="1300" b="1" kern="0" spc="-80" dirty="0">
              <a:solidFill>
                <a:schemeClr val="tx1"/>
              </a:solidFill>
              <a:cs typeface="微软雅黑" panose="020B0503020204020204" charset="-122"/>
            </a:endParaRPr>
          </a:p>
        </p:txBody>
      </p:sp>
      <p:pic>
        <p:nvPicPr>
          <p:cNvPr id="4722" name="picture 4722"/>
          <p:cNvPicPr>
            <a:picLocks noChangeAspect="1"/>
          </p:cNvPicPr>
          <p:nvPr>
            <p:custDataLst>
              <p:tags r:id="rId29"/>
            </p:custDataLst>
          </p:nvPr>
        </p:nvPicPr>
        <p:blipFill>
          <a:blip r:embed="rId30"/>
          <a:stretch>
            <a:fillRect/>
          </a:stretch>
        </p:blipFill>
        <p:spPr>
          <a:xfrm rot="21600000">
            <a:off x="6583153" y="5310207"/>
            <a:ext cx="319036" cy="314874"/>
          </a:xfrm>
          <a:prstGeom prst="rect">
            <a:avLst/>
          </a:prstGeom>
        </p:spPr>
      </p:pic>
      <p:sp>
        <p:nvSpPr>
          <p:cNvPr id="4724" name="textbox 4724"/>
          <p:cNvSpPr/>
          <p:nvPr>
            <p:custDataLst>
              <p:tags r:id="rId31"/>
            </p:custDataLst>
          </p:nvPr>
        </p:nvSpPr>
        <p:spPr>
          <a:xfrm>
            <a:off x="6569974" y="5049326"/>
            <a:ext cx="404495" cy="217170"/>
          </a:xfrm>
          <a:prstGeom prst="rect">
            <a:avLst/>
          </a:prstGeom>
        </p:spPr>
        <p:txBody>
          <a:bodyPr vert="horz" wrap="square" lIns="0" tIns="0" rIns="0" bIns="0"/>
          <a:lstStyle/>
          <a:p>
            <a:pPr algn="l" rtl="0" eaLnBrk="0">
              <a:lnSpc>
                <a:spcPct val="79000"/>
              </a:lnSpc>
            </a:pPr>
            <a:endParaRPr lang="en-US" altLang="en-US" sz="100" dirty="0">
              <a:solidFill>
                <a:schemeClr val="tx1"/>
              </a:solidFill>
            </a:endParaRPr>
          </a:p>
          <a:p>
            <a:pPr marL="12700" algn="l" rtl="0" eaLnBrk="0">
              <a:lnSpc>
                <a:spcPct val="84000"/>
              </a:lnSpc>
            </a:pPr>
            <a:r>
              <a:rPr sz="1500" b="1" kern="0" spc="10" dirty="0">
                <a:solidFill>
                  <a:schemeClr val="tx1"/>
                </a:solidFill>
                <a:cs typeface="Arial" panose="020B0604020202020204"/>
              </a:rPr>
              <a:t>1.15</a:t>
            </a:r>
            <a:endParaRPr lang="en-US" altLang="en-US" sz="1500" b="1" kern="0" spc="10" dirty="0">
              <a:solidFill>
                <a:schemeClr val="tx1"/>
              </a:solidFill>
              <a:cs typeface="Arial" panose="020B0604020202020204"/>
            </a:endParaRPr>
          </a:p>
        </p:txBody>
      </p:sp>
      <p:pic>
        <p:nvPicPr>
          <p:cNvPr id="4726" name="picture 4726"/>
          <p:cNvPicPr>
            <a:picLocks noChangeAspect="1"/>
          </p:cNvPicPr>
          <p:nvPr>
            <p:custDataLst>
              <p:tags r:id="rId32"/>
            </p:custDataLst>
          </p:nvPr>
        </p:nvPicPr>
        <p:blipFill>
          <a:blip r:embed="rId33"/>
          <a:stretch>
            <a:fillRect/>
          </a:stretch>
        </p:blipFill>
        <p:spPr>
          <a:xfrm rot="21600000">
            <a:off x="6950202" y="5471667"/>
            <a:ext cx="309371" cy="85724"/>
          </a:xfrm>
          <a:prstGeom prst="rect">
            <a:avLst/>
          </a:prstGeom>
        </p:spPr>
      </p:pic>
    </p:spTree>
    <p:custDataLst>
      <p:tags r:id="rId34"/>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28" name="table 4728"/>
          <p:cNvGraphicFramePr>
            <a:graphicFrameLocks noGrp="1"/>
          </p:cNvGraphicFramePr>
          <p:nvPr>
            <p:custDataLst>
              <p:tags r:id="rId1"/>
            </p:custDataLst>
          </p:nvPr>
        </p:nvGraphicFramePr>
        <p:xfrm>
          <a:off x="2182749" y="2196465"/>
          <a:ext cx="9179559" cy="1955800"/>
        </p:xfrm>
        <a:graphic>
          <a:graphicData uri="http://schemas.openxmlformats.org/drawingml/2006/table">
            <a:tbl>
              <a:tblPr/>
              <a:tblGrid>
                <a:gridCol w="9179559"/>
              </a:tblGrid>
              <a:tr h="1936750">
                <a:tc>
                  <a:txBody>
                    <a:bodyPr/>
                    <a:lstStyle/>
                    <a:p>
                      <a:pPr algn="l" rtl="0" eaLnBrk="0">
                        <a:lnSpc>
                          <a:spcPct val="100000"/>
                        </a:lnSpc>
                      </a:pPr>
                      <a:endParaRPr lang="en-US" altLang="en-US" sz="1000" dirty="0"/>
                    </a:p>
                    <a:p>
                      <a:pPr marL="109855" algn="l" rtl="0" eaLnBrk="0">
                        <a:lnSpc>
                          <a:spcPct val="95000"/>
                        </a:lnSpc>
                        <a:spcBef>
                          <a:spcPts val="5"/>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80" dirty="0">
                          <a:solidFill>
                            <a:srgbClr val="A7A7A7">
                              <a:alpha val="100000"/>
                            </a:srgbClr>
                          </a:solidFill>
                          <a:cs typeface="微软雅黑" panose="020B0503020204020204" charset="-122"/>
                        </a:rPr>
                        <a:t>(+)</a:t>
                      </a:r>
                      <a:r>
                        <a:rPr sz="1400" kern="0" spc="80" dirty="0">
                          <a:solidFill>
                            <a:srgbClr val="000000">
                              <a:alpha val="100000"/>
                            </a:srgbClr>
                          </a:solidFill>
                          <a:cs typeface="微软雅黑" panose="020B0503020204020204" charset="-122"/>
                        </a:rPr>
                        <a:t>企发办和</a:t>
                      </a:r>
                      <a:r>
                        <a:rPr sz="1400" kern="0" spc="0" dirty="0">
                          <a:solidFill>
                            <a:srgbClr val="000000">
                              <a:alpha val="100000"/>
                            </a:srgbClr>
                          </a:solidFill>
                          <a:cs typeface="微软雅黑" panose="020B0503020204020204" charset="-122"/>
                        </a:rPr>
                        <a:t>IT</a:t>
                      </a:r>
                      <a:r>
                        <a:rPr sz="1400" kern="0" spc="80" dirty="0">
                          <a:solidFill>
                            <a:srgbClr val="000000">
                              <a:alpha val="100000"/>
                            </a:srgbClr>
                          </a:solidFill>
                          <a:cs typeface="微软雅黑" panose="020B0503020204020204" charset="-122"/>
                        </a:rPr>
                        <a:t>都设置了专门</a:t>
                      </a:r>
                      <a:r>
                        <a:rPr sz="1400" kern="0" spc="70" dirty="0">
                          <a:solidFill>
                            <a:srgbClr val="000000">
                              <a:alpha val="100000"/>
                            </a:srgbClr>
                          </a:solidFill>
                          <a:cs typeface="微软雅黑" panose="020B0503020204020204" charset="-122"/>
                        </a:rPr>
                        <a:t>的项目管理组织(</a:t>
                      </a:r>
                      <a:r>
                        <a:rPr sz="1400" kern="0" spc="0" dirty="0">
                          <a:solidFill>
                            <a:srgbClr val="000000">
                              <a:alpha val="100000"/>
                            </a:srgbClr>
                          </a:solidFill>
                          <a:cs typeface="微软雅黑" panose="020B0503020204020204" charset="-122"/>
                        </a:rPr>
                        <a:t>PMO</a:t>
                      </a:r>
                      <a:r>
                        <a:rPr sz="1400" kern="0" spc="70" dirty="0">
                          <a:solidFill>
                            <a:srgbClr val="000000">
                              <a:alpha val="100000"/>
                            </a:srgbClr>
                          </a:solidFill>
                          <a:cs typeface="微软雅黑" panose="020B0503020204020204" charset="-122"/>
                        </a:rPr>
                        <a:t>)</a:t>
                      </a:r>
                      <a:endParaRPr lang="en-US" altLang="en-US" sz="1400" dirty="0"/>
                    </a:p>
                    <a:p>
                      <a:pPr marL="109855" algn="l" rtl="0" eaLnBrk="0">
                        <a:lnSpc>
                          <a:spcPct val="95000"/>
                        </a:lnSpc>
                        <a:spcBef>
                          <a:spcPts val="420"/>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有初级文档化的项目经理岗位职责考核制度，包</a:t>
                      </a:r>
                      <a:r>
                        <a:rPr sz="1400" kern="0" spc="-10" dirty="0">
                          <a:solidFill>
                            <a:srgbClr val="000000">
                              <a:alpha val="100000"/>
                            </a:srgbClr>
                          </a:solidFill>
                          <a:cs typeface="微软雅黑" panose="020B0503020204020204" charset="-122"/>
                        </a:rPr>
                        <a:t>含职责、权利和奖惩</a:t>
                      </a:r>
                      <a:endParaRPr lang="en-US" altLang="en-US" sz="1400" dirty="0"/>
                    </a:p>
                    <a:p>
                      <a:pPr marL="109855" algn="l" rtl="0" eaLnBrk="0">
                        <a:lnSpc>
                          <a:spcPct val="95000"/>
                        </a:lnSpc>
                        <a:spcBef>
                          <a:spcPts val="420"/>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文档化的工作职责和角色分工定义与实际工作脱节，</a:t>
                      </a:r>
                      <a:r>
                        <a:rPr sz="1400" kern="0" spc="-10" dirty="0">
                          <a:solidFill>
                            <a:srgbClr val="000000">
                              <a:alpha val="100000"/>
                            </a:srgbClr>
                          </a:solidFill>
                          <a:cs typeface="微软雅黑" panose="020B0503020204020204" charset="-122"/>
                        </a:rPr>
                        <a:t>工作界面划分不清晰</a:t>
                      </a:r>
                      <a:endParaRPr lang="en-US" altLang="en-US" sz="1400" dirty="0"/>
                    </a:p>
                    <a:p>
                      <a:pPr marL="109855" algn="l" rtl="0" eaLnBrk="0">
                        <a:lnSpc>
                          <a:spcPct val="95000"/>
                        </a:lnSpc>
                        <a:spcBef>
                          <a:spcPts val="420"/>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人力资源的不足导致项目</a:t>
                      </a:r>
                      <a:r>
                        <a:rPr sz="1400" kern="0" spc="-10" dirty="0">
                          <a:solidFill>
                            <a:srgbClr val="000000">
                              <a:alpha val="100000"/>
                            </a:srgbClr>
                          </a:solidFill>
                          <a:cs typeface="微软雅黑" panose="020B0503020204020204" charset="-122"/>
                        </a:rPr>
                        <a:t>时间表经常被迫改变</a:t>
                      </a:r>
                      <a:endParaRPr lang="en-US" altLang="en-US" sz="1400" dirty="0"/>
                    </a:p>
                    <a:p>
                      <a:pPr marL="109855" algn="l" rtl="0" eaLnBrk="0">
                        <a:lnSpc>
                          <a:spcPct val="95000"/>
                        </a:lnSpc>
                        <a:spcBef>
                          <a:spcPts val="420"/>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10" dirty="0">
                          <a:solidFill>
                            <a:srgbClr val="A7A7A7">
                              <a:alpha val="100000"/>
                            </a:srgbClr>
                          </a:solidFill>
                          <a:cs typeface="微软雅黑" panose="020B0503020204020204" charset="-122"/>
                        </a:rPr>
                        <a:t>(-)</a:t>
                      </a:r>
                      <a:r>
                        <a:rPr sz="1400" kern="0" spc="-10" dirty="0">
                          <a:solidFill>
                            <a:srgbClr val="000000">
                              <a:alpha val="100000"/>
                            </a:srgbClr>
                          </a:solidFill>
                          <a:cs typeface="微软雅黑" panose="020B0503020204020204" charset="-122"/>
                        </a:rPr>
                        <a:t>项目经理大多由一级部门负责人担任，</a:t>
                      </a:r>
                      <a:r>
                        <a:rPr sz="1400" kern="0" spc="-20" dirty="0">
                          <a:solidFill>
                            <a:srgbClr val="000000">
                              <a:alpha val="100000"/>
                            </a:srgbClr>
                          </a:solidFill>
                          <a:cs typeface="微软雅黑" panose="020B0503020204020204" charset="-122"/>
                        </a:rPr>
                        <a:t>项目的投入度和日常的业务任务冲突严重。</a:t>
                      </a:r>
                      <a:endParaRPr lang="en-US" altLang="en-US" sz="1400" dirty="0"/>
                    </a:p>
                    <a:p>
                      <a:pPr marL="109855" algn="l" rtl="0" eaLnBrk="0">
                        <a:lnSpc>
                          <a:spcPct val="95000"/>
                        </a:lnSpc>
                        <a:spcBef>
                          <a:spcPts val="425"/>
                        </a:spcBef>
                        <a:tabLst>
                          <a:tab pos="182245" algn="l"/>
                        </a:tabLst>
                      </a:pPr>
                      <a:r>
                        <a:rPr sz="1400" kern="0" spc="0" dirty="0">
                          <a:solidFill>
                            <a:srgbClr val="A7A7A7">
                              <a:alpha val="100000"/>
                            </a:srgbClr>
                          </a:solidFill>
                          <a:cs typeface="微软雅黑" panose="020B0503020204020204" charset="-122"/>
                        </a:rPr>
                        <a:t>	</a:t>
                      </a:r>
                      <a:r>
                        <a:rPr sz="1400" b="1" kern="0" spc="80" dirty="0">
                          <a:solidFill>
                            <a:srgbClr val="A7A7A7">
                              <a:alpha val="100000"/>
                            </a:srgbClr>
                          </a:solidFill>
                          <a:cs typeface="微软雅黑" panose="020B0503020204020204" charset="-122"/>
                        </a:rPr>
                        <a:t>  </a:t>
                      </a:r>
                      <a:r>
                        <a:rPr sz="1400" b="1" kern="0" spc="-10" dirty="0">
                          <a:solidFill>
                            <a:srgbClr val="A7A7A7">
                              <a:alpha val="100000"/>
                            </a:srgbClr>
                          </a:solidFill>
                          <a:cs typeface="微软雅黑" panose="020B0503020204020204" charset="-122"/>
                        </a:rPr>
                        <a:t>(-)</a:t>
                      </a:r>
                      <a:r>
                        <a:rPr sz="1400" b="1" kern="0" spc="140" dirty="0">
                          <a:solidFill>
                            <a:srgbClr val="A7A7A7">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PMO组织的定位和职责不够清晰，和绩效考核联系不紧密</a:t>
                      </a:r>
                      <a:endParaRPr lang="en-US" altLang="en-US" sz="1400" dirty="0"/>
                    </a:p>
                    <a:p>
                      <a:pPr algn="l" rtl="0" eaLnBrk="0">
                        <a:lnSpc>
                          <a:spcPct val="116000"/>
                        </a:lnSpc>
                      </a:pPr>
                      <a:endParaRPr lang="en-US" altLang="en-US" sz="300" dirty="0"/>
                    </a:p>
                    <a:p>
                      <a:pPr marL="109855" algn="l" rtl="0" eaLnBrk="0">
                        <a:lnSpc>
                          <a:spcPct val="95000"/>
                        </a:lnSpc>
                        <a:spcBef>
                          <a:spcPts val="5"/>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报告汇报频度和效率</a:t>
                      </a:r>
                      <a:r>
                        <a:rPr sz="1400" kern="0" spc="-10" dirty="0">
                          <a:solidFill>
                            <a:srgbClr val="000000">
                              <a:alpha val="100000"/>
                            </a:srgbClr>
                          </a:solidFill>
                          <a:cs typeface="微软雅黑" panose="020B0503020204020204" charset="-122"/>
                        </a:rPr>
                        <a:t>之间的平衡有待提高</a:t>
                      </a:r>
                      <a:endParaRPr lang="en-US" altLang="en-US" sz="1400" dirty="0"/>
                    </a:p>
                  </a:txBody>
                  <a:tcPr marL="0" marR="0" marT="0" marB="0" vert="horz">
                    <a:lnL w="19050" cap="flat" cmpd="sng" algn="ctr">
                      <a:solidFill>
                        <a:srgbClr val="1F4E79"/>
                      </a:solidFill>
                      <a:prstDash val="solid"/>
                      <a:round/>
                      <a:headEnd type="none" w="med" len="med"/>
                      <a:tailEnd type="none" w="med" len="med"/>
                    </a:lnL>
                    <a:lnR w="19050" cap="flat" cmpd="sng" algn="ctr">
                      <a:solidFill>
                        <a:srgbClr val="1F4E79"/>
                      </a:solidFill>
                      <a:prstDash val="solid"/>
                      <a:round/>
                      <a:headEnd type="none" w="med" len="med"/>
                      <a:tailEnd type="none" w="med" len="med"/>
                    </a:lnR>
                    <a:lnT w="19050" cap="flat" cmpd="sng" algn="ctr">
                      <a:solidFill>
                        <a:srgbClr val="1F4E79"/>
                      </a:solidFill>
                      <a:prstDash val="solid"/>
                      <a:round/>
                      <a:headEnd type="none" w="med" len="med"/>
                      <a:tailEnd type="none" w="med" len="med"/>
                    </a:lnT>
                    <a:lnB w="19050" cap="flat" cmpd="sng" algn="ctr">
                      <a:solidFill>
                        <a:srgbClr val="1F4E79"/>
                      </a:solidFill>
                      <a:prstDash val="solid"/>
                      <a:round/>
                      <a:headEnd type="none" w="med" len="med"/>
                      <a:tailEnd type="none" w="med" len="med"/>
                    </a:lnB>
                  </a:tcPr>
                </a:tc>
              </a:tr>
            </a:tbl>
          </a:graphicData>
        </a:graphic>
      </p:graphicFrame>
      <p:pic>
        <p:nvPicPr>
          <p:cNvPr id="4730" name="picture 4730"/>
          <p:cNvPicPr>
            <a:picLocks noChangeAspect="1"/>
          </p:cNvPicPr>
          <p:nvPr>
            <p:custDataLst>
              <p:tags r:id="rId2"/>
            </p:custDataLst>
          </p:nvPr>
        </p:nvPicPr>
        <p:blipFill>
          <a:blip r:embed="rId3"/>
          <a:stretch>
            <a:fillRect/>
          </a:stretch>
        </p:blipFill>
        <p:spPr>
          <a:xfrm rot="21600000">
            <a:off x="2293195" y="3949136"/>
            <a:ext cx="72356" cy="73481"/>
          </a:xfrm>
          <a:prstGeom prst="rect">
            <a:avLst/>
          </a:prstGeom>
        </p:spPr>
      </p:pic>
      <p:pic>
        <p:nvPicPr>
          <p:cNvPr id="4732" name="picture 4732"/>
          <p:cNvPicPr>
            <a:picLocks noChangeAspect="1"/>
          </p:cNvPicPr>
          <p:nvPr>
            <p:custDataLst>
              <p:tags r:id="rId4"/>
            </p:custDataLst>
          </p:nvPr>
        </p:nvPicPr>
        <p:blipFill>
          <a:blip r:embed="rId3"/>
          <a:stretch>
            <a:fillRect/>
          </a:stretch>
        </p:blipFill>
        <p:spPr>
          <a:xfrm rot="21600000">
            <a:off x="2293195" y="3693104"/>
            <a:ext cx="72356" cy="73481"/>
          </a:xfrm>
          <a:prstGeom prst="rect">
            <a:avLst/>
          </a:prstGeom>
        </p:spPr>
      </p:pic>
      <p:pic>
        <p:nvPicPr>
          <p:cNvPr id="4734" name="picture 4734"/>
          <p:cNvPicPr>
            <a:picLocks noChangeAspect="1"/>
          </p:cNvPicPr>
          <p:nvPr>
            <p:custDataLst>
              <p:tags r:id="rId5"/>
            </p:custDataLst>
          </p:nvPr>
        </p:nvPicPr>
        <p:blipFill>
          <a:blip r:embed="rId3"/>
          <a:stretch>
            <a:fillRect/>
          </a:stretch>
        </p:blipFill>
        <p:spPr>
          <a:xfrm rot="21600000">
            <a:off x="2293195" y="3436691"/>
            <a:ext cx="72356" cy="73481"/>
          </a:xfrm>
          <a:prstGeom prst="rect">
            <a:avLst/>
          </a:prstGeom>
        </p:spPr>
      </p:pic>
      <p:pic>
        <p:nvPicPr>
          <p:cNvPr id="4736" name="picture 4736"/>
          <p:cNvPicPr>
            <a:picLocks noChangeAspect="1"/>
          </p:cNvPicPr>
          <p:nvPr>
            <p:custDataLst>
              <p:tags r:id="rId6"/>
            </p:custDataLst>
          </p:nvPr>
        </p:nvPicPr>
        <p:blipFill>
          <a:blip r:embed="rId7"/>
          <a:stretch>
            <a:fillRect/>
          </a:stretch>
        </p:blipFill>
        <p:spPr>
          <a:xfrm rot="21600000">
            <a:off x="2293195" y="3180658"/>
            <a:ext cx="72356" cy="73481"/>
          </a:xfrm>
          <a:prstGeom prst="rect">
            <a:avLst/>
          </a:prstGeom>
        </p:spPr>
      </p:pic>
      <p:pic>
        <p:nvPicPr>
          <p:cNvPr id="4738" name="picture 4738"/>
          <p:cNvPicPr>
            <a:picLocks noChangeAspect="1"/>
          </p:cNvPicPr>
          <p:nvPr>
            <p:custDataLst>
              <p:tags r:id="rId8"/>
            </p:custDataLst>
          </p:nvPr>
        </p:nvPicPr>
        <p:blipFill>
          <a:blip r:embed="rId9"/>
          <a:stretch>
            <a:fillRect/>
          </a:stretch>
        </p:blipFill>
        <p:spPr>
          <a:xfrm rot="21600000">
            <a:off x="2293195" y="2924626"/>
            <a:ext cx="72356" cy="73481"/>
          </a:xfrm>
          <a:prstGeom prst="rect">
            <a:avLst/>
          </a:prstGeom>
        </p:spPr>
      </p:pic>
      <p:pic>
        <p:nvPicPr>
          <p:cNvPr id="4740" name="picture 4740"/>
          <p:cNvPicPr>
            <a:picLocks noChangeAspect="1"/>
          </p:cNvPicPr>
          <p:nvPr>
            <p:custDataLst>
              <p:tags r:id="rId10"/>
            </p:custDataLst>
          </p:nvPr>
        </p:nvPicPr>
        <p:blipFill>
          <a:blip r:embed="rId9"/>
          <a:stretch>
            <a:fillRect/>
          </a:stretch>
        </p:blipFill>
        <p:spPr>
          <a:xfrm rot="21600000">
            <a:off x="2293195" y="2668595"/>
            <a:ext cx="72356" cy="73481"/>
          </a:xfrm>
          <a:prstGeom prst="rect">
            <a:avLst/>
          </a:prstGeom>
        </p:spPr>
      </p:pic>
      <p:pic>
        <p:nvPicPr>
          <p:cNvPr id="4742" name="picture 4742"/>
          <p:cNvPicPr>
            <a:picLocks noChangeAspect="1"/>
          </p:cNvPicPr>
          <p:nvPr>
            <p:custDataLst>
              <p:tags r:id="rId11"/>
            </p:custDataLst>
          </p:nvPr>
        </p:nvPicPr>
        <p:blipFill>
          <a:blip r:embed="rId3"/>
          <a:stretch>
            <a:fillRect/>
          </a:stretch>
        </p:blipFill>
        <p:spPr>
          <a:xfrm rot="21600000">
            <a:off x="2293195" y="2412562"/>
            <a:ext cx="72356" cy="73481"/>
          </a:xfrm>
          <a:prstGeom prst="rect">
            <a:avLst/>
          </a:prstGeom>
        </p:spPr>
      </p:pic>
      <p:graphicFrame>
        <p:nvGraphicFramePr>
          <p:cNvPr id="4744" name="table 4744"/>
          <p:cNvGraphicFramePr>
            <a:graphicFrameLocks noGrp="1"/>
          </p:cNvGraphicFramePr>
          <p:nvPr>
            <p:custDataLst>
              <p:tags r:id="rId12"/>
            </p:custDataLst>
          </p:nvPr>
        </p:nvGraphicFramePr>
        <p:xfrm>
          <a:off x="2182749" y="972692"/>
          <a:ext cx="9179559" cy="1170940"/>
        </p:xfrm>
        <a:graphic>
          <a:graphicData uri="http://schemas.openxmlformats.org/drawingml/2006/table">
            <a:tbl>
              <a:tblPr/>
              <a:tblGrid>
                <a:gridCol w="9179559"/>
              </a:tblGrid>
              <a:tr h="1151890">
                <a:tc>
                  <a:txBody>
                    <a:bodyPr/>
                    <a:lstStyle/>
                    <a:p>
                      <a:pPr algn="l" rtl="0" eaLnBrk="0">
                        <a:lnSpc>
                          <a:spcPct val="111000"/>
                        </a:lnSpc>
                      </a:pPr>
                      <a:endParaRPr lang="en-US" altLang="en-US" sz="900" dirty="0"/>
                    </a:p>
                    <a:p>
                      <a:pPr marL="109855" algn="l" rtl="0" eaLnBrk="0">
                        <a:lnSpc>
                          <a:spcPct val="95000"/>
                        </a:lnSpc>
                        <a:spcBef>
                          <a:spcPts val="0"/>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已经意识到项目管理的欠缺和能力提升的必要性，推行</a:t>
                      </a:r>
                      <a:r>
                        <a:rPr sz="1400" kern="0" spc="-10" dirty="0">
                          <a:solidFill>
                            <a:srgbClr val="000000">
                              <a:alpha val="100000"/>
                            </a:srgbClr>
                          </a:solidFill>
                          <a:cs typeface="微软雅黑" panose="020B0503020204020204" charset="-122"/>
                        </a:rPr>
                        <a:t>了部分项目管理制度</a:t>
                      </a:r>
                      <a:endParaRPr lang="en-US" altLang="en-US" sz="1400" dirty="0"/>
                    </a:p>
                    <a:p>
                      <a:pPr marL="109855" algn="l" rtl="0" eaLnBrk="0">
                        <a:lnSpc>
                          <a:spcPct val="95000"/>
                        </a:lnSpc>
                        <a:spcBef>
                          <a:spcPts val="425"/>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项目价值没有清晰地定义,做</a:t>
                      </a:r>
                      <a:r>
                        <a:rPr sz="1400" kern="0" spc="-10" dirty="0">
                          <a:solidFill>
                            <a:srgbClr val="000000">
                              <a:alpha val="100000"/>
                            </a:srgbClr>
                          </a:solidFill>
                          <a:cs typeface="微软雅黑" panose="020B0503020204020204" charset="-122"/>
                        </a:rPr>
                        <a:t>项目的意义不明确</a:t>
                      </a:r>
                      <a:endParaRPr lang="en-US" altLang="en-US" sz="1400" dirty="0"/>
                    </a:p>
                    <a:p>
                      <a:pPr marL="109855" algn="l" rtl="0" eaLnBrk="0">
                        <a:lnSpc>
                          <a:spcPct val="95000"/>
                        </a:lnSpc>
                        <a:spcBef>
                          <a:spcPts val="420"/>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 </a:t>
                      </a:r>
                      <a:r>
                        <a:rPr sz="1400" kern="0" spc="0" dirty="0">
                          <a:solidFill>
                            <a:srgbClr val="000000">
                              <a:alpha val="100000"/>
                            </a:srgbClr>
                          </a:solidFill>
                          <a:cs typeface="微软雅黑" panose="020B0503020204020204" charset="-122"/>
                        </a:rPr>
                        <a:t>开发的速度和质量之间需要寻找平衡点，整体</a:t>
                      </a:r>
                      <a:r>
                        <a:rPr sz="1400" kern="0" spc="-10" dirty="0">
                          <a:solidFill>
                            <a:srgbClr val="000000">
                              <a:alpha val="100000"/>
                            </a:srgbClr>
                          </a:solidFill>
                          <a:cs typeface="微软雅黑" panose="020B0503020204020204" charset="-122"/>
                        </a:rPr>
                        <a:t>方案的质量把控不够</a:t>
                      </a:r>
                      <a:endParaRPr lang="en-US" altLang="en-US" sz="1400" dirty="0"/>
                    </a:p>
                    <a:p>
                      <a:pPr algn="l" rtl="0" eaLnBrk="0">
                        <a:lnSpc>
                          <a:spcPct val="116000"/>
                        </a:lnSpc>
                      </a:pPr>
                      <a:endParaRPr lang="en-US" altLang="en-US" sz="300" dirty="0"/>
                    </a:p>
                    <a:p>
                      <a:pPr marL="109855" algn="l" rtl="0" eaLnBrk="0">
                        <a:lnSpc>
                          <a:spcPct val="95000"/>
                        </a:lnSpc>
                        <a:spcBef>
                          <a:spcPts val="5"/>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 </a:t>
                      </a:r>
                      <a:r>
                        <a:rPr sz="1400" kern="0" spc="0" dirty="0">
                          <a:solidFill>
                            <a:srgbClr val="000000">
                              <a:alpha val="100000"/>
                            </a:srgbClr>
                          </a:solidFill>
                          <a:cs typeface="微软雅黑" panose="020B0503020204020204" charset="-122"/>
                        </a:rPr>
                        <a:t>管理层对项目的决策支持，未根</a:t>
                      </a:r>
                      <a:r>
                        <a:rPr sz="1400" kern="0" spc="-10" dirty="0">
                          <a:solidFill>
                            <a:srgbClr val="000000">
                              <a:alpha val="100000"/>
                            </a:srgbClr>
                          </a:solidFill>
                          <a:cs typeface="微软雅黑" panose="020B0503020204020204" charset="-122"/>
                        </a:rPr>
                        <a:t>据项目级别分类处理</a:t>
                      </a:r>
                      <a:endParaRPr lang="en-US" altLang="en-US" sz="1400" dirty="0"/>
                    </a:p>
                  </a:txBody>
                  <a:tcPr marL="0" marR="0" marT="0" marB="0" vert="horz">
                    <a:lnL w="19050" cap="flat" cmpd="sng" algn="ctr">
                      <a:solidFill>
                        <a:srgbClr val="1F4E79"/>
                      </a:solidFill>
                      <a:prstDash val="solid"/>
                      <a:round/>
                      <a:headEnd type="none" w="med" len="med"/>
                      <a:tailEnd type="none" w="med" len="med"/>
                    </a:lnL>
                    <a:lnR w="19050" cap="flat" cmpd="sng" algn="ctr">
                      <a:solidFill>
                        <a:srgbClr val="1F4E79"/>
                      </a:solidFill>
                      <a:prstDash val="solid"/>
                      <a:round/>
                      <a:headEnd type="none" w="med" len="med"/>
                      <a:tailEnd type="none" w="med" len="med"/>
                    </a:lnR>
                    <a:lnT w="19050" cap="flat" cmpd="sng" algn="ctr">
                      <a:solidFill>
                        <a:srgbClr val="1F4E79"/>
                      </a:solidFill>
                      <a:prstDash val="solid"/>
                      <a:round/>
                      <a:headEnd type="none" w="med" len="med"/>
                      <a:tailEnd type="none" w="med" len="med"/>
                    </a:lnT>
                    <a:lnB w="19050" cap="flat" cmpd="sng" algn="ctr">
                      <a:solidFill>
                        <a:srgbClr val="1F4E79"/>
                      </a:solidFill>
                      <a:prstDash val="solid"/>
                      <a:round/>
                      <a:headEnd type="none" w="med" len="med"/>
                      <a:tailEnd type="none" w="med" len="med"/>
                    </a:lnB>
                  </a:tcPr>
                </a:tc>
              </a:tr>
            </a:tbl>
          </a:graphicData>
        </a:graphic>
      </p:graphicFrame>
      <p:pic>
        <p:nvPicPr>
          <p:cNvPr id="4746" name="picture 4746"/>
          <p:cNvPicPr>
            <a:picLocks noChangeAspect="1"/>
          </p:cNvPicPr>
          <p:nvPr>
            <p:custDataLst>
              <p:tags r:id="rId13"/>
            </p:custDataLst>
          </p:nvPr>
        </p:nvPicPr>
        <p:blipFill>
          <a:blip r:embed="rId3"/>
          <a:stretch>
            <a:fillRect/>
          </a:stretch>
        </p:blipFill>
        <p:spPr>
          <a:xfrm rot="21600000">
            <a:off x="2293195" y="1956379"/>
            <a:ext cx="72356" cy="73481"/>
          </a:xfrm>
          <a:prstGeom prst="rect">
            <a:avLst/>
          </a:prstGeom>
        </p:spPr>
      </p:pic>
      <p:pic>
        <p:nvPicPr>
          <p:cNvPr id="4748" name="picture 4748"/>
          <p:cNvPicPr>
            <a:picLocks noChangeAspect="1"/>
          </p:cNvPicPr>
          <p:nvPr>
            <p:custDataLst>
              <p:tags r:id="rId14"/>
            </p:custDataLst>
          </p:nvPr>
        </p:nvPicPr>
        <p:blipFill>
          <a:blip r:embed="rId3"/>
          <a:stretch>
            <a:fillRect/>
          </a:stretch>
        </p:blipFill>
        <p:spPr>
          <a:xfrm rot="21600000">
            <a:off x="2293195" y="1700346"/>
            <a:ext cx="72356" cy="73481"/>
          </a:xfrm>
          <a:prstGeom prst="rect">
            <a:avLst/>
          </a:prstGeom>
        </p:spPr>
      </p:pic>
      <p:pic>
        <p:nvPicPr>
          <p:cNvPr id="4750" name="picture 4750"/>
          <p:cNvPicPr>
            <a:picLocks noChangeAspect="1"/>
          </p:cNvPicPr>
          <p:nvPr>
            <p:custDataLst>
              <p:tags r:id="rId15"/>
            </p:custDataLst>
          </p:nvPr>
        </p:nvPicPr>
        <p:blipFill>
          <a:blip r:embed="rId3"/>
          <a:stretch>
            <a:fillRect/>
          </a:stretch>
        </p:blipFill>
        <p:spPr>
          <a:xfrm rot="21600000">
            <a:off x="2293195" y="1444314"/>
            <a:ext cx="72356" cy="73481"/>
          </a:xfrm>
          <a:prstGeom prst="rect">
            <a:avLst/>
          </a:prstGeom>
        </p:spPr>
      </p:pic>
      <p:pic>
        <p:nvPicPr>
          <p:cNvPr id="4752" name="picture 4752"/>
          <p:cNvPicPr>
            <a:picLocks noChangeAspect="1"/>
          </p:cNvPicPr>
          <p:nvPr>
            <p:custDataLst>
              <p:tags r:id="rId16"/>
            </p:custDataLst>
          </p:nvPr>
        </p:nvPicPr>
        <p:blipFill>
          <a:blip r:embed="rId17"/>
          <a:stretch>
            <a:fillRect/>
          </a:stretch>
        </p:blipFill>
        <p:spPr>
          <a:xfrm rot="21600000">
            <a:off x="2293220" y="1187700"/>
            <a:ext cx="72532" cy="73660"/>
          </a:xfrm>
          <a:prstGeom prst="rect">
            <a:avLst/>
          </a:prstGeom>
        </p:spPr>
      </p:pic>
      <p:graphicFrame>
        <p:nvGraphicFramePr>
          <p:cNvPr id="4754" name="table 4754"/>
          <p:cNvGraphicFramePr>
            <a:graphicFrameLocks noGrp="1"/>
          </p:cNvGraphicFramePr>
          <p:nvPr>
            <p:custDataLst>
              <p:tags r:id="rId18"/>
            </p:custDataLst>
          </p:nvPr>
        </p:nvGraphicFramePr>
        <p:xfrm>
          <a:off x="2182749" y="4284345"/>
          <a:ext cx="9179559" cy="933450"/>
        </p:xfrm>
        <a:graphic>
          <a:graphicData uri="http://schemas.openxmlformats.org/drawingml/2006/table">
            <a:tbl>
              <a:tblPr/>
              <a:tblGrid>
                <a:gridCol w="9179559"/>
              </a:tblGrid>
              <a:tr h="914400">
                <a:tc>
                  <a:txBody>
                    <a:bodyPr/>
                    <a:lstStyle/>
                    <a:p>
                      <a:pPr algn="l" rtl="0" eaLnBrk="0">
                        <a:lnSpc>
                          <a:spcPct val="100000"/>
                        </a:lnSpc>
                      </a:pPr>
                      <a:endParaRPr lang="en-US" altLang="en-US" sz="1000" dirty="0"/>
                    </a:p>
                    <a:p>
                      <a:pPr algn="l" rtl="0" eaLnBrk="0">
                        <a:lnSpc>
                          <a:spcPct val="9000"/>
                        </a:lnSpc>
                      </a:pPr>
                      <a:endParaRPr lang="en-US" altLang="en-US" sz="100" dirty="0"/>
                    </a:p>
                    <a:p>
                      <a:pPr marL="109855" algn="l" rtl="0" eaLnBrk="0">
                        <a:lnSpc>
                          <a:spcPct val="95000"/>
                        </a:lnSpc>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有初略的需求管理平台，如JIRA、SV</a:t>
                      </a:r>
                      <a:r>
                        <a:rPr sz="1400" kern="0" spc="-10" dirty="0">
                          <a:solidFill>
                            <a:srgbClr val="000000">
                              <a:alpha val="100000"/>
                            </a:srgbClr>
                          </a:solidFill>
                          <a:cs typeface="微软雅黑" panose="020B0503020204020204" charset="-122"/>
                        </a:rPr>
                        <a:t>N等进行项目工作支持</a:t>
                      </a:r>
                      <a:endParaRPr lang="en-US" altLang="en-US" sz="1400" dirty="0"/>
                    </a:p>
                    <a:p>
                      <a:pPr marL="109855" algn="l" rtl="0" eaLnBrk="0">
                        <a:lnSpc>
                          <a:spcPct val="95000"/>
                        </a:lnSpc>
                        <a:spcBef>
                          <a:spcPts val="425"/>
                        </a:spcBef>
                        <a:tabLst>
                          <a:tab pos="182245"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没有项目管理工具：例如项目资源利用情况不透明，难以统计及</a:t>
                      </a:r>
                      <a:r>
                        <a:rPr sz="1400" kern="0" spc="-10" dirty="0">
                          <a:solidFill>
                            <a:srgbClr val="000000">
                              <a:alpha val="100000"/>
                            </a:srgbClr>
                          </a:solidFill>
                          <a:cs typeface="微软雅黑" panose="020B0503020204020204" charset="-122"/>
                        </a:rPr>
                        <a:t>统筹安排资源的分配</a:t>
                      </a:r>
                      <a:endParaRPr lang="en-US" altLang="en-US" sz="1400" dirty="0"/>
                    </a:p>
                    <a:p>
                      <a:pPr algn="l" rtl="0" eaLnBrk="0">
                        <a:lnSpc>
                          <a:spcPct val="116000"/>
                        </a:lnSpc>
                      </a:pPr>
                      <a:endParaRPr lang="en-US" altLang="en-US" sz="300" dirty="0"/>
                    </a:p>
                    <a:p>
                      <a:pPr marL="109855" algn="l" rtl="0" eaLnBrk="0">
                        <a:lnSpc>
                          <a:spcPct val="95000"/>
                        </a:lnSpc>
                        <a:spcBef>
                          <a:spcPts val="5"/>
                        </a:spcBef>
                        <a:tabLst>
                          <a:tab pos="182245" algn="l"/>
                        </a:tabLst>
                      </a:pPr>
                      <a:r>
                        <a:rPr sz="1400" kern="0" spc="0" dirty="0">
                          <a:solidFill>
                            <a:srgbClr val="A7A7A7">
                              <a:alpha val="100000"/>
                            </a:srgbClr>
                          </a:solidFill>
                          <a:cs typeface="微软雅黑" panose="020B0503020204020204" charset="-122"/>
                        </a:rPr>
                        <a:t>	</a:t>
                      </a:r>
                      <a:r>
                        <a:rPr sz="1400" b="1" kern="0" spc="90" dirty="0">
                          <a:solidFill>
                            <a:srgbClr val="A7A7A7">
                              <a:alpha val="100000"/>
                            </a:srgbClr>
                          </a:solidFill>
                          <a:cs typeface="微软雅黑" panose="020B0503020204020204" charset="-122"/>
                        </a:rPr>
                        <a:t>  </a:t>
                      </a:r>
                      <a:r>
                        <a:rPr sz="1400" b="1" kern="0" spc="-30" dirty="0">
                          <a:solidFill>
                            <a:srgbClr val="A7A7A7">
                              <a:alpha val="100000"/>
                            </a:srgbClr>
                          </a:solidFill>
                          <a:cs typeface="微软雅黑" panose="020B0503020204020204" charset="-122"/>
                        </a:rPr>
                        <a:t>(-)</a:t>
                      </a:r>
                      <a:r>
                        <a:rPr sz="1400" kern="0" spc="-30" dirty="0">
                          <a:solidFill>
                            <a:srgbClr val="000000">
                              <a:alpha val="100000"/>
                            </a:srgbClr>
                          </a:solidFill>
                          <a:cs typeface="微软雅黑" panose="020B0503020204020204" charset="-122"/>
                        </a:rPr>
                        <a:t>没有项目文档中心，信息共享低效；</a:t>
                      </a:r>
                      <a:r>
                        <a:rPr sz="1400" kern="0" spc="230" dirty="0">
                          <a:solidFill>
                            <a:srgbClr val="000000">
                              <a:alpha val="100000"/>
                            </a:srgbClr>
                          </a:solidFill>
                          <a:cs typeface="微软雅黑" panose="020B0503020204020204" charset="-122"/>
                        </a:rPr>
                        <a:t> </a:t>
                      </a:r>
                      <a:r>
                        <a:rPr sz="1400" kern="0" spc="-30" dirty="0">
                          <a:solidFill>
                            <a:srgbClr val="000000">
                              <a:alpha val="100000"/>
                            </a:srgbClr>
                          </a:solidFill>
                          <a:cs typeface="微软雅黑" panose="020B0503020204020204" charset="-122"/>
                        </a:rPr>
                        <a:t>容易产生沟通间隙</a:t>
                      </a:r>
                      <a:endParaRPr lang="en-US" altLang="en-US" sz="1400" dirty="0"/>
                    </a:p>
                  </a:txBody>
                  <a:tcPr marL="0" marR="0" marT="0" marB="0" vert="horz">
                    <a:lnL w="19050" cap="flat" cmpd="sng" algn="ctr">
                      <a:solidFill>
                        <a:srgbClr val="1F4E79"/>
                      </a:solidFill>
                      <a:prstDash val="solid"/>
                      <a:round/>
                      <a:headEnd type="none" w="med" len="med"/>
                      <a:tailEnd type="none" w="med" len="med"/>
                    </a:lnL>
                    <a:lnR w="19050" cap="flat" cmpd="sng" algn="ctr">
                      <a:solidFill>
                        <a:srgbClr val="1F4E79"/>
                      </a:solidFill>
                      <a:prstDash val="solid"/>
                      <a:round/>
                      <a:headEnd type="none" w="med" len="med"/>
                      <a:tailEnd type="none" w="med" len="med"/>
                    </a:lnR>
                    <a:lnT w="19050" cap="flat" cmpd="sng" algn="ctr">
                      <a:solidFill>
                        <a:srgbClr val="1F4E79"/>
                      </a:solidFill>
                      <a:prstDash val="solid"/>
                      <a:round/>
                      <a:headEnd type="none" w="med" len="med"/>
                      <a:tailEnd type="none" w="med" len="med"/>
                    </a:lnT>
                    <a:lnB w="19050" cap="flat" cmpd="sng" algn="ctr">
                      <a:solidFill>
                        <a:srgbClr val="1F4E79"/>
                      </a:solidFill>
                      <a:prstDash val="solid"/>
                      <a:round/>
                      <a:headEnd type="none" w="med" len="med"/>
                      <a:tailEnd type="none" w="med" len="med"/>
                    </a:lnB>
                  </a:tcPr>
                </a:tc>
              </a:tr>
            </a:tbl>
          </a:graphicData>
        </a:graphic>
      </p:graphicFrame>
      <p:pic>
        <p:nvPicPr>
          <p:cNvPr id="4756" name="picture 4756"/>
          <p:cNvPicPr>
            <a:picLocks noChangeAspect="1"/>
          </p:cNvPicPr>
          <p:nvPr>
            <p:custDataLst>
              <p:tags r:id="rId19"/>
            </p:custDataLst>
          </p:nvPr>
        </p:nvPicPr>
        <p:blipFill>
          <a:blip r:embed="rId3"/>
          <a:stretch>
            <a:fillRect/>
          </a:stretch>
        </p:blipFill>
        <p:spPr>
          <a:xfrm rot="21600000">
            <a:off x="2293195" y="5013523"/>
            <a:ext cx="72356" cy="73481"/>
          </a:xfrm>
          <a:prstGeom prst="rect">
            <a:avLst/>
          </a:prstGeom>
        </p:spPr>
      </p:pic>
      <p:pic>
        <p:nvPicPr>
          <p:cNvPr id="4758" name="picture 4758"/>
          <p:cNvPicPr>
            <a:picLocks noChangeAspect="1"/>
          </p:cNvPicPr>
          <p:nvPr>
            <p:custDataLst>
              <p:tags r:id="rId20"/>
            </p:custDataLst>
          </p:nvPr>
        </p:nvPicPr>
        <p:blipFill>
          <a:blip r:embed="rId3"/>
          <a:stretch>
            <a:fillRect/>
          </a:stretch>
        </p:blipFill>
        <p:spPr>
          <a:xfrm rot="21600000">
            <a:off x="2293195" y="4757491"/>
            <a:ext cx="72356" cy="73481"/>
          </a:xfrm>
          <a:prstGeom prst="rect">
            <a:avLst/>
          </a:prstGeom>
        </p:spPr>
      </p:pic>
      <p:pic>
        <p:nvPicPr>
          <p:cNvPr id="4760" name="picture 4760"/>
          <p:cNvPicPr>
            <a:picLocks noChangeAspect="1"/>
          </p:cNvPicPr>
          <p:nvPr>
            <p:custDataLst>
              <p:tags r:id="rId21"/>
            </p:custDataLst>
          </p:nvPr>
        </p:nvPicPr>
        <p:blipFill>
          <a:blip r:embed="rId3"/>
          <a:stretch>
            <a:fillRect/>
          </a:stretch>
        </p:blipFill>
        <p:spPr>
          <a:xfrm rot="21600000">
            <a:off x="2293195" y="4501077"/>
            <a:ext cx="72356" cy="73481"/>
          </a:xfrm>
          <a:prstGeom prst="rect">
            <a:avLst/>
          </a:prstGeom>
        </p:spPr>
      </p:pic>
      <p:graphicFrame>
        <p:nvGraphicFramePr>
          <p:cNvPr id="4762" name="table 4762"/>
          <p:cNvGraphicFramePr>
            <a:graphicFrameLocks noGrp="1"/>
          </p:cNvGraphicFramePr>
          <p:nvPr>
            <p:custDataLst>
              <p:tags r:id="rId22"/>
            </p:custDataLst>
          </p:nvPr>
        </p:nvGraphicFramePr>
        <p:xfrm>
          <a:off x="2185797" y="5364860"/>
          <a:ext cx="9179559" cy="931544"/>
        </p:xfrm>
        <a:graphic>
          <a:graphicData uri="http://schemas.openxmlformats.org/drawingml/2006/table">
            <a:tbl>
              <a:tblPr/>
              <a:tblGrid>
                <a:gridCol w="9179559"/>
              </a:tblGrid>
              <a:tr h="912494">
                <a:tc>
                  <a:txBody>
                    <a:bodyPr/>
                    <a:lstStyle/>
                    <a:p>
                      <a:pPr algn="l" rtl="0" eaLnBrk="0">
                        <a:lnSpc>
                          <a:spcPct val="103000"/>
                        </a:lnSpc>
                      </a:pPr>
                      <a:endParaRPr lang="en-US" altLang="en-US" sz="1000" dirty="0"/>
                    </a:p>
                    <a:p>
                      <a:pPr marL="110490" algn="l" rtl="0" eaLnBrk="0">
                        <a:lnSpc>
                          <a:spcPct val="91000"/>
                        </a:lnSpc>
                        <a:tabLst>
                          <a:tab pos="182245" algn="l"/>
                        </a:tabLst>
                      </a:pPr>
                      <a:r>
                        <a:rPr sz="1400" kern="0" spc="0" dirty="0">
                          <a:solidFill>
                            <a:srgbClr val="A7A7A7">
                              <a:alpha val="100000"/>
                            </a:srgbClr>
                          </a:solidFill>
                          <a:cs typeface="Arial" panose="020B0604020202020204"/>
                        </a:rPr>
                        <a:t>	</a:t>
                      </a:r>
                      <a:r>
                        <a:rPr sz="1400" b="1" kern="0" spc="50" dirty="0">
                          <a:solidFill>
                            <a:srgbClr val="A7A7A7">
                              <a:alpha val="100000"/>
                            </a:srgbClr>
                          </a:solidFill>
                          <a:cs typeface="Arial" panose="020B0604020202020204"/>
                        </a:rPr>
                        <a:t>  </a:t>
                      </a:r>
                      <a:r>
                        <a:rPr sz="1400" b="1" kern="0" spc="0" dirty="0">
                          <a:solidFill>
                            <a:srgbClr val="A7A7A7">
                              <a:alpha val="100000"/>
                            </a:srgbClr>
                          </a:solidFill>
                          <a:cs typeface="Arial" panose="020B0604020202020204"/>
                        </a:rPr>
                        <a:t>(-)</a:t>
                      </a:r>
                      <a:r>
                        <a:rPr sz="1400" kern="0" spc="0" dirty="0">
                          <a:solidFill>
                            <a:srgbClr val="000000">
                              <a:alpha val="100000"/>
                            </a:srgbClr>
                          </a:solidFill>
                          <a:cs typeface="微软雅黑" panose="020B0503020204020204" charset="-122"/>
                        </a:rPr>
                        <a:t>未能对担任项目经理的人员进行系统的项</a:t>
                      </a:r>
                      <a:r>
                        <a:rPr sz="1400" kern="0" spc="-10" dirty="0">
                          <a:solidFill>
                            <a:srgbClr val="000000">
                              <a:alpha val="100000"/>
                            </a:srgbClr>
                          </a:solidFill>
                          <a:cs typeface="微软雅黑" panose="020B0503020204020204" charset="-122"/>
                        </a:rPr>
                        <a:t>目管理培训</a:t>
                      </a:r>
                      <a:endParaRPr lang="en-US" altLang="en-US" sz="1400" dirty="0"/>
                    </a:p>
                    <a:p>
                      <a:pPr marL="110490" algn="l" rtl="0" eaLnBrk="0">
                        <a:lnSpc>
                          <a:spcPct val="91000"/>
                        </a:lnSpc>
                        <a:spcBef>
                          <a:spcPts val="485"/>
                        </a:spcBef>
                        <a:tabLst>
                          <a:tab pos="182245" algn="l"/>
                        </a:tabLst>
                      </a:pPr>
                      <a:r>
                        <a:rPr sz="1400" kern="0" spc="0" dirty="0">
                          <a:solidFill>
                            <a:srgbClr val="A7A7A7">
                              <a:alpha val="100000"/>
                            </a:srgbClr>
                          </a:solidFill>
                          <a:cs typeface="Arial" panose="020B0604020202020204"/>
                        </a:rPr>
                        <a:t>	</a:t>
                      </a:r>
                      <a:r>
                        <a:rPr sz="1400" b="1" kern="0" spc="60" dirty="0">
                          <a:solidFill>
                            <a:srgbClr val="A7A7A7">
                              <a:alpha val="100000"/>
                            </a:srgbClr>
                          </a:solidFill>
                          <a:cs typeface="Arial" panose="020B0604020202020204"/>
                        </a:rPr>
                        <a:t>  </a:t>
                      </a:r>
                      <a:r>
                        <a:rPr sz="1400" b="1" kern="0" spc="0" dirty="0">
                          <a:solidFill>
                            <a:srgbClr val="A7A7A7">
                              <a:alpha val="100000"/>
                            </a:srgbClr>
                          </a:solidFill>
                          <a:cs typeface="Arial" panose="020B0604020202020204"/>
                        </a:rPr>
                        <a:t>(-)</a:t>
                      </a:r>
                      <a:r>
                        <a:rPr sz="1400" kern="0" spc="0" dirty="0">
                          <a:solidFill>
                            <a:srgbClr val="000000">
                              <a:alpha val="100000"/>
                            </a:srgbClr>
                          </a:solidFill>
                          <a:cs typeface="微软雅黑" panose="020B0503020204020204" charset="-122"/>
                        </a:rPr>
                        <a:t>未有证据表明组织层面建立了系统性的知识管理</a:t>
                      </a:r>
                      <a:r>
                        <a:rPr sz="1400" kern="0" spc="-10" dirty="0">
                          <a:solidFill>
                            <a:srgbClr val="000000">
                              <a:alpha val="100000"/>
                            </a:srgbClr>
                          </a:solidFill>
                          <a:cs typeface="微软雅黑" panose="020B0503020204020204" charset="-122"/>
                        </a:rPr>
                        <a:t>库和文档中心</a:t>
                      </a:r>
                      <a:endParaRPr lang="en-US" altLang="en-US" sz="1400" dirty="0"/>
                    </a:p>
                    <a:p>
                      <a:pPr algn="l" rtl="0" eaLnBrk="0">
                        <a:lnSpc>
                          <a:spcPct val="101000"/>
                        </a:lnSpc>
                      </a:pPr>
                      <a:endParaRPr lang="en-US" altLang="en-US" sz="400" dirty="0"/>
                    </a:p>
                    <a:p>
                      <a:pPr marL="110490" algn="l" rtl="0" eaLnBrk="0">
                        <a:lnSpc>
                          <a:spcPct val="91000"/>
                        </a:lnSpc>
                        <a:spcBef>
                          <a:spcPts val="5"/>
                        </a:spcBef>
                        <a:tabLst>
                          <a:tab pos="182245" algn="l"/>
                        </a:tabLst>
                      </a:pPr>
                      <a:r>
                        <a:rPr sz="1400" kern="0" spc="0" dirty="0">
                          <a:solidFill>
                            <a:srgbClr val="A7A7A7">
                              <a:alpha val="100000"/>
                            </a:srgbClr>
                          </a:solidFill>
                          <a:cs typeface="Arial" panose="020B0604020202020204"/>
                        </a:rPr>
                        <a:t>	</a:t>
                      </a:r>
                      <a:r>
                        <a:rPr sz="1400" b="1" kern="0" spc="50" dirty="0">
                          <a:solidFill>
                            <a:srgbClr val="A7A7A7">
                              <a:alpha val="100000"/>
                            </a:srgbClr>
                          </a:solidFill>
                          <a:cs typeface="Arial" panose="020B0604020202020204"/>
                        </a:rPr>
                        <a:t>  </a:t>
                      </a:r>
                      <a:r>
                        <a:rPr sz="1400" b="1" kern="0" spc="0" dirty="0">
                          <a:solidFill>
                            <a:srgbClr val="A7A7A7">
                              <a:alpha val="100000"/>
                            </a:srgbClr>
                          </a:solidFill>
                          <a:cs typeface="Arial" panose="020B0604020202020204"/>
                        </a:rPr>
                        <a:t>(-)</a:t>
                      </a:r>
                      <a:r>
                        <a:rPr sz="1400" kern="0" spc="0" dirty="0">
                          <a:solidFill>
                            <a:srgbClr val="000000">
                              <a:alpha val="100000"/>
                            </a:srgbClr>
                          </a:solidFill>
                          <a:cs typeface="微软雅黑" panose="020B0503020204020204" charset="-122"/>
                        </a:rPr>
                        <a:t>未有项目经理能力持</a:t>
                      </a:r>
                      <a:r>
                        <a:rPr sz="1400" kern="0" spc="-10" dirty="0">
                          <a:solidFill>
                            <a:srgbClr val="000000">
                              <a:alpha val="100000"/>
                            </a:srgbClr>
                          </a:solidFill>
                          <a:cs typeface="微软雅黑" panose="020B0503020204020204" charset="-122"/>
                        </a:rPr>
                        <a:t>续培养流程</a:t>
                      </a:r>
                      <a:endParaRPr lang="en-US" altLang="en-US" sz="1400" dirty="0"/>
                    </a:p>
                  </a:txBody>
                  <a:tcPr marL="0" marR="0" marT="0" marB="0" vert="horz">
                    <a:lnL w="19050" cap="flat" cmpd="sng" algn="ctr">
                      <a:solidFill>
                        <a:srgbClr val="1F4E79"/>
                      </a:solidFill>
                      <a:prstDash val="solid"/>
                      <a:round/>
                      <a:headEnd type="none" w="med" len="med"/>
                      <a:tailEnd type="none" w="med" len="med"/>
                    </a:lnL>
                    <a:lnR w="19050" cap="flat" cmpd="sng" algn="ctr">
                      <a:solidFill>
                        <a:srgbClr val="1F4E79"/>
                      </a:solidFill>
                      <a:prstDash val="solid"/>
                      <a:round/>
                      <a:headEnd type="none" w="med" len="med"/>
                      <a:tailEnd type="none" w="med" len="med"/>
                    </a:lnR>
                    <a:lnT w="19050" cap="flat" cmpd="sng" algn="ctr">
                      <a:solidFill>
                        <a:srgbClr val="1F4E79"/>
                      </a:solidFill>
                      <a:prstDash val="solid"/>
                      <a:round/>
                      <a:headEnd type="none" w="med" len="med"/>
                      <a:tailEnd type="none" w="med" len="med"/>
                    </a:lnT>
                    <a:lnB w="19050" cap="flat" cmpd="sng" algn="ctr">
                      <a:solidFill>
                        <a:srgbClr val="1F4E79"/>
                      </a:solidFill>
                      <a:prstDash val="solid"/>
                      <a:round/>
                      <a:headEnd type="none" w="med" len="med"/>
                      <a:tailEnd type="none" w="med" len="med"/>
                    </a:lnB>
                  </a:tcPr>
                </a:tc>
              </a:tr>
            </a:tbl>
          </a:graphicData>
        </a:graphic>
      </p:graphicFrame>
      <p:pic>
        <p:nvPicPr>
          <p:cNvPr id="4764" name="picture 4764"/>
          <p:cNvPicPr>
            <a:picLocks noChangeAspect="1"/>
          </p:cNvPicPr>
          <p:nvPr>
            <p:custDataLst>
              <p:tags r:id="rId23"/>
            </p:custDataLst>
          </p:nvPr>
        </p:nvPicPr>
        <p:blipFill>
          <a:blip r:embed="rId24"/>
          <a:stretch>
            <a:fillRect/>
          </a:stretch>
        </p:blipFill>
        <p:spPr>
          <a:xfrm rot="21600000">
            <a:off x="2296497" y="6095207"/>
            <a:ext cx="72356" cy="73481"/>
          </a:xfrm>
          <a:prstGeom prst="rect">
            <a:avLst/>
          </a:prstGeom>
        </p:spPr>
      </p:pic>
      <p:pic>
        <p:nvPicPr>
          <p:cNvPr id="4766" name="picture 4766"/>
          <p:cNvPicPr>
            <a:picLocks noChangeAspect="1"/>
          </p:cNvPicPr>
          <p:nvPr>
            <p:custDataLst>
              <p:tags r:id="rId25"/>
            </p:custDataLst>
          </p:nvPr>
        </p:nvPicPr>
        <p:blipFill>
          <a:blip r:embed="rId26"/>
          <a:stretch>
            <a:fillRect/>
          </a:stretch>
        </p:blipFill>
        <p:spPr>
          <a:xfrm rot="21600000">
            <a:off x="2296497" y="5839175"/>
            <a:ext cx="72356" cy="73481"/>
          </a:xfrm>
          <a:prstGeom prst="rect">
            <a:avLst/>
          </a:prstGeom>
        </p:spPr>
      </p:pic>
      <p:pic>
        <p:nvPicPr>
          <p:cNvPr id="4768" name="picture 4768"/>
          <p:cNvPicPr>
            <a:picLocks noChangeAspect="1"/>
          </p:cNvPicPr>
          <p:nvPr>
            <p:custDataLst>
              <p:tags r:id="rId27"/>
            </p:custDataLst>
          </p:nvPr>
        </p:nvPicPr>
        <p:blipFill>
          <a:blip r:embed="rId26"/>
          <a:stretch>
            <a:fillRect/>
          </a:stretch>
        </p:blipFill>
        <p:spPr>
          <a:xfrm rot="21600000">
            <a:off x="2296497" y="5583143"/>
            <a:ext cx="72356" cy="73481"/>
          </a:xfrm>
          <a:prstGeom prst="rect">
            <a:avLst/>
          </a:prstGeom>
        </p:spPr>
      </p:pic>
      <p:graphicFrame>
        <p:nvGraphicFramePr>
          <p:cNvPr id="4774" name="table 4774"/>
          <p:cNvGraphicFramePr>
            <a:graphicFrameLocks noGrp="1"/>
          </p:cNvGraphicFramePr>
          <p:nvPr>
            <p:custDataLst>
              <p:tags r:id="rId28"/>
            </p:custDataLst>
          </p:nvPr>
        </p:nvGraphicFramePr>
        <p:xfrm>
          <a:off x="471297" y="4284345"/>
          <a:ext cx="1385570" cy="927100"/>
        </p:xfrm>
        <a:graphic>
          <a:graphicData uri="http://schemas.openxmlformats.org/drawingml/2006/table">
            <a:tbl>
              <a:tblPr>
                <a:solidFill>
                  <a:srgbClr val="FFC000"/>
                </a:solidFill>
              </a:tblPr>
              <a:tblGrid>
                <a:gridCol w="1385570"/>
              </a:tblGrid>
              <a:tr h="908050">
                <a:tc>
                  <a:txBody>
                    <a:bodyPr/>
                    <a:lstStyle/>
                    <a:p>
                      <a:pPr algn="l" rtl="0" eaLnBrk="0">
                        <a:lnSpc>
                          <a:spcPct val="116000"/>
                        </a:lnSpc>
                      </a:pPr>
                      <a:endParaRPr lang="en-US" altLang="en-US" sz="1000" dirty="0"/>
                    </a:p>
                    <a:p>
                      <a:pPr algn="l" rtl="0" eaLnBrk="0">
                        <a:lnSpc>
                          <a:spcPct val="116000"/>
                        </a:lnSpc>
                      </a:pPr>
                      <a:endParaRPr lang="en-US" altLang="en-US" sz="1000" dirty="0"/>
                    </a:p>
                    <a:p>
                      <a:pPr marL="159385" algn="l" rtl="0" eaLnBrk="0">
                        <a:lnSpc>
                          <a:spcPts val="2175"/>
                        </a:lnSpc>
                        <a:spcBef>
                          <a:spcPts val="5"/>
                        </a:spcBef>
                      </a:pPr>
                      <a:r>
                        <a:rPr sz="1800" kern="0" spc="-2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技术</a:t>
                      </a:r>
                      <a:r>
                        <a:rPr sz="1800" b="1" kern="0" spc="-20" dirty="0">
                          <a:solidFill>
                            <a:srgbClr val="FFFFFF">
                              <a:alpha val="100000"/>
                            </a:srgbClr>
                          </a:solidFill>
                          <a:cs typeface="Arial" panose="020B0604020202020204"/>
                        </a:rPr>
                        <a:t>&amp;</a:t>
                      </a:r>
                      <a:r>
                        <a:rPr sz="1800" kern="0" spc="-2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工具</a:t>
                      </a:r>
                      <a:endParaRPr lang="en-US" altLang="en-US" sz="1800" dirty="0"/>
                    </a:p>
                  </a:txBody>
                  <a:tcPr marL="0" marR="0" marT="0" marB="0" vert="horz">
                    <a:lnL w="19050" cap="flat" cmpd="sng" algn="ctr">
                      <a:solidFill>
                        <a:srgbClr val="FFC000"/>
                      </a:solidFill>
                      <a:prstDash val="solid"/>
                      <a:round/>
                      <a:headEnd type="none" w="med" len="med"/>
                      <a:tailEnd type="none" w="med" len="med"/>
                    </a:lnL>
                    <a:lnR w="19050" cap="flat" cmpd="sng" algn="ctr">
                      <a:solidFill>
                        <a:srgbClr val="FFC000"/>
                      </a:solidFill>
                      <a:prstDash val="solid"/>
                      <a:round/>
                      <a:headEnd type="none" w="med" len="med"/>
                      <a:tailEnd type="none" w="med" len="med"/>
                    </a:lnR>
                    <a:lnT w="19050" cap="flat" cmpd="sng" algn="ctr">
                      <a:solidFill>
                        <a:srgbClr val="FFC000"/>
                      </a:solidFill>
                      <a:prstDash val="solid"/>
                      <a:round/>
                      <a:headEnd type="none" w="med" len="med"/>
                      <a:tailEnd type="none" w="med" len="med"/>
                    </a:lnT>
                    <a:lnB w="19050" cap="flat" cmpd="sng" algn="ctr">
                      <a:solidFill>
                        <a:srgbClr val="FFC000"/>
                      </a:solidFill>
                      <a:prstDash val="solid"/>
                      <a:round/>
                      <a:headEnd type="none" w="med" len="med"/>
                      <a:tailEnd type="none" w="med" len="med"/>
                    </a:lnB>
                    <a:solidFill>
                      <a:srgbClr val="FFC000"/>
                    </a:solidFill>
                  </a:tcPr>
                </a:tc>
              </a:tr>
            </a:tbl>
          </a:graphicData>
        </a:graphic>
      </p:graphicFrame>
      <p:graphicFrame>
        <p:nvGraphicFramePr>
          <p:cNvPr id="4776" name="table 4776"/>
          <p:cNvGraphicFramePr>
            <a:graphicFrameLocks noGrp="1"/>
          </p:cNvGraphicFramePr>
          <p:nvPr>
            <p:custDataLst>
              <p:tags r:id="rId29"/>
            </p:custDataLst>
          </p:nvPr>
        </p:nvGraphicFramePr>
        <p:xfrm>
          <a:off x="471297" y="2857880"/>
          <a:ext cx="1385570" cy="875029"/>
        </p:xfrm>
        <a:graphic>
          <a:graphicData uri="http://schemas.openxmlformats.org/drawingml/2006/table">
            <a:tbl>
              <a:tblPr>
                <a:solidFill>
                  <a:srgbClr val="FFC000"/>
                </a:solidFill>
              </a:tblPr>
              <a:tblGrid>
                <a:gridCol w="1385570"/>
              </a:tblGrid>
              <a:tr h="855979">
                <a:tc>
                  <a:txBody>
                    <a:bodyPr/>
                    <a:lstStyle/>
                    <a:p>
                      <a:pPr algn="l" rtl="0" eaLnBrk="0">
                        <a:lnSpc>
                          <a:spcPct val="107000"/>
                        </a:lnSpc>
                      </a:pPr>
                      <a:endParaRPr lang="en-US" altLang="en-US" sz="1000" dirty="0"/>
                    </a:p>
                    <a:p>
                      <a:pPr algn="l" rtl="0" eaLnBrk="0">
                        <a:lnSpc>
                          <a:spcPct val="108000"/>
                        </a:lnSpc>
                      </a:pPr>
                      <a:endParaRPr lang="en-US" altLang="en-US" sz="1000" dirty="0"/>
                    </a:p>
                    <a:p>
                      <a:pPr marL="473710" algn="l" rtl="0" eaLnBrk="0">
                        <a:lnSpc>
                          <a:spcPct val="97000"/>
                        </a:lnSpc>
                        <a:spcBef>
                          <a:spcPts val="5"/>
                        </a:spcBef>
                      </a:pPr>
                      <a:r>
                        <a:rPr sz="1800" kern="0" spc="-3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组织</a:t>
                      </a:r>
                      <a:endParaRPr lang="en-US" altLang="en-US" sz="1800" dirty="0"/>
                    </a:p>
                  </a:txBody>
                  <a:tcPr marL="0" marR="0" marT="0" marB="0" vert="horz">
                    <a:lnL w="19050" cap="flat" cmpd="sng" algn="ctr">
                      <a:solidFill>
                        <a:srgbClr val="FFC000"/>
                      </a:solidFill>
                      <a:prstDash val="solid"/>
                      <a:round/>
                      <a:headEnd type="none" w="med" len="med"/>
                      <a:tailEnd type="none" w="med" len="med"/>
                    </a:lnL>
                    <a:lnR w="19050" cap="flat" cmpd="sng" algn="ctr">
                      <a:solidFill>
                        <a:srgbClr val="FFC000"/>
                      </a:solidFill>
                      <a:prstDash val="solid"/>
                      <a:round/>
                      <a:headEnd type="none" w="med" len="med"/>
                      <a:tailEnd type="none" w="med" len="med"/>
                    </a:lnR>
                    <a:lnT w="19050" cap="flat" cmpd="sng" algn="ctr">
                      <a:solidFill>
                        <a:srgbClr val="FFC000"/>
                      </a:solidFill>
                      <a:prstDash val="solid"/>
                      <a:round/>
                      <a:headEnd type="none" w="med" len="med"/>
                      <a:tailEnd type="none" w="med" len="med"/>
                    </a:lnT>
                    <a:lnB w="19050" cap="flat" cmpd="sng" algn="ctr">
                      <a:solidFill>
                        <a:srgbClr val="FFC000"/>
                      </a:solidFill>
                      <a:prstDash val="solid"/>
                      <a:round/>
                      <a:headEnd type="none" w="med" len="med"/>
                      <a:tailEnd type="none" w="med" len="med"/>
                    </a:lnB>
                    <a:solidFill>
                      <a:srgbClr val="FFC000"/>
                    </a:solidFill>
                  </a:tcPr>
                </a:tc>
              </a:tr>
            </a:tbl>
          </a:graphicData>
        </a:graphic>
      </p:graphicFrame>
      <p:graphicFrame>
        <p:nvGraphicFramePr>
          <p:cNvPr id="4778" name="table 4778"/>
          <p:cNvGraphicFramePr>
            <a:graphicFrameLocks noGrp="1"/>
          </p:cNvGraphicFramePr>
          <p:nvPr>
            <p:custDataLst>
              <p:tags r:id="rId30"/>
            </p:custDataLst>
          </p:nvPr>
        </p:nvGraphicFramePr>
        <p:xfrm>
          <a:off x="471297" y="5364860"/>
          <a:ext cx="1385570" cy="871855"/>
        </p:xfrm>
        <a:graphic>
          <a:graphicData uri="http://schemas.openxmlformats.org/drawingml/2006/table">
            <a:tbl>
              <a:tblPr>
                <a:solidFill>
                  <a:srgbClr val="FFC000"/>
                </a:solidFill>
              </a:tblPr>
              <a:tblGrid>
                <a:gridCol w="1385570"/>
              </a:tblGrid>
              <a:tr h="852805">
                <a:tc>
                  <a:txBody>
                    <a:bodyPr/>
                    <a:lstStyle/>
                    <a:p>
                      <a:pPr algn="l" rtl="0" eaLnBrk="0">
                        <a:lnSpc>
                          <a:spcPct val="106000"/>
                        </a:lnSpc>
                      </a:pPr>
                      <a:endParaRPr lang="en-US" altLang="en-US" sz="1000" dirty="0"/>
                    </a:p>
                    <a:p>
                      <a:pPr algn="l" rtl="0" eaLnBrk="0">
                        <a:lnSpc>
                          <a:spcPct val="107000"/>
                        </a:lnSpc>
                      </a:pPr>
                      <a:endParaRPr lang="en-US" altLang="en-US" sz="1000" dirty="0"/>
                    </a:p>
                    <a:p>
                      <a:pPr algn="l" rtl="0" eaLnBrk="0">
                        <a:lnSpc>
                          <a:spcPct val="9000"/>
                        </a:lnSpc>
                      </a:pPr>
                      <a:endParaRPr lang="en-US" altLang="en-US" sz="100" dirty="0"/>
                    </a:p>
                    <a:p>
                      <a:pPr marL="471805" algn="l" rtl="0" eaLnBrk="0">
                        <a:lnSpc>
                          <a:spcPct val="96000"/>
                        </a:lnSpc>
                      </a:pPr>
                      <a:r>
                        <a:rPr sz="1800" kern="0" spc="-3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技能</a:t>
                      </a:r>
                      <a:endParaRPr lang="en-US" altLang="en-US" sz="1800" dirty="0"/>
                    </a:p>
                  </a:txBody>
                  <a:tcPr marL="0" marR="0" marT="0" marB="0" vert="horz">
                    <a:lnL w="19050" cap="flat" cmpd="sng" algn="ctr">
                      <a:solidFill>
                        <a:srgbClr val="FFC000"/>
                      </a:solidFill>
                      <a:prstDash val="solid"/>
                      <a:round/>
                      <a:headEnd type="none" w="med" len="med"/>
                      <a:tailEnd type="none" w="med" len="med"/>
                    </a:lnL>
                    <a:lnR w="19050" cap="flat" cmpd="sng" algn="ctr">
                      <a:solidFill>
                        <a:srgbClr val="FFC000"/>
                      </a:solidFill>
                      <a:prstDash val="solid"/>
                      <a:round/>
                      <a:headEnd type="none" w="med" len="med"/>
                      <a:tailEnd type="none" w="med" len="med"/>
                    </a:lnR>
                    <a:lnT w="19050" cap="flat" cmpd="sng" algn="ctr">
                      <a:solidFill>
                        <a:srgbClr val="FFC000"/>
                      </a:solidFill>
                      <a:prstDash val="solid"/>
                      <a:round/>
                      <a:headEnd type="none" w="med" len="med"/>
                      <a:tailEnd type="none" w="med" len="med"/>
                    </a:lnT>
                    <a:lnB w="19050" cap="flat" cmpd="sng" algn="ctr">
                      <a:solidFill>
                        <a:srgbClr val="FFC000"/>
                      </a:solidFill>
                      <a:prstDash val="solid"/>
                      <a:round/>
                      <a:headEnd type="none" w="med" len="med"/>
                      <a:tailEnd type="none" w="med" len="med"/>
                    </a:lnB>
                    <a:solidFill>
                      <a:srgbClr val="FFC000"/>
                    </a:solidFill>
                  </a:tcPr>
                </a:tc>
              </a:tr>
            </a:tbl>
          </a:graphicData>
        </a:graphic>
      </p:graphicFrame>
      <p:graphicFrame>
        <p:nvGraphicFramePr>
          <p:cNvPr id="4782" name="table 4782"/>
          <p:cNvGraphicFramePr>
            <a:graphicFrameLocks noGrp="1"/>
          </p:cNvGraphicFramePr>
          <p:nvPr>
            <p:custDataLst>
              <p:tags r:id="rId31"/>
            </p:custDataLst>
          </p:nvPr>
        </p:nvGraphicFramePr>
        <p:xfrm>
          <a:off x="471297" y="1103757"/>
          <a:ext cx="1385570" cy="823595"/>
        </p:xfrm>
        <a:graphic>
          <a:graphicData uri="http://schemas.openxmlformats.org/drawingml/2006/table">
            <a:tbl>
              <a:tblPr>
                <a:solidFill>
                  <a:srgbClr val="FFC000"/>
                </a:solidFill>
              </a:tblPr>
              <a:tblGrid>
                <a:gridCol w="1385570"/>
              </a:tblGrid>
              <a:tr h="804545">
                <a:tc>
                  <a:txBody>
                    <a:bodyPr/>
                    <a:lstStyle/>
                    <a:p>
                      <a:pPr algn="l" rtl="0" eaLnBrk="0">
                        <a:lnSpc>
                          <a:spcPct val="197000"/>
                        </a:lnSpc>
                      </a:pPr>
                      <a:endParaRPr lang="en-US" altLang="en-US" sz="1000" dirty="0"/>
                    </a:p>
                    <a:p>
                      <a:pPr marL="473075" algn="l" rtl="0" eaLnBrk="0">
                        <a:lnSpc>
                          <a:spcPct val="96000"/>
                        </a:lnSpc>
                        <a:spcBef>
                          <a:spcPts val="5"/>
                        </a:spcBef>
                      </a:pPr>
                      <a:r>
                        <a:rPr sz="1800" kern="0" spc="-3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文化</a:t>
                      </a:r>
                      <a:endParaRPr lang="en-US" altLang="en-US" sz="1800" dirty="0"/>
                    </a:p>
                  </a:txBody>
                  <a:tcPr marL="0" marR="0" marT="0" marB="0" vert="horz">
                    <a:lnL w="19050" cap="flat" cmpd="sng" algn="ctr">
                      <a:solidFill>
                        <a:srgbClr val="FFC000"/>
                      </a:solidFill>
                      <a:prstDash val="solid"/>
                      <a:round/>
                      <a:headEnd type="none" w="med" len="med"/>
                      <a:tailEnd type="none" w="med" len="med"/>
                    </a:lnL>
                    <a:lnR w="19050" cap="flat" cmpd="sng" algn="ctr">
                      <a:solidFill>
                        <a:srgbClr val="FFC000"/>
                      </a:solidFill>
                      <a:prstDash val="solid"/>
                      <a:round/>
                      <a:headEnd type="none" w="med" len="med"/>
                      <a:tailEnd type="none" w="med" len="med"/>
                    </a:lnR>
                    <a:lnT w="19050" cap="flat" cmpd="sng" algn="ctr">
                      <a:solidFill>
                        <a:srgbClr val="FFC000"/>
                      </a:solidFill>
                      <a:prstDash val="solid"/>
                      <a:round/>
                      <a:headEnd type="none" w="med" len="med"/>
                      <a:tailEnd type="none" w="med" len="med"/>
                    </a:lnT>
                    <a:lnB w="19050" cap="flat" cmpd="sng" algn="ctr">
                      <a:solidFill>
                        <a:srgbClr val="FFC000"/>
                      </a:solidFill>
                      <a:prstDash val="solid"/>
                      <a:round/>
                      <a:headEnd type="none" w="med" len="med"/>
                      <a:tailEnd type="none" w="med" len="med"/>
                    </a:lnB>
                    <a:solidFill>
                      <a:srgbClr val="FFC000"/>
                    </a:solidFill>
                  </a:tcPr>
                </a:tc>
              </a:tr>
            </a:tbl>
          </a:graphicData>
        </a:graphic>
      </p:graphicFrame>
      <p:sp>
        <p:nvSpPr>
          <p:cNvPr id="2" name="标题 1"/>
          <p:cNvSpPr>
            <a:spLocks noGrp="1"/>
          </p:cNvSpPr>
          <p:nvPr>
            <p:ph type="title"/>
            <p:custDataLst>
              <p:tags r:id="rId32"/>
            </p:custDataLst>
          </p:nvPr>
        </p:nvSpPr>
        <p:spPr>
          <a:xfrm>
            <a:off x="695960" y="90125"/>
            <a:ext cx="10800000" cy="720000"/>
          </a:xfrm>
        </p:spPr>
        <p:txBody>
          <a:bodyPr vert="horz" lIns="0" tIns="0" rIns="0" bIns="0" rtlCol="0" anchor="ctr">
            <a:normAutofit/>
          </a:bodyPr>
          <a:lstStyle>
            <a:lvl1pPr>
              <a:defRPr sz="4400"/>
            </a:lvl1pPr>
          </a:lstStyle>
          <a:p>
            <a:pPr lvl="0" algn="l">
              <a:buClrTx/>
              <a:buSzTx/>
              <a:buFontTx/>
            </a:pPr>
            <a:r>
              <a:rPr sz="2000" kern="0" dirty="0">
                <a:solidFill>
                  <a:schemeClr val="dk1"/>
                </a:solidFill>
                <a:latin typeface="+mn-lt"/>
                <a:ea typeface="+mn-ea"/>
                <a:cs typeface="微软雅黑" panose="020B0503020204020204" charset="-122"/>
                <a:sym typeface="+mn-ea"/>
              </a:rPr>
              <a:t>项目管理领域成熟度打分细项分析   –   1/2</a:t>
            </a:r>
            <a:endParaRPr lang="zh-CN" altLang="en-US" dirty="0">
              <a:sym typeface="+mn-ea"/>
            </a:endParaRPr>
          </a:p>
        </p:txBody>
      </p:sp>
    </p:spTree>
    <p:custDataLst>
      <p:tags r:id="rId33"/>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84" name="table 4784"/>
          <p:cNvGraphicFramePr>
            <a:graphicFrameLocks noGrp="1"/>
          </p:cNvGraphicFramePr>
          <p:nvPr>
            <p:custDataLst>
              <p:tags r:id="rId1"/>
            </p:custDataLst>
          </p:nvPr>
        </p:nvGraphicFramePr>
        <p:xfrm>
          <a:off x="2189924" y="1194752"/>
          <a:ext cx="9163684" cy="3459479"/>
        </p:xfrm>
        <a:graphic>
          <a:graphicData uri="http://schemas.openxmlformats.org/drawingml/2006/table">
            <a:tbl>
              <a:tblPr/>
              <a:tblGrid>
                <a:gridCol w="9163684"/>
              </a:tblGrid>
              <a:tr h="3456304">
                <a:tc>
                  <a:txBody>
                    <a:bodyPr/>
                    <a:lstStyle/>
                    <a:p>
                      <a:pPr algn="l" rtl="0" eaLnBrk="0">
                        <a:lnSpc>
                          <a:spcPct val="106000"/>
                        </a:lnSpc>
                      </a:pPr>
                      <a:endParaRPr lang="en-US" altLang="en-US" sz="900" dirty="0"/>
                    </a:p>
                    <a:p>
                      <a:pPr algn="l" rtl="0" eaLnBrk="0">
                        <a:lnSpc>
                          <a:spcPct val="6000"/>
                        </a:lnSpc>
                      </a:pPr>
                      <a:endParaRPr lang="en-US" altLang="en-US" sz="100" dirty="0"/>
                    </a:p>
                    <a:p>
                      <a:pPr marL="102870" algn="l" rtl="0" eaLnBrk="0">
                        <a:lnSpc>
                          <a:spcPct val="95000"/>
                        </a:lnSpc>
                        <a:tabLst>
                          <a:tab pos="175260"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已经开始关注项目进度管理，要求项目进行排</a:t>
                      </a:r>
                      <a:r>
                        <a:rPr sz="1400" kern="0" spc="-10" dirty="0">
                          <a:solidFill>
                            <a:srgbClr val="000000">
                              <a:alpha val="100000"/>
                            </a:srgbClr>
                          </a:solidFill>
                          <a:cs typeface="微软雅黑" panose="020B0503020204020204" charset="-122"/>
                        </a:rPr>
                        <a:t>期，并进行进度跟踪</a:t>
                      </a:r>
                      <a:endParaRPr lang="en-US" altLang="en-US" sz="1400" dirty="0"/>
                    </a:p>
                    <a:p>
                      <a:pPr marL="102870" algn="l" rtl="0" eaLnBrk="0">
                        <a:lnSpc>
                          <a:spcPct val="95000"/>
                        </a:lnSpc>
                        <a:spcBef>
                          <a:spcPts val="420"/>
                        </a:spcBef>
                        <a:tabLst>
                          <a:tab pos="175260"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有初步文档化的项目规范要求，包含初步的管</a:t>
                      </a:r>
                      <a:r>
                        <a:rPr sz="1400" kern="0" spc="-10" dirty="0">
                          <a:solidFill>
                            <a:srgbClr val="000000">
                              <a:alpha val="100000"/>
                            </a:srgbClr>
                          </a:solidFill>
                          <a:cs typeface="微软雅黑" panose="020B0503020204020204" charset="-122"/>
                        </a:rPr>
                        <a:t>理方法、规范和流程</a:t>
                      </a:r>
                      <a:endParaRPr lang="en-US" altLang="en-US" sz="1400" dirty="0"/>
                    </a:p>
                    <a:p>
                      <a:pPr marL="102870" algn="l" rtl="0" eaLnBrk="0">
                        <a:lnSpc>
                          <a:spcPct val="95000"/>
                        </a:lnSpc>
                        <a:spcBef>
                          <a:spcPts val="420"/>
                        </a:spcBef>
                        <a:tabLst>
                          <a:tab pos="175260"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40" dirty="0">
                          <a:solidFill>
                            <a:srgbClr val="A7A7A7">
                              <a:alpha val="100000"/>
                            </a:srgbClr>
                          </a:solidFill>
                          <a:cs typeface="微软雅黑" panose="020B0503020204020204" charset="-122"/>
                        </a:rPr>
                        <a:t>(+)</a:t>
                      </a:r>
                      <a:r>
                        <a:rPr sz="1400" kern="0" spc="-40" dirty="0">
                          <a:solidFill>
                            <a:srgbClr val="000000">
                              <a:alpha val="100000"/>
                            </a:srgbClr>
                          </a:solidFill>
                          <a:cs typeface="微软雅黑" panose="020B0503020204020204" charset="-122"/>
                        </a:rPr>
                        <a:t>每周进行项目例会，  汇报重要项目的进度</a:t>
                      </a:r>
                      <a:endParaRPr lang="en-US" altLang="en-US" sz="1400" dirty="0"/>
                    </a:p>
                    <a:p>
                      <a:pPr marL="102870" algn="l" rtl="0" eaLnBrk="0">
                        <a:lnSpc>
                          <a:spcPct val="95000"/>
                        </a:lnSpc>
                        <a:spcBef>
                          <a:spcPts val="420"/>
                        </a:spcBef>
                        <a:tabLst>
                          <a:tab pos="175260" algn="l"/>
                        </a:tabLst>
                      </a:pPr>
                      <a:r>
                        <a:rPr sz="1400" kern="0" spc="0" dirty="0">
                          <a:solidFill>
                            <a:srgbClr val="A7A7A7">
                              <a:alpha val="100000"/>
                            </a:srgbClr>
                          </a:solidFill>
                          <a:cs typeface="微软雅黑" panose="020B0503020204020204" charset="-122"/>
                        </a:rPr>
                        <a:t>	</a:t>
                      </a:r>
                      <a:r>
                        <a:rPr sz="1400" b="1" kern="0" spc="90" dirty="0">
                          <a:solidFill>
                            <a:srgbClr val="A7A7A7">
                              <a:alpha val="100000"/>
                            </a:srgbClr>
                          </a:solidFill>
                          <a:cs typeface="微软雅黑" panose="020B0503020204020204" charset="-122"/>
                        </a:rPr>
                        <a:t>  </a:t>
                      </a:r>
                      <a:r>
                        <a:rPr sz="1400" b="1" kern="0" spc="-10" dirty="0">
                          <a:solidFill>
                            <a:srgbClr val="A7A7A7">
                              <a:alpha val="100000"/>
                            </a:srgbClr>
                          </a:solidFill>
                          <a:cs typeface="微软雅黑" panose="020B0503020204020204" charset="-122"/>
                        </a:rPr>
                        <a:t>(+)</a:t>
                      </a:r>
                      <a:r>
                        <a:rPr sz="1400" kern="0" spc="-10" dirty="0">
                          <a:solidFill>
                            <a:srgbClr val="000000">
                              <a:alpha val="100000"/>
                            </a:srgbClr>
                          </a:solidFill>
                          <a:cs typeface="微软雅黑" panose="020B0503020204020204" charset="-122"/>
                        </a:rPr>
                        <a:t>初步形成文档化的项目管理流程</a:t>
                      </a:r>
                      <a:endParaRPr lang="en-US" altLang="en-US" sz="1400" dirty="0"/>
                    </a:p>
                    <a:p>
                      <a:pPr marL="102870" algn="l" rtl="0" eaLnBrk="0">
                        <a:lnSpc>
                          <a:spcPct val="95000"/>
                        </a:lnSpc>
                        <a:spcBef>
                          <a:spcPts val="420"/>
                        </a:spcBef>
                        <a:tabLst>
                          <a:tab pos="175260"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项目的需求、设计、开发、测试阶段评审环节缺失，没能有</a:t>
                      </a:r>
                      <a:r>
                        <a:rPr sz="1400" kern="0" spc="-10" dirty="0">
                          <a:solidFill>
                            <a:srgbClr val="000000">
                              <a:alpha val="100000"/>
                            </a:srgbClr>
                          </a:solidFill>
                          <a:cs typeface="微软雅黑" panose="020B0503020204020204" charset="-122"/>
                        </a:rPr>
                        <a:t>效地识别相关干系人</a:t>
                      </a:r>
                      <a:endParaRPr lang="en-US" altLang="en-US" sz="1400" dirty="0"/>
                    </a:p>
                    <a:p>
                      <a:pPr marL="102870" algn="l" rtl="0" eaLnBrk="0">
                        <a:lnSpc>
                          <a:spcPct val="95000"/>
                        </a:lnSpc>
                        <a:spcBef>
                          <a:spcPts val="420"/>
                        </a:spcBef>
                        <a:tabLst>
                          <a:tab pos="175260"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未有证据表明设立了SMART</a:t>
                      </a:r>
                      <a:r>
                        <a:rPr sz="1400" kern="0" spc="-10" dirty="0">
                          <a:solidFill>
                            <a:srgbClr val="000000">
                              <a:alpha val="100000"/>
                            </a:srgbClr>
                          </a:solidFill>
                          <a:cs typeface="微软雅黑" panose="020B0503020204020204" charset="-122"/>
                        </a:rPr>
                        <a:t>的项目管理目标和范围</a:t>
                      </a:r>
                      <a:endParaRPr lang="en-US" altLang="en-US" sz="1400" dirty="0"/>
                    </a:p>
                    <a:p>
                      <a:pPr marL="102870" algn="l" rtl="0" eaLnBrk="0">
                        <a:lnSpc>
                          <a:spcPct val="95000"/>
                        </a:lnSpc>
                        <a:spcBef>
                          <a:spcPts val="425"/>
                        </a:spcBef>
                        <a:tabLst>
                          <a:tab pos="175260" algn="l"/>
                        </a:tabLst>
                      </a:pPr>
                      <a:r>
                        <a:rPr sz="1400" kern="0" spc="0" dirty="0">
                          <a:solidFill>
                            <a:srgbClr val="A7A7A7">
                              <a:alpha val="100000"/>
                            </a:srgbClr>
                          </a:solidFill>
                          <a:cs typeface="微软雅黑" panose="020B0503020204020204" charset="-122"/>
                        </a:rPr>
                        <a:t>	</a:t>
                      </a:r>
                      <a:r>
                        <a:rPr sz="1400" b="1" kern="0" spc="60" dirty="0">
                          <a:solidFill>
                            <a:srgbClr val="A7A7A7">
                              <a:alpha val="100000"/>
                            </a:srgbClr>
                          </a:solidFill>
                          <a:cs typeface="微软雅黑" panose="020B0503020204020204" charset="-122"/>
                        </a:rPr>
                        <a:t>  </a:t>
                      </a:r>
                      <a:r>
                        <a:rPr sz="1400" b="1" kern="0" spc="-20" dirty="0">
                          <a:solidFill>
                            <a:srgbClr val="A7A7A7">
                              <a:alpha val="100000"/>
                            </a:srgbClr>
                          </a:solidFill>
                          <a:cs typeface="微软雅黑" panose="020B0503020204020204" charset="-122"/>
                        </a:rPr>
                        <a:t>(-) </a:t>
                      </a:r>
                      <a:r>
                        <a:rPr sz="1400" kern="0" spc="-20" dirty="0">
                          <a:solidFill>
                            <a:srgbClr val="000000">
                              <a:alpha val="100000"/>
                            </a:srgbClr>
                          </a:solidFill>
                          <a:cs typeface="微软雅黑" panose="020B0503020204020204" charset="-122"/>
                        </a:rPr>
                        <a:t>项目定义及立项机制需要根据现状进行优化和梳理：</a:t>
                      </a:r>
                      <a:r>
                        <a:rPr sz="1400" kern="0" spc="240" dirty="0">
                          <a:solidFill>
                            <a:srgbClr val="000000">
                              <a:alpha val="100000"/>
                            </a:srgbClr>
                          </a:solidFill>
                          <a:cs typeface="微软雅黑" panose="020B0503020204020204" charset="-122"/>
                        </a:rPr>
                        <a:t> </a:t>
                      </a:r>
                      <a:r>
                        <a:rPr sz="1400" kern="0" spc="-20" dirty="0">
                          <a:solidFill>
                            <a:srgbClr val="000000">
                              <a:alpha val="100000"/>
                            </a:srgbClr>
                          </a:solidFill>
                          <a:cs typeface="微软雅黑" panose="020B0503020204020204" charset="-122"/>
                        </a:rPr>
                        <a:t>没有合理的项目分级制度</a:t>
                      </a:r>
                      <a:endParaRPr lang="en-US" altLang="en-US" sz="1400" dirty="0"/>
                    </a:p>
                    <a:p>
                      <a:pPr marL="282575" indent="-179705" algn="l" rtl="0" eaLnBrk="0">
                        <a:lnSpc>
                          <a:spcPct val="99000"/>
                        </a:lnSpc>
                        <a:spcBef>
                          <a:spcPts val="415"/>
                        </a:spcBef>
                        <a:tabLst>
                          <a:tab pos="175260"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需要建立文档化的项目实施细则：包括准入、分级、立项、里程碑</a:t>
                      </a:r>
                      <a:r>
                        <a:rPr sz="1400" kern="0" spc="-10" dirty="0">
                          <a:solidFill>
                            <a:srgbClr val="000000">
                              <a:alpha val="100000"/>
                            </a:srgbClr>
                          </a:solidFill>
                          <a:cs typeface="微软雅黑" panose="020B0503020204020204" charset="-122"/>
                        </a:rPr>
                        <a:t>、变更、预算、风险、沟通、复盘、质量保   证的管理细则</a:t>
                      </a:r>
                      <a:endParaRPr lang="en-US" altLang="en-US" sz="1400" dirty="0"/>
                    </a:p>
                    <a:p>
                      <a:pPr marL="102870" algn="l" rtl="0" eaLnBrk="0">
                        <a:lnSpc>
                          <a:spcPct val="95000"/>
                        </a:lnSpc>
                        <a:spcBef>
                          <a:spcPts val="375"/>
                        </a:spcBef>
                        <a:tabLst>
                          <a:tab pos="175260"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10" dirty="0">
                          <a:solidFill>
                            <a:srgbClr val="A7A7A7">
                              <a:alpha val="100000"/>
                            </a:srgbClr>
                          </a:solidFill>
                          <a:cs typeface="微软雅黑" panose="020B0503020204020204" charset="-122"/>
                        </a:rPr>
                        <a:t>(-) </a:t>
                      </a:r>
                      <a:r>
                        <a:rPr sz="1400" kern="0" spc="-10" dirty="0">
                          <a:solidFill>
                            <a:srgbClr val="000000">
                              <a:alpha val="100000"/>
                            </a:srgbClr>
                          </a:solidFill>
                          <a:cs typeface="微软雅黑" panose="020B0503020204020204" charset="-122"/>
                        </a:rPr>
                        <a:t>项目结项时的精验教训总结过于肤浅。对失败项目进行</a:t>
                      </a:r>
                      <a:r>
                        <a:rPr sz="1400" kern="0" spc="-20" dirty="0">
                          <a:solidFill>
                            <a:srgbClr val="000000">
                              <a:alpha val="100000"/>
                            </a:srgbClr>
                          </a:solidFill>
                          <a:cs typeface="微软雅黑" panose="020B0503020204020204" charset="-122"/>
                        </a:rPr>
                        <a:t>失败原因分析不深刻，未对成功项目经验进行分享。</a:t>
                      </a:r>
                      <a:endParaRPr lang="en-US" altLang="en-US" sz="1400" dirty="0"/>
                    </a:p>
                    <a:p>
                      <a:pPr marL="102870" algn="l" rtl="0" eaLnBrk="0">
                        <a:lnSpc>
                          <a:spcPct val="95000"/>
                        </a:lnSpc>
                        <a:spcBef>
                          <a:spcPts val="420"/>
                        </a:spcBef>
                        <a:tabLst>
                          <a:tab pos="175260" algn="l"/>
                        </a:tabLst>
                      </a:pPr>
                      <a:r>
                        <a:rPr sz="1400" kern="0" spc="0" dirty="0">
                          <a:solidFill>
                            <a:srgbClr val="A7A7A7">
                              <a:alpha val="100000"/>
                            </a:srgbClr>
                          </a:solidFill>
                          <a:cs typeface="微软雅黑" panose="020B0503020204020204" charset="-122"/>
                        </a:rPr>
                        <a:t>	</a:t>
                      </a:r>
                      <a:r>
                        <a:rPr sz="1400" b="1" kern="0" spc="50" dirty="0">
                          <a:solidFill>
                            <a:srgbClr val="A7A7A7">
                              <a:alpha val="100000"/>
                            </a:srgbClr>
                          </a:solidFill>
                          <a:cs typeface="微软雅黑" panose="020B0503020204020204" charset="-122"/>
                        </a:rPr>
                        <a:t>  </a:t>
                      </a:r>
                      <a:r>
                        <a:rPr sz="1400" b="1" kern="0" spc="0" dirty="0">
                          <a:solidFill>
                            <a:srgbClr val="A7A7A7">
                              <a:alpha val="100000"/>
                            </a:srgbClr>
                          </a:solidFill>
                          <a:cs typeface="微软雅黑" panose="020B0503020204020204" charset="-122"/>
                        </a:rPr>
                        <a:t>(-)</a:t>
                      </a:r>
                      <a:r>
                        <a:rPr sz="1400" kern="0" spc="0" dirty="0">
                          <a:solidFill>
                            <a:srgbClr val="000000">
                              <a:alpha val="100000"/>
                            </a:srgbClr>
                          </a:solidFill>
                          <a:cs typeface="微软雅黑" panose="020B0503020204020204" charset="-122"/>
                        </a:rPr>
                        <a:t>项目会议纪要没有文档化的保存</a:t>
                      </a:r>
                      <a:r>
                        <a:rPr sz="1400" kern="0" spc="-10" dirty="0">
                          <a:solidFill>
                            <a:srgbClr val="000000">
                              <a:alpha val="100000"/>
                            </a:srgbClr>
                          </a:solidFill>
                          <a:cs typeface="微软雅黑" panose="020B0503020204020204" charset="-122"/>
                        </a:rPr>
                        <a:t>，关键信息难以跟踪</a:t>
                      </a:r>
                      <a:endParaRPr lang="en-US" altLang="en-US" sz="1400" dirty="0"/>
                    </a:p>
                    <a:p>
                      <a:pPr marL="102870" algn="l" rtl="0" eaLnBrk="0">
                        <a:lnSpc>
                          <a:spcPct val="95000"/>
                        </a:lnSpc>
                        <a:spcBef>
                          <a:spcPts val="420"/>
                        </a:spcBef>
                        <a:tabLst>
                          <a:tab pos="175260" algn="l"/>
                        </a:tabLst>
                      </a:pPr>
                      <a:r>
                        <a:rPr sz="1400" kern="0" spc="0" dirty="0">
                          <a:solidFill>
                            <a:srgbClr val="A7A7A7">
                              <a:alpha val="100000"/>
                            </a:srgbClr>
                          </a:solidFill>
                          <a:cs typeface="微软雅黑" panose="020B0503020204020204" charset="-122"/>
                        </a:rPr>
                        <a:t>	</a:t>
                      </a:r>
                      <a:r>
                        <a:rPr sz="1400" b="1" kern="0" spc="90" dirty="0">
                          <a:solidFill>
                            <a:srgbClr val="A7A7A7">
                              <a:alpha val="100000"/>
                            </a:srgbClr>
                          </a:solidFill>
                          <a:cs typeface="微软雅黑" panose="020B0503020204020204" charset="-122"/>
                        </a:rPr>
                        <a:t>  </a:t>
                      </a:r>
                      <a:r>
                        <a:rPr sz="1400" b="1" kern="0" spc="-10" dirty="0">
                          <a:solidFill>
                            <a:srgbClr val="A7A7A7">
                              <a:alpha val="100000"/>
                            </a:srgbClr>
                          </a:solidFill>
                          <a:cs typeface="微软雅黑" panose="020B0503020204020204" charset="-122"/>
                        </a:rPr>
                        <a:t>(-)</a:t>
                      </a:r>
                      <a:r>
                        <a:rPr sz="1400" kern="0" spc="-10" dirty="0">
                          <a:solidFill>
                            <a:srgbClr val="000000">
                              <a:alpha val="100000"/>
                            </a:srgbClr>
                          </a:solidFill>
                          <a:cs typeface="微软雅黑" panose="020B0503020204020204" charset="-122"/>
                        </a:rPr>
                        <a:t>未发现跨部门支持决策的流程</a:t>
                      </a:r>
                      <a:endParaRPr lang="en-US" altLang="en-US" sz="1400" dirty="0"/>
                    </a:p>
                    <a:p>
                      <a:pPr algn="l" rtl="0" eaLnBrk="0">
                        <a:lnSpc>
                          <a:spcPct val="117000"/>
                        </a:lnSpc>
                      </a:pPr>
                      <a:endParaRPr lang="en-US" altLang="en-US" sz="300" dirty="0"/>
                    </a:p>
                    <a:p>
                      <a:pPr marL="102870" algn="l" rtl="0" eaLnBrk="0">
                        <a:lnSpc>
                          <a:spcPct val="95000"/>
                        </a:lnSpc>
                        <a:tabLst>
                          <a:tab pos="175260" algn="l"/>
                        </a:tabLst>
                      </a:pPr>
                      <a:r>
                        <a:rPr sz="1400" kern="0" spc="0" dirty="0">
                          <a:solidFill>
                            <a:srgbClr val="A7A7A7">
                              <a:alpha val="100000"/>
                            </a:srgbClr>
                          </a:solidFill>
                          <a:cs typeface="微软雅黑" panose="020B0503020204020204" charset="-122"/>
                        </a:rPr>
                        <a:t>	</a:t>
                      </a:r>
                      <a:r>
                        <a:rPr sz="1400" b="1" kern="0" spc="70" dirty="0">
                          <a:solidFill>
                            <a:srgbClr val="A7A7A7">
                              <a:alpha val="100000"/>
                            </a:srgbClr>
                          </a:solidFill>
                          <a:cs typeface="微软雅黑" panose="020B0503020204020204" charset="-122"/>
                        </a:rPr>
                        <a:t>  </a:t>
                      </a:r>
                      <a:r>
                        <a:rPr sz="1400" b="1" kern="0" spc="-10" dirty="0">
                          <a:solidFill>
                            <a:srgbClr val="A7A7A7">
                              <a:alpha val="100000"/>
                            </a:srgbClr>
                          </a:solidFill>
                          <a:cs typeface="微软雅黑" panose="020B0503020204020204" charset="-122"/>
                        </a:rPr>
                        <a:t>(-)</a:t>
                      </a:r>
                      <a:r>
                        <a:rPr sz="1400" kern="0" spc="-10" dirty="0">
                          <a:solidFill>
                            <a:srgbClr val="000000">
                              <a:alpha val="100000"/>
                            </a:srgbClr>
                          </a:solidFill>
                          <a:cs typeface="微软雅黑" panose="020B0503020204020204" charset="-122"/>
                        </a:rPr>
                        <a:t>缺失项目人员准入机制</a:t>
                      </a:r>
                      <a:endParaRPr lang="en-US" altLang="en-US" sz="14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bl>
          </a:graphicData>
        </a:graphic>
      </p:graphicFrame>
      <p:pic>
        <p:nvPicPr>
          <p:cNvPr id="4786" name="picture 4786"/>
          <p:cNvPicPr>
            <a:picLocks noChangeAspect="1"/>
          </p:cNvPicPr>
          <p:nvPr>
            <p:custDataLst>
              <p:tags r:id="rId2"/>
            </p:custDataLst>
          </p:nvPr>
        </p:nvPicPr>
        <p:blipFill>
          <a:blip r:embed="rId3"/>
          <a:stretch>
            <a:fillRect/>
          </a:stretch>
        </p:blipFill>
        <p:spPr>
          <a:xfrm rot="21600000">
            <a:off x="2293195" y="4434657"/>
            <a:ext cx="72356" cy="73481"/>
          </a:xfrm>
          <a:prstGeom prst="rect">
            <a:avLst/>
          </a:prstGeom>
        </p:spPr>
      </p:pic>
      <p:pic>
        <p:nvPicPr>
          <p:cNvPr id="4788" name="picture 4788"/>
          <p:cNvPicPr>
            <a:picLocks noChangeAspect="1"/>
          </p:cNvPicPr>
          <p:nvPr>
            <p:custDataLst>
              <p:tags r:id="rId4"/>
            </p:custDataLst>
          </p:nvPr>
        </p:nvPicPr>
        <p:blipFill>
          <a:blip r:embed="rId5"/>
          <a:stretch>
            <a:fillRect/>
          </a:stretch>
        </p:blipFill>
        <p:spPr>
          <a:xfrm rot="21600000">
            <a:off x="2293220" y="4178169"/>
            <a:ext cx="72532" cy="73660"/>
          </a:xfrm>
          <a:prstGeom prst="rect">
            <a:avLst/>
          </a:prstGeom>
        </p:spPr>
      </p:pic>
      <p:pic>
        <p:nvPicPr>
          <p:cNvPr id="4790" name="picture 4790"/>
          <p:cNvPicPr>
            <a:picLocks noChangeAspect="1"/>
          </p:cNvPicPr>
          <p:nvPr>
            <p:custDataLst>
              <p:tags r:id="rId6"/>
            </p:custDataLst>
          </p:nvPr>
        </p:nvPicPr>
        <p:blipFill>
          <a:blip r:embed="rId3"/>
          <a:stretch>
            <a:fillRect/>
          </a:stretch>
        </p:blipFill>
        <p:spPr>
          <a:xfrm rot="21600000">
            <a:off x="2293195" y="3922338"/>
            <a:ext cx="72356" cy="73481"/>
          </a:xfrm>
          <a:prstGeom prst="rect">
            <a:avLst/>
          </a:prstGeom>
        </p:spPr>
      </p:pic>
      <p:pic>
        <p:nvPicPr>
          <p:cNvPr id="4792" name="picture 4792"/>
          <p:cNvPicPr>
            <a:picLocks noChangeAspect="1"/>
          </p:cNvPicPr>
          <p:nvPr>
            <p:custDataLst>
              <p:tags r:id="rId7"/>
            </p:custDataLst>
          </p:nvPr>
        </p:nvPicPr>
        <p:blipFill>
          <a:blip r:embed="rId8"/>
          <a:stretch>
            <a:fillRect/>
          </a:stretch>
        </p:blipFill>
        <p:spPr>
          <a:xfrm rot="21600000">
            <a:off x="2293195" y="3666307"/>
            <a:ext cx="72356" cy="73481"/>
          </a:xfrm>
          <a:prstGeom prst="rect">
            <a:avLst/>
          </a:prstGeom>
        </p:spPr>
      </p:pic>
      <p:pic>
        <p:nvPicPr>
          <p:cNvPr id="4794" name="picture 4794"/>
          <p:cNvPicPr>
            <a:picLocks noChangeAspect="1"/>
          </p:cNvPicPr>
          <p:nvPr>
            <p:custDataLst>
              <p:tags r:id="rId9"/>
            </p:custDataLst>
          </p:nvPr>
        </p:nvPicPr>
        <p:blipFill>
          <a:blip r:embed="rId3"/>
          <a:stretch>
            <a:fillRect/>
          </a:stretch>
        </p:blipFill>
        <p:spPr>
          <a:xfrm rot="21600000">
            <a:off x="2293195" y="3196914"/>
            <a:ext cx="72356" cy="73481"/>
          </a:xfrm>
          <a:prstGeom prst="rect">
            <a:avLst/>
          </a:prstGeom>
        </p:spPr>
      </p:pic>
      <p:pic>
        <p:nvPicPr>
          <p:cNvPr id="4796" name="picture 4796"/>
          <p:cNvPicPr>
            <a:picLocks noChangeAspect="1"/>
          </p:cNvPicPr>
          <p:nvPr>
            <p:custDataLst>
              <p:tags r:id="rId10"/>
            </p:custDataLst>
          </p:nvPr>
        </p:nvPicPr>
        <p:blipFill>
          <a:blip r:embed="rId3"/>
          <a:stretch>
            <a:fillRect/>
          </a:stretch>
        </p:blipFill>
        <p:spPr>
          <a:xfrm rot="21600000">
            <a:off x="2293195" y="2940882"/>
            <a:ext cx="72356" cy="73481"/>
          </a:xfrm>
          <a:prstGeom prst="rect">
            <a:avLst/>
          </a:prstGeom>
        </p:spPr>
      </p:pic>
      <p:pic>
        <p:nvPicPr>
          <p:cNvPr id="4798" name="picture 4798"/>
          <p:cNvPicPr>
            <a:picLocks noChangeAspect="1"/>
          </p:cNvPicPr>
          <p:nvPr>
            <p:custDataLst>
              <p:tags r:id="rId11"/>
            </p:custDataLst>
          </p:nvPr>
        </p:nvPicPr>
        <p:blipFill>
          <a:blip r:embed="rId3"/>
          <a:stretch>
            <a:fillRect/>
          </a:stretch>
        </p:blipFill>
        <p:spPr>
          <a:xfrm rot="21600000">
            <a:off x="2293195" y="2684469"/>
            <a:ext cx="72356" cy="73481"/>
          </a:xfrm>
          <a:prstGeom prst="rect">
            <a:avLst/>
          </a:prstGeom>
        </p:spPr>
      </p:pic>
      <p:pic>
        <p:nvPicPr>
          <p:cNvPr id="4800" name="picture 4800"/>
          <p:cNvPicPr>
            <a:picLocks noChangeAspect="1"/>
          </p:cNvPicPr>
          <p:nvPr>
            <p:custDataLst>
              <p:tags r:id="rId12"/>
            </p:custDataLst>
          </p:nvPr>
        </p:nvPicPr>
        <p:blipFill>
          <a:blip r:embed="rId8"/>
          <a:stretch>
            <a:fillRect/>
          </a:stretch>
        </p:blipFill>
        <p:spPr>
          <a:xfrm rot="21600000">
            <a:off x="2293195" y="2428437"/>
            <a:ext cx="72356" cy="73481"/>
          </a:xfrm>
          <a:prstGeom prst="rect">
            <a:avLst/>
          </a:prstGeom>
        </p:spPr>
      </p:pic>
      <p:pic>
        <p:nvPicPr>
          <p:cNvPr id="4802" name="picture 4802"/>
          <p:cNvPicPr>
            <a:picLocks noChangeAspect="1"/>
          </p:cNvPicPr>
          <p:nvPr>
            <p:custDataLst>
              <p:tags r:id="rId13"/>
            </p:custDataLst>
          </p:nvPr>
        </p:nvPicPr>
        <p:blipFill>
          <a:blip r:embed="rId14"/>
          <a:stretch>
            <a:fillRect/>
          </a:stretch>
        </p:blipFill>
        <p:spPr>
          <a:xfrm rot="21600000">
            <a:off x="2293195" y="2172406"/>
            <a:ext cx="72356" cy="73481"/>
          </a:xfrm>
          <a:prstGeom prst="rect">
            <a:avLst/>
          </a:prstGeom>
        </p:spPr>
      </p:pic>
      <p:pic>
        <p:nvPicPr>
          <p:cNvPr id="4804" name="picture 4804"/>
          <p:cNvPicPr>
            <a:picLocks noChangeAspect="1"/>
          </p:cNvPicPr>
          <p:nvPr>
            <p:custDataLst>
              <p:tags r:id="rId15"/>
            </p:custDataLst>
          </p:nvPr>
        </p:nvPicPr>
        <p:blipFill>
          <a:blip r:embed="rId14"/>
          <a:stretch>
            <a:fillRect/>
          </a:stretch>
        </p:blipFill>
        <p:spPr>
          <a:xfrm rot="21600000">
            <a:off x="2293195" y="1916373"/>
            <a:ext cx="72356" cy="73481"/>
          </a:xfrm>
          <a:prstGeom prst="rect">
            <a:avLst/>
          </a:prstGeom>
        </p:spPr>
      </p:pic>
      <p:pic>
        <p:nvPicPr>
          <p:cNvPr id="4806" name="picture 4806"/>
          <p:cNvPicPr>
            <a:picLocks noChangeAspect="1"/>
          </p:cNvPicPr>
          <p:nvPr>
            <p:custDataLst>
              <p:tags r:id="rId16"/>
            </p:custDataLst>
          </p:nvPr>
        </p:nvPicPr>
        <p:blipFill>
          <a:blip r:embed="rId3"/>
          <a:stretch>
            <a:fillRect/>
          </a:stretch>
        </p:blipFill>
        <p:spPr>
          <a:xfrm rot="21600000">
            <a:off x="2293195" y="1660341"/>
            <a:ext cx="72356" cy="73481"/>
          </a:xfrm>
          <a:prstGeom prst="rect">
            <a:avLst/>
          </a:prstGeom>
        </p:spPr>
      </p:pic>
      <p:pic>
        <p:nvPicPr>
          <p:cNvPr id="4808" name="picture 4808"/>
          <p:cNvPicPr>
            <a:picLocks noChangeAspect="1"/>
          </p:cNvPicPr>
          <p:nvPr>
            <p:custDataLst>
              <p:tags r:id="rId17"/>
            </p:custDataLst>
          </p:nvPr>
        </p:nvPicPr>
        <p:blipFill>
          <a:blip r:embed="rId3"/>
          <a:stretch>
            <a:fillRect/>
          </a:stretch>
        </p:blipFill>
        <p:spPr>
          <a:xfrm rot="21600000">
            <a:off x="2293195" y="1404056"/>
            <a:ext cx="72356" cy="73481"/>
          </a:xfrm>
          <a:prstGeom prst="rect">
            <a:avLst/>
          </a:prstGeom>
        </p:spPr>
      </p:pic>
      <p:graphicFrame>
        <p:nvGraphicFramePr>
          <p:cNvPr id="4810" name="table 4810"/>
          <p:cNvGraphicFramePr>
            <a:graphicFrameLocks noGrp="1"/>
          </p:cNvGraphicFramePr>
          <p:nvPr>
            <p:custDataLst>
              <p:tags r:id="rId18"/>
            </p:custDataLst>
          </p:nvPr>
        </p:nvGraphicFramePr>
        <p:xfrm>
          <a:off x="2189924" y="4949888"/>
          <a:ext cx="9163684" cy="1216025"/>
        </p:xfrm>
        <a:graphic>
          <a:graphicData uri="http://schemas.openxmlformats.org/drawingml/2006/table">
            <a:tbl>
              <a:tblPr/>
              <a:tblGrid>
                <a:gridCol w="9163684"/>
              </a:tblGrid>
              <a:tr h="1212850">
                <a:tc>
                  <a:txBody>
                    <a:bodyPr/>
                    <a:lstStyle/>
                    <a:p>
                      <a:pPr algn="l" rtl="0" eaLnBrk="0">
                        <a:lnSpc>
                          <a:spcPct val="109000"/>
                        </a:lnSpc>
                      </a:pPr>
                      <a:endParaRPr lang="en-US" altLang="en-US" sz="900" dirty="0"/>
                    </a:p>
                    <a:p>
                      <a:pPr algn="l" rtl="0" eaLnBrk="0">
                        <a:lnSpc>
                          <a:spcPct val="8000"/>
                        </a:lnSpc>
                      </a:pPr>
                      <a:endParaRPr lang="en-US" altLang="en-US" sz="100" dirty="0"/>
                    </a:p>
                    <a:p>
                      <a:pPr marL="102870" algn="l" rtl="0" eaLnBrk="0">
                        <a:lnSpc>
                          <a:spcPct val="91000"/>
                        </a:lnSpc>
                        <a:tabLst>
                          <a:tab pos="175260" algn="l"/>
                        </a:tabLst>
                      </a:pPr>
                      <a:r>
                        <a:rPr sz="1400" kern="0" spc="0" dirty="0">
                          <a:solidFill>
                            <a:srgbClr val="A7A7A7">
                              <a:alpha val="100000"/>
                            </a:srgbClr>
                          </a:solidFill>
                          <a:cs typeface="Arial" panose="020B0604020202020204"/>
                        </a:rPr>
                        <a:t>	</a:t>
                      </a:r>
                      <a:r>
                        <a:rPr sz="1400" b="1" kern="0" spc="50" dirty="0">
                          <a:solidFill>
                            <a:srgbClr val="A7A7A7">
                              <a:alpha val="100000"/>
                            </a:srgbClr>
                          </a:solidFill>
                          <a:cs typeface="Arial" panose="020B0604020202020204"/>
                        </a:rPr>
                        <a:t>  </a:t>
                      </a:r>
                      <a:r>
                        <a:rPr sz="1400" b="1" kern="0" spc="0" dirty="0">
                          <a:solidFill>
                            <a:srgbClr val="A7A7A7">
                              <a:alpha val="100000"/>
                            </a:srgbClr>
                          </a:solidFill>
                          <a:cs typeface="Arial" panose="020B0604020202020204"/>
                        </a:rPr>
                        <a:t>(+)</a:t>
                      </a:r>
                      <a:r>
                        <a:rPr sz="1400" kern="0" spc="0" dirty="0">
                          <a:solidFill>
                            <a:srgbClr val="000000">
                              <a:alpha val="100000"/>
                            </a:srgbClr>
                          </a:solidFill>
                          <a:cs typeface="微软雅黑" panose="020B0503020204020204" charset="-122"/>
                        </a:rPr>
                        <a:t>有粗略的针对PM的绩效考</a:t>
                      </a:r>
                      <a:r>
                        <a:rPr sz="1400" kern="0" spc="-10" dirty="0">
                          <a:solidFill>
                            <a:srgbClr val="000000">
                              <a:alpha val="100000"/>
                            </a:srgbClr>
                          </a:solidFill>
                          <a:cs typeface="微软雅黑" panose="020B0503020204020204" charset="-122"/>
                        </a:rPr>
                        <a:t>核流程指标</a:t>
                      </a:r>
                      <a:endParaRPr lang="en-US" altLang="en-US" sz="1400" dirty="0"/>
                    </a:p>
                    <a:p>
                      <a:pPr marL="102870" algn="l" rtl="0" eaLnBrk="0">
                        <a:lnSpc>
                          <a:spcPct val="91000"/>
                        </a:lnSpc>
                        <a:spcBef>
                          <a:spcPts val="485"/>
                        </a:spcBef>
                        <a:tabLst>
                          <a:tab pos="175260" algn="l"/>
                        </a:tabLst>
                      </a:pPr>
                      <a:r>
                        <a:rPr sz="1400" kern="0" spc="0" dirty="0">
                          <a:solidFill>
                            <a:srgbClr val="A7A7A7">
                              <a:alpha val="100000"/>
                            </a:srgbClr>
                          </a:solidFill>
                          <a:cs typeface="Arial" panose="020B0604020202020204"/>
                        </a:rPr>
                        <a:t>	</a:t>
                      </a:r>
                      <a:r>
                        <a:rPr sz="1400" b="1" kern="0" spc="60" dirty="0">
                          <a:solidFill>
                            <a:srgbClr val="A7A7A7">
                              <a:alpha val="100000"/>
                            </a:srgbClr>
                          </a:solidFill>
                          <a:cs typeface="Arial" panose="020B0604020202020204"/>
                        </a:rPr>
                        <a:t>  </a:t>
                      </a:r>
                      <a:r>
                        <a:rPr sz="1400" b="1" kern="0" spc="0" dirty="0">
                          <a:solidFill>
                            <a:srgbClr val="A7A7A7">
                              <a:alpha val="100000"/>
                            </a:srgbClr>
                          </a:solidFill>
                          <a:cs typeface="Arial" panose="020B0604020202020204"/>
                        </a:rPr>
                        <a:t>(-)</a:t>
                      </a:r>
                      <a:r>
                        <a:rPr sz="1400" kern="0" spc="0" dirty="0">
                          <a:solidFill>
                            <a:srgbClr val="000000">
                              <a:alpha val="100000"/>
                            </a:srgbClr>
                          </a:solidFill>
                          <a:cs typeface="微软雅黑" panose="020B0503020204020204" charset="-122"/>
                        </a:rPr>
                        <a:t>缺失可度量指标衡量项目的成功上线率、线上线下缺陷率</a:t>
                      </a:r>
                      <a:r>
                        <a:rPr sz="1400" kern="0" spc="-10" dirty="0">
                          <a:solidFill>
                            <a:srgbClr val="000000">
                              <a:alpha val="100000"/>
                            </a:srgbClr>
                          </a:solidFill>
                          <a:cs typeface="微软雅黑" panose="020B0503020204020204" charset="-122"/>
                        </a:rPr>
                        <a:t>、按时完成率</a:t>
                      </a:r>
                      <a:endParaRPr lang="en-US" altLang="en-US" sz="1400" dirty="0"/>
                    </a:p>
                    <a:p>
                      <a:pPr marL="102870" algn="l" rtl="0" eaLnBrk="0">
                        <a:lnSpc>
                          <a:spcPct val="91000"/>
                        </a:lnSpc>
                        <a:spcBef>
                          <a:spcPts val="490"/>
                        </a:spcBef>
                        <a:tabLst>
                          <a:tab pos="175260" algn="l"/>
                        </a:tabLst>
                      </a:pPr>
                      <a:r>
                        <a:rPr sz="1400" kern="0" spc="0" dirty="0">
                          <a:solidFill>
                            <a:srgbClr val="A7A7A7">
                              <a:alpha val="100000"/>
                            </a:srgbClr>
                          </a:solidFill>
                          <a:cs typeface="Arial" panose="020B0604020202020204"/>
                        </a:rPr>
                        <a:t>	</a:t>
                      </a:r>
                      <a:r>
                        <a:rPr sz="1400" b="1" kern="0" spc="50" dirty="0">
                          <a:solidFill>
                            <a:srgbClr val="A7A7A7">
                              <a:alpha val="100000"/>
                            </a:srgbClr>
                          </a:solidFill>
                          <a:cs typeface="Arial" panose="020B0604020202020204"/>
                        </a:rPr>
                        <a:t>  </a:t>
                      </a:r>
                      <a:r>
                        <a:rPr sz="1400" b="1" kern="0" spc="0" dirty="0">
                          <a:solidFill>
                            <a:srgbClr val="A7A7A7">
                              <a:alpha val="100000"/>
                            </a:srgbClr>
                          </a:solidFill>
                          <a:cs typeface="Arial" panose="020B0604020202020204"/>
                        </a:rPr>
                        <a:t>(-)</a:t>
                      </a:r>
                      <a:r>
                        <a:rPr sz="1400" kern="0" spc="0" dirty="0">
                          <a:solidFill>
                            <a:srgbClr val="000000">
                              <a:alpha val="100000"/>
                            </a:srgbClr>
                          </a:solidFill>
                          <a:cs typeface="微软雅黑" panose="020B0503020204020204" charset="-122"/>
                        </a:rPr>
                        <a:t>考核项目经理的度量指标</a:t>
                      </a:r>
                      <a:r>
                        <a:rPr sz="1400" kern="0" spc="-10" dirty="0">
                          <a:solidFill>
                            <a:srgbClr val="000000">
                              <a:alpha val="100000"/>
                            </a:srgbClr>
                          </a:solidFill>
                          <a:cs typeface="微软雅黑" panose="020B0503020204020204" charset="-122"/>
                        </a:rPr>
                        <a:t>激励性不强</a:t>
                      </a:r>
                      <a:endParaRPr lang="en-US" altLang="en-US" sz="1400" dirty="0"/>
                    </a:p>
                    <a:p>
                      <a:pPr algn="l" rtl="0" eaLnBrk="0">
                        <a:lnSpc>
                          <a:spcPct val="101000"/>
                        </a:lnSpc>
                      </a:pPr>
                      <a:endParaRPr lang="en-US" altLang="en-US" sz="400" dirty="0"/>
                    </a:p>
                    <a:p>
                      <a:pPr marL="102870" algn="l" rtl="0" eaLnBrk="0">
                        <a:lnSpc>
                          <a:spcPct val="91000"/>
                        </a:lnSpc>
                        <a:spcBef>
                          <a:spcPts val="5"/>
                        </a:spcBef>
                        <a:tabLst>
                          <a:tab pos="175260" algn="l"/>
                        </a:tabLst>
                      </a:pPr>
                      <a:r>
                        <a:rPr sz="1400" kern="0" spc="0" dirty="0">
                          <a:solidFill>
                            <a:srgbClr val="A7A7A7">
                              <a:alpha val="100000"/>
                            </a:srgbClr>
                          </a:solidFill>
                          <a:cs typeface="Arial" panose="020B0604020202020204"/>
                        </a:rPr>
                        <a:t>	</a:t>
                      </a:r>
                      <a:r>
                        <a:rPr sz="1400" b="1" kern="0" spc="50" dirty="0">
                          <a:solidFill>
                            <a:srgbClr val="A7A7A7">
                              <a:alpha val="100000"/>
                            </a:srgbClr>
                          </a:solidFill>
                          <a:cs typeface="Arial" panose="020B0604020202020204"/>
                        </a:rPr>
                        <a:t>  </a:t>
                      </a:r>
                      <a:r>
                        <a:rPr sz="1400" b="1" kern="0" spc="-20" dirty="0">
                          <a:solidFill>
                            <a:srgbClr val="A7A7A7">
                              <a:alpha val="100000"/>
                            </a:srgbClr>
                          </a:solidFill>
                          <a:cs typeface="Arial" panose="020B0604020202020204"/>
                        </a:rPr>
                        <a:t>(-)</a:t>
                      </a:r>
                      <a:r>
                        <a:rPr sz="1400" kern="0" spc="-20" dirty="0">
                          <a:solidFill>
                            <a:srgbClr val="000000">
                              <a:alpha val="100000"/>
                            </a:srgbClr>
                          </a:solidFill>
                          <a:cs typeface="微软雅黑" panose="020B0503020204020204" charset="-122"/>
                        </a:rPr>
                        <a:t>需要在项目流程中明确定义收集度量指标的节点，</a:t>
                      </a:r>
                      <a:r>
                        <a:rPr sz="1400" kern="0" spc="340" dirty="0">
                          <a:solidFill>
                            <a:srgbClr val="000000">
                              <a:alpha val="100000"/>
                            </a:srgbClr>
                          </a:solidFill>
                          <a:cs typeface="微软雅黑" panose="020B0503020204020204" charset="-122"/>
                        </a:rPr>
                        <a:t> </a:t>
                      </a:r>
                      <a:r>
                        <a:rPr sz="1400" kern="0" spc="-20" dirty="0">
                          <a:solidFill>
                            <a:srgbClr val="000000">
                              <a:alpha val="100000"/>
                            </a:srgbClr>
                          </a:solidFill>
                          <a:cs typeface="微软雅黑" panose="020B0503020204020204" charset="-122"/>
                        </a:rPr>
                        <a:t>明确负责收集和提交的角色</a:t>
                      </a:r>
                      <a:r>
                        <a:rPr sz="1400" kern="0" spc="-30" dirty="0">
                          <a:solidFill>
                            <a:srgbClr val="000000">
                              <a:alpha val="100000"/>
                            </a:srgbClr>
                          </a:solidFill>
                          <a:cs typeface="微软雅黑" panose="020B0503020204020204" charset="-122"/>
                        </a:rPr>
                        <a:t>职责</a:t>
                      </a:r>
                      <a:endParaRPr lang="en-US" altLang="en-US" sz="14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bl>
          </a:graphicData>
        </a:graphic>
      </p:graphicFrame>
      <p:pic>
        <p:nvPicPr>
          <p:cNvPr id="4812" name="picture 4812"/>
          <p:cNvPicPr>
            <a:picLocks noChangeAspect="1"/>
          </p:cNvPicPr>
          <p:nvPr>
            <p:custDataLst>
              <p:tags r:id="rId19"/>
            </p:custDataLst>
          </p:nvPr>
        </p:nvPicPr>
        <p:blipFill>
          <a:blip r:embed="rId3"/>
          <a:stretch>
            <a:fillRect/>
          </a:stretch>
        </p:blipFill>
        <p:spPr>
          <a:xfrm rot="21600000">
            <a:off x="2293195" y="5930005"/>
            <a:ext cx="72356" cy="73481"/>
          </a:xfrm>
          <a:prstGeom prst="rect">
            <a:avLst/>
          </a:prstGeom>
        </p:spPr>
      </p:pic>
      <p:pic>
        <p:nvPicPr>
          <p:cNvPr id="4814" name="picture 4814"/>
          <p:cNvPicPr>
            <a:picLocks noChangeAspect="1"/>
          </p:cNvPicPr>
          <p:nvPr>
            <p:custDataLst>
              <p:tags r:id="rId20"/>
            </p:custDataLst>
          </p:nvPr>
        </p:nvPicPr>
        <p:blipFill>
          <a:blip r:embed="rId3"/>
          <a:stretch>
            <a:fillRect/>
          </a:stretch>
        </p:blipFill>
        <p:spPr>
          <a:xfrm rot="21600000">
            <a:off x="2293195" y="5673973"/>
            <a:ext cx="72356" cy="73481"/>
          </a:xfrm>
          <a:prstGeom prst="rect">
            <a:avLst/>
          </a:prstGeom>
        </p:spPr>
      </p:pic>
      <p:pic>
        <p:nvPicPr>
          <p:cNvPr id="4816" name="picture 4816"/>
          <p:cNvPicPr>
            <a:picLocks noChangeAspect="1"/>
          </p:cNvPicPr>
          <p:nvPr>
            <p:custDataLst>
              <p:tags r:id="rId21"/>
            </p:custDataLst>
          </p:nvPr>
        </p:nvPicPr>
        <p:blipFill>
          <a:blip r:embed="rId3"/>
          <a:stretch>
            <a:fillRect/>
          </a:stretch>
        </p:blipFill>
        <p:spPr>
          <a:xfrm rot="21600000">
            <a:off x="2293195" y="5417891"/>
            <a:ext cx="72356" cy="73481"/>
          </a:xfrm>
          <a:prstGeom prst="rect">
            <a:avLst/>
          </a:prstGeom>
        </p:spPr>
      </p:pic>
      <p:pic>
        <p:nvPicPr>
          <p:cNvPr id="4818" name="picture 4818"/>
          <p:cNvPicPr>
            <a:picLocks noChangeAspect="1"/>
          </p:cNvPicPr>
          <p:nvPr>
            <p:custDataLst>
              <p:tags r:id="rId22"/>
            </p:custDataLst>
          </p:nvPr>
        </p:nvPicPr>
        <p:blipFill>
          <a:blip r:embed="rId8"/>
          <a:stretch>
            <a:fillRect/>
          </a:stretch>
        </p:blipFill>
        <p:spPr>
          <a:xfrm rot="21600000">
            <a:off x="2293195" y="5161859"/>
            <a:ext cx="72356" cy="73481"/>
          </a:xfrm>
          <a:prstGeom prst="rect">
            <a:avLst/>
          </a:prstGeom>
        </p:spPr>
      </p:pic>
      <p:graphicFrame>
        <p:nvGraphicFramePr>
          <p:cNvPr id="4824" name="table 4824"/>
          <p:cNvGraphicFramePr>
            <a:graphicFrameLocks noGrp="1"/>
          </p:cNvGraphicFramePr>
          <p:nvPr>
            <p:custDataLst>
              <p:tags r:id="rId23"/>
            </p:custDataLst>
          </p:nvPr>
        </p:nvGraphicFramePr>
        <p:xfrm>
          <a:off x="471297" y="2475357"/>
          <a:ext cx="1385570" cy="875029"/>
        </p:xfrm>
        <a:graphic>
          <a:graphicData uri="http://schemas.openxmlformats.org/drawingml/2006/table">
            <a:tbl>
              <a:tblPr>
                <a:solidFill>
                  <a:srgbClr val="FFC000"/>
                </a:solidFill>
              </a:tblPr>
              <a:tblGrid>
                <a:gridCol w="1385570"/>
              </a:tblGrid>
              <a:tr h="855979">
                <a:tc>
                  <a:txBody>
                    <a:bodyPr/>
                    <a:lstStyle/>
                    <a:p>
                      <a:pPr algn="l" rtl="0" eaLnBrk="0">
                        <a:lnSpc>
                          <a:spcPct val="124000"/>
                        </a:lnSpc>
                      </a:pPr>
                      <a:endParaRPr lang="en-US" altLang="en-US" sz="1000" dirty="0"/>
                    </a:p>
                    <a:p>
                      <a:pPr marL="471170" indent="-197485" algn="l" rtl="0" eaLnBrk="0">
                        <a:lnSpc>
                          <a:spcPct val="98000"/>
                        </a:lnSpc>
                        <a:spcBef>
                          <a:spcPts val="0"/>
                        </a:spcBef>
                      </a:pPr>
                      <a:r>
                        <a:rPr sz="1800" kern="0" spc="-20" dirty="0">
                          <a:ln w="6540" cap="flat" cmpd="sng">
                            <a:solidFill>
                              <a:srgbClr val="FFFFFF">
                                <a:alpha val="100000"/>
                              </a:srgbClr>
                            </a:solidFill>
                            <a:prstDash val="solid"/>
                            <a:miter lim="10"/>
                          </a:ln>
                          <a:solidFill>
                            <a:srgbClr val="FFFFFF">
                              <a:alpha val="100000"/>
                            </a:srgbClr>
                          </a:solidFill>
                          <a:cs typeface="宋体" panose="02010600030101010101" pitchFamily="2" charset="-122"/>
                        </a:rPr>
                        <a:t>方法论</a:t>
                      </a:r>
                      <a:r>
                        <a:rPr sz="1800" b="1" kern="0" spc="-20" dirty="0">
                          <a:solidFill>
                            <a:srgbClr val="FFFFFF">
                              <a:alpha val="100000"/>
                            </a:srgbClr>
                          </a:solidFill>
                          <a:cs typeface="Arial" panose="020B0604020202020204"/>
                        </a:rPr>
                        <a:t>&amp;</a:t>
                      </a:r>
                      <a:r>
                        <a:rPr sz="1800" b="1" kern="0" spc="0" dirty="0">
                          <a:solidFill>
                            <a:srgbClr val="FFFFFF">
                              <a:alpha val="100000"/>
                            </a:srgbClr>
                          </a:solidFill>
                          <a:cs typeface="Arial" panose="020B0604020202020204"/>
                        </a:rPr>
                        <a:t>     </a:t>
                      </a:r>
                      <a:r>
                        <a:rPr sz="1800" kern="0" spc="-3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流程</a:t>
                      </a:r>
                      <a:endParaRPr lang="en-US" altLang="en-US" sz="1800" dirty="0"/>
                    </a:p>
                  </a:txBody>
                  <a:tcPr marL="0" marR="0" marT="0" marB="0" vert="horz">
                    <a:lnL w="19050" cap="flat" cmpd="sng" algn="ctr">
                      <a:solidFill>
                        <a:srgbClr val="FFC000"/>
                      </a:solidFill>
                      <a:prstDash val="solid"/>
                      <a:round/>
                      <a:headEnd type="none" w="med" len="med"/>
                      <a:tailEnd type="none" w="med" len="med"/>
                    </a:lnL>
                    <a:lnR w="19050" cap="flat" cmpd="sng" algn="ctr">
                      <a:solidFill>
                        <a:srgbClr val="FFC000"/>
                      </a:solidFill>
                      <a:prstDash val="solid"/>
                      <a:round/>
                      <a:headEnd type="none" w="med" len="med"/>
                      <a:tailEnd type="none" w="med" len="med"/>
                    </a:lnR>
                    <a:lnT w="19050" cap="flat" cmpd="sng" algn="ctr">
                      <a:solidFill>
                        <a:srgbClr val="FFC000"/>
                      </a:solidFill>
                      <a:prstDash val="solid"/>
                      <a:round/>
                      <a:headEnd type="none" w="med" len="med"/>
                      <a:tailEnd type="none" w="med" len="med"/>
                    </a:lnT>
                    <a:lnB w="19050" cap="flat" cmpd="sng" algn="ctr">
                      <a:solidFill>
                        <a:srgbClr val="FFC000"/>
                      </a:solidFill>
                      <a:prstDash val="solid"/>
                      <a:round/>
                      <a:headEnd type="none" w="med" len="med"/>
                      <a:tailEnd type="none" w="med" len="med"/>
                    </a:lnB>
                    <a:solidFill>
                      <a:srgbClr val="FFC000"/>
                    </a:solidFill>
                  </a:tcPr>
                </a:tc>
              </a:tr>
            </a:tbl>
          </a:graphicData>
        </a:graphic>
      </p:graphicFrame>
      <p:graphicFrame>
        <p:nvGraphicFramePr>
          <p:cNvPr id="4826" name="table 4826"/>
          <p:cNvGraphicFramePr>
            <a:graphicFrameLocks noGrp="1"/>
          </p:cNvGraphicFramePr>
          <p:nvPr>
            <p:custDataLst>
              <p:tags r:id="rId24"/>
            </p:custDataLst>
          </p:nvPr>
        </p:nvGraphicFramePr>
        <p:xfrm>
          <a:off x="471297" y="5055489"/>
          <a:ext cx="1385570" cy="875030"/>
        </p:xfrm>
        <a:graphic>
          <a:graphicData uri="http://schemas.openxmlformats.org/drawingml/2006/table">
            <a:tbl>
              <a:tblPr>
                <a:solidFill>
                  <a:srgbClr val="FFC000"/>
                </a:solidFill>
              </a:tblPr>
              <a:tblGrid>
                <a:gridCol w="1385570"/>
              </a:tblGrid>
              <a:tr h="855980">
                <a:tc>
                  <a:txBody>
                    <a:bodyPr/>
                    <a:lstStyle/>
                    <a:p>
                      <a:pPr algn="l" rtl="0" eaLnBrk="0">
                        <a:lnSpc>
                          <a:spcPct val="107000"/>
                        </a:lnSpc>
                      </a:pPr>
                      <a:endParaRPr lang="en-US" altLang="en-US" sz="1000" dirty="0"/>
                    </a:p>
                    <a:p>
                      <a:pPr algn="l" rtl="0" eaLnBrk="0">
                        <a:lnSpc>
                          <a:spcPct val="108000"/>
                        </a:lnSpc>
                      </a:pPr>
                      <a:endParaRPr lang="en-US" altLang="en-US" sz="1000" dirty="0"/>
                    </a:p>
                    <a:p>
                      <a:pPr algn="l" rtl="0" eaLnBrk="0">
                        <a:lnSpc>
                          <a:spcPct val="9000"/>
                        </a:lnSpc>
                      </a:pPr>
                      <a:endParaRPr lang="en-US" altLang="en-US" sz="100" dirty="0"/>
                    </a:p>
                    <a:p>
                      <a:pPr marL="474980" algn="l" rtl="0" eaLnBrk="0">
                        <a:lnSpc>
                          <a:spcPct val="95000"/>
                        </a:lnSpc>
                      </a:pPr>
                      <a:r>
                        <a:rPr sz="1800" kern="0" spc="-30" dirty="0">
                          <a:ln w="6531" cap="flat" cmpd="sng">
                            <a:solidFill>
                              <a:srgbClr val="FFFFFF">
                                <a:alpha val="100000"/>
                              </a:srgbClr>
                            </a:solidFill>
                            <a:prstDash val="solid"/>
                            <a:miter lim="10"/>
                          </a:ln>
                          <a:solidFill>
                            <a:srgbClr val="FFFFFF">
                              <a:alpha val="100000"/>
                            </a:srgbClr>
                          </a:solidFill>
                          <a:cs typeface="宋体" panose="02010600030101010101" pitchFamily="2" charset="-122"/>
                        </a:rPr>
                        <a:t>绩效</a:t>
                      </a:r>
                      <a:endParaRPr lang="en-US" altLang="en-US" sz="1800" dirty="0"/>
                    </a:p>
                  </a:txBody>
                  <a:tcPr marL="0" marR="0" marT="0" marB="0" vert="horz">
                    <a:lnL w="19050" cap="flat" cmpd="sng" algn="ctr">
                      <a:solidFill>
                        <a:srgbClr val="FFC000"/>
                      </a:solidFill>
                      <a:prstDash val="solid"/>
                      <a:round/>
                      <a:headEnd type="none" w="med" len="med"/>
                      <a:tailEnd type="none" w="med" len="med"/>
                    </a:lnL>
                    <a:lnR w="19050" cap="flat" cmpd="sng" algn="ctr">
                      <a:solidFill>
                        <a:srgbClr val="FFC000"/>
                      </a:solidFill>
                      <a:prstDash val="solid"/>
                      <a:round/>
                      <a:headEnd type="none" w="med" len="med"/>
                      <a:tailEnd type="none" w="med" len="med"/>
                    </a:lnR>
                    <a:lnT w="19050" cap="flat" cmpd="sng" algn="ctr">
                      <a:solidFill>
                        <a:srgbClr val="FFC000"/>
                      </a:solidFill>
                      <a:prstDash val="solid"/>
                      <a:round/>
                      <a:headEnd type="none" w="med" len="med"/>
                      <a:tailEnd type="none" w="med" len="med"/>
                    </a:lnT>
                    <a:lnB w="19050" cap="flat" cmpd="sng" algn="ctr">
                      <a:solidFill>
                        <a:srgbClr val="FFC000"/>
                      </a:solidFill>
                      <a:prstDash val="solid"/>
                      <a:round/>
                      <a:headEnd type="none" w="med" len="med"/>
                      <a:tailEnd type="none" w="med" len="med"/>
                    </a:lnB>
                    <a:solidFill>
                      <a:srgbClr val="FFC000"/>
                    </a:solidFill>
                  </a:tcPr>
                </a:tc>
              </a:tr>
            </a:tbl>
          </a:graphicData>
        </a:graphic>
      </p:graphicFrame>
      <p:sp>
        <p:nvSpPr>
          <p:cNvPr id="2" name="标题 1"/>
          <p:cNvSpPr>
            <a:spLocks noGrp="1"/>
          </p:cNvSpPr>
          <p:nvPr>
            <p:ph type="title"/>
            <p:custDataLst>
              <p:tags r:id="rId25"/>
            </p:custDataLst>
          </p:nvPr>
        </p:nvSpPr>
        <p:spPr>
          <a:xfrm>
            <a:off x="695960" y="46945"/>
            <a:ext cx="10800000" cy="720000"/>
          </a:xfrm>
        </p:spPr>
        <p:txBody>
          <a:bodyPr vert="horz" lIns="0" tIns="0" rIns="0" bIns="0" rtlCol="0" anchor="ctr">
            <a:normAutofit fontScale="90000"/>
          </a:bodyPr>
          <a:lstStyle>
            <a:lvl1pPr>
              <a:defRPr sz="4400"/>
            </a:lvl1pPr>
          </a:lstStyle>
          <a:p>
            <a:pPr lvl="0" algn="l">
              <a:buClrTx/>
              <a:buSzTx/>
              <a:buFontTx/>
            </a:pPr>
            <a:endParaRPr lang="zh-CN" altLang="en-US" dirty="0">
              <a:sym typeface="+mn-ea"/>
            </a:endParaRPr>
          </a:p>
          <a:p>
            <a:pPr lvl="0" algn="l">
              <a:buClrTx/>
              <a:buSzTx/>
              <a:buFontTx/>
            </a:pPr>
            <a:r>
              <a:rPr sz="2000" kern="0" dirty="0">
                <a:solidFill>
                  <a:schemeClr val="dk1"/>
                </a:solidFill>
                <a:latin typeface="+mn-lt"/>
                <a:ea typeface="+mn-ea"/>
                <a:cs typeface="微软雅黑" panose="020B0503020204020204" charset="-122"/>
                <a:sym typeface="+mn-ea"/>
              </a:rPr>
              <a:t>项目管理领域成熟度打分细项分析   –   2/2</a:t>
            </a:r>
            <a:endParaRPr sz="2000" kern="0" dirty="0">
              <a:solidFill>
                <a:schemeClr val="dk1"/>
              </a:solidFill>
              <a:latin typeface="+mn-lt"/>
              <a:ea typeface="+mn-ea"/>
              <a:cs typeface="微软雅黑" panose="020B0503020204020204" charset="-122"/>
              <a:sym typeface="+mn-ea"/>
            </a:endParaRPr>
          </a:p>
        </p:txBody>
      </p:sp>
    </p:spTree>
    <p:custDataLst>
      <p:tags r:id="rId26"/>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30" name="table 4830"/>
          <p:cNvGraphicFramePr>
            <a:graphicFrameLocks noGrp="1"/>
          </p:cNvGraphicFramePr>
          <p:nvPr>
            <p:custDataLst>
              <p:tags r:id="rId1"/>
            </p:custDataLst>
          </p:nvPr>
        </p:nvGraphicFramePr>
        <p:xfrm>
          <a:off x="7562342" y="4031233"/>
          <a:ext cx="3905250" cy="1928495"/>
        </p:xfrm>
        <a:graphic>
          <a:graphicData uri="http://schemas.openxmlformats.org/drawingml/2006/table">
            <a:tbl>
              <a:tblPr/>
              <a:tblGrid>
                <a:gridCol w="3905250"/>
              </a:tblGrid>
              <a:tr h="1903095">
                <a:tc>
                  <a:txBody>
                    <a:bodyPr/>
                    <a:lstStyle/>
                    <a:p>
                      <a:pPr algn="l" rtl="0" eaLnBrk="0">
                        <a:lnSpc>
                          <a:spcPct val="100000"/>
                        </a:lnSpc>
                      </a:pPr>
                      <a:endParaRPr lang="en-US" altLang="en-US" sz="1000" dirty="0"/>
                    </a:p>
                  </a:txBody>
                  <a:tcPr marL="0" marR="0" marT="0" marB="0" vert="horz">
                    <a:lnL w="25400" cap="flat" cmpd="sng" algn="ctr">
                      <a:solidFill>
                        <a:srgbClr val="ED7D31"/>
                      </a:solidFill>
                      <a:prstDash val="solid"/>
                      <a:round/>
                      <a:headEnd type="none" w="med" len="med"/>
                      <a:tailEnd type="none" w="med" len="med"/>
                    </a:lnL>
                    <a:lnR w="25400" cap="flat" cmpd="sng" algn="ctr">
                      <a:solidFill>
                        <a:srgbClr val="ED7D31"/>
                      </a:solidFill>
                      <a:prstDash val="solid"/>
                      <a:round/>
                      <a:headEnd type="none" w="med" len="med"/>
                      <a:tailEnd type="none" w="med" len="med"/>
                    </a:lnR>
                    <a:lnT w="25400" cap="flat" cmpd="sng" algn="ctr">
                      <a:solidFill>
                        <a:srgbClr val="ED7D31"/>
                      </a:solidFill>
                      <a:prstDash val="solid"/>
                      <a:round/>
                      <a:headEnd type="none" w="med" len="med"/>
                      <a:tailEnd type="none" w="med" len="med"/>
                    </a:lnT>
                    <a:lnB w="25400" cap="flat" cmpd="sng" algn="ctr">
                      <a:solidFill>
                        <a:srgbClr val="ED7D31"/>
                      </a:solidFill>
                      <a:prstDash val="solid"/>
                      <a:round/>
                      <a:headEnd type="none" w="med" len="med"/>
                      <a:tailEnd type="none" w="med" len="med"/>
                    </a:lnB>
                  </a:tcPr>
                </a:tc>
              </a:tr>
            </a:tbl>
          </a:graphicData>
        </a:graphic>
      </p:graphicFrame>
      <p:pic>
        <p:nvPicPr>
          <p:cNvPr id="4832" name="picture 4832"/>
          <p:cNvPicPr>
            <a:picLocks noChangeAspect="1"/>
          </p:cNvPicPr>
          <p:nvPr>
            <p:custDataLst>
              <p:tags r:id="rId2"/>
            </p:custDataLst>
          </p:nvPr>
        </p:nvPicPr>
        <p:blipFill>
          <a:blip r:embed="rId3"/>
          <a:stretch>
            <a:fillRect/>
          </a:stretch>
        </p:blipFill>
        <p:spPr>
          <a:xfrm rot="21600000">
            <a:off x="7575042" y="4043933"/>
            <a:ext cx="3880103" cy="1903476"/>
          </a:xfrm>
          <a:prstGeom prst="rect">
            <a:avLst/>
          </a:prstGeom>
        </p:spPr>
      </p:pic>
      <p:graphicFrame>
        <p:nvGraphicFramePr>
          <p:cNvPr id="4834" name="table 4834"/>
          <p:cNvGraphicFramePr>
            <a:graphicFrameLocks noGrp="1"/>
          </p:cNvGraphicFramePr>
          <p:nvPr>
            <p:custDataLst>
              <p:tags r:id="rId4"/>
            </p:custDataLst>
          </p:nvPr>
        </p:nvGraphicFramePr>
        <p:xfrm>
          <a:off x="7870190" y="932941"/>
          <a:ext cx="3289300" cy="2079625"/>
        </p:xfrm>
        <a:graphic>
          <a:graphicData uri="http://schemas.openxmlformats.org/drawingml/2006/table">
            <a:tbl>
              <a:tblPr/>
              <a:tblGrid>
                <a:gridCol w="3289300"/>
              </a:tblGrid>
              <a:tr h="2054225">
                <a:tc>
                  <a:txBody>
                    <a:bodyPr/>
                    <a:lstStyle/>
                    <a:p>
                      <a:pPr algn="l" rtl="0" eaLnBrk="0">
                        <a:lnSpc>
                          <a:spcPct val="111000"/>
                        </a:lnSpc>
                      </a:pPr>
                      <a:endParaRPr lang="en-US" altLang="en-US" sz="600" dirty="0"/>
                    </a:p>
                    <a:p>
                      <a:pPr marL="159385" indent="-46355" algn="l" rtl="0" eaLnBrk="0">
                        <a:lnSpc>
                          <a:spcPct val="94000"/>
                        </a:lnSpc>
                        <a:spcBef>
                          <a:spcPts val="5"/>
                        </a:spcBef>
                      </a:pPr>
                      <a:r>
                        <a:rPr sz="1200" kern="0" spc="0" dirty="0">
                          <a:solidFill>
                            <a:srgbClr val="000000">
                              <a:alpha val="100000"/>
                            </a:srgbClr>
                          </a:solidFill>
                          <a:cs typeface="微软雅黑" panose="020B0503020204020204" charset="-122"/>
                        </a:rPr>
                        <a:t>•公司高层领导组成</a:t>
                      </a:r>
                      <a:r>
                        <a:rPr sz="1200" kern="0" spc="-10" dirty="0">
                          <a:solidFill>
                            <a:srgbClr val="000000">
                              <a:alpha val="100000"/>
                            </a:srgbClr>
                          </a:solidFill>
                          <a:cs typeface="微软雅黑" panose="020B0503020204020204" charset="-122"/>
                        </a:rPr>
                        <a:t>项目管理委员                       会</a:t>
                      </a:r>
                      <a:endParaRPr lang="en-US" altLang="en-US" sz="1200" dirty="0"/>
                    </a:p>
                    <a:p>
                      <a:pPr marL="160655" indent="-47625" algn="l" rtl="0" eaLnBrk="0">
                        <a:lnSpc>
                          <a:spcPct val="94000"/>
                        </a:lnSpc>
                        <a:spcBef>
                          <a:spcPts val="105"/>
                        </a:spcBef>
                      </a:pPr>
                      <a:r>
                        <a:rPr sz="1200" kern="0" spc="-10" dirty="0">
                          <a:solidFill>
                            <a:srgbClr val="000000">
                              <a:alpha val="100000"/>
                            </a:srgbClr>
                          </a:solidFill>
                          <a:cs typeface="微软雅黑" panose="020B0503020204020204" charset="-122"/>
                        </a:rPr>
                        <a:t>•</a:t>
                      </a:r>
                      <a:r>
                        <a:rPr sz="1200" b="1" kern="0" spc="-10" dirty="0">
                          <a:solidFill>
                            <a:srgbClr val="000000">
                              <a:alpha val="100000"/>
                            </a:srgbClr>
                          </a:solidFill>
                          <a:cs typeface="微软雅黑" panose="020B0503020204020204" charset="-122"/>
                        </a:rPr>
                        <a:t>一级部门负责人作为项目发起人</a:t>
                      </a:r>
                      <a:r>
                        <a:rPr sz="1200" b="1" kern="0" spc="0" dirty="0">
                          <a:solidFill>
                            <a:srgbClr val="000000">
                              <a:alpha val="100000"/>
                            </a:srgbClr>
                          </a:solidFill>
                          <a:cs typeface="微软雅黑" panose="020B0503020204020204" charset="-122"/>
                        </a:rPr>
                        <a:t>                       </a:t>
                      </a:r>
                      <a:r>
                        <a:rPr sz="1200" b="1" kern="0" spc="-10" dirty="0">
                          <a:solidFill>
                            <a:srgbClr val="000000">
                              <a:alpha val="100000"/>
                            </a:srgbClr>
                          </a:solidFill>
                          <a:cs typeface="微软雅黑" panose="020B0503020204020204" charset="-122"/>
                        </a:rPr>
                        <a:t>或项目群经理</a:t>
                      </a:r>
                      <a:endParaRPr lang="en-US" altLang="en-US" sz="1200" dirty="0"/>
                    </a:p>
                    <a:p>
                      <a:pPr marL="160020" indent="-46990" algn="l" rtl="0" eaLnBrk="0">
                        <a:lnSpc>
                          <a:spcPct val="89000"/>
                        </a:lnSpc>
                        <a:spcBef>
                          <a:spcPts val="105"/>
                        </a:spcBef>
                      </a:pPr>
                      <a:r>
                        <a:rPr sz="1200" kern="0" spc="-10" dirty="0">
                          <a:solidFill>
                            <a:srgbClr val="000000">
                              <a:alpha val="100000"/>
                            </a:srgbClr>
                          </a:solidFill>
                          <a:cs typeface="微软雅黑" panose="020B0503020204020204" charset="-122"/>
                        </a:rPr>
                        <a:t>•</a:t>
                      </a:r>
                      <a:r>
                        <a:rPr sz="1200" b="1" kern="0" spc="-10" dirty="0">
                          <a:solidFill>
                            <a:srgbClr val="000000">
                              <a:alpha val="100000"/>
                            </a:srgbClr>
                          </a:solidFill>
                          <a:cs typeface="微软雅黑" panose="020B0503020204020204" charset="-122"/>
                        </a:rPr>
                        <a:t>二级部门负责人作为战略项目经</a:t>
                      </a:r>
                      <a:r>
                        <a:rPr sz="1200" b="1" kern="0" spc="0" dirty="0">
                          <a:solidFill>
                            <a:srgbClr val="000000">
                              <a:alpha val="100000"/>
                            </a:srgbClr>
                          </a:solidFill>
                          <a:cs typeface="微软雅黑" panose="020B0503020204020204" charset="-122"/>
                        </a:rPr>
                        <a:t>                       </a:t>
                      </a:r>
                      <a:r>
                        <a:rPr sz="1200" b="1" kern="0" spc="-10" dirty="0">
                          <a:solidFill>
                            <a:srgbClr val="000000">
                              <a:alpha val="100000"/>
                            </a:srgbClr>
                          </a:solidFill>
                          <a:cs typeface="微软雅黑" panose="020B0503020204020204" charset="-122"/>
                        </a:rPr>
                        <a:t>理</a:t>
                      </a:r>
                      <a:endParaRPr lang="en-US" altLang="en-US" sz="1200" dirty="0"/>
                    </a:p>
                    <a:p>
                      <a:pPr marL="113030" algn="l" rtl="0" eaLnBrk="0">
                        <a:lnSpc>
                          <a:spcPct val="97000"/>
                        </a:lnSpc>
                        <a:spcBef>
                          <a:spcPts val="250"/>
                        </a:spcBef>
                      </a:pPr>
                      <a:r>
                        <a:rPr sz="1200" kern="0" spc="-10" dirty="0">
                          <a:solidFill>
                            <a:srgbClr val="000000">
                              <a:alpha val="100000"/>
                            </a:srgbClr>
                          </a:solidFill>
                          <a:cs typeface="微软雅黑" panose="020B0503020204020204" charset="-122"/>
                        </a:rPr>
                        <a:t>•部门核心员工作为一般项目经理</a:t>
                      </a:r>
                      <a:endParaRPr lang="en-US" altLang="en-US" sz="1200" dirty="0"/>
                    </a:p>
                    <a:p>
                      <a:pPr marL="113030" algn="l" rtl="0" eaLnBrk="0">
                        <a:lnSpc>
                          <a:spcPct val="101000"/>
                        </a:lnSpc>
                        <a:spcBef>
                          <a:spcPts val="120"/>
                        </a:spcBef>
                      </a:pPr>
                      <a:r>
                        <a:rPr sz="1200" kern="0" spc="-10" dirty="0">
                          <a:solidFill>
                            <a:srgbClr val="000000">
                              <a:alpha val="100000"/>
                            </a:srgbClr>
                          </a:solidFill>
                          <a:cs typeface="微软雅黑" panose="020B0503020204020204" charset="-122"/>
                        </a:rPr>
                        <a:t>•项目经理绩效考核和职业发展</a:t>
                      </a:r>
                      <a:r>
                        <a:rPr sz="1200" kern="0" spc="0" dirty="0">
                          <a:solidFill>
                            <a:srgbClr val="000000">
                              <a:alpha val="100000"/>
                            </a:srgbClr>
                          </a:solidFill>
                          <a:cs typeface="微软雅黑" panose="020B0503020204020204" charset="-122"/>
                        </a:rPr>
                        <a:t>                          </a:t>
                      </a:r>
                      <a:r>
                        <a:rPr sz="1200" kern="0" spc="70" dirty="0">
                          <a:solidFill>
                            <a:srgbClr val="000000">
                              <a:alpha val="100000"/>
                            </a:srgbClr>
                          </a:solidFill>
                          <a:cs typeface="微软雅黑" panose="020B0503020204020204" charset="-122"/>
                        </a:rPr>
                        <a:t>•</a:t>
                      </a:r>
                      <a:r>
                        <a:rPr sz="1200" kern="0" spc="0" dirty="0">
                          <a:solidFill>
                            <a:srgbClr val="000000">
                              <a:alpha val="100000"/>
                            </a:srgbClr>
                          </a:solidFill>
                          <a:cs typeface="微软雅黑" panose="020B0503020204020204" charset="-122"/>
                        </a:rPr>
                        <a:t>PMP</a:t>
                      </a:r>
                      <a:r>
                        <a:rPr sz="1200" kern="0" spc="70" dirty="0">
                          <a:solidFill>
                            <a:srgbClr val="000000">
                              <a:alpha val="100000"/>
                            </a:srgbClr>
                          </a:solidFill>
                          <a:cs typeface="微软雅黑" panose="020B0503020204020204" charset="-122"/>
                        </a:rPr>
                        <a:t>培训,案例研究,工作坊</a:t>
                      </a:r>
                      <a:endParaRPr lang="en-US" altLang="en-US" sz="1200" dirty="0"/>
                    </a:p>
                  </a:txBody>
                  <a:tcPr marL="0" marR="0" marT="0" marB="0" vert="horz">
                    <a:lnL w="25400" cap="flat" cmpd="sng" algn="ctr">
                      <a:solidFill>
                        <a:srgbClr val="ED7D31"/>
                      </a:solidFill>
                      <a:prstDash val="solid"/>
                      <a:round/>
                      <a:headEnd type="none" w="med" len="med"/>
                      <a:tailEnd type="none" w="med" len="med"/>
                    </a:lnL>
                    <a:lnR w="25400" cap="flat" cmpd="sng" algn="ctr">
                      <a:solidFill>
                        <a:srgbClr val="ED7D31"/>
                      </a:solidFill>
                      <a:prstDash val="solid"/>
                      <a:round/>
                      <a:headEnd type="none" w="med" len="med"/>
                      <a:tailEnd type="none" w="med" len="med"/>
                    </a:lnR>
                    <a:lnT w="25400" cap="flat" cmpd="sng" algn="ctr">
                      <a:solidFill>
                        <a:srgbClr val="ED7D31"/>
                      </a:solidFill>
                      <a:prstDash val="solid"/>
                      <a:round/>
                      <a:headEnd type="none" w="med" len="med"/>
                      <a:tailEnd type="none" w="med" len="med"/>
                    </a:lnT>
                    <a:lnB w="25400" cap="flat" cmpd="sng" algn="ctr">
                      <a:solidFill>
                        <a:srgbClr val="ED7D31"/>
                      </a:solidFill>
                      <a:prstDash val="solid"/>
                      <a:round/>
                      <a:headEnd type="none" w="med" len="med"/>
                      <a:tailEnd type="none" w="med" len="med"/>
                    </a:lnB>
                    <a:solidFill>
                      <a:srgbClr val="FFFFFF"/>
                    </a:solidFill>
                  </a:tcPr>
                </a:tc>
              </a:tr>
            </a:tbl>
          </a:graphicData>
        </a:graphic>
      </p:graphicFrame>
      <p:graphicFrame>
        <p:nvGraphicFramePr>
          <p:cNvPr id="4836" name="table 4836"/>
          <p:cNvGraphicFramePr>
            <a:graphicFrameLocks noGrp="1"/>
          </p:cNvGraphicFramePr>
          <p:nvPr>
            <p:custDataLst>
              <p:tags r:id="rId5"/>
            </p:custDataLst>
          </p:nvPr>
        </p:nvGraphicFramePr>
        <p:xfrm>
          <a:off x="1627886" y="3956558"/>
          <a:ext cx="2986405" cy="2155825"/>
        </p:xfrm>
        <a:graphic>
          <a:graphicData uri="http://schemas.openxmlformats.org/drawingml/2006/table">
            <a:tbl>
              <a:tblPr/>
              <a:tblGrid>
                <a:gridCol w="2986405"/>
              </a:tblGrid>
              <a:tr h="2130425">
                <a:tc>
                  <a:txBody>
                    <a:bodyPr/>
                    <a:lstStyle/>
                    <a:p>
                      <a:pPr algn="l" rtl="0" eaLnBrk="0">
                        <a:lnSpc>
                          <a:spcPct val="116000"/>
                        </a:lnSpc>
                      </a:pPr>
                      <a:endParaRPr lang="en-US" altLang="en-US" sz="600" dirty="0"/>
                    </a:p>
                    <a:p>
                      <a:pPr marL="215265" indent="-103505" algn="l" rtl="0" eaLnBrk="0">
                        <a:lnSpc>
                          <a:spcPct val="91000"/>
                        </a:lnSpc>
                        <a:spcBef>
                          <a:spcPts val="5"/>
                        </a:spcBef>
                      </a:pPr>
                      <a:r>
                        <a:rPr sz="1200" kern="0" spc="0" dirty="0">
                          <a:solidFill>
                            <a:srgbClr val="000000">
                              <a:alpha val="100000"/>
                            </a:srgbClr>
                          </a:solidFill>
                          <a:cs typeface="微软雅黑" panose="020B0503020204020204" charset="-122"/>
                        </a:rPr>
                        <a:t>• </a:t>
                      </a:r>
                      <a:r>
                        <a:rPr sz="1200" b="1" kern="0" spc="0" dirty="0">
                          <a:solidFill>
                            <a:srgbClr val="000000">
                              <a:alpha val="100000"/>
                            </a:srgbClr>
                          </a:solidFill>
                          <a:cs typeface="微软雅黑" panose="020B0503020204020204" charset="-122"/>
                        </a:rPr>
                        <a:t>专业的项目管理系统（任 </a:t>
                      </a:r>
                      <a:r>
                        <a:rPr sz="1200" b="1" kern="0" spc="-10" dirty="0">
                          <a:solidFill>
                            <a:srgbClr val="000000">
                              <a:alpha val="100000"/>
                            </a:srgbClr>
                          </a:solidFill>
                          <a:cs typeface="微软雅黑" panose="020B0503020204020204" charset="-122"/>
                        </a:rPr>
                        <a:t>                        </a:t>
                      </a:r>
                      <a:r>
                        <a:rPr sz="1200" b="1" kern="0" spc="0" dirty="0">
                          <a:solidFill>
                            <a:srgbClr val="000000">
                              <a:alpha val="100000"/>
                            </a:srgbClr>
                          </a:solidFill>
                          <a:cs typeface="微软雅黑" panose="020B0503020204020204" charset="-122"/>
                        </a:rPr>
                        <a:t>务管理，计划管理，预算       </a:t>
                      </a:r>
                      <a:r>
                        <a:rPr sz="1200" b="1" kern="0" spc="-10" dirty="0">
                          <a:solidFill>
                            <a:srgbClr val="000000">
                              <a:alpha val="100000"/>
                            </a:srgbClr>
                          </a:solidFill>
                          <a:cs typeface="微软雅黑" panose="020B0503020204020204" charset="-122"/>
                        </a:rPr>
                        <a:t>                  </a:t>
                      </a:r>
                      <a:r>
                        <a:rPr sz="1200" b="1" kern="0" spc="0" dirty="0">
                          <a:solidFill>
                            <a:srgbClr val="000000">
                              <a:alpha val="100000"/>
                            </a:srgbClr>
                          </a:solidFill>
                          <a:cs typeface="微软雅黑" panose="020B0503020204020204" charset="-122"/>
                        </a:rPr>
                        <a:t>管理,问题管理，审批，问        </a:t>
                      </a:r>
                      <a:r>
                        <a:rPr sz="1200" b="1" kern="0" spc="-10" dirty="0">
                          <a:solidFill>
                            <a:srgbClr val="000000">
                              <a:alpha val="100000"/>
                            </a:srgbClr>
                          </a:solidFill>
                          <a:cs typeface="微软雅黑" panose="020B0503020204020204" charset="-122"/>
                        </a:rPr>
                        <a:t>                </a:t>
                      </a:r>
                      <a:r>
                        <a:rPr sz="1200" b="1" kern="0" spc="-20" dirty="0">
                          <a:solidFill>
                            <a:srgbClr val="000000">
                              <a:alpha val="100000"/>
                            </a:srgbClr>
                          </a:solidFill>
                          <a:cs typeface="微软雅黑" panose="020B0503020204020204" charset="-122"/>
                        </a:rPr>
                        <a:t>题风险管理，报告）</a:t>
                      </a:r>
                      <a:endParaRPr lang="en-US" altLang="en-US" sz="1200" dirty="0"/>
                    </a:p>
                    <a:p>
                      <a:pPr marL="216535" indent="-104775" algn="l" rtl="0" eaLnBrk="0">
                        <a:lnSpc>
                          <a:spcPct val="90000"/>
                        </a:lnSpc>
                        <a:spcBef>
                          <a:spcPts val="155"/>
                        </a:spcBef>
                      </a:pPr>
                      <a:r>
                        <a:rPr sz="1200" kern="0" spc="-10" dirty="0">
                          <a:solidFill>
                            <a:srgbClr val="000000">
                              <a:alpha val="100000"/>
                            </a:srgbClr>
                          </a:solidFill>
                          <a:cs typeface="微软雅黑" panose="020B0503020204020204" charset="-122"/>
                        </a:rPr>
                        <a:t>• 统一的管理模板（项目宪</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章，项目组织，沟通计</a:t>
                      </a:r>
                      <a:endParaRPr lang="en-US" altLang="en-US" sz="1200" dirty="0"/>
                    </a:p>
                    <a:p>
                      <a:pPr marL="215265" algn="l" rtl="0" eaLnBrk="0">
                        <a:lnSpc>
                          <a:spcPct val="91000"/>
                        </a:lnSpc>
                        <a:spcBef>
                          <a:spcPts val="20"/>
                        </a:spcBef>
                      </a:pPr>
                      <a:r>
                        <a:rPr sz="1200" kern="0" spc="0" dirty="0">
                          <a:solidFill>
                            <a:srgbClr val="000000">
                              <a:alpha val="100000"/>
                            </a:srgbClr>
                          </a:solidFill>
                          <a:cs typeface="微软雅黑" panose="020B0503020204020204" charset="-122"/>
                        </a:rPr>
                        <a:t>划，项目启动书，立项报                    </a:t>
                      </a:r>
                      <a:r>
                        <a:rPr sz="1200" kern="0" spc="-10" dirty="0">
                          <a:solidFill>
                            <a:srgbClr val="000000">
                              <a:alpha val="100000"/>
                            </a:srgbClr>
                          </a:solidFill>
                          <a:cs typeface="微软雅黑" panose="020B0503020204020204" charset="-122"/>
                        </a:rPr>
                        <a:t>     </a:t>
                      </a:r>
                      <a:r>
                        <a:rPr sz="1200" kern="0" spc="0" dirty="0">
                          <a:solidFill>
                            <a:srgbClr val="000000">
                              <a:alpha val="100000"/>
                            </a:srgbClr>
                          </a:solidFill>
                          <a:cs typeface="微软雅黑" panose="020B0503020204020204" charset="-122"/>
                        </a:rPr>
                        <a:t>告，资源计划，结项复盘                   </a:t>
                      </a:r>
                      <a:r>
                        <a:rPr sz="1200" kern="0" spc="-1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报告</a:t>
                      </a:r>
                      <a:r>
                        <a:rPr sz="1200" kern="0" spc="-250" dirty="0">
                          <a:solidFill>
                            <a:srgbClr val="000000">
                              <a:alpha val="100000"/>
                            </a:srgbClr>
                          </a:solidFill>
                          <a:cs typeface="微软雅黑" panose="020B0503020204020204" charset="-122"/>
                        </a:rPr>
                        <a:t> </a:t>
                      </a:r>
                      <a:r>
                        <a:rPr sz="1200" kern="0" spc="-30" dirty="0">
                          <a:solidFill>
                            <a:srgbClr val="000000">
                              <a:alpha val="100000"/>
                            </a:srgbClr>
                          </a:solidFill>
                          <a:cs typeface="微软雅黑" panose="020B0503020204020204" charset="-122"/>
                        </a:rPr>
                        <a:t>……）</a:t>
                      </a:r>
                      <a:endParaRPr lang="en-US" altLang="en-US" sz="1200" dirty="0"/>
                    </a:p>
                    <a:p>
                      <a:pPr marL="216535" indent="-104775" algn="l" rtl="0" eaLnBrk="0">
                        <a:lnSpc>
                          <a:spcPct val="94000"/>
                        </a:lnSpc>
                        <a:spcBef>
                          <a:spcPts val="140"/>
                        </a:spcBef>
                      </a:pPr>
                      <a:r>
                        <a:rPr sz="1200" kern="0" spc="0" dirty="0">
                          <a:solidFill>
                            <a:srgbClr val="000000">
                              <a:alpha val="100000"/>
                            </a:srgbClr>
                          </a:solidFill>
                          <a:cs typeface="微软雅黑" panose="020B0503020204020204" charset="-122"/>
                        </a:rPr>
                        <a:t>• </a:t>
                      </a:r>
                      <a:r>
                        <a:rPr sz="1200" b="1" kern="0" spc="0" dirty="0">
                          <a:solidFill>
                            <a:srgbClr val="000000">
                              <a:alpha val="100000"/>
                            </a:srgbClr>
                          </a:solidFill>
                          <a:cs typeface="微软雅黑" panose="020B0503020204020204" charset="-122"/>
                        </a:rPr>
                        <a:t>会议安排和沟通推广; 风险 </a:t>
                      </a:r>
                      <a:r>
                        <a:rPr sz="1200" b="1" kern="0" spc="-10" dirty="0">
                          <a:solidFill>
                            <a:srgbClr val="000000">
                              <a:alpha val="100000"/>
                            </a:srgbClr>
                          </a:solidFill>
                          <a:cs typeface="微软雅黑" panose="020B0503020204020204" charset="-122"/>
                        </a:rPr>
                        <a:t>                      </a:t>
                      </a:r>
                      <a:r>
                        <a:rPr sz="1200" b="1" kern="0" spc="0" dirty="0">
                          <a:solidFill>
                            <a:srgbClr val="000000">
                              <a:alpha val="100000"/>
                            </a:srgbClr>
                          </a:solidFill>
                          <a:cs typeface="微软雅黑" panose="020B0503020204020204" charset="-122"/>
                        </a:rPr>
                        <a:t>识别和过程把控……</a:t>
                      </a:r>
                      <a:endParaRPr lang="en-US" altLang="en-US" sz="1200" dirty="0"/>
                    </a:p>
                  </a:txBody>
                  <a:tcPr marL="0" marR="0" marT="0" marB="0" vert="horz">
                    <a:lnL w="25400" cap="flat" cmpd="sng" algn="ctr">
                      <a:solidFill>
                        <a:srgbClr val="ED7D31"/>
                      </a:solidFill>
                      <a:prstDash val="solid"/>
                      <a:round/>
                      <a:headEnd type="none" w="med" len="med"/>
                      <a:tailEnd type="none" w="med" len="med"/>
                    </a:lnL>
                    <a:lnR w="25400" cap="flat" cmpd="sng" algn="ctr">
                      <a:solidFill>
                        <a:srgbClr val="ED7D31"/>
                      </a:solidFill>
                      <a:prstDash val="solid"/>
                      <a:round/>
                      <a:headEnd type="none" w="med" len="med"/>
                      <a:tailEnd type="none" w="med" len="med"/>
                    </a:lnR>
                    <a:lnT w="25400" cap="flat" cmpd="sng" algn="ctr">
                      <a:solidFill>
                        <a:srgbClr val="ED7D31"/>
                      </a:solidFill>
                      <a:prstDash val="solid"/>
                      <a:round/>
                      <a:headEnd type="none" w="med" len="med"/>
                      <a:tailEnd type="none" w="med" len="med"/>
                    </a:lnT>
                    <a:lnB w="25400" cap="flat" cmpd="sng" algn="ctr">
                      <a:solidFill>
                        <a:srgbClr val="ED7D31"/>
                      </a:solidFill>
                      <a:prstDash val="solid"/>
                      <a:round/>
                      <a:headEnd type="none" w="med" len="med"/>
                      <a:tailEnd type="none" w="med" len="med"/>
                    </a:lnB>
                    <a:solidFill>
                      <a:srgbClr val="FFFFFF"/>
                    </a:solidFill>
                  </a:tcPr>
                </a:tc>
              </a:tr>
            </a:tbl>
          </a:graphicData>
        </a:graphic>
      </p:graphicFrame>
      <p:graphicFrame>
        <p:nvGraphicFramePr>
          <p:cNvPr id="4838" name="table 4838"/>
          <p:cNvGraphicFramePr>
            <a:graphicFrameLocks noGrp="1"/>
          </p:cNvGraphicFramePr>
          <p:nvPr>
            <p:custDataLst>
              <p:tags r:id="rId6"/>
            </p:custDataLst>
          </p:nvPr>
        </p:nvGraphicFramePr>
        <p:xfrm>
          <a:off x="1681226" y="932941"/>
          <a:ext cx="2933065" cy="2079625"/>
        </p:xfrm>
        <a:graphic>
          <a:graphicData uri="http://schemas.openxmlformats.org/drawingml/2006/table">
            <a:tbl>
              <a:tblPr/>
              <a:tblGrid>
                <a:gridCol w="2933065"/>
              </a:tblGrid>
              <a:tr h="2054225">
                <a:tc>
                  <a:txBody>
                    <a:bodyPr/>
                    <a:lstStyle/>
                    <a:p>
                      <a:pPr algn="l" rtl="0" eaLnBrk="0">
                        <a:lnSpc>
                          <a:spcPct val="112000"/>
                        </a:lnSpc>
                      </a:pPr>
                      <a:endParaRPr lang="en-US" altLang="en-US" sz="600" dirty="0"/>
                    </a:p>
                    <a:p>
                      <a:pPr marL="111760" algn="l" rtl="0" eaLnBrk="0">
                        <a:lnSpc>
                          <a:spcPct val="95000"/>
                        </a:lnSpc>
                        <a:spcBef>
                          <a:spcPts val="5"/>
                        </a:spcBef>
                      </a:pPr>
                      <a:r>
                        <a:rPr sz="1200" kern="0" spc="-60" dirty="0">
                          <a:solidFill>
                            <a:srgbClr val="000000">
                              <a:alpha val="100000"/>
                            </a:srgbClr>
                          </a:solidFill>
                          <a:cs typeface="微软雅黑" panose="020B0503020204020204" charset="-122"/>
                        </a:rPr>
                        <a:t>• </a:t>
                      </a:r>
                      <a:r>
                        <a:rPr sz="1200" b="1" kern="0" spc="-60" dirty="0">
                          <a:solidFill>
                            <a:srgbClr val="000000">
                              <a:alpha val="100000"/>
                            </a:srgbClr>
                          </a:solidFill>
                          <a:cs typeface="微软雅黑" panose="020B0503020204020204" charset="-122"/>
                        </a:rPr>
                        <a:t>项目可行性分析（准入）</a:t>
                      </a:r>
                      <a:endParaRPr lang="en-US" altLang="en-US" sz="1200" dirty="0"/>
                    </a:p>
                    <a:p>
                      <a:pPr marL="111760" algn="l" rtl="0" eaLnBrk="0">
                        <a:lnSpc>
                          <a:spcPct val="97000"/>
                        </a:lnSpc>
                        <a:spcBef>
                          <a:spcPts val="145"/>
                        </a:spcBef>
                      </a:pPr>
                      <a:r>
                        <a:rPr sz="1200" kern="0" spc="-20" dirty="0">
                          <a:solidFill>
                            <a:srgbClr val="000000">
                              <a:alpha val="100000"/>
                            </a:srgbClr>
                          </a:solidFill>
                          <a:cs typeface="微软雅黑" panose="020B0503020204020204" charset="-122"/>
                        </a:rPr>
                        <a:t>• 项目立项管理</a:t>
                      </a:r>
                      <a:endParaRPr lang="en-US" altLang="en-US" sz="1200" dirty="0"/>
                    </a:p>
                    <a:p>
                      <a:pPr marL="111760" algn="l" rtl="0" eaLnBrk="0">
                        <a:lnSpc>
                          <a:spcPct val="97000"/>
                        </a:lnSpc>
                        <a:spcBef>
                          <a:spcPts val="115"/>
                        </a:spcBef>
                      </a:pPr>
                      <a:r>
                        <a:rPr sz="1200" kern="0" spc="-20" dirty="0">
                          <a:solidFill>
                            <a:srgbClr val="000000">
                              <a:alpha val="100000"/>
                            </a:srgbClr>
                          </a:solidFill>
                          <a:cs typeface="微软雅黑" panose="020B0503020204020204" charset="-122"/>
                        </a:rPr>
                        <a:t>• 项目范围管理</a:t>
                      </a:r>
                      <a:endParaRPr lang="en-US" altLang="en-US" sz="1200" dirty="0"/>
                    </a:p>
                    <a:p>
                      <a:pPr marL="111760" algn="l" rtl="0" eaLnBrk="0">
                        <a:lnSpc>
                          <a:spcPct val="97000"/>
                        </a:lnSpc>
                        <a:spcBef>
                          <a:spcPts val="120"/>
                        </a:spcBef>
                      </a:pPr>
                      <a:r>
                        <a:rPr sz="1200" kern="0" spc="-20" dirty="0">
                          <a:solidFill>
                            <a:srgbClr val="000000">
                              <a:alpha val="100000"/>
                            </a:srgbClr>
                          </a:solidFill>
                          <a:cs typeface="微软雅黑" panose="020B0503020204020204" charset="-122"/>
                        </a:rPr>
                        <a:t>• </a:t>
                      </a:r>
                      <a:r>
                        <a:rPr sz="1200" b="1" kern="0" spc="-20" dirty="0">
                          <a:solidFill>
                            <a:srgbClr val="000000">
                              <a:alpha val="100000"/>
                            </a:srgbClr>
                          </a:solidFill>
                          <a:cs typeface="微软雅黑" panose="020B0503020204020204" charset="-122"/>
                        </a:rPr>
                        <a:t>项目预算管理</a:t>
                      </a:r>
                      <a:endParaRPr lang="en-US" altLang="en-US" sz="1200" dirty="0"/>
                    </a:p>
                    <a:p>
                      <a:pPr marL="111760" algn="l" rtl="0" eaLnBrk="0">
                        <a:lnSpc>
                          <a:spcPct val="97000"/>
                        </a:lnSpc>
                        <a:spcBef>
                          <a:spcPts val="120"/>
                        </a:spcBef>
                      </a:pPr>
                      <a:r>
                        <a:rPr sz="1200" kern="0" spc="-20" dirty="0">
                          <a:solidFill>
                            <a:srgbClr val="000000">
                              <a:alpha val="100000"/>
                            </a:srgbClr>
                          </a:solidFill>
                          <a:cs typeface="微软雅黑" panose="020B0503020204020204" charset="-122"/>
                        </a:rPr>
                        <a:t>• </a:t>
                      </a:r>
                      <a:r>
                        <a:rPr sz="1200" b="1" kern="0" spc="-20" dirty="0">
                          <a:solidFill>
                            <a:srgbClr val="000000">
                              <a:alpha val="100000"/>
                            </a:srgbClr>
                          </a:solidFill>
                          <a:cs typeface="微软雅黑" panose="020B0503020204020204" charset="-122"/>
                        </a:rPr>
                        <a:t>项目变更管理</a:t>
                      </a:r>
                      <a:endParaRPr lang="en-US" altLang="en-US" sz="1200" dirty="0"/>
                    </a:p>
                    <a:p>
                      <a:pPr marL="111760" algn="l" rtl="0" eaLnBrk="0">
                        <a:lnSpc>
                          <a:spcPct val="97000"/>
                        </a:lnSpc>
                        <a:spcBef>
                          <a:spcPts val="110"/>
                        </a:spcBef>
                      </a:pPr>
                      <a:r>
                        <a:rPr sz="1200" kern="0" spc="-20" dirty="0">
                          <a:solidFill>
                            <a:srgbClr val="000000">
                              <a:alpha val="100000"/>
                            </a:srgbClr>
                          </a:solidFill>
                          <a:cs typeface="微软雅黑" panose="020B0503020204020204" charset="-122"/>
                        </a:rPr>
                        <a:t>• 项目计划管理</a:t>
                      </a:r>
                      <a:endParaRPr lang="en-US" altLang="en-US" sz="1200" dirty="0"/>
                    </a:p>
                    <a:p>
                      <a:pPr marL="111760" algn="l" rtl="0" eaLnBrk="0">
                        <a:lnSpc>
                          <a:spcPct val="97000"/>
                        </a:lnSpc>
                        <a:spcBef>
                          <a:spcPts val="120"/>
                        </a:spcBef>
                      </a:pPr>
                      <a:r>
                        <a:rPr sz="1200" kern="0" spc="-20" dirty="0">
                          <a:solidFill>
                            <a:srgbClr val="000000">
                              <a:alpha val="100000"/>
                            </a:srgbClr>
                          </a:solidFill>
                          <a:cs typeface="微软雅黑" panose="020B0503020204020204" charset="-122"/>
                        </a:rPr>
                        <a:t>• </a:t>
                      </a:r>
                      <a:r>
                        <a:rPr sz="1200" b="1" kern="0" spc="-20" dirty="0">
                          <a:solidFill>
                            <a:srgbClr val="000000">
                              <a:alpha val="100000"/>
                            </a:srgbClr>
                          </a:solidFill>
                          <a:cs typeface="微软雅黑" panose="020B0503020204020204" charset="-122"/>
                        </a:rPr>
                        <a:t>项目沟通管理</a:t>
                      </a:r>
                      <a:endParaRPr lang="en-US" altLang="en-US" sz="1200" dirty="0"/>
                    </a:p>
                    <a:p>
                      <a:pPr marL="111760" algn="l" rtl="0" eaLnBrk="0">
                        <a:lnSpc>
                          <a:spcPct val="97000"/>
                        </a:lnSpc>
                        <a:spcBef>
                          <a:spcPts val="110"/>
                        </a:spcBef>
                      </a:pPr>
                      <a:r>
                        <a:rPr sz="1200" kern="0" spc="-10" dirty="0">
                          <a:solidFill>
                            <a:srgbClr val="000000">
                              <a:alpha val="100000"/>
                            </a:srgbClr>
                          </a:solidFill>
                          <a:cs typeface="微软雅黑" panose="020B0503020204020204" charset="-122"/>
                        </a:rPr>
                        <a:t>• </a:t>
                      </a:r>
                      <a:r>
                        <a:rPr sz="1200" b="1" kern="0" spc="-10" dirty="0">
                          <a:solidFill>
                            <a:srgbClr val="000000">
                              <a:alpha val="100000"/>
                            </a:srgbClr>
                          </a:solidFill>
                          <a:cs typeface="微软雅黑" panose="020B0503020204020204" charset="-122"/>
                        </a:rPr>
                        <a:t>项目绩效评估管理</a:t>
                      </a:r>
                      <a:endParaRPr lang="en-US" altLang="en-US" sz="1200" dirty="0"/>
                    </a:p>
                  </a:txBody>
                  <a:tcPr marL="0" marR="0" marT="0" marB="0" vert="horz">
                    <a:lnL w="25400" cap="flat" cmpd="sng" algn="ctr">
                      <a:solidFill>
                        <a:srgbClr val="ED7D31"/>
                      </a:solidFill>
                      <a:prstDash val="solid"/>
                      <a:round/>
                      <a:headEnd type="none" w="med" len="med"/>
                      <a:tailEnd type="none" w="med" len="med"/>
                    </a:lnL>
                    <a:lnR w="25400" cap="flat" cmpd="sng" algn="ctr">
                      <a:solidFill>
                        <a:srgbClr val="ED7D31"/>
                      </a:solidFill>
                      <a:prstDash val="solid"/>
                      <a:round/>
                      <a:headEnd type="none" w="med" len="med"/>
                      <a:tailEnd type="none" w="med" len="med"/>
                    </a:lnR>
                    <a:lnT w="25400" cap="flat" cmpd="sng" algn="ctr">
                      <a:solidFill>
                        <a:srgbClr val="ED7D31"/>
                      </a:solidFill>
                      <a:prstDash val="solid"/>
                      <a:round/>
                      <a:headEnd type="none" w="med" len="med"/>
                      <a:tailEnd type="none" w="med" len="med"/>
                    </a:lnT>
                    <a:lnB w="25400" cap="flat" cmpd="sng" algn="ctr">
                      <a:solidFill>
                        <a:srgbClr val="ED7D31"/>
                      </a:solidFill>
                      <a:prstDash val="solid"/>
                      <a:round/>
                      <a:headEnd type="none" w="med" len="med"/>
                      <a:tailEnd type="none" w="med" len="med"/>
                    </a:lnB>
                    <a:solidFill>
                      <a:srgbClr val="FFFFFF"/>
                    </a:solidFill>
                  </a:tcPr>
                </a:tc>
              </a:tr>
            </a:tbl>
          </a:graphicData>
        </a:graphic>
      </p:graphicFrame>
      <p:grpSp>
        <p:nvGrpSpPr>
          <p:cNvPr id="556" name="group 556"/>
          <p:cNvGrpSpPr/>
          <p:nvPr/>
        </p:nvGrpSpPr>
        <p:grpSpPr>
          <a:xfrm rot="21600000">
            <a:off x="5927090" y="3665473"/>
            <a:ext cx="2346452" cy="2152904"/>
            <a:chOff x="0" y="0"/>
            <a:chExt cx="2346452" cy="2152904"/>
          </a:xfrm>
        </p:grpSpPr>
        <p:grpSp>
          <p:nvGrpSpPr>
            <p:cNvPr id="558" name="group 558"/>
            <p:cNvGrpSpPr/>
            <p:nvPr/>
          </p:nvGrpSpPr>
          <p:grpSpPr>
            <a:xfrm rot="21600000">
              <a:off x="0" y="0"/>
              <a:ext cx="2346452" cy="2152904"/>
              <a:chOff x="0" y="0"/>
              <a:chExt cx="2346452" cy="2152904"/>
            </a:xfrm>
          </p:grpSpPr>
          <p:sp>
            <p:nvSpPr>
              <p:cNvPr id="4842" name="path"/>
              <p:cNvSpPr/>
              <p:nvPr/>
            </p:nvSpPr>
            <p:spPr>
              <a:xfrm>
                <a:off x="12700" y="12700"/>
                <a:ext cx="2321052" cy="2127504"/>
              </a:xfrm>
              <a:custGeom>
                <a:avLst/>
                <a:gdLst/>
                <a:ahLst/>
                <a:cxnLst/>
                <a:rect l="0" t="0" r="0" b="0"/>
                <a:pathLst>
                  <a:path w="3655" h="3350">
                    <a:moveTo>
                      <a:pt x="3655" y="0"/>
                    </a:moveTo>
                    <a:cubicBezTo>
                      <a:pt x="3655" y="1850"/>
                      <a:pt x="2018" y="3350"/>
                      <a:pt x="0" y="3350"/>
                    </a:cubicBezTo>
                    <a:lnTo>
                      <a:pt x="0" y="0"/>
                    </a:lnTo>
                    <a:lnTo>
                      <a:pt x="3655"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4844" name="path"/>
              <p:cNvSpPr/>
              <p:nvPr/>
            </p:nvSpPr>
            <p:spPr>
              <a:xfrm>
                <a:off x="0" y="0"/>
                <a:ext cx="2346452" cy="2152904"/>
              </a:xfrm>
              <a:custGeom>
                <a:avLst/>
                <a:gdLst/>
                <a:ahLst/>
                <a:cxnLst/>
                <a:rect l="0" t="0" r="0" b="0"/>
                <a:pathLst>
                  <a:path w="3695" h="3390">
                    <a:moveTo>
                      <a:pt x="3675" y="20"/>
                    </a:moveTo>
                    <a:cubicBezTo>
                      <a:pt x="3675" y="1870"/>
                      <a:pt x="2038" y="3370"/>
                      <a:pt x="20" y="3370"/>
                    </a:cubicBezTo>
                    <a:lnTo>
                      <a:pt x="20" y="20"/>
                    </a:lnTo>
                    <a:lnTo>
                      <a:pt x="3675" y="20"/>
                    </a:lnTo>
                    <a:close/>
                  </a:path>
                </a:pathLst>
              </a:custGeom>
              <a:noFill/>
              <a:ln w="25400" cap="flat">
                <a:solidFill>
                  <a:srgbClr val="FFFFFF">
                    <a:alpha val="100000"/>
                  </a:srgbClr>
                </a:solidFill>
                <a:prstDash val="solid"/>
                <a:round/>
              </a:ln>
            </p:spPr>
            <p:txBody>
              <a:bodyPr rtlCol="0"/>
              <a:lstStyle/>
              <a:p>
                <a:pPr algn="ctr"/>
                <a:endParaRPr lang="zh-CN" altLang="en-US"/>
              </a:p>
            </p:txBody>
          </p:sp>
        </p:grpSp>
        <p:sp>
          <p:nvSpPr>
            <p:cNvPr id="4846" name="textbox 4846"/>
            <p:cNvSpPr/>
            <p:nvPr>
              <p:custDataLst>
                <p:tags r:id="rId7"/>
              </p:custDataLst>
            </p:nvPr>
          </p:nvSpPr>
          <p:spPr>
            <a:xfrm>
              <a:off x="-12700" y="-12700"/>
              <a:ext cx="2372360" cy="2212339"/>
            </a:xfrm>
            <a:prstGeom prst="rect">
              <a:avLst/>
            </a:prstGeom>
          </p:spPr>
          <p:txBody>
            <a:bodyPr vert="horz" wrap="square" lIns="0" tIns="0" rIns="0" bIns="0">
              <a:normAutofit/>
            </a:bodyPr>
            <a:lstStyle/>
            <a:p>
              <a:pPr algn="l" rtl="0" eaLnBrk="0">
                <a:lnSpc>
                  <a:spcPct val="148000"/>
                </a:lnSpc>
              </a:pPr>
              <a:endParaRPr lang="en-US" altLang="en-US" sz="1000" dirty="0">
                <a:solidFill>
                  <a:schemeClr val="lt1"/>
                </a:solidFill>
              </a:endParaRPr>
            </a:p>
            <a:p>
              <a:pPr algn="l" rtl="0" eaLnBrk="0">
                <a:lnSpc>
                  <a:spcPct val="8000"/>
                </a:lnSpc>
              </a:pPr>
              <a:endParaRPr lang="en-US" altLang="en-US" sz="100" dirty="0">
                <a:solidFill>
                  <a:schemeClr val="lt1"/>
                </a:solidFill>
              </a:endParaRPr>
            </a:p>
            <a:p>
              <a:pPr marL="353060" algn="l" rtl="0" eaLnBrk="0">
                <a:lnSpc>
                  <a:spcPct val="90000"/>
                </a:lnSpc>
              </a:pPr>
              <a:r>
                <a:rPr sz="2400" b="1" kern="0" spc="100" dirty="0">
                  <a:solidFill>
                    <a:schemeClr val="lt1"/>
                  </a:solidFill>
                  <a:cs typeface="微软雅黑" panose="020B0503020204020204" charset="-122"/>
                </a:rPr>
                <a:t>落地1</a:t>
              </a:r>
              <a:endParaRPr lang="en-US" altLang="en-US" sz="2400" dirty="0">
                <a:solidFill>
                  <a:schemeClr val="lt1"/>
                </a:solidFill>
              </a:endParaRPr>
            </a:p>
            <a:p>
              <a:pPr marL="354965" algn="l" rtl="0" eaLnBrk="0">
                <a:lnSpc>
                  <a:spcPct val="90000"/>
                </a:lnSpc>
              </a:pPr>
              <a:r>
                <a:rPr sz="2400" b="1" kern="0" spc="-20" dirty="0">
                  <a:solidFill>
                    <a:schemeClr val="lt1"/>
                  </a:solidFill>
                  <a:cs typeface="微软雅黑" panose="020B0503020204020204" charset="-122"/>
                </a:rPr>
                <a:t>系列项</a:t>
              </a:r>
              <a:endParaRPr lang="en-US" altLang="en-US" sz="2400" dirty="0">
                <a:solidFill>
                  <a:schemeClr val="lt1"/>
                </a:solidFill>
              </a:endParaRPr>
            </a:p>
            <a:p>
              <a:pPr marL="690245" algn="l" rtl="0" eaLnBrk="0">
                <a:lnSpc>
                  <a:spcPct val="97000"/>
                </a:lnSpc>
                <a:spcBef>
                  <a:spcPts val="25"/>
                </a:spcBef>
              </a:pPr>
              <a:r>
                <a:rPr sz="2400" b="1" kern="0" spc="-10" dirty="0">
                  <a:solidFill>
                    <a:schemeClr val="lt1"/>
                  </a:solidFill>
                  <a:cs typeface="微软雅黑" panose="020B0503020204020204" charset="-122"/>
                </a:rPr>
                <a:t>目</a:t>
              </a:r>
              <a:endParaRPr lang="en-US" altLang="en-US" sz="2400" b="1" kern="0" spc="-10" dirty="0">
                <a:solidFill>
                  <a:schemeClr val="lt1"/>
                </a:solidFill>
                <a:cs typeface="微软雅黑" panose="020B0503020204020204" charset="-122"/>
              </a:endParaRPr>
            </a:p>
          </p:txBody>
        </p:sp>
      </p:grpSp>
      <p:grpSp>
        <p:nvGrpSpPr>
          <p:cNvPr id="560" name="group 560"/>
          <p:cNvGrpSpPr/>
          <p:nvPr/>
        </p:nvGrpSpPr>
        <p:grpSpPr>
          <a:xfrm rot="21600000">
            <a:off x="3531361" y="1477009"/>
            <a:ext cx="2344928" cy="2152904"/>
            <a:chOff x="0" y="0"/>
            <a:chExt cx="2344928" cy="2152904"/>
          </a:xfrm>
        </p:grpSpPr>
        <p:grpSp>
          <p:nvGrpSpPr>
            <p:cNvPr id="562" name="group 562"/>
            <p:cNvGrpSpPr/>
            <p:nvPr/>
          </p:nvGrpSpPr>
          <p:grpSpPr>
            <a:xfrm rot="21600000">
              <a:off x="0" y="0"/>
              <a:ext cx="2344928" cy="2152904"/>
              <a:chOff x="0" y="0"/>
              <a:chExt cx="2344928" cy="2152904"/>
            </a:xfrm>
          </p:grpSpPr>
          <p:sp>
            <p:nvSpPr>
              <p:cNvPr id="4848" name="path"/>
              <p:cNvSpPr/>
              <p:nvPr/>
            </p:nvSpPr>
            <p:spPr>
              <a:xfrm>
                <a:off x="12700" y="12700"/>
                <a:ext cx="2319528" cy="2127504"/>
              </a:xfrm>
              <a:custGeom>
                <a:avLst/>
                <a:gdLst/>
                <a:ahLst/>
                <a:cxnLst/>
                <a:rect l="0" t="0" r="0" b="0"/>
                <a:pathLst>
                  <a:path w="3652" h="3350">
                    <a:moveTo>
                      <a:pt x="0" y="3350"/>
                    </a:moveTo>
                    <a:cubicBezTo>
                      <a:pt x="0" y="1500"/>
                      <a:pt x="1635" y="0"/>
                      <a:pt x="3652" y="0"/>
                    </a:cubicBezTo>
                    <a:lnTo>
                      <a:pt x="3652" y="3350"/>
                    </a:lnTo>
                    <a:lnTo>
                      <a:pt x="0" y="335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4850" name="path"/>
              <p:cNvSpPr/>
              <p:nvPr/>
            </p:nvSpPr>
            <p:spPr>
              <a:xfrm>
                <a:off x="0" y="0"/>
                <a:ext cx="2344928" cy="2152904"/>
              </a:xfrm>
              <a:custGeom>
                <a:avLst/>
                <a:gdLst/>
                <a:ahLst/>
                <a:cxnLst/>
                <a:rect l="0" t="0" r="0" b="0"/>
                <a:pathLst>
                  <a:path w="3692" h="3390">
                    <a:moveTo>
                      <a:pt x="20" y="3370"/>
                    </a:moveTo>
                    <a:cubicBezTo>
                      <a:pt x="20" y="1520"/>
                      <a:pt x="1655" y="20"/>
                      <a:pt x="3672" y="20"/>
                    </a:cubicBezTo>
                    <a:lnTo>
                      <a:pt x="3672" y="3370"/>
                    </a:lnTo>
                    <a:lnTo>
                      <a:pt x="20" y="3370"/>
                    </a:lnTo>
                    <a:close/>
                  </a:path>
                </a:pathLst>
              </a:custGeom>
              <a:noFill/>
              <a:ln w="25400" cap="flat">
                <a:solidFill>
                  <a:srgbClr val="FFFFFF">
                    <a:alpha val="100000"/>
                  </a:srgbClr>
                </a:solidFill>
                <a:prstDash val="solid"/>
                <a:round/>
              </a:ln>
            </p:spPr>
            <p:txBody>
              <a:bodyPr rtlCol="0"/>
              <a:lstStyle/>
              <a:p>
                <a:pPr algn="ctr"/>
                <a:endParaRPr lang="zh-CN" altLang="en-US"/>
              </a:p>
            </p:txBody>
          </p:sp>
        </p:grpSp>
        <p:sp>
          <p:nvSpPr>
            <p:cNvPr id="4852" name="textbox 4852"/>
            <p:cNvSpPr/>
            <p:nvPr>
              <p:custDataLst>
                <p:tags r:id="rId8"/>
              </p:custDataLst>
            </p:nvPr>
          </p:nvSpPr>
          <p:spPr>
            <a:xfrm>
              <a:off x="-12700" y="-12700"/>
              <a:ext cx="2370454" cy="2210435"/>
            </a:xfrm>
            <a:prstGeom prst="rect">
              <a:avLst/>
            </a:prstGeom>
          </p:spPr>
          <p:txBody>
            <a:bodyPr vert="horz" wrap="square" lIns="0" tIns="0" rIns="0" bIns="0">
              <a:normAutofit/>
            </a:bodyPr>
            <a:lstStyle/>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8000"/>
                </a:lnSpc>
              </a:pPr>
              <a:endParaRPr lang="en-US" altLang="en-US" sz="1000" dirty="0">
                <a:solidFill>
                  <a:schemeClr val="lt1"/>
                </a:solidFill>
              </a:endParaRPr>
            </a:p>
            <a:p>
              <a:pPr marL="1107440" algn="l" rtl="0" eaLnBrk="0">
                <a:lnSpc>
                  <a:spcPct val="94000"/>
                </a:lnSpc>
                <a:spcBef>
                  <a:spcPts val="5"/>
                </a:spcBef>
              </a:pPr>
              <a:r>
                <a:rPr sz="2400" b="1" kern="0" spc="100" dirty="0">
                  <a:solidFill>
                    <a:schemeClr val="lt1"/>
                  </a:solidFill>
                  <a:cs typeface="微软雅黑" panose="020B0503020204020204" charset="-122"/>
                </a:rPr>
                <a:t>建立1</a:t>
              </a:r>
              <a:r>
                <a:rPr sz="2400" b="1" kern="0" spc="0" dirty="0">
                  <a:solidFill>
                    <a:schemeClr val="lt1"/>
                  </a:solidFill>
                  <a:cs typeface="微软雅黑" panose="020B0503020204020204" charset="-122"/>
                </a:rPr>
                <a:t>     </a:t>
              </a:r>
              <a:r>
                <a:rPr sz="2400" b="1" kern="0" spc="-20" dirty="0">
                  <a:solidFill>
                    <a:schemeClr val="lt1"/>
                  </a:solidFill>
                  <a:cs typeface="微软雅黑" panose="020B0503020204020204" charset="-122"/>
                </a:rPr>
                <a:t>套流程</a:t>
              </a:r>
              <a:endParaRPr lang="en-US" altLang="en-US" sz="2400" b="1" kern="0" spc="-20" dirty="0">
                <a:solidFill>
                  <a:schemeClr val="lt1"/>
                </a:solidFill>
                <a:cs typeface="微软雅黑" panose="020B0503020204020204" charset="-122"/>
              </a:endParaRPr>
            </a:p>
          </p:txBody>
        </p:sp>
      </p:grpSp>
      <p:pic>
        <p:nvPicPr>
          <p:cNvPr id="4854" name="picture 4854"/>
          <p:cNvPicPr>
            <a:picLocks noChangeAspect="1"/>
          </p:cNvPicPr>
          <p:nvPr>
            <p:custDataLst>
              <p:tags r:id="rId9"/>
            </p:custDataLst>
          </p:nvPr>
        </p:nvPicPr>
        <p:blipFill>
          <a:blip r:embed="rId10"/>
          <a:stretch>
            <a:fillRect/>
          </a:stretch>
        </p:blipFill>
        <p:spPr>
          <a:xfrm rot="21600000">
            <a:off x="7983270" y="2729197"/>
            <a:ext cx="326097" cy="81152"/>
          </a:xfrm>
          <a:prstGeom prst="rect">
            <a:avLst/>
          </a:prstGeom>
        </p:spPr>
      </p:pic>
      <p:grpSp>
        <p:nvGrpSpPr>
          <p:cNvPr id="564" name="group 564"/>
          <p:cNvGrpSpPr/>
          <p:nvPr/>
        </p:nvGrpSpPr>
        <p:grpSpPr>
          <a:xfrm rot="21600000">
            <a:off x="5917945" y="1477009"/>
            <a:ext cx="2344928" cy="2152904"/>
            <a:chOff x="0" y="0"/>
            <a:chExt cx="2344928" cy="2152904"/>
          </a:xfrm>
        </p:grpSpPr>
        <p:grpSp>
          <p:nvGrpSpPr>
            <p:cNvPr id="566" name="group 566"/>
            <p:cNvGrpSpPr/>
            <p:nvPr/>
          </p:nvGrpSpPr>
          <p:grpSpPr>
            <a:xfrm rot="21600000">
              <a:off x="0" y="0"/>
              <a:ext cx="2344928" cy="2152904"/>
              <a:chOff x="0" y="0"/>
              <a:chExt cx="2344928" cy="2152904"/>
            </a:xfrm>
          </p:grpSpPr>
          <p:sp>
            <p:nvSpPr>
              <p:cNvPr id="4856" name="path"/>
              <p:cNvSpPr/>
              <p:nvPr/>
            </p:nvSpPr>
            <p:spPr>
              <a:xfrm>
                <a:off x="12700" y="12700"/>
                <a:ext cx="2319528" cy="2127504"/>
              </a:xfrm>
              <a:custGeom>
                <a:avLst/>
                <a:gdLst/>
                <a:ahLst/>
                <a:cxnLst/>
                <a:rect l="0" t="0" r="0" b="0"/>
                <a:pathLst>
                  <a:path w="3652" h="3350">
                    <a:moveTo>
                      <a:pt x="0" y="0"/>
                    </a:moveTo>
                    <a:cubicBezTo>
                      <a:pt x="2017" y="0"/>
                      <a:pt x="3652" y="1500"/>
                      <a:pt x="3652" y="3350"/>
                    </a:cubicBezTo>
                    <a:lnTo>
                      <a:pt x="0" y="3350"/>
                    </a:lnTo>
                    <a:lnTo>
                      <a:pt x="0" y="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4858" name="path"/>
              <p:cNvSpPr/>
              <p:nvPr/>
            </p:nvSpPr>
            <p:spPr>
              <a:xfrm>
                <a:off x="0" y="0"/>
                <a:ext cx="2344928" cy="2152904"/>
              </a:xfrm>
              <a:custGeom>
                <a:avLst/>
                <a:gdLst/>
                <a:ahLst/>
                <a:cxnLst/>
                <a:rect l="0" t="0" r="0" b="0"/>
                <a:pathLst>
                  <a:path w="3692" h="3390">
                    <a:moveTo>
                      <a:pt x="20" y="20"/>
                    </a:moveTo>
                    <a:cubicBezTo>
                      <a:pt x="2037" y="20"/>
                      <a:pt x="3672" y="1520"/>
                      <a:pt x="3672" y="3370"/>
                    </a:cubicBezTo>
                    <a:lnTo>
                      <a:pt x="20" y="3370"/>
                    </a:lnTo>
                    <a:lnTo>
                      <a:pt x="20" y="20"/>
                    </a:lnTo>
                    <a:close/>
                  </a:path>
                </a:pathLst>
              </a:custGeom>
              <a:noFill/>
              <a:ln w="25400" cap="flat">
                <a:solidFill>
                  <a:srgbClr val="FFFFFF">
                    <a:alpha val="100000"/>
                  </a:srgbClr>
                </a:solidFill>
                <a:prstDash val="solid"/>
                <a:round/>
              </a:ln>
            </p:spPr>
            <p:txBody>
              <a:bodyPr rtlCol="0"/>
              <a:lstStyle/>
              <a:p>
                <a:pPr algn="ctr"/>
                <a:endParaRPr lang="zh-CN" altLang="en-US"/>
              </a:p>
            </p:txBody>
          </p:sp>
        </p:grpSp>
        <p:sp>
          <p:nvSpPr>
            <p:cNvPr id="4860" name="textbox 4860"/>
            <p:cNvSpPr/>
            <p:nvPr>
              <p:custDataLst>
                <p:tags r:id="rId11"/>
              </p:custDataLst>
            </p:nvPr>
          </p:nvSpPr>
          <p:spPr>
            <a:xfrm>
              <a:off x="-12700" y="-12700"/>
              <a:ext cx="2370454" cy="2210435"/>
            </a:xfrm>
            <a:prstGeom prst="rect">
              <a:avLst/>
            </a:prstGeom>
          </p:spPr>
          <p:txBody>
            <a:bodyPr vert="horz" wrap="square" lIns="0" tIns="0" rIns="0" bIns="0">
              <a:normAutofit/>
            </a:bodyPr>
            <a:lstStyle/>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7000"/>
                </a:lnSpc>
              </a:pPr>
              <a:endParaRPr lang="en-US" altLang="en-US" sz="1000" dirty="0">
                <a:solidFill>
                  <a:schemeClr val="lt1"/>
                </a:solidFill>
              </a:endParaRPr>
            </a:p>
            <a:p>
              <a:pPr algn="l" rtl="0" eaLnBrk="0">
                <a:lnSpc>
                  <a:spcPct val="108000"/>
                </a:lnSpc>
              </a:pPr>
              <a:endParaRPr lang="en-US" altLang="en-US" sz="1000" dirty="0">
                <a:solidFill>
                  <a:schemeClr val="lt1"/>
                </a:solidFill>
              </a:endParaRPr>
            </a:p>
            <a:p>
              <a:pPr algn="l" rtl="0" eaLnBrk="0">
                <a:lnSpc>
                  <a:spcPct val="108000"/>
                </a:lnSpc>
              </a:pPr>
              <a:endParaRPr lang="en-US" altLang="en-US" sz="1000" dirty="0">
                <a:solidFill>
                  <a:schemeClr val="lt1"/>
                </a:solidFill>
              </a:endParaRPr>
            </a:p>
            <a:p>
              <a:pPr marL="353695" algn="l" rtl="0" eaLnBrk="0">
                <a:lnSpc>
                  <a:spcPct val="89000"/>
                </a:lnSpc>
                <a:spcBef>
                  <a:spcPts val="5"/>
                </a:spcBef>
              </a:pPr>
              <a:r>
                <a:rPr sz="2400" b="1" kern="0" spc="100" dirty="0">
                  <a:solidFill>
                    <a:schemeClr val="lt1"/>
                  </a:solidFill>
                  <a:cs typeface="微软雅黑" panose="020B0503020204020204" charset="-122"/>
                </a:rPr>
                <a:t>培养1</a:t>
              </a:r>
              <a:endParaRPr lang="en-US" altLang="en-US" sz="2400" dirty="0">
                <a:solidFill>
                  <a:schemeClr val="lt1"/>
                </a:solidFill>
              </a:endParaRPr>
            </a:p>
            <a:p>
              <a:pPr marL="353695" algn="l" rtl="0" eaLnBrk="0">
                <a:lnSpc>
                  <a:spcPct val="98000"/>
                </a:lnSpc>
                <a:spcBef>
                  <a:spcPts val="20"/>
                </a:spcBef>
              </a:pPr>
              <a:r>
                <a:rPr sz="2400" b="1" kern="0" spc="-20" dirty="0">
                  <a:solidFill>
                    <a:schemeClr val="lt1"/>
                  </a:solidFill>
                  <a:cs typeface="微软雅黑" panose="020B0503020204020204" charset="-122"/>
                </a:rPr>
                <a:t>支队伍</a:t>
              </a:r>
              <a:endParaRPr lang="en-US" altLang="en-US" sz="2400" b="1" kern="0" spc="-20" dirty="0">
                <a:solidFill>
                  <a:schemeClr val="lt1"/>
                </a:solidFill>
                <a:cs typeface="微软雅黑" panose="020B0503020204020204" charset="-122"/>
              </a:endParaRPr>
            </a:p>
          </p:txBody>
        </p:sp>
      </p:grpSp>
      <p:grpSp>
        <p:nvGrpSpPr>
          <p:cNvPr id="568" name="group 568"/>
          <p:cNvGrpSpPr/>
          <p:nvPr/>
        </p:nvGrpSpPr>
        <p:grpSpPr>
          <a:xfrm rot="21600000">
            <a:off x="3540505" y="3685285"/>
            <a:ext cx="2344927" cy="2152904"/>
            <a:chOff x="0" y="0"/>
            <a:chExt cx="2344927" cy="2152904"/>
          </a:xfrm>
        </p:grpSpPr>
        <p:grpSp>
          <p:nvGrpSpPr>
            <p:cNvPr id="570" name="group 570"/>
            <p:cNvGrpSpPr/>
            <p:nvPr/>
          </p:nvGrpSpPr>
          <p:grpSpPr>
            <a:xfrm rot="21600000">
              <a:off x="0" y="0"/>
              <a:ext cx="2344927" cy="2152904"/>
              <a:chOff x="0" y="0"/>
              <a:chExt cx="2344927" cy="2152904"/>
            </a:xfrm>
          </p:grpSpPr>
          <p:sp>
            <p:nvSpPr>
              <p:cNvPr id="4862" name="path"/>
              <p:cNvSpPr/>
              <p:nvPr/>
            </p:nvSpPr>
            <p:spPr>
              <a:xfrm>
                <a:off x="12700" y="12700"/>
                <a:ext cx="2319527" cy="2127504"/>
              </a:xfrm>
              <a:custGeom>
                <a:avLst/>
                <a:gdLst/>
                <a:ahLst/>
                <a:cxnLst/>
                <a:rect l="0" t="0" r="0" b="0"/>
                <a:pathLst>
                  <a:path w="3652" h="3350">
                    <a:moveTo>
                      <a:pt x="3652" y="3350"/>
                    </a:moveTo>
                    <a:cubicBezTo>
                      <a:pt x="1635" y="3350"/>
                      <a:pt x="0" y="1850"/>
                      <a:pt x="0" y="0"/>
                    </a:cubicBezTo>
                    <a:lnTo>
                      <a:pt x="3652" y="0"/>
                    </a:lnTo>
                    <a:lnTo>
                      <a:pt x="3652" y="3350"/>
                    </a:lnTo>
                    <a:close/>
                  </a:path>
                </a:pathLst>
              </a:custGeom>
              <a:solidFill>
                <a:schemeClr val="accent1">
                  <a:alpha val="100000"/>
                </a:schemeClr>
              </a:solidFill>
              <a:ln cap="flat">
                <a:noFill/>
                <a:prstDash val="solid"/>
                <a:miter lim="0"/>
              </a:ln>
            </p:spPr>
            <p:txBody>
              <a:bodyPr rtlCol="0"/>
              <a:lstStyle/>
              <a:p>
                <a:pPr algn="ctr"/>
                <a:endParaRPr lang="zh-CN" altLang="en-US"/>
              </a:p>
            </p:txBody>
          </p:sp>
          <p:sp>
            <p:nvSpPr>
              <p:cNvPr id="4864" name="path"/>
              <p:cNvSpPr/>
              <p:nvPr/>
            </p:nvSpPr>
            <p:spPr>
              <a:xfrm>
                <a:off x="0" y="0"/>
                <a:ext cx="2344927" cy="2152904"/>
              </a:xfrm>
              <a:custGeom>
                <a:avLst/>
                <a:gdLst/>
                <a:ahLst/>
                <a:cxnLst/>
                <a:rect l="0" t="0" r="0" b="0"/>
                <a:pathLst>
                  <a:path w="3692" h="3390">
                    <a:moveTo>
                      <a:pt x="3672" y="3370"/>
                    </a:moveTo>
                    <a:cubicBezTo>
                      <a:pt x="1655" y="3370"/>
                      <a:pt x="20" y="1870"/>
                      <a:pt x="20" y="20"/>
                    </a:cubicBezTo>
                    <a:lnTo>
                      <a:pt x="3672" y="20"/>
                    </a:lnTo>
                    <a:lnTo>
                      <a:pt x="3672" y="3370"/>
                    </a:lnTo>
                    <a:close/>
                  </a:path>
                </a:pathLst>
              </a:custGeom>
              <a:noFill/>
              <a:ln w="25400" cap="flat">
                <a:solidFill>
                  <a:srgbClr val="FFFFFF">
                    <a:alpha val="100000"/>
                  </a:srgbClr>
                </a:solidFill>
                <a:prstDash val="solid"/>
                <a:round/>
              </a:ln>
            </p:spPr>
            <p:txBody>
              <a:bodyPr rtlCol="0"/>
              <a:lstStyle/>
              <a:p>
                <a:pPr algn="ctr"/>
                <a:endParaRPr lang="zh-CN" altLang="en-US"/>
              </a:p>
            </p:txBody>
          </p:sp>
        </p:grpSp>
        <p:sp>
          <p:nvSpPr>
            <p:cNvPr id="4866" name="textbox 4866"/>
            <p:cNvSpPr/>
            <p:nvPr>
              <p:custDataLst>
                <p:tags r:id="rId12"/>
              </p:custDataLst>
            </p:nvPr>
          </p:nvSpPr>
          <p:spPr>
            <a:xfrm>
              <a:off x="-12700" y="-12700"/>
              <a:ext cx="2370454" cy="2211704"/>
            </a:xfrm>
            <a:prstGeom prst="rect">
              <a:avLst/>
            </a:prstGeom>
          </p:spPr>
          <p:txBody>
            <a:bodyPr vert="horz" wrap="square" lIns="0" tIns="0" rIns="0" bIns="0">
              <a:normAutofit/>
            </a:bodyPr>
            <a:lstStyle/>
            <a:p>
              <a:pPr algn="l" rtl="0" eaLnBrk="0">
                <a:lnSpc>
                  <a:spcPct val="128000"/>
                </a:lnSpc>
              </a:pPr>
              <a:endParaRPr lang="en-US" altLang="en-US" sz="1000" dirty="0">
                <a:solidFill>
                  <a:schemeClr val="lt1"/>
                </a:solidFill>
              </a:endParaRPr>
            </a:p>
            <a:p>
              <a:pPr algn="l" rtl="0" eaLnBrk="0">
                <a:lnSpc>
                  <a:spcPct val="128000"/>
                </a:lnSpc>
              </a:pPr>
              <a:endParaRPr lang="en-US" altLang="en-US" sz="1000" dirty="0">
                <a:solidFill>
                  <a:schemeClr val="lt1"/>
                </a:solidFill>
              </a:endParaRPr>
            </a:p>
            <a:p>
              <a:pPr marL="1108075" algn="l" rtl="0" eaLnBrk="0">
                <a:lnSpc>
                  <a:spcPct val="94000"/>
                </a:lnSpc>
                <a:spcBef>
                  <a:spcPts val="5"/>
                </a:spcBef>
              </a:pPr>
              <a:r>
                <a:rPr sz="2400" b="1" kern="0" spc="100" dirty="0">
                  <a:solidFill>
                    <a:schemeClr val="lt1"/>
                  </a:solidFill>
                  <a:cs typeface="微软雅黑" panose="020B0503020204020204" charset="-122"/>
                </a:rPr>
                <a:t>搭建1</a:t>
              </a:r>
              <a:r>
                <a:rPr sz="2400" b="1" kern="0" spc="0" dirty="0">
                  <a:solidFill>
                    <a:schemeClr val="lt1"/>
                  </a:solidFill>
                  <a:cs typeface="微软雅黑" panose="020B0503020204020204" charset="-122"/>
                </a:rPr>
                <a:t>     </a:t>
              </a:r>
              <a:r>
                <a:rPr sz="2400" b="1" kern="0" spc="-20" dirty="0">
                  <a:solidFill>
                    <a:schemeClr val="lt1"/>
                  </a:solidFill>
                  <a:cs typeface="微软雅黑" panose="020B0503020204020204" charset="-122"/>
                </a:rPr>
                <a:t>个平台</a:t>
              </a:r>
              <a:endParaRPr lang="en-US" altLang="en-US" sz="2400" b="1" kern="0" spc="-20" dirty="0">
                <a:solidFill>
                  <a:schemeClr val="lt1"/>
                </a:solidFill>
                <a:cs typeface="微软雅黑" panose="020B0503020204020204" charset="-122"/>
              </a:endParaRPr>
            </a:p>
          </p:txBody>
        </p:sp>
      </p:grpSp>
      <p:sp>
        <p:nvSpPr>
          <p:cNvPr id="4868" name="textbox 4868"/>
          <p:cNvSpPr/>
          <p:nvPr>
            <p:custDataLst>
              <p:tags r:id="rId13"/>
            </p:custDataLst>
          </p:nvPr>
        </p:nvSpPr>
        <p:spPr>
          <a:xfrm>
            <a:off x="880865" y="412464"/>
            <a:ext cx="5472429" cy="321309"/>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20" dirty="0">
                <a:solidFill>
                  <a:schemeClr val="dk1"/>
                </a:solidFill>
                <a:cs typeface="微软雅黑" panose="020B0503020204020204" charset="-122"/>
              </a:rPr>
              <a:t>PMO实施思路概略：  四维</a:t>
            </a:r>
            <a:r>
              <a:rPr sz="2000" b="1" kern="0" spc="-30" dirty="0">
                <a:solidFill>
                  <a:schemeClr val="dk1"/>
                </a:solidFill>
                <a:cs typeface="微软雅黑" panose="020B0503020204020204" charset="-122"/>
              </a:rPr>
              <a:t>1体推动壹米战略落地</a:t>
            </a:r>
            <a:endParaRPr lang="en-US" altLang="en-US" sz="2000" b="1" kern="0" spc="-30" dirty="0">
              <a:solidFill>
                <a:schemeClr val="dk1"/>
              </a:solidFill>
              <a:cs typeface="微软雅黑" panose="020B0503020204020204" charset="-122"/>
            </a:endParaRPr>
          </a:p>
        </p:txBody>
      </p:sp>
      <p:pic>
        <p:nvPicPr>
          <p:cNvPr id="4870" name="picture 4870"/>
          <p:cNvPicPr>
            <a:picLocks noChangeAspect="1"/>
          </p:cNvPicPr>
          <p:nvPr>
            <p:custDataLst>
              <p:tags r:id="rId14"/>
            </p:custDataLst>
          </p:nvPr>
        </p:nvPicPr>
        <p:blipFill>
          <a:blip r:embed="rId15"/>
          <a:stretch>
            <a:fillRect/>
          </a:stretch>
        </p:blipFill>
        <p:spPr>
          <a:xfrm rot="21600000">
            <a:off x="1793163" y="2619469"/>
            <a:ext cx="372986" cy="81153"/>
          </a:xfrm>
          <a:prstGeom prst="rect">
            <a:avLst/>
          </a:prstGeom>
        </p:spPr>
      </p:pic>
      <p:pic>
        <p:nvPicPr>
          <p:cNvPr id="4872" name="picture 4872"/>
          <p:cNvPicPr>
            <a:picLocks noChangeAspect="1"/>
          </p:cNvPicPr>
          <p:nvPr>
            <p:custDataLst>
              <p:tags r:id="rId16"/>
            </p:custDataLst>
          </p:nvPr>
        </p:nvPicPr>
        <p:blipFill>
          <a:blip r:embed="rId17"/>
          <a:stretch>
            <a:fillRect/>
          </a:stretch>
        </p:blipFill>
        <p:spPr>
          <a:xfrm rot="21600000">
            <a:off x="1057935" y="3434905"/>
            <a:ext cx="818063" cy="875147"/>
          </a:xfrm>
          <a:prstGeom prst="rect">
            <a:avLst/>
          </a:prstGeom>
        </p:spPr>
      </p:pic>
      <p:pic>
        <p:nvPicPr>
          <p:cNvPr id="4874" name="picture 4874"/>
          <p:cNvPicPr>
            <a:picLocks noChangeAspect="1"/>
          </p:cNvPicPr>
          <p:nvPr>
            <p:custDataLst>
              <p:tags r:id="rId18"/>
            </p:custDataLst>
          </p:nvPr>
        </p:nvPicPr>
        <p:blipFill>
          <a:blip r:embed="rId19"/>
          <a:stretch>
            <a:fillRect/>
          </a:stretch>
        </p:blipFill>
        <p:spPr>
          <a:xfrm rot="21600000">
            <a:off x="912342" y="2898330"/>
            <a:ext cx="647915" cy="625475"/>
          </a:xfrm>
          <a:prstGeom prst="rect">
            <a:avLst/>
          </a:prstGeom>
        </p:spPr>
      </p:pic>
      <p:pic>
        <p:nvPicPr>
          <p:cNvPr id="4876" name="picture 4876"/>
          <p:cNvPicPr>
            <a:picLocks noChangeAspect="1"/>
          </p:cNvPicPr>
          <p:nvPr>
            <p:custDataLst>
              <p:tags r:id="rId20"/>
            </p:custDataLst>
          </p:nvPr>
        </p:nvPicPr>
        <p:blipFill>
          <a:blip r:embed="rId21"/>
          <a:stretch>
            <a:fillRect/>
          </a:stretch>
        </p:blipFill>
        <p:spPr>
          <a:xfrm rot="21600000">
            <a:off x="1373187" y="2507424"/>
            <a:ext cx="1071626" cy="1354963"/>
          </a:xfrm>
          <a:prstGeom prst="rect">
            <a:avLst/>
          </a:prstGeom>
        </p:spPr>
      </p:pic>
      <p:pic>
        <p:nvPicPr>
          <p:cNvPr id="4880" name="picture 4880"/>
          <p:cNvPicPr>
            <a:picLocks noChangeAspect="1"/>
          </p:cNvPicPr>
          <p:nvPr>
            <p:custDataLst>
              <p:tags r:id="rId22"/>
            </p:custDataLst>
          </p:nvPr>
        </p:nvPicPr>
        <p:blipFill>
          <a:blip r:embed="rId23"/>
          <a:stretch>
            <a:fillRect/>
          </a:stretch>
        </p:blipFill>
        <p:spPr>
          <a:xfrm rot="21600000">
            <a:off x="172212" y="3630218"/>
            <a:ext cx="1433703" cy="479882"/>
          </a:xfrm>
          <a:prstGeom prst="rect">
            <a:avLst/>
          </a:prstGeom>
        </p:spPr>
      </p:pic>
      <p:pic>
        <p:nvPicPr>
          <p:cNvPr id="4882" name="picture 4882"/>
          <p:cNvPicPr>
            <a:picLocks noChangeAspect="1"/>
          </p:cNvPicPr>
          <p:nvPr>
            <p:custDataLst>
              <p:tags r:id="rId24"/>
            </p:custDataLst>
          </p:nvPr>
        </p:nvPicPr>
        <p:blipFill>
          <a:blip r:embed="rId25"/>
          <a:stretch>
            <a:fillRect/>
          </a:stretch>
        </p:blipFill>
        <p:spPr>
          <a:xfrm rot="21600000">
            <a:off x="89388" y="4219194"/>
            <a:ext cx="1504080" cy="302386"/>
          </a:xfrm>
          <a:prstGeom prst="rect">
            <a:avLst/>
          </a:prstGeom>
        </p:spPr>
      </p:pic>
      <p:pic>
        <p:nvPicPr>
          <p:cNvPr id="4884" name="picture 4884"/>
          <p:cNvPicPr>
            <a:picLocks noChangeAspect="1"/>
          </p:cNvPicPr>
          <p:nvPr>
            <p:custDataLst>
              <p:tags r:id="rId26"/>
            </p:custDataLst>
          </p:nvPr>
        </p:nvPicPr>
        <p:blipFill>
          <a:blip r:embed="rId27"/>
          <a:stretch>
            <a:fillRect/>
          </a:stretch>
        </p:blipFill>
        <p:spPr>
          <a:xfrm rot="21600000">
            <a:off x="1160056" y="3553459"/>
            <a:ext cx="570064" cy="608711"/>
          </a:xfrm>
          <a:prstGeom prst="rect">
            <a:avLst/>
          </a:prstGeom>
        </p:spPr>
      </p:pic>
      <p:pic>
        <p:nvPicPr>
          <p:cNvPr id="4886" name="picture 4886"/>
          <p:cNvPicPr>
            <a:picLocks noChangeAspect="1"/>
          </p:cNvPicPr>
          <p:nvPr>
            <p:custDataLst>
              <p:tags r:id="rId28"/>
            </p:custDataLst>
          </p:nvPr>
        </p:nvPicPr>
        <p:blipFill>
          <a:blip r:embed="rId29"/>
          <a:stretch>
            <a:fillRect/>
          </a:stretch>
        </p:blipFill>
        <p:spPr>
          <a:xfrm rot="21600000">
            <a:off x="180682" y="3640835"/>
            <a:ext cx="751128" cy="433577"/>
          </a:xfrm>
          <a:prstGeom prst="rect">
            <a:avLst/>
          </a:prstGeom>
        </p:spPr>
      </p:pic>
      <p:grpSp>
        <p:nvGrpSpPr>
          <p:cNvPr id="572" name="group 572"/>
          <p:cNvGrpSpPr/>
          <p:nvPr/>
        </p:nvGrpSpPr>
        <p:grpSpPr>
          <a:xfrm rot="21600000">
            <a:off x="5492369" y="3117977"/>
            <a:ext cx="839215" cy="364109"/>
            <a:chOff x="0" y="0"/>
            <a:chExt cx="839215" cy="364109"/>
          </a:xfrm>
        </p:grpSpPr>
        <p:sp>
          <p:nvSpPr>
            <p:cNvPr id="4888" name="path"/>
            <p:cNvSpPr/>
            <p:nvPr/>
          </p:nvSpPr>
          <p:spPr>
            <a:xfrm>
              <a:off x="12700" y="12700"/>
              <a:ext cx="813815" cy="338709"/>
            </a:xfrm>
            <a:custGeom>
              <a:avLst/>
              <a:gdLst/>
              <a:ahLst/>
              <a:cxnLst/>
              <a:rect l="0" t="0" r="0" b="0"/>
              <a:pathLst>
                <a:path w="1281" h="533">
                  <a:moveTo>
                    <a:pt x="0" y="533"/>
                  </a:moveTo>
                  <a:cubicBezTo>
                    <a:pt x="0" y="238"/>
                    <a:pt x="279" y="0"/>
                    <a:pt x="623" y="0"/>
                  </a:cubicBezTo>
                  <a:cubicBezTo>
                    <a:pt x="888" y="0"/>
                    <a:pt x="1125" y="143"/>
                    <a:pt x="1212" y="358"/>
                  </a:cubicBezTo>
                  <a:lnTo>
                    <a:pt x="1281" y="358"/>
                  </a:lnTo>
                  <a:lnTo>
                    <a:pt x="1170" y="533"/>
                  </a:lnTo>
                  <a:lnTo>
                    <a:pt x="976" y="358"/>
                  </a:lnTo>
                  <a:lnTo>
                    <a:pt x="1042" y="358"/>
                  </a:lnTo>
                  <a:cubicBezTo>
                    <a:pt x="922" y="171"/>
                    <a:pt x="638" y="98"/>
                    <a:pt x="407" y="194"/>
                  </a:cubicBezTo>
                  <a:cubicBezTo>
                    <a:pt x="250" y="260"/>
                    <a:pt x="152" y="390"/>
                    <a:pt x="152" y="533"/>
                  </a:cubicBezTo>
                  <a:lnTo>
                    <a:pt x="0" y="533"/>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4890" name="path"/>
            <p:cNvSpPr/>
            <p:nvPr/>
          </p:nvSpPr>
          <p:spPr>
            <a:xfrm>
              <a:off x="0" y="0"/>
              <a:ext cx="839215" cy="364109"/>
            </a:xfrm>
            <a:custGeom>
              <a:avLst/>
              <a:gdLst/>
              <a:ahLst/>
              <a:cxnLst/>
              <a:rect l="0" t="0" r="0" b="0"/>
              <a:pathLst>
                <a:path w="1321" h="573">
                  <a:moveTo>
                    <a:pt x="20" y="553"/>
                  </a:moveTo>
                  <a:cubicBezTo>
                    <a:pt x="20" y="258"/>
                    <a:pt x="299" y="20"/>
                    <a:pt x="643" y="20"/>
                  </a:cubicBezTo>
                  <a:cubicBezTo>
                    <a:pt x="908" y="20"/>
                    <a:pt x="1145" y="163"/>
                    <a:pt x="1232" y="378"/>
                  </a:cubicBezTo>
                  <a:lnTo>
                    <a:pt x="1301" y="378"/>
                  </a:lnTo>
                  <a:lnTo>
                    <a:pt x="1190" y="553"/>
                  </a:lnTo>
                  <a:lnTo>
                    <a:pt x="996" y="378"/>
                  </a:lnTo>
                  <a:lnTo>
                    <a:pt x="1062" y="378"/>
                  </a:lnTo>
                  <a:cubicBezTo>
                    <a:pt x="942" y="191"/>
                    <a:pt x="658" y="118"/>
                    <a:pt x="427" y="214"/>
                  </a:cubicBezTo>
                  <a:cubicBezTo>
                    <a:pt x="270" y="280"/>
                    <a:pt x="172" y="410"/>
                    <a:pt x="172" y="553"/>
                  </a:cubicBezTo>
                  <a:lnTo>
                    <a:pt x="20" y="553"/>
                  </a:lnTo>
                  <a:close/>
                </a:path>
              </a:pathLst>
            </a:custGeom>
            <a:noFill/>
            <a:ln w="25400" cap="flat">
              <a:solidFill>
                <a:srgbClr val="FFFFFF">
                  <a:alpha val="100000"/>
                </a:srgbClr>
              </a:solidFill>
              <a:prstDash val="solid"/>
              <a:round/>
            </a:ln>
          </p:spPr>
          <p:txBody>
            <a:bodyPr rtlCol="0"/>
            <a:lstStyle/>
            <a:p>
              <a:pPr algn="ctr"/>
              <a:endParaRPr lang="zh-CN" altLang="en-US"/>
            </a:p>
          </p:txBody>
        </p:sp>
      </p:grpSp>
      <p:grpSp>
        <p:nvGrpSpPr>
          <p:cNvPr id="574" name="group 574"/>
          <p:cNvGrpSpPr/>
          <p:nvPr/>
        </p:nvGrpSpPr>
        <p:grpSpPr>
          <a:xfrm rot="21600000">
            <a:off x="5470271" y="3753866"/>
            <a:ext cx="839215" cy="364108"/>
            <a:chOff x="0" y="0"/>
            <a:chExt cx="839215" cy="364108"/>
          </a:xfrm>
        </p:grpSpPr>
        <p:sp>
          <p:nvSpPr>
            <p:cNvPr id="4892" name="path"/>
            <p:cNvSpPr/>
            <p:nvPr/>
          </p:nvSpPr>
          <p:spPr>
            <a:xfrm>
              <a:off x="12700" y="12700"/>
              <a:ext cx="813815" cy="338708"/>
            </a:xfrm>
            <a:custGeom>
              <a:avLst/>
              <a:gdLst/>
              <a:ahLst/>
              <a:cxnLst/>
              <a:rect l="0" t="0" r="0" b="0"/>
              <a:pathLst>
                <a:path w="1281" h="533">
                  <a:moveTo>
                    <a:pt x="1281" y="0"/>
                  </a:moveTo>
                  <a:cubicBezTo>
                    <a:pt x="1281" y="294"/>
                    <a:pt x="1002" y="533"/>
                    <a:pt x="658" y="533"/>
                  </a:cubicBezTo>
                  <a:cubicBezTo>
                    <a:pt x="392" y="533"/>
                    <a:pt x="155" y="389"/>
                    <a:pt x="69" y="174"/>
                  </a:cubicBezTo>
                  <a:lnTo>
                    <a:pt x="0" y="174"/>
                  </a:lnTo>
                  <a:lnTo>
                    <a:pt x="110" y="0"/>
                  </a:lnTo>
                  <a:lnTo>
                    <a:pt x="304" y="174"/>
                  </a:lnTo>
                  <a:lnTo>
                    <a:pt x="239" y="174"/>
                  </a:lnTo>
                  <a:cubicBezTo>
                    <a:pt x="358" y="361"/>
                    <a:pt x="642" y="434"/>
                    <a:pt x="873" y="338"/>
                  </a:cubicBezTo>
                  <a:cubicBezTo>
                    <a:pt x="1030" y="273"/>
                    <a:pt x="1129" y="142"/>
                    <a:pt x="1129" y="0"/>
                  </a:cubicBezTo>
                  <a:lnTo>
                    <a:pt x="1281" y="0"/>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4894" name="path"/>
            <p:cNvSpPr/>
            <p:nvPr/>
          </p:nvSpPr>
          <p:spPr>
            <a:xfrm>
              <a:off x="0" y="0"/>
              <a:ext cx="839215" cy="364108"/>
            </a:xfrm>
            <a:custGeom>
              <a:avLst/>
              <a:gdLst/>
              <a:ahLst/>
              <a:cxnLst/>
              <a:rect l="0" t="0" r="0" b="0"/>
              <a:pathLst>
                <a:path w="1321" h="573">
                  <a:moveTo>
                    <a:pt x="1301" y="20"/>
                  </a:moveTo>
                  <a:cubicBezTo>
                    <a:pt x="1301" y="314"/>
                    <a:pt x="1022" y="553"/>
                    <a:pt x="678" y="553"/>
                  </a:cubicBezTo>
                  <a:cubicBezTo>
                    <a:pt x="412" y="553"/>
                    <a:pt x="175" y="409"/>
                    <a:pt x="89" y="194"/>
                  </a:cubicBezTo>
                  <a:lnTo>
                    <a:pt x="20" y="194"/>
                  </a:lnTo>
                  <a:lnTo>
                    <a:pt x="130" y="20"/>
                  </a:lnTo>
                  <a:lnTo>
                    <a:pt x="324" y="194"/>
                  </a:lnTo>
                  <a:lnTo>
                    <a:pt x="259" y="194"/>
                  </a:lnTo>
                  <a:cubicBezTo>
                    <a:pt x="378" y="381"/>
                    <a:pt x="662" y="454"/>
                    <a:pt x="893" y="358"/>
                  </a:cubicBezTo>
                  <a:cubicBezTo>
                    <a:pt x="1050" y="293"/>
                    <a:pt x="1149" y="162"/>
                    <a:pt x="1149" y="20"/>
                  </a:cubicBezTo>
                  <a:lnTo>
                    <a:pt x="1301" y="20"/>
                  </a:lnTo>
                  <a:close/>
                </a:path>
              </a:pathLst>
            </a:custGeom>
            <a:noFill/>
            <a:ln w="25400" cap="flat">
              <a:solidFill>
                <a:srgbClr val="FFFFFF">
                  <a:alpha val="100000"/>
                </a:srgbClr>
              </a:solidFill>
              <a:prstDash val="solid"/>
              <a:round/>
            </a:ln>
          </p:spPr>
          <p:txBody>
            <a:bodyPr rtlCol="0"/>
            <a:lstStyle/>
            <a:p>
              <a:pPr algn="ctr"/>
              <a:endParaRPr lang="zh-CN" altLang="en-US"/>
            </a:p>
          </p:txBody>
        </p:sp>
      </p:grpSp>
      <p:graphicFrame>
        <p:nvGraphicFramePr>
          <p:cNvPr id="4896" name="table 4896"/>
          <p:cNvGraphicFramePr>
            <a:graphicFrameLocks noGrp="1"/>
          </p:cNvGraphicFramePr>
          <p:nvPr>
            <p:custDataLst>
              <p:tags r:id="rId30"/>
            </p:custDataLst>
          </p:nvPr>
        </p:nvGraphicFramePr>
        <p:xfrm>
          <a:off x="10042714" y="3776027"/>
          <a:ext cx="412115" cy="402589"/>
        </p:xfrm>
        <a:graphic>
          <a:graphicData uri="http://schemas.openxmlformats.org/drawingml/2006/table">
            <a:tbl>
              <a:tblPr/>
              <a:tblGrid>
                <a:gridCol w="412115"/>
              </a:tblGrid>
              <a:tr h="393064">
                <a:tc>
                  <a:txBody>
                    <a:bodyPr/>
                    <a:lstStyle/>
                    <a:p>
                      <a:pPr algn="l" rtl="0" eaLnBrk="0">
                        <a:lnSpc>
                          <a:spcPct val="100000"/>
                        </a:lnSpc>
                      </a:pPr>
                      <a:endParaRPr lang="en-US" altLang="en-US" sz="1000" dirty="0"/>
                    </a:p>
                  </a:txBody>
                  <a:tcPr marL="0" marR="0" marT="0" marB="0" vert="horz">
                    <a:lnL w="9525" cap="flat" cmpd="sng" algn="ctr">
                      <a:solidFill>
                        <a:srgbClr val="ED7D31"/>
                      </a:solidFill>
                      <a:prstDash val="solid"/>
                      <a:round/>
                      <a:headEnd type="none" w="med" len="med"/>
                      <a:tailEnd type="none" w="med" len="med"/>
                    </a:lnL>
                    <a:lnR w="9525" cap="flat" cmpd="sng" algn="ctr">
                      <a:solidFill>
                        <a:srgbClr val="ED7D31"/>
                      </a:solidFill>
                      <a:prstDash val="solid"/>
                      <a:round/>
                      <a:headEnd type="none" w="med" len="med"/>
                      <a:tailEnd type="none" w="med" len="med"/>
                    </a:lnR>
                    <a:lnT w="9525" cap="flat" cmpd="sng" algn="ctr">
                      <a:solidFill>
                        <a:srgbClr val="ED7D31"/>
                      </a:solidFill>
                      <a:prstDash val="solid"/>
                      <a:round/>
                      <a:headEnd type="none" w="med" len="med"/>
                      <a:tailEnd type="none" w="med" len="med"/>
                    </a:lnT>
                    <a:lnB w="9525" cap="flat" cmpd="sng" algn="ctr">
                      <a:solidFill>
                        <a:srgbClr val="ED7D31"/>
                      </a:solidFill>
                      <a:prstDash val="solid"/>
                      <a:round/>
                      <a:headEnd type="none" w="med" len="med"/>
                      <a:tailEnd type="none" w="med" len="med"/>
                    </a:lnB>
                  </a:tcPr>
                </a:tc>
              </a:tr>
            </a:tbl>
          </a:graphicData>
        </a:graphic>
      </p:graphicFrame>
      <p:pic>
        <p:nvPicPr>
          <p:cNvPr id="4898" name="picture 4898"/>
          <p:cNvPicPr>
            <a:picLocks noChangeAspect="1"/>
          </p:cNvPicPr>
          <p:nvPr>
            <p:custDataLst>
              <p:tags r:id="rId31"/>
            </p:custDataLst>
          </p:nvPr>
        </p:nvPicPr>
        <p:blipFill>
          <a:blip r:embed="rId32"/>
          <a:stretch>
            <a:fillRect/>
          </a:stretch>
        </p:blipFill>
        <p:spPr>
          <a:xfrm rot="21600000">
            <a:off x="10052304" y="3785615"/>
            <a:ext cx="393192" cy="384048"/>
          </a:xfrm>
          <a:prstGeom prst="rect">
            <a:avLst/>
          </a:prstGeom>
        </p:spPr>
      </p:pic>
      <p:pic>
        <p:nvPicPr>
          <p:cNvPr id="4900" name="picture 4900"/>
          <p:cNvPicPr>
            <a:picLocks noChangeAspect="1"/>
          </p:cNvPicPr>
          <p:nvPr>
            <p:custDataLst>
              <p:tags r:id="rId33"/>
            </p:custDataLst>
          </p:nvPr>
        </p:nvPicPr>
        <p:blipFill>
          <a:blip r:embed="rId34"/>
          <a:stretch>
            <a:fillRect/>
          </a:stretch>
        </p:blipFill>
        <p:spPr>
          <a:xfrm rot="21600000">
            <a:off x="1908555" y="3391027"/>
            <a:ext cx="328295" cy="177672"/>
          </a:xfrm>
          <a:prstGeom prst="rect">
            <a:avLst/>
          </a:prstGeom>
        </p:spPr>
      </p:pic>
      <p:pic>
        <p:nvPicPr>
          <p:cNvPr id="4902" name="picture 4902"/>
          <p:cNvPicPr>
            <a:picLocks noChangeAspect="1"/>
          </p:cNvPicPr>
          <p:nvPr>
            <p:custDataLst>
              <p:tags r:id="rId35"/>
            </p:custDataLst>
          </p:nvPr>
        </p:nvPicPr>
        <p:blipFill>
          <a:blip r:embed="rId36"/>
          <a:stretch>
            <a:fillRect/>
          </a:stretch>
        </p:blipFill>
        <p:spPr>
          <a:xfrm rot="21600000">
            <a:off x="1073924" y="3113786"/>
            <a:ext cx="321424" cy="176021"/>
          </a:xfrm>
          <a:prstGeom prst="rect">
            <a:avLst/>
          </a:prstGeom>
        </p:spPr>
      </p:pic>
    </p:spTree>
    <p:custDataLst>
      <p:tags r:id="rId37"/>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 name="textbox 4904"/>
          <p:cNvSpPr/>
          <p:nvPr>
            <p:custDataLst>
              <p:tags r:id="rId1"/>
            </p:custDataLst>
          </p:nvPr>
        </p:nvSpPr>
        <p:spPr>
          <a:xfrm>
            <a:off x="1472982" y="3386677"/>
            <a:ext cx="10066655" cy="2764154"/>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tabLst>
                <a:tab pos="194310" algn="l"/>
              </a:tabLst>
            </a:pPr>
            <a:r>
              <a:rPr sz="2000" kern="0" spc="0" dirty="0">
                <a:solidFill>
                  <a:schemeClr val="dk1"/>
                </a:solidFill>
                <a:cs typeface="微软雅黑" panose="020B0503020204020204" charset="-122"/>
              </a:rPr>
              <a:t>	</a:t>
            </a:r>
            <a:r>
              <a:rPr sz="2000" b="1" kern="0" spc="180" dirty="0">
                <a:solidFill>
                  <a:schemeClr val="dk1"/>
                </a:solidFill>
                <a:cs typeface="微软雅黑" panose="020B0503020204020204" charset="-122"/>
              </a:rPr>
              <a:t> </a:t>
            </a:r>
            <a:r>
              <a:rPr sz="2000" b="1" kern="0" spc="0" dirty="0">
                <a:solidFill>
                  <a:schemeClr val="dk1"/>
                </a:solidFill>
                <a:cs typeface="微软雅黑" panose="020B0503020204020204" charset="-122"/>
              </a:rPr>
              <a:t>战略职责</a:t>
            </a:r>
            <a:r>
              <a:rPr sz="2000" kern="0" spc="0" dirty="0">
                <a:solidFill>
                  <a:schemeClr val="dk1"/>
                </a:solidFill>
                <a:cs typeface="微软雅黑" panose="020B0503020204020204" charset="-122"/>
              </a:rPr>
              <a:t>：</a:t>
            </a:r>
            <a:r>
              <a:rPr sz="2000" kern="0" spc="-430" dirty="0">
                <a:solidFill>
                  <a:schemeClr val="dk1"/>
                </a:solidFill>
                <a:cs typeface="微软雅黑" panose="020B0503020204020204" charset="-122"/>
              </a:rPr>
              <a:t> </a:t>
            </a:r>
            <a:r>
              <a:rPr sz="2000" kern="0" spc="0" dirty="0">
                <a:solidFill>
                  <a:schemeClr val="dk1"/>
                </a:solidFill>
                <a:cs typeface="Arial" panose="020B0604020202020204"/>
              </a:rPr>
              <a:t>PMO</a:t>
            </a:r>
            <a:r>
              <a:rPr sz="2000" kern="0" spc="0" dirty="0">
                <a:solidFill>
                  <a:schemeClr val="dk1"/>
                </a:solidFill>
                <a:cs typeface="微软雅黑" panose="020B0503020204020204" charset="-122"/>
              </a:rPr>
              <a:t>对直接</a:t>
            </a:r>
            <a:r>
              <a:rPr sz="2000" kern="0" spc="-10" dirty="0">
                <a:solidFill>
                  <a:schemeClr val="dk1"/>
                </a:solidFill>
                <a:cs typeface="微软雅黑" panose="020B0503020204020204" charset="-122"/>
              </a:rPr>
              <a:t>承接公司和中心战略的项目实行强管控以保障战略落地</a:t>
            </a:r>
            <a:endParaRPr lang="en-US" altLang="en-US" sz="2000" dirty="0">
              <a:solidFill>
                <a:schemeClr val="dk1"/>
              </a:solidFill>
            </a:endParaRPr>
          </a:p>
          <a:p>
            <a:pPr marL="12700" algn="l" rtl="0" eaLnBrk="0">
              <a:lnSpc>
                <a:spcPct val="97000"/>
              </a:lnSpc>
              <a:spcBef>
                <a:spcPts val="70"/>
              </a:spcBef>
              <a:tabLst>
                <a:tab pos="194310" algn="l"/>
              </a:tabLst>
            </a:pPr>
            <a:r>
              <a:rPr sz="2000" kern="0" spc="0" dirty="0">
                <a:solidFill>
                  <a:schemeClr val="dk1"/>
                </a:solidFill>
                <a:cs typeface="微软雅黑" panose="020B0503020204020204" charset="-122"/>
              </a:rPr>
              <a:t>	</a:t>
            </a:r>
            <a:r>
              <a:rPr sz="2000" b="1" kern="0" spc="110" dirty="0">
                <a:solidFill>
                  <a:schemeClr val="dk1"/>
                </a:solidFill>
                <a:cs typeface="微软雅黑" panose="020B0503020204020204" charset="-122"/>
              </a:rPr>
              <a:t> </a:t>
            </a:r>
            <a:r>
              <a:rPr sz="2000" b="1" kern="0" spc="50" dirty="0">
                <a:solidFill>
                  <a:schemeClr val="dk1"/>
                </a:solidFill>
                <a:cs typeface="微软雅黑" panose="020B0503020204020204" charset="-122"/>
              </a:rPr>
              <a:t>执行职能</a:t>
            </a:r>
            <a:r>
              <a:rPr sz="2000" kern="0" spc="50" dirty="0">
                <a:solidFill>
                  <a:schemeClr val="dk1"/>
                </a:solidFill>
                <a:cs typeface="微软雅黑" panose="020B0503020204020204" charset="-122"/>
              </a:rPr>
              <a:t>：不参与具体项目的管理；不从</a:t>
            </a:r>
            <a:r>
              <a:rPr sz="2000" kern="0" spc="0" dirty="0">
                <a:solidFill>
                  <a:schemeClr val="dk1"/>
                </a:solidFill>
                <a:cs typeface="微软雅黑" panose="020B0503020204020204" charset="-122"/>
              </a:rPr>
              <a:t>PMO</a:t>
            </a:r>
            <a:r>
              <a:rPr sz="2000" kern="0" spc="50" dirty="0">
                <a:solidFill>
                  <a:schemeClr val="dk1"/>
                </a:solidFill>
                <a:cs typeface="微软雅黑" panose="020B0503020204020204" charset="-122"/>
              </a:rPr>
              <a:t>指派项目经</a:t>
            </a:r>
            <a:r>
              <a:rPr sz="2000" kern="0" spc="40" dirty="0">
                <a:solidFill>
                  <a:schemeClr val="dk1"/>
                </a:solidFill>
                <a:cs typeface="微软雅黑" panose="020B0503020204020204" charset="-122"/>
              </a:rPr>
              <a:t>理</a:t>
            </a:r>
            <a:endParaRPr lang="en-US" altLang="en-US" sz="2000" dirty="0">
              <a:solidFill>
                <a:schemeClr val="dk1"/>
              </a:solidFill>
            </a:endParaRPr>
          </a:p>
          <a:p>
            <a:pPr marL="12700" algn="l" rtl="0" eaLnBrk="0">
              <a:lnSpc>
                <a:spcPct val="97000"/>
              </a:lnSpc>
              <a:spcBef>
                <a:spcPts val="70"/>
              </a:spcBef>
              <a:tabLst>
                <a:tab pos="194310" algn="l"/>
              </a:tabLst>
            </a:pPr>
            <a:r>
              <a:rPr sz="2000" kern="0" spc="0" dirty="0">
                <a:solidFill>
                  <a:schemeClr val="dk1"/>
                </a:solidFill>
                <a:cs typeface="微软雅黑" panose="020B0503020204020204" charset="-122"/>
              </a:rPr>
              <a:t>	</a:t>
            </a:r>
            <a:r>
              <a:rPr sz="2000" b="1" kern="0" spc="100" dirty="0">
                <a:solidFill>
                  <a:schemeClr val="dk1"/>
                </a:solidFill>
                <a:cs typeface="微软雅黑" panose="020B0503020204020204" charset="-122"/>
              </a:rPr>
              <a:t> </a:t>
            </a:r>
            <a:r>
              <a:rPr sz="2000" b="1" kern="0" spc="0" dirty="0">
                <a:solidFill>
                  <a:schemeClr val="dk1"/>
                </a:solidFill>
                <a:cs typeface="微软雅黑" panose="020B0503020204020204" charset="-122"/>
              </a:rPr>
              <a:t>提升职能</a:t>
            </a:r>
            <a:r>
              <a:rPr sz="2000" kern="0" spc="0" dirty="0">
                <a:solidFill>
                  <a:schemeClr val="dk1"/>
                </a:solidFill>
                <a:cs typeface="微软雅黑" panose="020B0503020204020204" charset="-122"/>
              </a:rPr>
              <a:t>：</a:t>
            </a:r>
            <a:r>
              <a:rPr sz="2000" kern="0" spc="-430" dirty="0">
                <a:solidFill>
                  <a:schemeClr val="dk1"/>
                </a:solidFill>
                <a:cs typeface="微软雅黑" panose="020B0503020204020204" charset="-122"/>
              </a:rPr>
              <a:t> </a:t>
            </a:r>
            <a:r>
              <a:rPr sz="2000" kern="0" spc="0" dirty="0">
                <a:solidFill>
                  <a:schemeClr val="dk1"/>
                </a:solidFill>
                <a:cs typeface="Arial" panose="020B0604020202020204"/>
              </a:rPr>
              <a:t>PMO</a:t>
            </a:r>
            <a:r>
              <a:rPr sz="2000" kern="0" spc="0" dirty="0">
                <a:solidFill>
                  <a:schemeClr val="dk1"/>
                </a:solidFill>
                <a:cs typeface="微软雅黑" panose="020B0503020204020204" charset="-122"/>
              </a:rPr>
              <a:t>提供项目经理的培训考核、职</a:t>
            </a:r>
            <a:r>
              <a:rPr sz="2000" kern="0" spc="-10" dirty="0">
                <a:solidFill>
                  <a:schemeClr val="dk1"/>
                </a:solidFill>
                <a:cs typeface="微软雅黑" panose="020B0503020204020204" charset="-122"/>
              </a:rPr>
              <a:t>业发展路径规划、项目经理定级评审</a:t>
            </a:r>
            <a:endParaRPr lang="en-US" altLang="en-US" sz="2000" dirty="0">
              <a:solidFill>
                <a:schemeClr val="dk1"/>
              </a:solidFill>
            </a:endParaRPr>
          </a:p>
          <a:p>
            <a:pPr marL="282575" indent="-269875" algn="l" rtl="0" eaLnBrk="0">
              <a:lnSpc>
                <a:spcPct val="99000"/>
              </a:lnSpc>
              <a:spcBef>
                <a:spcPts val="90"/>
              </a:spcBef>
              <a:tabLst>
                <a:tab pos="194310" algn="l"/>
              </a:tabLst>
            </a:pPr>
            <a:r>
              <a:rPr sz="2000" kern="0" spc="0" dirty="0">
                <a:solidFill>
                  <a:schemeClr val="dk1"/>
                </a:solidFill>
                <a:cs typeface="微软雅黑" panose="020B0503020204020204" charset="-122"/>
              </a:rPr>
              <a:t>	</a:t>
            </a:r>
            <a:r>
              <a:rPr sz="2000" b="1" kern="0" spc="110" dirty="0">
                <a:solidFill>
                  <a:schemeClr val="dk1"/>
                </a:solidFill>
                <a:cs typeface="微软雅黑" panose="020B0503020204020204" charset="-122"/>
              </a:rPr>
              <a:t> </a:t>
            </a:r>
            <a:r>
              <a:rPr sz="2000" b="1" kern="0" spc="0" dirty="0">
                <a:solidFill>
                  <a:schemeClr val="dk1"/>
                </a:solidFill>
                <a:cs typeface="微软雅黑" panose="020B0503020204020204" charset="-122"/>
              </a:rPr>
              <a:t>监控职能</a:t>
            </a:r>
            <a:r>
              <a:rPr sz="2000" kern="0" spc="0" dirty="0">
                <a:solidFill>
                  <a:schemeClr val="dk1"/>
                </a:solidFill>
                <a:cs typeface="微软雅黑" panose="020B0503020204020204" charset="-122"/>
              </a:rPr>
              <a:t>：实现高级管理和项目团队之间的交互沟通，监控大小项目进展，</a:t>
            </a:r>
            <a:r>
              <a:rPr sz="2000" kern="0" spc="-10" dirty="0">
                <a:solidFill>
                  <a:schemeClr val="dk1"/>
                </a:solidFill>
                <a:cs typeface="微软雅黑" panose="020B0503020204020204" charset="-122"/>
              </a:rPr>
              <a:t>汇总向管理  </a:t>
            </a:r>
            <a:r>
              <a:rPr sz="2000" kern="0" spc="-50" dirty="0">
                <a:solidFill>
                  <a:schemeClr val="dk1"/>
                </a:solidFill>
                <a:cs typeface="微软雅黑" panose="020B0503020204020204" charset="-122"/>
              </a:rPr>
              <a:t>层汇报项目进展。  一旦项目需要领导的决策， </a:t>
            </a:r>
            <a:r>
              <a:rPr sz="2000" kern="0" spc="-60" dirty="0">
                <a:solidFill>
                  <a:schemeClr val="dk1"/>
                </a:solidFill>
                <a:cs typeface="微软雅黑" panose="020B0503020204020204" charset="-122"/>
              </a:rPr>
              <a:t> 由</a:t>
            </a:r>
            <a:r>
              <a:rPr sz="2000" kern="0" spc="-60" dirty="0">
                <a:solidFill>
                  <a:schemeClr val="dk1"/>
                </a:solidFill>
                <a:cs typeface="Arial" panose="020B0604020202020204"/>
              </a:rPr>
              <a:t>PMO</a:t>
            </a:r>
            <a:r>
              <a:rPr sz="2000" kern="0" spc="-60" dirty="0">
                <a:solidFill>
                  <a:schemeClr val="dk1"/>
                </a:solidFill>
                <a:cs typeface="微软雅黑" panose="020B0503020204020204" charset="-122"/>
              </a:rPr>
              <a:t>牵头确保决策落地。管理项目群的</a:t>
            </a:r>
            <a:r>
              <a:rPr sz="2000" kern="0" spc="0" dirty="0">
                <a:solidFill>
                  <a:schemeClr val="dk1"/>
                </a:solidFill>
                <a:cs typeface="微软雅黑" panose="020B0503020204020204" charset="-122"/>
              </a:rPr>
              <a:t> </a:t>
            </a:r>
            <a:r>
              <a:rPr sz="2000" kern="0" spc="-50" dirty="0">
                <a:solidFill>
                  <a:schemeClr val="dk1"/>
                </a:solidFill>
                <a:cs typeface="微软雅黑" panose="020B0503020204020204" charset="-122"/>
              </a:rPr>
              <a:t>过程和评审管理。</a:t>
            </a:r>
            <a:endParaRPr lang="en-US" altLang="en-US" sz="2000" dirty="0">
              <a:solidFill>
                <a:schemeClr val="dk1"/>
              </a:solidFill>
            </a:endParaRPr>
          </a:p>
          <a:p>
            <a:pPr marL="296545" indent="-283845" algn="l" rtl="0" eaLnBrk="0">
              <a:lnSpc>
                <a:spcPct val="99000"/>
              </a:lnSpc>
              <a:spcBef>
                <a:spcPts val="90"/>
              </a:spcBef>
              <a:tabLst>
                <a:tab pos="194310" algn="l"/>
              </a:tabLst>
            </a:pPr>
            <a:r>
              <a:rPr sz="2000" kern="0" spc="0" dirty="0">
                <a:solidFill>
                  <a:schemeClr val="dk1"/>
                </a:solidFill>
                <a:cs typeface="微软雅黑" panose="020B0503020204020204" charset="-122"/>
              </a:rPr>
              <a:t>	</a:t>
            </a:r>
            <a:r>
              <a:rPr sz="2000" b="1" kern="0" spc="80" dirty="0">
                <a:solidFill>
                  <a:schemeClr val="dk1"/>
                </a:solidFill>
                <a:cs typeface="微软雅黑" panose="020B0503020204020204" charset="-122"/>
              </a:rPr>
              <a:t> </a:t>
            </a:r>
            <a:r>
              <a:rPr sz="2000" b="1" kern="0" spc="0" dirty="0">
                <a:solidFill>
                  <a:schemeClr val="dk1"/>
                </a:solidFill>
                <a:cs typeface="微软雅黑" panose="020B0503020204020204" charset="-122"/>
              </a:rPr>
              <a:t>咨询职能</a:t>
            </a:r>
            <a:r>
              <a:rPr sz="1800" kern="0" spc="0" dirty="0">
                <a:solidFill>
                  <a:schemeClr val="dk1"/>
                </a:solidFill>
                <a:cs typeface="微软雅黑" panose="020B0503020204020204" charset="-122"/>
              </a:rPr>
              <a:t>：</a:t>
            </a:r>
            <a:r>
              <a:rPr sz="1800" kern="0" spc="-380" dirty="0">
                <a:solidFill>
                  <a:schemeClr val="dk1"/>
                </a:solidFill>
                <a:cs typeface="微软雅黑" panose="020B0503020204020204" charset="-122"/>
              </a:rPr>
              <a:t> </a:t>
            </a:r>
            <a:r>
              <a:rPr sz="2000" kern="0" spc="0" dirty="0">
                <a:solidFill>
                  <a:schemeClr val="dk1"/>
                </a:solidFill>
                <a:cs typeface="Arial" panose="020B0604020202020204"/>
              </a:rPr>
              <a:t>PMO</a:t>
            </a:r>
            <a:r>
              <a:rPr sz="2000" kern="0" spc="0" dirty="0">
                <a:solidFill>
                  <a:schemeClr val="dk1"/>
                </a:solidFill>
                <a:cs typeface="微软雅黑" panose="020B0503020204020204" charset="-122"/>
              </a:rPr>
              <a:t>提供</a:t>
            </a:r>
            <a:r>
              <a:rPr sz="2000" kern="0" spc="-10" dirty="0">
                <a:solidFill>
                  <a:schemeClr val="dk1"/>
                </a:solidFill>
                <a:cs typeface="微软雅黑" panose="020B0503020204020204" charset="-122"/>
              </a:rPr>
              <a:t>专业的项目实施辅导，提供方法、工具和模板等；</a:t>
            </a:r>
            <a:r>
              <a:rPr sz="2000" kern="0" spc="-430" dirty="0">
                <a:solidFill>
                  <a:schemeClr val="dk1"/>
                </a:solidFill>
                <a:cs typeface="微软雅黑" panose="020B0503020204020204" charset="-122"/>
              </a:rPr>
              <a:t> </a:t>
            </a:r>
            <a:r>
              <a:rPr sz="2000" kern="0" spc="-10" dirty="0">
                <a:solidFill>
                  <a:schemeClr val="dk1"/>
                </a:solidFill>
                <a:cs typeface="Arial" panose="020B0604020202020204"/>
              </a:rPr>
              <a:t>PMO</a:t>
            </a:r>
            <a:r>
              <a:rPr sz="2000" kern="0" spc="-10" dirty="0">
                <a:solidFill>
                  <a:schemeClr val="dk1"/>
                </a:solidFill>
                <a:cs typeface="微软雅黑" panose="020B0503020204020204" charset="-122"/>
              </a:rPr>
              <a:t>根据公司项</a:t>
            </a:r>
            <a:r>
              <a:rPr sz="2000" kern="0" spc="0" dirty="0">
                <a:solidFill>
                  <a:schemeClr val="dk1"/>
                </a:solidFill>
                <a:cs typeface="微软雅黑" panose="020B0503020204020204" charset="-122"/>
              </a:rPr>
              <a:t> </a:t>
            </a:r>
            <a:r>
              <a:rPr sz="2000" kern="0" spc="-30" dirty="0">
                <a:solidFill>
                  <a:schemeClr val="dk1"/>
                </a:solidFill>
                <a:cs typeface="微软雅黑" panose="020B0503020204020204" charset="-122"/>
              </a:rPr>
              <a:t>目具体情况总结提炼合适的流程和方法论。协助项目经理制定规划，协调资源，</a:t>
            </a:r>
            <a:r>
              <a:rPr sz="2000" kern="0" spc="440" dirty="0">
                <a:solidFill>
                  <a:schemeClr val="dk1"/>
                </a:solidFill>
                <a:cs typeface="微软雅黑" panose="020B0503020204020204" charset="-122"/>
              </a:rPr>
              <a:t> </a:t>
            </a:r>
            <a:r>
              <a:rPr sz="2000" kern="0" spc="-30" dirty="0">
                <a:solidFill>
                  <a:schemeClr val="dk1"/>
                </a:solidFill>
                <a:cs typeface="微软雅黑" panose="020B0503020204020204" charset="-122"/>
              </a:rPr>
              <a:t>规避风  </a:t>
            </a:r>
            <a:r>
              <a:rPr sz="2000" kern="0" spc="-120" dirty="0">
                <a:solidFill>
                  <a:schemeClr val="dk1"/>
                </a:solidFill>
                <a:cs typeface="微软雅黑" panose="020B0503020204020204" charset="-122"/>
              </a:rPr>
              <a:t>险等。</a:t>
            </a:r>
            <a:endParaRPr lang="en-US" altLang="en-US" sz="2000" kern="0" spc="-120" dirty="0">
              <a:solidFill>
                <a:schemeClr val="dk1"/>
              </a:solidFill>
              <a:cs typeface="微软雅黑" panose="020B0503020204020204" charset="-122"/>
            </a:endParaRPr>
          </a:p>
        </p:txBody>
      </p:sp>
      <p:pic>
        <p:nvPicPr>
          <p:cNvPr id="4906" name="picture 4906"/>
          <p:cNvPicPr>
            <a:picLocks noChangeAspect="1"/>
          </p:cNvPicPr>
          <p:nvPr>
            <p:custDataLst>
              <p:tags r:id="rId2"/>
            </p:custDataLst>
          </p:nvPr>
        </p:nvPicPr>
        <p:blipFill>
          <a:blip r:embed="rId3"/>
          <a:stretch>
            <a:fillRect/>
          </a:stretch>
        </p:blipFill>
        <p:spPr>
          <a:xfrm rot="21600000">
            <a:off x="1485682" y="5237466"/>
            <a:ext cx="181718" cy="166448"/>
          </a:xfrm>
          <a:prstGeom prst="rect">
            <a:avLst/>
          </a:prstGeom>
        </p:spPr>
      </p:pic>
      <p:pic>
        <p:nvPicPr>
          <p:cNvPr id="4908" name="picture 4908"/>
          <p:cNvPicPr>
            <a:picLocks noChangeAspect="1"/>
          </p:cNvPicPr>
          <p:nvPr>
            <p:custDataLst>
              <p:tags r:id="rId4"/>
            </p:custDataLst>
          </p:nvPr>
        </p:nvPicPr>
        <p:blipFill>
          <a:blip r:embed="rId5"/>
          <a:stretch>
            <a:fillRect/>
          </a:stretch>
        </p:blipFill>
        <p:spPr>
          <a:xfrm rot="21600000">
            <a:off x="1485704" y="4320924"/>
            <a:ext cx="181936" cy="166647"/>
          </a:xfrm>
          <a:prstGeom prst="rect">
            <a:avLst/>
          </a:prstGeom>
        </p:spPr>
      </p:pic>
      <p:pic>
        <p:nvPicPr>
          <p:cNvPr id="4910" name="picture 4910"/>
          <p:cNvPicPr>
            <a:picLocks noChangeAspect="1"/>
          </p:cNvPicPr>
          <p:nvPr>
            <p:custDataLst>
              <p:tags r:id="rId6"/>
            </p:custDataLst>
          </p:nvPr>
        </p:nvPicPr>
        <p:blipFill>
          <a:blip r:embed="rId3"/>
          <a:stretch>
            <a:fillRect/>
          </a:stretch>
        </p:blipFill>
        <p:spPr>
          <a:xfrm rot="21600000">
            <a:off x="1485682" y="4017885"/>
            <a:ext cx="181718" cy="166448"/>
          </a:xfrm>
          <a:prstGeom prst="rect">
            <a:avLst/>
          </a:prstGeom>
        </p:spPr>
      </p:pic>
      <p:pic>
        <p:nvPicPr>
          <p:cNvPr id="4912" name="picture 4912"/>
          <p:cNvPicPr>
            <a:picLocks noChangeAspect="1"/>
          </p:cNvPicPr>
          <p:nvPr>
            <p:custDataLst>
              <p:tags r:id="rId7"/>
            </p:custDataLst>
          </p:nvPr>
        </p:nvPicPr>
        <p:blipFill>
          <a:blip r:embed="rId3"/>
          <a:stretch>
            <a:fillRect/>
          </a:stretch>
        </p:blipFill>
        <p:spPr>
          <a:xfrm rot="21600000">
            <a:off x="1485682" y="3713085"/>
            <a:ext cx="181718" cy="166448"/>
          </a:xfrm>
          <a:prstGeom prst="rect">
            <a:avLst/>
          </a:prstGeom>
        </p:spPr>
      </p:pic>
      <p:pic>
        <p:nvPicPr>
          <p:cNvPr id="4914" name="picture 4914"/>
          <p:cNvPicPr>
            <a:picLocks noChangeAspect="1"/>
          </p:cNvPicPr>
          <p:nvPr>
            <p:custDataLst>
              <p:tags r:id="rId8"/>
            </p:custDataLst>
          </p:nvPr>
        </p:nvPicPr>
        <p:blipFill>
          <a:blip r:embed="rId3"/>
          <a:stretch>
            <a:fillRect/>
          </a:stretch>
        </p:blipFill>
        <p:spPr>
          <a:xfrm rot="21600000">
            <a:off x="1485682" y="3408285"/>
            <a:ext cx="181718" cy="166447"/>
          </a:xfrm>
          <a:prstGeom prst="rect">
            <a:avLst/>
          </a:prstGeom>
        </p:spPr>
      </p:pic>
      <p:sp>
        <p:nvSpPr>
          <p:cNvPr id="4916" name="textbox 4916"/>
          <p:cNvSpPr/>
          <p:nvPr>
            <p:custDataLst>
              <p:tags r:id="rId9"/>
            </p:custDataLst>
          </p:nvPr>
        </p:nvSpPr>
        <p:spPr>
          <a:xfrm>
            <a:off x="874783" y="394557"/>
            <a:ext cx="7663815" cy="2004060"/>
          </a:xfrm>
          <a:prstGeom prst="rect">
            <a:avLst/>
          </a:prstGeom>
        </p:spPr>
        <p:txBody>
          <a:bodyPr vert="horz" wrap="square" lIns="0" tIns="0" rIns="0" bIns="0"/>
          <a:lstStyle/>
          <a:p>
            <a:pPr algn="l" rtl="0" eaLnBrk="0">
              <a:lnSpc>
                <a:spcPct val="88000"/>
              </a:lnSpc>
            </a:pPr>
            <a:endParaRPr lang="en-US" altLang="en-US" sz="100" dirty="0">
              <a:solidFill>
                <a:schemeClr val="dk1"/>
              </a:solidFill>
            </a:endParaRPr>
          </a:p>
          <a:p>
            <a:pPr marL="12700" algn="l" rtl="0" eaLnBrk="0">
              <a:lnSpc>
                <a:spcPct val="88000"/>
              </a:lnSpc>
            </a:pPr>
            <a:r>
              <a:rPr sz="2000" b="1" kern="0" spc="0" dirty="0">
                <a:solidFill>
                  <a:schemeClr val="dk1"/>
                </a:solidFill>
                <a:cs typeface="微软雅黑" panose="020B0503020204020204" charset="-122"/>
              </a:rPr>
              <a:t>项目管理部（企发PMO）定位&amp;职责 (Propo</a:t>
            </a:r>
            <a:r>
              <a:rPr sz="2000" b="1" kern="0" spc="-10" dirty="0">
                <a:solidFill>
                  <a:schemeClr val="dk1"/>
                </a:solidFill>
                <a:cs typeface="微软雅黑" panose="020B0503020204020204" charset="-122"/>
              </a:rPr>
              <a:t>sed)</a:t>
            </a:r>
            <a:endParaRPr lang="en-US" altLang="en-US" sz="2000" dirty="0">
              <a:solidFill>
                <a:schemeClr val="dk1"/>
              </a:solidFill>
            </a:endParaRPr>
          </a:p>
          <a:p>
            <a:pPr algn="l" rtl="0" eaLnBrk="0">
              <a:lnSpc>
                <a:spcPct val="110000"/>
              </a:lnSpc>
            </a:pPr>
            <a:endParaRPr lang="en-US" altLang="en-US" sz="1000" dirty="0">
              <a:solidFill>
                <a:schemeClr val="dk1"/>
              </a:solidFill>
            </a:endParaRPr>
          </a:p>
          <a:p>
            <a:pPr algn="l" rtl="0" eaLnBrk="0">
              <a:lnSpc>
                <a:spcPct val="111000"/>
              </a:lnSpc>
            </a:pPr>
            <a:endParaRPr lang="en-US" altLang="en-US" sz="1000" dirty="0">
              <a:solidFill>
                <a:schemeClr val="dk1"/>
              </a:solidFill>
            </a:endParaRPr>
          </a:p>
          <a:p>
            <a:pPr marL="70485" algn="l" rtl="0" eaLnBrk="0">
              <a:lnSpc>
                <a:spcPct val="97000"/>
              </a:lnSpc>
              <a:spcBef>
                <a:spcPts val="720"/>
              </a:spcBef>
            </a:pPr>
            <a:r>
              <a:rPr sz="2400" kern="0" spc="-20" dirty="0">
                <a:solidFill>
                  <a:schemeClr val="dk1"/>
                </a:solidFill>
                <a:cs typeface="Arial" panose="020B0604020202020204"/>
              </a:rPr>
              <a:t>•</a:t>
            </a:r>
            <a:r>
              <a:rPr sz="2400" kern="0" spc="350" dirty="0">
                <a:solidFill>
                  <a:schemeClr val="dk1"/>
                </a:solidFill>
                <a:cs typeface="Arial" panose="020B0604020202020204"/>
              </a:rPr>
              <a:t> </a:t>
            </a:r>
            <a:r>
              <a:rPr sz="2400" b="1" kern="0" spc="-20" dirty="0">
                <a:solidFill>
                  <a:schemeClr val="dk1"/>
                </a:solidFill>
                <a:cs typeface="微软雅黑" panose="020B0503020204020204" charset="-122"/>
              </a:rPr>
              <a:t>定位：管控型</a:t>
            </a:r>
            <a:r>
              <a:rPr sz="2400" b="1" kern="0" spc="-20" dirty="0">
                <a:solidFill>
                  <a:schemeClr val="dk1"/>
                </a:solidFill>
                <a:cs typeface="Arial" panose="020B0604020202020204"/>
              </a:rPr>
              <a:t>PMO</a:t>
            </a:r>
            <a:endParaRPr lang="en-US" altLang="en-US" sz="2400" dirty="0">
              <a:solidFill>
                <a:schemeClr val="dk1"/>
              </a:solidFill>
            </a:endParaRPr>
          </a:p>
          <a:p>
            <a:pPr marL="776605" algn="l" rtl="0" eaLnBrk="0">
              <a:lnSpc>
                <a:spcPct val="97000"/>
              </a:lnSpc>
              <a:spcBef>
                <a:spcPts val="455"/>
              </a:spcBef>
            </a:pPr>
            <a:r>
              <a:rPr sz="2000" kern="0" spc="-30" dirty="0">
                <a:solidFill>
                  <a:schemeClr val="dk1"/>
                </a:solidFill>
                <a:cs typeface="微软雅黑" panose="020B0503020204020204" charset="-122"/>
              </a:rPr>
              <a:t>企发</a:t>
            </a:r>
            <a:r>
              <a:rPr sz="2000" kern="0" spc="-30" dirty="0">
                <a:solidFill>
                  <a:schemeClr val="dk1"/>
                </a:solidFill>
                <a:cs typeface="Arial" panose="020B0604020202020204"/>
              </a:rPr>
              <a:t>PMO</a:t>
            </a:r>
            <a:r>
              <a:rPr sz="2000" kern="0" spc="-30" dirty="0">
                <a:solidFill>
                  <a:schemeClr val="dk1"/>
                </a:solidFill>
                <a:cs typeface="微软雅黑" panose="020B0503020204020204" charset="-122"/>
              </a:rPr>
              <a:t>代表公司的管理层，</a:t>
            </a:r>
            <a:r>
              <a:rPr sz="2000" kern="0" spc="350" dirty="0">
                <a:solidFill>
                  <a:schemeClr val="dk1"/>
                </a:solidFill>
                <a:cs typeface="微软雅黑" panose="020B0503020204020204" charset="-122"/>
              </a:rPr>
              <a:t> </a:t>
            </a:r>
            <a:r>
              <a:rPr sz="2000" kern="0" spc="-40" dirty="0">
                <a:solidFill>
                  <a:schemeClr val="dk1"/>
                </a:solidFill>
                <a:cs typeface="微软雅黑" panose="020B0503020204020204" charset="-122"/>
              </a:rPr>
              <a:t>对于项目以及群集进行整体的</a:t>
            </a:r>
            <a:endParaRPr lang="en-US" altLang="en-US" sz="2000" dirty="0">
              <a:solidFill>
                <a:schemeClr val="dk1"/>
              </a:solidFill>
            </a:endParaRPr>
          </a:p>
          <a:p>
            <a:pPr algn="r" rtl="0" eaLnBrk="0">
              <a:lnSpc>
                <a:spcPct val="90000"/>
              </a:lnSpc>
              <a:spcBef>
                <a:spcPts val="10"/>
              </a:spcBef>
            </a:pPr>
            <a:r>
              <a:rPr sz="2000" kern="0" spc="0" dirty="0">
                <a:solidFill>
                  <a:schemeClr val="dk1"/>
                </a:solidFill>
                <a:cs typeface="微软雅黑" panose="020B0503020204020204" charset="-122"/>
              </a:rPr>
              <a:t>管理和控制，保证项目的顺利执行，以实现项目的目标以确</a:t>
            </a:r>
            <a:r>
              <a:rPr sz="2000" kern="0" spc="-10" dirty="0">
                <a:solidFill>
                  <a:schemeClr val="dk1"/>
                </a:solidFill>
                <a:cs typeface="微软雅黑" panose="020B0503020204020204" charset="-122"/>
              </a:rPr>
              <a:t>保公司</a:t>
            </a:r>
            <a:endParaRPr lang="en-US" altLang="en-US" sz="2000" dirty="0">
              <a:solidFill>
                <a:schemeClr val="dk1"/>
              </a:solidFill>
            </a:endParaRPr>
          </a:p>
          <a:p>
            <a:pPr marL="286385" algn="l" rtl="0" eaLnBrk="0">
              <a:lnSpc>
                <a:spcPct val="97000"/>
              </a:lnSpc>
              <a:spcBef>
                <a:spcPts val="15"/>
              </a:spcBef>
            </a:pPr>
            <a:r>
              <a:rPr sz="2000" kern="0" spc="-140" dirty="0">
                <a:solidFill>
                  <a:schemeClr val="dk1"/>
                </a:solidFill>
                <a:cs typeface="微软雅黑" panose="020B0503020204020204" charset="-122"/>
              </a:rPr>
              <a:t>和组织的战略落地。</a:t>
            </a:r>
            <a:endParaRPr lang="en-US" altLang="en-US" sz="2000" kern="0" spc="-140" dirty="0">
              <a:solidFill>
                <a:schemeClr val="dk1"/>
              </a:solidFill>
              <a:cs typeface="微软雅黑" panose="020B0503020204020204" charset="-122"/>
            </a:endParaRPr>
          </a:p>
        </p:txBody>
      </p:sp>
      <p:pic>
        <p:nvPicPr>
          <p:cNvPr id="4918" name="picture 4918"/>
          <p:cNvPicPr>
            <a:picLocks noChangeAspect="1"/>
          </p:cNvPicPr>
          <p:nvPr>
            <p:custDataLst>
              <p:tags r:id="rId10"/>
            </p:custDataLst>
          </p:nvPr>
        </p:nvPicPr>
        <p:blipFill>
          <a:blip r:embed="rId11"/>
          <a:stretch>
            <a:fillRect/>
          </a:stretch>
        </p:blipFill>
        <p:spPr>
          <a:xfrm rot="21600000">
            <a:off x="8396294" y="186381"/>
            <a:ext cx="3752455" cy="2887072"/>
          </a:xfrm>
          <a:prstGeom prst="rect">
            <a:avLst/>
          </a:prstGeom>
        </p:spPr>
      </p:pic>
      <p:sp>
        <p:nvSpPr>
          <p:cNvPr id="4922" name="textbox 4922"/>
          <p:cNvSpPr/>
          <p:nvPr>
            <p:custDataLst>
              <p:tags r:id="rId12"/>
            </p:custDataLst>
          </p:nvPr>
        </p:nvSpPr>
        <p:spPr>
          <a:xfrm>
            <a:off x="933094" y="2759836"/>
            <a:ext cx="11224894" cy="459740"/>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118000"/>
              </a:lnSpc>
              <a:tabLst>
                <a:tab pos="11210925" algn="l"/>
              </a:tabLst>
            </a:pPr>
            <a:r>
              <a:rPr sz="3600" kern="0" spc="-250" baseline="-7000" dirty="0">
                <a:solidFill>
                  <a:schemeClr val="dk1"/>
                </a:solidFill>
                <a:cs typeface="Arial" panose="020B0604020202020204"/>
              </a:rPr>
              <a:t>•</a:t>
            </a:r>
            <a:r>
              <a:rPr sz="2300" kern="0" spc="400" dirty="0">
                <a:solidFill>
                  <a:schemeClr val="dk1"/>
                </a:solidFill>
                <a:cs typeface="Arial" panose="020B0604020202020204"/>
              </a:rPr>
              <a:t> </a:t>
            </a:r>
            <a:r>
              <a:rPr sz="3600" b="1" kern="0" spc="-250" baseline="-7000" dirty="0">
                <a:solidFill>
                  <a:schemeClr val="dk1"/>
                </a:solidFill>
                <a:cs typeface="微软雅黑" panose="020B0503020204020204" charset="-122"/>
              </a:rPr>
              <a:t>主要职责：</a:t>
            </a:r>
            <a:r>
              <a:rPr sz="2300" b="1" kern="0" spc="10" dirty="0">
                <a:solidFill>
                  <a:schemeClr val="dk1"/>
                </a:solidFill>
                <a:cs typeface="微软雅黑" panose="020B0503020204020204" charset="-122"/>
              </a:rPr>
              <a:t>                                                       </a:t>
            </a:r>
            <a:r>
              <a:rPr sz="2300" b="1" kern="0" spc="0" dirty="0">
                <a:solidFill>
                  <a:schemeClr val="dk1"/>
                </a:solidFill>
                <a:cs typeface="微软雅黑" panose="020B0503020204020204" charset="-122"/>
              </a:rPr>
              <a:t>            </a:t>
            </a:r>
            <a:r>
              <a:rPr sz="1300" b="1" u="sng" kern="0" spc="10" dirty="0">
                <a:solidFill>
                  <a:schemeClr val="dk1"/>
                </a:solidFill>
                <a:cs typeface="微软雅黑" panose="020B0503020204020204" charset="-122"/>
              </a:rPr>
              <a:t>                             </a:t>
            </a:r>
            <a:r>
              <a:rPr sz="2100" b="1" u="sng" kern="0" spc="40" baseline="52000" dirty="0">
                <a:solidFill>
                  <a:schemeClr val="dk1"/>
                </a:solidFill>
                <a:cs typeface="微软雅黑" panose="020B0503020204020204" charset="-122"/>
              </a:rPr>
              <a:t>咨询职能</a:t>
            </a:r>
            <a:r>
              <a:rPr sz="1300" b="1" u="sng" kern="0" spc="0" dirty="0">
                <a:solidFill>
                  <a:schemeClr val="dk1"/>
                </a:solidFill>
                <a:cs typeface="微软雅黑" panose="020B0503020204020204" charset="-122"/>
              </a:rPr>
              <a:t>	</a:t>
            </a:r>
            <a:endParaRPr lang="en-US" altLang="en-US" sz="1300" b="1" u="sng" kern="0" spc="0" dirty="0">
              <a:solidFill>
                <a:schemeClr val="dk1"/>
              </a:solidFill>
              <a:cs typeface="微软雅黑" panose="020B0503020204020204" charset="-122"/>
            </a:endParaRPr>
          </a:p>
        </p:txBody>
      </p:sp>
      <p:grpSp>
        <p:nvGrpSpPr>
          <p:cNvPr id="576" name="group 576"/>
          <p:cNvGrpSpPr/>
          <p:nvPr/>
        </p:nvGrpSpPr>
        <p:grpSpPr>
          <a:xfrm rot="21600000">
            <a:off x="9429888" y="1092454"/>
            <a:ext cx="1711174" cy="346804"/>
            <a:chOff x="0" y="0"/>
            <a:chExt cx="1711174" cy="346804"/>
          </a:xfrm>
        </p:grpSpPr>
        <p:grpSp>
          <p:nvGrpSpPr>
            <p:cNvPr id="578" name="group 578"/>
            <p:cNvGrpSpPr/>
            <p:nvPr/>
          </p:nvGrpSpPr>
          <p:grpSpPr>
            <a:xfrm rot="21600000">
              <a:off x="0" y="2699"/>
              <a:ext cx="1711174" cy="344104"/>
              <a:chOff x="0" y="0"/>
              <a:chExt cx="1711174" cy="344104"/>
            </a:xfrm>
          </p:grpSpPr>
          <p:sp>
            <p:nvSpPr>
              <p:cNvPr id="4926" name="path"/>
              <p:cNvSpPr/>
              <p:nvPr/>
            </p:nvSpPr>
            <p:spPr>
              <a:xfrm>
                <a:off x="5195" y="3650"/>
                <a:ext cx="1700783" cy="336803"/>
              </a:xfrm>
              <a:custGeom>
                <a:avLst/>
                <a:gdLst/>
                <a:ahLst/>
                <a:cxnLst/>
                <a:rect l="0" t="0" r="0" b="0"/>
                <a:pathLst>
                  <a:path w="2678" h="530">
                    <a:moveTo>
                      <a:pt x="0" y="530"/>
                    </a:moveTo>
                    <a:lnTo>
                      <a:pt x="372" y="0"/>
                    </a:lnTo>
                    <a:lnTo>
                      <a:pt x="2305" y="0"/>
                    </a:lnTo>
                    <a:lnTo>
                      <a:pt x="2678" y="530"/>
                    </a:lnTo>
                    <a:lnTo>
                      <a:pt x="0" y="530"/>
                    </a:lnTo>
                    <a:close/>
                  </a:path>
                </a:pathLst>
              </a:custGeom>
              <a:solidFill>
                <a:srgbClr val="D9D9D9">
                  <a:alpha val="100000"/>
                </a:srgbClr>
              </a:solidFill>
              <a:ln cap="flat">
                <a:noFill/>
                <a:prstDash val="solid"/>
                <a:miter lim="0"/>
              </a:ln>
            </p:spPr>
            <p:txBody>
              <a:bodyPr rtlCol="0"/>
              <a:lstStyle/>
              <a:p>
                <a:pPr algn="ctr"/>
                <a:endParaRPr lang="zh-CN" altLang="en-US"/>
              </a:p>
            </p:txBody>
          </p:sp>
          <p:sp>
            <p:nvSpPr>
              <p:cNvPr id="4928" name="path"/>
              <p:cNvSpPr/>
              <p:nvPr/>
            </p:nvSpPr>
            <p:spPr>
              <a:xfrm>
                <a:off x="0" y="0"/>
                <a:ext cx="1711174" cy="344104"/>
              </a:xfrm>
              <a:custGeom>
                <a:avLst/>
                <a:gdLst/>
                <a:ahLst/>
                <a:cxnLst/>
                <a:rect l="0" t="0" r="0" b="0"/>
                <a:pathLst>
                  <a:path w="2694" h="541">
                    <a:moveTo>
                      <a:pt x="8" y="536"/>
                    </a:moveTo>
                    <a:lnTo>
                      <a:pt x="380" y="5"/>
                    </a:lnTo>
                    <a:moveTo>
                      <a:pt x="2313" y="5"/>
                    </a:moveTo>
                    <a:lnTo>
                      <a:pt x="2686" y="536"/>
                    </a:lnTo>
                  </a:path>
                </a:pathLst>
              </a:custGeom>
              <a:noFill/>
              <a:ln w="12700" cap="flat">
                <a:solidFill>
                  <a:srgbClr val="D9D9D9">
                    <a:alpha val="100000"/>
                  </a:srgbClr>
                </a:solidFill>
                <a:prstDash val="solid"/>
                <a:miter lim="800000"/>
              </a:ln>
            </p:spPr>
            <p:txBody>
              <a:bodyPr rtlCol="0"/>
              <a:lstStyle/>
              <a:p>
                <a:pPr algn="ctr"/>
                <a:endParaRPr lang="zh-CN" altLang="en-US"/>
              </a:p>
            </p:txBody>
          </p:sp>
        </p:grpSp>
        <p:sp>
          <p:nvSpPr>
            <p:cNvPr id="4930" name="textbox 4930"/>
            <p:cNvSpPr/>
            <p:nvPr>
              <p:custDataLst>
                <p:tags r:id="rId13"/>
              </p:custDataLst>
            </p:nvPr>
          </p:nvSpPr>
          <p:spPr>
            <a:xfrm>
              <a:off x="462581" y="97275"/>
              <a:ext cx="735965" cy="233679"/>
            </a:xfrm>
            <a:prstGeom prst="rect">
              <a:avLst/>
            </a:prstGeom>
          </p:spPr>
          <p:txBody>
            <a:bodyPr vert="horz" wrap="square" lIns="0" tIns="0" rIns="0" bIns="0">
              <a:normAutofit/>
            </a:bodyPr>
            <a:lstStyle/>
            <a:p>
              <a:pPr algn="l" rtl="0" eaLnBrk="0">
                <a:lnSpc>
                  <a:spcPct val="90000"/>
                </a:lnSpc>
              </a:pPr>
              <a:endParaRPr lang="en-US" altLang="en-US" sz="100" dirty="0">
                <a:solidFill>
                  <a:schemeClr val="dk1"/>
                </a:solidFill>
              </a:endParaRPr>
            </a:p>
            <a:p>
              <a:pPr marL="12700" algn="l" rtl="0" eaLnBrk="0">
                <a:lnSpc>
                  <a:spcPct val="97000"/>
                </a:lnSpc>
              </a:pPr>
              <a:r>
                <a:rPr sz="1400" b="1" kern="0" spc="-10" dirty="0">
                  <a:solidFill>
                    <a:schemeClr val="dk1"/>
                  </a:solidFill>
                  <a:cs typeface="微软雅黑" panose="020B0503020204020204" charset="-122"/>
                </a:rPr>
                <a:t>执行职能</a:t>
              </a:r>
              <a:endParaRPr lang="en-US" altLang="en-US" sz="1400" b="1" kern="0" spc="-10" dirty="0">
                <a:solidFill>
                  <a:schemeClr val="dk1"/>
                </a:solidFill>
                <a:cs typeface="微软雅黑" panose="020B0503020204020204" charset="-122"/>
              </a:endParaRPr>
            </a:p>
          </p:txBody>
        </p:sp>
        <p:sp>
          <p:nvSpPr>
            <p:cNvPr id="4932" name="path"/>
            <p:cNvSpPr/>
            <p:nvPr/>
          </p:nvSpPr>
          <p:spPr>
            <a:xfrm>
              <a:off x="241796" y="0"/>
              <a:ext cx="1227582" cy="12700"/>
            </a:xfrm>
            <a:custGeom>
              <a:avLst/>
              <a:gdLst/>
              <a:ahLst/>
              <a:cxnLst/>
              <a:rect l="0" t="0" r="0" b="0"/>
              <a:pathLst>
                <a:path w="1933" h="20">
                  <a:moveTo>
                    <a:pt x="0" y="10"/>
                  </a:moveTo>
                  <a:lnTo>
                    <a:pt x="1933" y="10"/>
                  </a:lnTo>
                </a:path>
              </a:pathLst>
            </a:custGeom>
            <a:noFill/>
            <a:ln w="12700" cap="flat">
              <a:solidFill>
                <a:srgbClr val="D9D9D9">
                  <a:alpha val="100000"/>
                </a:srgbClr>
              </a:solidFill>
              <a:prstDash val="solid"/>
              <a:miter lim="800000"/>
            </a:ln>
          </p:spPr>
          <p:txBody>
            <a:bodyPr rtlCol="0"/>
            <a:lstStyle/>
            <a:p>
              <a:pPr algn="ctr"/>
              <a:endParaRPr lang="zh-CN" altLang="en-US"/>
            </a:p>
          </p:txBody>
        </p:sp>
      </p:grpSp>
      <p:sp>
        <p:nvSpPr>
          <p:cNvPr id="4934" name="textbox 4934"/>
          <p:cNvSpPr/>
          <p:nvPr>
            <p:custDataLst>
              <p:tags r:id="rId14"/>
            </p:custDataLst>
          </p:nvPr>
        </p:nvSpPr>
        <p:spPr>
          <a:xfrm>
            <a:off x="9985594" y="573151"/>
            <a:ext cx="551815" cy="450215"/>
          </a:xfrm>
          <a:prstGeom prst="rect">
            <a:avLst/>
          </a:prstGeom>
        </p:spPr>
        <p:txBody>
          <a:bodyPr vert="horz" wrap="square" lIns="0" tIns="0" rIns="0" bIns="0">
            <a:normAutofit/>
          </a:bodyPr>
          <a:lstStyle/>
          <a:p>
            <a:pPr algn="l" rtl="0" eaLnBrk="0">
              <a:lnSpc>
                <a:spcPct val="96000"/>
              </a:lnSpc>
            </a:pPr>
            <a:endParaRPr lang="en-US" altLang="en-US" sz="100" dirty="0">
              <a:solidFill>
                <a:schemeClr val="dk1"/>
              </a:solidFill>
            </a:endParaRPr>
          </a:p>
          <a:p>
            <a:pPr marL="184150" indent="-171450" algn="l" rtl="0" eaLnBrk="0">
              <a:lnSpc>
                <a:spcPct val="99000"/>
              </a:lnSpc>
            </a:pPr>
            <a:r>
              <a:rPr sz="1400" b="1" kern="0" spc="-30" dirty="0">
                <a:solidFill>
                  <a:schemeClr val="dk1"/>
                </a:solidFill>
                <a:cs typeface="微软雅黑" panose="020B0503020204020204" charset="-122"/>
              </a:rPr>
              <a:t>战略职</a:t>
            </a:r>
            <a:r>
              <a:rPr sz="1400" b="1" kern="0" spc="10" dirty="0">
                <a:solidFill>
                  <a:schemeClr val="dk1"/>
                </a:solidFill>
                <a:cs typeface="微软雅黑" panose="020B0503020204020204" charset="-122"/>
              </a:rPr>
              <a:t> </a:t>
            </a:r>
            <a:r>
              <a:rPr sz="1400" b="1" kern="0" spc="-10" dirty="0">
                <a:solidFill>
                  <a:schemeClr val="dk1"/>
                </a:solidFill>
                <a:cs typeface="微软雅黑" panose="020B0503020204020204" charset="-122"/>
              </a:rPr>
              <a:t>能</a:t>
            </a:r>
            <a:endParaRPr lang="en-US" altLang="en-US" sz="1400" b="1" kern="0" spc="-10" dirty="0">
              <a:solidFill>
                <a:schemeClr val="dk1"/>
              </a:solidFill>
              <a:cs typeface="微软雅黑" panose="020B0503020204020204" charset="-122"/>
            </a:endParaRPr>
          </a:p>
        </p:txBody>
      </p:sp>
      <p:sp>
        <p:nvSpPr>
          <p:cNvPr id="4936" name="textbox 4936"/>
          <p:cNvSpPr/>
          <p:nvPr>
            <p:custDataLst>
              <p:tags r:id="rId15"/>
            </p:custDataLst>
          </p:nvPr>
        </p:nvSpPr>
        <p:spPr>
          <a:xfrm>
            <a:off x="9854831" y="2205736"/>
            <a:ext cx="736600" cy="235584"/>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8000"/>
              </a:lnSpc>
            </a:pPr>
            <a:r>
              <a:rPr sz="1400" b="1" kern="0" spc="-10" dirty="0">
                <a:solidFill>
                  <a:schemeClr val="dk1"/>
                </a:solidFill>
                <a:cs typeface="微软雅黑" panose="020B0503020204020204" charset="-122"/>
              </a:rPr>
              <a:t>监控职能</a:t>
            </a:r>
            <a:endParaRPr lang="en-US" altLang="en-US" sz="1400" b="1" kern="0" spc="-10" dirty="0">
              <a:solidFill>
                <a:schemeClr val="dk1"/>
              </a:solidFill>
              <a:cs typeface="微软雅黑" panose="020B0503020204020204" charset="-122"/>
            </a:endParaRPr>
          </a:p>
        </p:txBody>
      </p:sp>
      <p:sp>
        <p:nvSpPr>
          <p:cNvPr id="4938" name="textbox 4938"/>
          <p:cNvSpPr/>
          <p:nvPr>
            <p:custDataLst>
              <p:tags r:id="rId16"/>
            </p:custDataLst>
          </p:nvPr>
        </p:nvSpPr>
        <p:spPr>
          <a:xfrm>
            <a:off x="9854469" y="1694427"/>
            <a:ext cx="736600" cy="233679"/>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7000"/>
              </a:lnSpc>
            </a:pPr>
            <a:r>
              <a:rPr sz="1400" b="1" kern="0" spc="-10" dirty="0">
                <a:solidFill>
                  <a:schemeClr val="dk1"/>
                </a:solidFill>
                <a:cs typeface="微软雅黑" panose="020B0503020204020204" charset="-122"/>
              </a:rPr>
              <a:t>提升职能</a:t>
            </a:r>
            <a:endParaRPr lang="en-US" altLang="en-US" sz="1400" b="1" kern="0" spc="-10" dirty="0">
              <a:solidFill>
                <a:schemeClr val="dk1"/>
              </a:solidFill>
              <a:cs typeface="微软雅黑" panose="020B0503020204020204" charset="-122"/>
            </a:endParaRPr>
          </a:p>
        </p:txBody>
      </p:sp>
      <p:sp>
        <p:nvSpPr>
          <p:cNvPr id="4940" name="path"/>
          <p:cNvSpPr/>
          <p:nvPr/>
        </p:nvSpPr>
        <p:spPr>
          <a:xfrm>
            <a:off x="8756904" y="2555557"/>
            <a:ext cx="3052571" cy="9525"/>
          </a:xfrm>
          <a:custGeom>
            <a:avLst/>
            <a:gdLst/>
            <a:ahLst/>
            <a:cxnLst/>
            <a:rect l="0" t="0" r="0" b="0"/>
            <a:pathLst>
              <a:path w="4807" h="15">
                <a:moveTo>
                  <a:pt x="0" y="7"/>
                </a:moveTo>
                <a:lnTo>
                  <a:pt x="4807"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4942" name="path"/>
          <p:cNvSpPr/>
          <p:nvPr/>
        </p:nvSpPr>
        <p:spPr>
          <a:xfrm>
            <a:off x="9115044" y="2000821"/>
            <a:ext cx="2296667" cy="9525"/>
          </a:xfrm>
          <a:custGeom>
            <a:avLst/>
            <a:gdLst/>
            <a:ahLst/>
            <a:cxnLst/>
            <a:rect l="0" t="0" r="0" b="0"/>
            <a:pathLst>
              <a:path w="3616" h="15">
                <a:moveTo>
                  <a:pt x="0" y="7"/>
                </a:moveTo>
                <a:lnTo>
                  <a:pt x="3616"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4944" name="path"/>
          <p:cNvSpPr/>
          <p:nvPr/>
        </p:nvSpPr>
        <p:spPr>
          <a:xfrm>
            <a:off x="9435084" y="1429258"/>
            <a:ext cx="1700783" cy="12700"/>
          </a:xfrm>
          <a:custGeom>
            <a:avLst/>
            <a:gdLst/>
            <a:ahLst/>
            <a:cxnLst/>
            <a:rect l="0" t="0" r="0" b="0"/>
            <a:pathLst>
              <a:path w="2678" h="20">
                <a:moveTo>
                  <a:pt x="2678" y="10"/>
                </a:moveTo>
                <a:lnTo>
                  <a:pt x="0" y="10"/>
                </a:lnTo>
              </a:path>
            </a:pathLst>
          </a:custGeom>
          <a:noFill/>
          <a:ln w="12700" cap="flat">
            <a:solidFill>
              <a:srgbClr val="D9D9D9">
                <a:alpha val="100000"/>
              </a:srgbClr>
            </a:solidFill>
            <a:prstDash val="solid"/>
            <a:miter lim="800000"/>
          </a:ln>
        </p:spPr>
        <p:txBody>
          <a:bodyPr rtlCol="0"/>
          <a:lstStyle/>
          <a:p>
            <a:pPr algn="ctr"/>
            <a:endParaRPr lang="zh-CN" altLang="en-US"/>
          </a:p>
        </p:txBody>
      </p:sp>
      <p:sp>
        <p:nvSpPr>
          <p:cNvPr id="4946" name="path"/>
          <p:cNvSpPr/>
          <p:nvPr/>
        </p:nvSpPr>
        <p:spPr>
          <a:xfrm>
            <a:off x="9471655" y="1490281"/>
            <a:ext cx="1633737" cy="11048"/>
          </a:xfrm>
          <a:custGeom>
            <a:avLst/>
            <a:gdLst/>
            <a:ahLst/>
            <a:cxnLst/>
            <a:rect l="0" t="0" r="0" b="0"/>
            <a:pathLst>
              <a:path w="2572" h="17">
                <a:moveTo>
                  <a:pt x="0" y="9"/>
                </a:moveTo>
                <a:lnTo>
                  <a:pt x="2572"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4948" name="path"/>
          <p:cNvSpPr/>
          <p:nvPr/>
        </p:nvSpPr>
        <p:spPr>
          <a:xfrm>
            <a:off x="9777984" y="1020889"/>
            <a:ext cx="1021079" cy="9525"/>
          </a:xfrm>
          <a:custGeom>
            <a:avLst/>
            <a:gdLst/>
            <a:ahLst/>
            <a:cxnLst/>
            <a:rect l="0" t="0" r="0" b="0"/>
            <a:pathLst>
              <a:path w="1607" h="15">
                <a:moveTo>
                  <a:pt x="0" y="7"/>
                </a:moveTo>
                <a:lnTo>
                  <a:pt x="1607" y="7"/>
                </a:lnTo>
              </a:path>
            </a:pathLst>
          </a:custGeom>
          <a:noFill/>
          <a:ln w="9525" cap="flat">
            <a:solidFill>
              <a:srgbClr val="000000">
                <a:alpha val="100000"/>
              </a:srgbClr>
            </a:solidFill>
            <a:prstDash val="solid"/>
            <a:round/>
          </a:ln>
        </p:spPr>
        <p:txBody>
          <a:bodyPr rtlCol="0"/>
          <a:lstStyle/>
          <a:p>
            <a:pPr algn="ctr"/>
            <a:endParaRPr lang="zh-CN" altLang="en-US"/>
          </a:p>
        </p:txBody>
      </p:sp>
    </p:spTree>
    <p:custDataLst>
      <p:tags r:id="rId17"/>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0" name="textbox 4950"/>
          <p:cNvSpPr/>
          <p:nvPr>
            <p:custDataLst>
              <p:tags r:id="rId1"/>
            </p:custDataLst>
          </p:nvPr>
        </p:nvSpPr>
        <p:spPr>
          <a:xfrm>
            <a:off x="874783" y="466439"/>
            <a:ext cx="7232015" cy="1301750"/>
          </a:xfrm>
          <a:prstGeom prst="rect">
            <a:avLst/>
          </a:prstGeom>
        </p:spPr>
        <p:txBody>
          <a:bodyPr vert="horz" wrap="square" lIns="0" tIns="0" rIns="0" bIns="0"/>
          <a:lstStyle/>
          <a:p>
            <a:pPr algn="l" rtl="0" eaLnBrk="0">
              <a:lnSpc>
                <a:spcPct val="88000"/>
              </a:lnSpc>
            </a:pPr>
            <a:endParaRPr lang="en-US" altLang="en-US" sz="100" dirty="0">
              <a:solidFill>
                <a:schemeClr val="dk1"/>
              </a:solidFill>
            </a:endParaRPr>
          </a:p>
          <a:p>
            <a:pPr marL="12700" algn="l" rtl="0" eaLnBrk="0">
              <a:lnSpc>
                <a:spcPct val="88000"/>
              </a:lnSpc>
            </a:pPr>
            <a:r>
              <a:rPr sz="2000" b="1" kern="0" spc="0" dirty="0">
                <a:solidFill>
                  <a:schemeClr val="dk1"/>
                </a:solidFill>
                <a:cs typeface="微软雅黑" panose="020B0503020204020204" charset="-122"/>
              </a:rPr>
              <a:t>项目管理组（企发 PMO）组织架构(Propose</a:t>
            </a:r>
            <a:r>
              <a:rPr sz="2000" b="1" kern="0" spc="-10" dirty="0">
                <a:solidFill>
                  <a:schemeClr val="dk1"/>
                </a:solidFill>
                <a:cs typeface="微软雅黑" panose="020B0503020204020204" charset="-122"/>
              </a:rPr>
              <a:t>d)</a:t>
            </a:r>
            <a:endParaRPr lang="en-US" altLang="en-US" sz="2000" dirty="0">
              <a:solidFill>
                <a:schemeClr val="dk1"/>
              </a:solidFill>
            </a:endParaRPr>
          </a:p>
          <a:p>
            <a:pPr algn="l" rtl="0" eaLnBrk="0">
              <a:lnSpc>
                <a:spcPct val="154000"/>
              </a:lnSpc>
            </a:pPr>
            <a:endParaRPr lang="en-US" altLang="en-US" sz="1000" dirty="0">
              <a:solidFill>
                <a:schemeClr val="dk1"/>
              </a:solidFill>
            </a:endParaRPr>
          </a:p>
          <a:p>
            <a:pPr algn="l" rtl="0" eaLnBrk="0">
              <a:lnSpc>
                <a:spcPct val="100000"/>
              </a:lnSpc>
            </a:pPr>
            <a:endParaRPr lang="en-US" altLang="en-US" sz="600" dirty="0">
              <a:solidFill>
                <a:schemeClr val="dk1"/>
              </a:solidFill>
            </a:endParaRPr>
          </a:p>
          <a:p>
            <a:pPr marL="314325" indent="-217170" algn="l" rtl="0" eaLnBrk="0">
              <a:lnSpc>
                <a:spcPct val="93000"/>
              </a:lnSpc>
              <a:spcBef>
                <a:spcPts val="5"/>
              </a:spcBef>
            </a:pPr>
            <a:r>
              <a:rPr sz="2400" kern="0" spc="-60" dirty="0">
                <a:solidFill>
                  <a:schemeClr val="dk1"/>
                </a:solidFill>
                <a:cs typeface="Arial" panose="020B0604020202020204"/>
              </a:rPr>
              <a:t>•</a:t>
            </a:r>
            <a:r>
              <a:rPr sz="2400" kern="0" spc="320" dirty="0">
                <a:solidFill>
                  <a:schemeClr val="dk1"/>
                </a:solidFill>
                <a:cs typeface="Arial" panose="020B0604020202020204"/>
              </a:rPr>
              <a:t> </a:t>
            </a:r>
            <a:r>
              <a:rPr sz="2400" b="1" kern="0" spc="-60" dirty="0">
                <a:solidFill>
                  <a:schemeClr val="dk1"/>
                </a:solidFill>
                <a:cs typeface="微软雅黑" panose="020B0503020204020204" charset="-122"/>
              </a:rPr>
              <a:t>核心变化：  </a:t>
            </a:r>
            <a:r>
              <a:rPr sz="2400" kern="0" spc="-60" dirty="0">
                <a:solidFill>
                  <a:schemeClr val="dk1"/>
                </a:solidFill>
                <a:cs typeface="微软雅黑" panose="020B0503020204020204" charset="-122"/>
              </a:rPr>
              <a:t>聚焦战略项目规划</a:t>
            </a:r>
            <a:r>
              <a:rPr sz="2400" kern="0" spc="-60" dirty="0">
                <a:solidFill>
                  <a:schemeClr val="dk1"/>
                </a:solidFill>
                <a:cs typeface="Arial" panose="020B0604020202020204"/>
              </a:rPr>
              <a:t>&amp;</a:t>
            </a:r>
            <a:r>
              <a:rPr sz="2400" kern="0" spc="-60" dirty="0">
                <a:solidFill>
                  <a:schemeClr val="dk1"/>
                </a:solidFill>
                <a:cs typeface="微软雅黑" panose="020B0503020204020204" charset="-122"/>
              </a:rPr>
              <a:t>落地；强化</a:t>
            </a:r>
            <a:r>
              <a:rPr sz="2400" kern="0" spc="-70" dirty="0">
                <a:solidFill>
                  <a:schemeClr val="dk1"/>
                </a:solidFill>
                <a:cs typeface="微软雅黑" panose="020B0503020204020204" charset="-122"/>
              </a:rPr>
              <a:t>项目准入</a:t>
            </a:r>
            <a:r>
              <a:rPr sz="2400" kern="0" spc="0" dirty="0">
                <a:solidFill>
                  <a:schemeClr val="dk1"/>
                </a:solidFill>
                <a:cs typeface="微软雅黑" panose="020B0503020204020204" charset="-122"/>
              </a:rPr>
              <a:t> </a:t>
            </a:r>
            <a:r>
              <a:rPr sz="2400" kern="0" spc="-40" dirty="0">
                <a:solidFill>
                  <a:schemeClr val="dk1"/>
                </a:solidFill>
                <a:cs typeface="微软雅黑" panose="020B0503020204020204" charset="-122"/>
              </a:rPr>
              <a:t>管理；项目经理培训发展。</a:t>
            </a:r>
            <a:endParaRPr lang="en-US" altLang="en-US" sz="2400" kern="0" spc="-40" dirty="0">
              <a:solidFill>
                <a:schemeClr val="dk1"/>
              </a:solidFill>
              <a:cs typeface="微软雅黑" panose="020B0503020204020204" charset="-122"/>
            </a:endParaRPr>
          </a:p>
        </p:txBody>
      </p:sp>
      <p:grpSp>
        <p:nvGrpSpPr>
          <p:cNvPr id="580" name="group 580"/>
          <p:cNvGrpSpPr/>
          <p:nvPr/>
        </p:nvGrpSpPr>
        <p:grpSpPr>
          <a:xfrm rot="21600000">
            <a:off x="8827568" y="186408"/>
            <a:ext cx="3223662" cy="2518882"/>
            <a:chOff x="0" y="0"/>
            <a:chExt cx="3223662" cy="2518882"/>
          </a:xfrm>
        </p:grpSpPr>
        <p:pic>
          <p:nvPicPr>
            <p:cNvPr id="4952" name="picture 4952"/>
            <p:cNvPicPr>
              <a:picLocks noChangeAspect="1"/>
            </p:cNvPicPr>
            <p:nvPr>
              <p:custDataLst>
                <p:tags r:id="rId2"/>
              </p:custDataLst>
            </p:nvPr>
          </p:nvPicPr>
          <p:blipFill>
            <a:blip r:embed="rId3"/>
            <a:stretch>
              <a:fillRect/>
            </a:stretch>
          </p:blipFill>
          <p:spPr>
            <a:xfrm rot="21600000">
              <a:off x="0" y="0"/>
              <a:ext cx="3223662" cy="2516687"/>
            </a:xfrm>
            <a:prstGeom prst="rect">
              <a:avLst/>
            </a:prstGeom>
          </p:spPr>
        </p:pic>
        <p:grpSp>
          <p:nvGrpSpPr>
            <p:cNvPr id="582" name="group 582"/>
            <p:cNvGrpSpPr/>
            <p:nvPr/>
          </p:nvGrpSpPr>
          <p:grpSpPr>
            <a:xfrm rot="21600000">
              <a:off x="888831" y="791397"/>
              <a:ext cx="1470383" cy="301432"/>
              <a:chOff x="0" y="0"/>
              <a:chExt cx="1470383" cy="301432"/>
            </a:xfrm>
          </p:grpSpPr>
          <p:sp>
            <p:nvSpPr>
              <p:cNvPr id="4954" name="path"/>
              <p:cNvSpPr/>
              <p:nvPr/>
            </p:nvSpPr>
            <p:spPr>
              <a:xfrm>
                <a:off x="5195" y="3650"/>
                <a:ext cx="1459991" cy="294132"/>
              </a:xfrm>
              <a:custGeom>
                <a:avLst/>
                <a:gdLst/>
                <a:ahLst/>
                <a:cxnLst/>
                <a:rect l="0" t="0" r="0" b="0"/>
                <a:pathLst>
                  <a:path w="2299" h="463">
                    <a:moveTo>
                      <a:pt x="0" y="463"/>
                    </a:moveTo>
                    <a:lnTo>
                      <a:pt x="325" y="0"/>
                    </a:lnTo>
                    <a:lnTo>
                      <a:pt x="1973" y="0"/>
                    </a:lnTo>
                    <a:lnTo>
                      <a:pt x="2299" y="463"/>
                    </a:lnTo>
                    <a:lnTo>
                      <a:pt x="0" y="463"/>
                    </a:lnTo>
                    <a:close/>
                  </a:path>
                </a:pathLst>
              </a:custGeom>
              <a:solidFill>
                <a:srgbClr val="D9D9D9">
                  <a:alpha val="100000"/>
                </a:srgbClr>
              </a:solidFill>
              <a:ln cap="flat">
                <a:noFill/>
                <a:prstDash val="solid"/>
                <a:miter lim="0"/>
              </a:ln>
            </p:spPr>
            <p:txBody>
              <a:bodyPr rtlCol="0"/>
              <a:lstStyle/>
              <a:p>
                <a:pPr algn="ctr"/>
                <a:endParaRPr lang="zh-CN" altLang="en-US"/>
              </a:p>
            </p:txBody>
          </p:sp>
          <p:sp>
            <p:nvSpPr>
              <p:cNvPr id="4956" name="path"/>
              <p:cNvSpPr/>
              <p:nvPr/>
            </p:nvSpPr>
            <p:spPr>
              <a:xfrm>
                <a:off x="0" y="0"/>
                <a:ext cx="1470383" cy="301432"/>
              </a:xfrm>
              <a:custGeom>
                <a:avLst/>
                <a:gdLst/>
                <a:ahLst/>
                <a:cxnLst/>
                <a:rect l="0" t="0" r="0" b="0"/>
                <a:pathLst>
                  <a:path w="2315" h="474">
                    <a:moveTo>
                      <a:pt x="8" y="468"/>
                    </a:moveTo>
                    <a:lnTo>
                      <a:pt x="333" y="5"/>
                    </a:lnTo>
                    <a:moveTo>
                      <a:pt x="1981" y="5"/>
                    </a:moveTo>
                    <a:lnTo>
                      <a:pt x="2307" y="468"/>
                    </a:lnTo>
                  </a:path>
                </a:pathLst>
              </a:custGeom>
              <a:noFill/>
              <a:ln w="12700" cap="flat">
                <a:solidFill>
                  <a:srgbClr val="D9D9D9">
                    <a:alpha val="100000"/>
                  </a:srgbClr>
                </a:solidFill>
                <a:prstDash val="solid"/>
                <a:miter lim="800000"/>
              </a:ln>
            </p:spPr>
            <p:txBody>
              <a:bodyPr rtlCol="0"/>
              <a:lstStyle/>
              <a:p>
                <a:pPr algn="ctr"/>
                <a:endParaRPr lang="zh-CN" altLang="en-US"/>
              </a:p>
            </p:txBody>
          </p:sp>
        </p:grpSp>
        <p:sp>
          <p:nvSpPr>
            <p:cNvPr id="4958" name="textbox 4958"/>
            <p:cNvSpPr/>
            <p:nvPr>
              <p:custDataLst>
                <p:tags r:id="rId4"/>
              </p:custDataLst>
            </p:nvPr>
          </p:nvSpPr>
          <p:spPr>
            <a:xfrm>
              <a:off x="1175458" y="345207"/>
              <a:ext cx="901700" cy="2139950"/>
            </a:xfrm>
            <a:prstGeom prst="rect">
              <a:avLst/>
            </a:prstGeom>
          </p:spPr>
          <p:txBody>
            <a:bodyPr vert="horz" wrap="square" lIns="0" tIns="0" rIns="0" bIns="0">
              <a:normAutofit/>
            </a:bodyPr>
            <a:lstStyle/>
            <a:p>
              <a:pPr algn="l" rtl="0" eaLnBrk="0">
                <a:lnSpc>
                  <a:spcPct val="81000"/>
                </a:lnSpc>
              </a:pPr>
              <a:endParaRPr lang="en-US" altLang="en-US" sz="100" dirty="0">
                <a:solidFill>
                  <a:schemeClr val="dk1"/>
                </a:solidFill>
              </a:endParaRPr>
            </a:p>
            <a:p>
              <a:pPr marL="165100" algn="l" rtl="0" eaLnBrk="0">
                <a:lnSpc>
                  <a:spcPct val="98000"/>
                </a:lnSpc>
              </a:pPr>
              <a:r>
                <a:rPr sz="1400" b="1" kern="0" spc="-20" dirty="0">
                  <a:solidFill>
                    <a:schemeClr val="dk1"/>
                  </a:solidFill>
                  <a:cs typeface="微软雅黑" panose="020B0503020204020204" charset="-122"/>
                </a:rPr>
                <a:t>战略职</a:t>
              </a:r>
              <a:endParaRPr lang="en-US" altLang="en-US" sz="1400" dirty="0">
                <a:solidFill>
                  <a:schemeClr val="dk1"/>
                </a:solidFill>
              </a:endParaRPr>
            </a:p>
            <a:p>
              <a:pPr marL="12700" algn="l" rtl="0" eaLnBrk="0">
                <a:lnSpc>
                  <a:spcPct val="99000"/>
                </a:lnSpc>
                <a:spcBef>
                  <a:spcPts val="30"/>
                </a:spcBef>
                <a:tabLst>
                  <a:tab pos="336550" algn="l"/>
                  <a:tab pos="889000" algn="l"/>
                </a:tabLst>
              </a:pPr>
              <a:r>
                <a:rPr sz="1400" u="sng" kern="0" spc="0" dirty="0">
                  <a:solidFill>
                    <a:schemeClr val="dk1"/>
                  </a:solidFill>
                  <a:cs typeface="微软雅黑" panose="020B0503020204020204" charset="-122"/>
                </a:rPr>
                <a:t>	</a:t>
              </a:r>
              <a:r>
                <a:rPr sz="1400" b="1" u="sng" kern="0" spc="-30" dirty="0">
                  <a:solidFill>
                    <a:schemeClr val="dk1"/>
                  </a:solidFill>
                  <a:cs typeface="微软雅黑" panose="020B0503020204020204" charset="-122"/>
                </a:rPr>
                <a:t>能</a:t>
              </a:r>
              <a:r>
                <a:rPr sz="1400" b="1" u="sng" kern="0" spc="0" dirty="0">
                  <a:solidFill>
                    <a:schemeClr val="dk1"/>
                  </a:solidFill>
                  <a:cs typeface="微软雅黑" panose="020B0503020204020204" charset="-122"/>
                </a:rPr>
                <a:t>	</a:t>
              </a:r>
              <a:endParaRPr lang="en-US" altLang="en-US" sz="1400" dirty="0">
                <a:solidFill>
                  <a:schemeClr val="dk1"/>
                </a:solidFill>
              </a:endParaRPr>
            </a:p>
            <a:p>
              <a:pPr marL="167640" algn="l" rtl="0" eaLnBrk="0">
                <a:lnSpc>
                  <a:spcPct val="98000"/>
                </a:lnSpc>
                <a:spcBef>
                  <a:spcPts val="730"/>
                </a:spcBef>
              </a:pPr>
              <a:r>
                <a:rPr sz="1400" b="1" kern="0" spc="-10" dirty="0">
                  <a:solidFill>
                    <a:schemeClr val="dk1"/>
                  </a:solidFill>
                  <a:cs typeface="微软雅黑" panose="020B0503020204020204" charset="-122"/>
                </a:rPr>
                <a:t>执行职能</a:t>
              </a:r>
              <a:endParaRPr lang="en-US" altLang="en-US" sz="1400" dirty="0">
                <a:solidFill>
                  <a:schemeClr val="dk1"/>
                </a:solidFill>
              </a:endParaRPr>
            </a:p>
            <a:p>
              <a:pPr algn="l" rtl="0" eaLnBrk="0">
                <a:lnSpc>
                  <a:spcPct val="130000"/>
                </a:lnSpc>
              </a:pPr>
              <a:endParaRPr lang="en-US" altLang="en-US" sz="1000" dirty="0">
                <a:solidFill>
                  <a:schemeClr val="dk1"/>
                </a:solidFill>
              </a:endParaRPr>
            </a:p>
            <a:p>
              <a:pPr marL="37465" algn="l" rtl="0" eaLnBrk="0">
                <a:lnSpc>
                  <a:spcPct val="97000"/>
                </a:lnSpc>
                <a:spcBef>
                  <a:spcPts val="425"/>
                </a:spcBef>
              </a:pPr>
              <a:r>
                <a:rPr sz="1400" b="1" kern="0" spc="-10" dirty="0">
                  <a:solidFill>
                    <a:schemeClr val="dk1"/>
                  </a:solidFill>
                  <a:cs typeface="微软雅黑" panose="020B0503020204020204" charset="-122"/>
                </a:rPr>
                <a:t>提升职能</a:t>
              </a:r>
              <a:endParaRPr lang="en-US" altLang="en-US" sz="1400" dirty="0">
                <a:solidFill>
                  <a:schemeClr val="dk1"/>
                </a:solidFill>
              </a:endParaRPr>
            </a:p>
            <a:p>
              <a:pPr algn="l" rtl="0" eaLnBrk="0">
                <a:lnSpc>
                  <a:spcPct val="121000"/>
                </a:lnSpc>
              </a:pPr>
              <a:endParaRPr lang="en-US" altLang="en-US" sz="1000" dirty="0">
                <a:solidFill>
                  <a:schemeClr val="dk1"/>
                </a:solidFill>
              </a:endParaRPr>
            </a:p>
            <a:p>
              <a:pPr marL="38100" algn="l" rtl="0" eaLnBrk="0">
                <a:lnSpc>
                  <a:spcPct val="98000"/>
                </a:lnSpc>
                <a:spcBef>
                  <a:spcPts val="425"/>
                </a:spcBef>
              </a:pPr>
              <a:r>
                <a:rPr sz="1400" b="1" kern="0" spc="-10" dirty="0">
                  <a:solidFill>
                    <a:schemeClr val="dk1"/>
                  </a:solidFill>
                  <a:cs typeface="微软雅黑" panose="020B0503020204020204" charset="-122"/>
                </a:rPr>
                <a:t>监控职能</a:t>
              </a:r>
              <a:endParaRPr lang="en-US" altLang="en-US" sz="1400" dirty="0">
                <a:solidFill>
                  <a:schemeClr val="dk1"/>
                </a:solidFill>
              </a:endParaRPr>
            </a:p>
            <a:p>
              <a:pPr algn="l" rtl="0" eaLnBrk="0">
                <a:lnSpc>
                  <a:spcPct val="144000"/>
                </a:lnSpc>
              </a:pPr>
              <a:endParaRPr lang="en-US" altLang="en-US" sz="1000" dirty="0">
                <a:solidFill>
                  <a:schemeClr val="dk1"/>
                </a:solidFill>
              </a:endParaRPr>
            </a:p>
            <a:p>
              <a:pPr algn="l" rtl="0" eaLnBrk="0">
                <a:lnSpc>
                  <a:spcPct val="118000"/>
                </a:lnSpc>
              </a:pPr>
              <a:endParaRPr lang="en-US" altLang="en-US" sz="300" dirty="0">
                <a:solidFill>
                  <a:schemeClr val="dk1"/>
                </a:solidFill>
              </a:endParaRPr>
            </a:p>
            <a:p>
              <a:pPr marL="72390" algn="l" rtl="0" eaLnBrk="0">
                <a:lnSpc>
                  <a:spcPct val="98000"/>
                </a:lnSpc>
              </a:pPr>
              <a:r>
                <a:rPr sz="1400" b="1" kern="0" spc="0" dirty="0">
                  <a:solidFill>
                    <a:schemeClr val="dk1"/>
                  </a:solidFill>
                  <a:cs typeface="微软雅黑" panose="020B0503020204020204" charset="-122"/>
                </a:rPr>
                <a:t>咨询职能</a:t>
              </a:r>
              <a:endParaRPr lang="en-US" altLang="en-US" sz="1400" b="1" kern="0" spc="0" dirty="0">
                <a:solidFill>
                  <a:schemeClr val="dk1"/>
                </a:solidFill>
                <a:cs typeface="微软雅黑" panose="020B0503020204020204" charset="-122"/>
              </a:endParaRPr>
            </a:p>
          </p:txBody>
        </p:sp>
        <p:grpSp>
          <p:nvGrpSpPr>
            <p:cNvPr id="584" name="group 584"/>
            <p:cNvGrpSpPr/>
            <p:nvPr/>
          </p:nvGrpSpPr>
          <p:grpSpPr>
            <a:xfrm rot="21600000">
              <a:off x="894027" y="1082830"/>
              <a:ext cx="1459991" cy="62928"/>
              <a:chOff x="0" y="0"/>
              <a:chExt cx="1459991" cy="62928"/>
            </a:xfrm>
          </p:grpSpPr>
          <p:sp>
            <p:nvSpPr>
              <p:cNvPr id="4960" name="path"/>
              <p:cNvSpPr/>
              <p:nvPr/>
            </p:nvSpPr>
            <p:spPr>
              <a:xfrm>
                <a:off x="30474" y="51879"/>
                <a:ext cx="1402091" cy="11049"/>
              </a:xfrm>
              <a:custGeom>
                <a:avLst/>
                <a:gdLst/>
                <a:ahLst/>
                <a:cxnLst/>
                <a:rect l="0" t="0" r="0" b="0"/>
                <a:pathLst>
                  <a:path w="2208" h="17">
                    <a:moveTo>
                      <a:pt x="0" y="9"/>
                    </a:moveTo>
                    <a:lnTo>
                      <a:pt x="2208"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4962" name="path"/>
              <p:cNvSpPr/>
              <p:nvPr/>
            </p:nvSpPr>
            <p:spPr>
              <a:xfrm>
                <a:off x="0" y="0"/>
                <a:ext cx="1459991" cy="12700"/>
              </a:xfrm>
              <a:custGeom>
                <a:avLst/>
                <a:gdLst/>
                <a:ahLst/>
                <a:cxnLst/>
                <a:rect l="0" t="0" r="0" b="0"/>
                <a:pathLst>
                  <a:path w="2299" h="20">
                    <a:moveTo>
                      <a:pt x="2299" y="10"/>
                    </a:moveTo>
                    <a:lnTo>
                      <a:pt x="0" y="10"/>
                    </a:lnTo>
                  </a:path>
                </a:pathLst>
              </a:custGeom>
              <a:noFill/>
              <a:ln w="12700" cap="flat">
                <a:solidFill>
                  <a:srgbClr val="D9D9D9">
                    <a:alpha val="100000"/>
                  </a:srgbClr>
                </a:solidFill>
                <a:prstDash val="solid"/>
                <a:miter lim="800000"/>
              </a:ln>
            </p:spPr>
            <p:txBody>
              <a:bodyPr rtlCol="0"/>
              <a:lstStyle/>
              <a:p>
                <a:pPr algn="ctr"/>
                <a:endParaRPr lang="zh-CN" altLang="en-US"/>
              </a:p>
            </p:txBody>
          </p:sp>
        </p:grpSp>
        <p:sp>
          <p:nvSpPr>
            <p:cNvPr id="4964" name="path"/>
            <p:cNvSpPr/>
            <p:nvPr/>
          </p:nvSpPr>
          <p:spPr>
            <a:xfrm>
              <a:off x="4011" y="2509357"/>
              <a:ext cx="3215639" cy="9525"/>
            </a:xfrm>
            <a:custGeom>
              <a:avLst/>
              <a:gdLst/>
              <a:ahLst/>
              <a:cxnLst/>
              <a:rect l="0" t="0" r="0" b="0"/>
              <a:pathLst>
                <a:path w="5063" h="15">
                  <a:moveTo>
                    <a:pt x="5063" y="7"/>
                  </a:moveTo>
                  <a:lnTo>
                    <a:pt x="0" y="7"/>
                  </a:lnTo>
                </a:path>
              </a:pathLst>
            </a:custGeom>
            <a:noFill/>
            <a:ln w="9525" cap="flat">
              <a:solidFill>
                <a:srgbClr val="000000">
                  <a:alpha val="100000"/>
                </a:srgbClr>
              </a:solidFill>
              <a:prstDash val="solid"/>
              <a:miter lim="1000000"/>
            </a:ln>
          </p:spPr>
          <p:txBody>
            <a:bodyPr rtlCol="0"/>
            <a:lstStyle/>
            <a:p>
              <a:pPr algn="ctr"/>
              <a:endParaRPr lang="zh-CN" altLang="en-US"/>
            </a:p>
          </p:txBody>
        </p:sp>
        <p:sp>
          <p:nvSpPr>
            <p:cNvPr id="4966" name="path"/>
            <p:cNvSpPr/>
            <p:nvPr/>
          </p:nvSpPr>
          <p:spPr>
            <a:xfrm>
              <a:off x="311858" y="2064349"/>
              <a:ext cx="2621280" cy="9525"/>
            </a:xfrm>
            <a:custGeom>
              <a:avLst/>
              <a:gdLst/>
              <a:ahLst/>
              <a:cxnLst/>
              <a:rect l="0" t="0" r="0" b="0"/>
              <a:pathLst>
                <a:path w="4128" h="15">
                  <a:moveTo>
                    <a:pt x="0" y="7"/>
                  </a:moveTo>
                  <a:lnTo>
                    <a:pt x="4128"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4968" name="path"/>
            <p:cNvSpPr/>
            <p:nvPr/>
          </p:nvSpPr>
          <p:spPr>
            <a:xfrm>
              <a:off x="618183" y="1581241"/>
              <a:ext cx="1972055" cy="9525"/>
            </a:xfrm>
            <a:custGeom>
              <a:avLst/>
              <a:gdLst/>
              <a:ahLst/>
              <a:cxnLst/>
              <a:rect l="0" t="0" r="0" b="0"/>
              <a:pathLst>
                <a:path w="3105" h="15">
                  <a:moveTo>
                    <a:pt x="0" y="7"/>
                  </a:moveTo>
                  <a:lnTo>
                    <a:pt x="3105"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4970" name="path"/>
            <p:cNvSpPr/>
            <p:nvPr/>
          </p:nvSpPr>
          <p:spPr>
            <a:xfrm>
              <a:off x="1100656" y="788697"/>
              <a:ext cx="1046733" cy="12700"/>
            </a:xfrm>
            <a:custGeom>
              <a:avLst/>
              <a:gdLst/>
              <a:ahLst/>
              <a:cxnLst/>
              <a:rect l="0" t="0" r="0" b="0"/>
              <a:pathLst>
                <a:path w="1648" h="20">
                  <a:moveTo>
                    <a:pt x="0" y="10"/>
                  </a:moveTo>
                  <a:lnTo>
                    <a:pt x="1648" y="10"/>
                  </a:lnTo>
                </a:path>
              </a:pathLst>
            </a:custGeom>
            <a:noFill/>
            <a:ln w="12700" cap="flat">
              <a:solidFill>
                <a:srgbClr val="D9D9D9">
                  <a:alpha val="100000"/>
                </a:srgbClr>
              </a:solidFill>
              <a:prstDash val="solid"/>
              <a:miter lim="800000"/>
            </a:ln>
          </p:spPr>
          <p:txBody>
            <a:bodyPr rtlCol="0"/>
            <a:lstStyle/>
            <a:p>
              <a:pPr algn="ctr"/>
              <a:endParaRPr lang="zh-CN" altLang="en-US"/>
            </a:p>
          </p:txBody>
        </p:sp>
      </p:grpSp>
      <p:sp>
        <p:nvSpPr>
          <p:cNvPr id="4974" name="textbox 4974"/>
          <p:cNvSpPr/>
          <p:nvPr>
            <p:custDataLst>
              <p:tags r:id="rId5"/>
            </p:custDataLst>
          </p:nvPr>
        </p:nvSpPr>
        <p:spPr>
          <a:xfrm>
            <a:off x="3688917" y="4279855"/>
            <a:ext cx="2286000" cy="1666239"/>
          </a:xfrm>
          <a:prstGeom prst="rect">
            <a:avLst/>
          </a:prstGeom>
        </p:spPr>
        <p:txBody>
          <a:bodyPr vert="horz" wrap="square" lIns="0" tIns="0" rIns="0" bIns="0"/>
          <a:lstStyle/>
          <a:p>
            <a:pPr algn="l" rtl="0" eaLnBrk="0">
              <a:lnSpc>
                <a:spcPct val="72000"/>
              </a:lnSpc>
            </a:pPr>
            <a:endParaRPr lang="en-US" altLang="en-US" sz="100" dirty="0">
              <a:solidFill>
                <a:schemeClr val="dk1"/>
              </a:solidFill>
            </a:endParaRPr>
          </a:p>
          <a:p>
            <a:pPr marL="299085" indent="-286385" algn="l" rtl="0" eaLnBrk="0">
              <a:lnSpc>
                <a:spcPct val="99000"/>
              </a:lnSpc>
            </a:pPr>
            <a:r>
              <a:rPr sz="1200" kern="0" spc="-10" dirty="0">
                <a:solidFill>
                  <a:schemeClr val="dk1"/>
                </a:solidFill>
                <a:cs typeface="Arial" panose="020B0604020202020204"/>
              </a:rPr>
              <a:t>•</a:t>
            </a:r>
            <a:r>
              <a:rPr sz="1200" kern="0" spc="50" dirty="0">
                <a:solidFill>
                  <a:schemeClr val="dk1"/>
                </a:solidFill>
                <a:cs typeface="Arial" panose="020B0604020202020204"/>
              </a:rPr>
              <a:t>     </a:t>
            </a:r>
            <a:r>
              <a:rPr sz="1200" kern="0" spc="-10" dirty="0">
                <a:solidFill>
                  <a:schemeClr val="dk1"/>
                </a:solidFill>
                <a:cs typeface="微软雅黑" panose="020B0503020204020204" charset="-122"/>
              </a:rPr>
              <a:t>监控</a:t>
            </a:r>
            <a:r>
              <a:rPr sz="1200" kern="0" spc="-10" dirty="0">
                <a:solidFill>
                  <a:schemeClr val="dk1"/>
                </a:solidFill>
                <a:cs typeface="Arial" panose="020B0604020202020204"/>
              </a:rPr>
              <a:t>A/B/C</a:t>
            </a:r>
            <a:r>
              <a:rPr sz="1200" kern="0" spc="-10" dirty="0">
                <a:solidFill>
                  <a:schemeClr val="dk1"/>
                </a:solidFill>
                <a:cs typeface="微软雅黑" panose="020B0503020204020204" charset="-122"/>
              </a:rPr>
              <a:t>级项目的进展</a:t>
            </a:r>
            <a:r>
              <a:rPr sz="1200" kern="0" spc="-10" dirty="0">
                <a:solidFill>
                  <a:schemeClr val="dk1"/>
                </a:solidFill>
                <a:cs typeface="Arial" panose="020B0604020202020204"/>
              </a:rPr>
              <a:t>,</a:t>
            </a:r>
            <a:r>
              <a:rPr sz="1200" kern="0" spc="-10" dirty="0">
                <a:solidFill>
                  <a:schemeClr val="dk1"/>
                </a:solidFill>
                <a:cs typeface="微软雅黑" panose="020B0503020204020204" charset="-122"/>
              </a:rPr>
              <a:t>重点 战略项目的过程监控和评审</a:t>
            </a:r>
            <a:endParaRPr lang="en-US" altLang="en-US" sz="1200" dirty="0">
              <a:solidFill>
                <a:schemeClr val="dk1"/>
              </a:solidFill>
            </a:endParaRPr>
          </a:p>
          <a:p>
            <a:pPr marL="298450" indent="-285750" algn="l" rtl="0" eaLnBrk="0">
              <a:lnSpc>
                <a:spcPct val="98000"/>
              </a:lnSpc>
              <a:spcBef>
                <a:spcPts val="60"/>
              </a:spcBef>
            </a:pPr>
            <a:r>
              <a:rPr sz="1200" kern="0" spc="-10" dirty="0">
                <a:solidFill>
                  <a:schemeClr val="dk1"/>
                </a:solidFill>
                <a:cs typeface="Arial" panose="020B0604020202020204"/>
              </a:rPr>
              <a:t>•</a:t>
            </a:r>
            <a:r>
              <a:rPr sz="1200" kern="0" spc="40" dirty="0">
                <a:solidFill>
                  <a:schemeClr val="dk1"/>
                </a:solidFill>
                <a:cs typeface="Arial" panose="020B0604020202020204"/>
              </a:rPr>
              <a:t>     </a:t>
            </a:r>
            <a:r>
              <a:rPr sz="1200" kern="0" spc="-10" dirty="0">
                <a:solidFill>
                  <a:schemeClr val="dk1"/>
                </a:solidFill>
                <a:cs typeface="微软雅黑" panose="020B0503020204020204" charset="-122"/>
              </a:rPr>
              <a:t>监控项目实施周期的评审节点</a:t>
            </a:r>
            <a:r>
              <a:rPr sz="1200" kern="0" spc="0" dirty="0">
                <a:solidFill>
                  <a:schemeClr val="dk1"/>
                </a:solidFill>
                <a:cs typeface="微软雅黑" panose="020B0503020204020204" charset="-122"/>
              </a:rPr>
              <a:t> </a:t>
            </a:r>
            <a:r>
              <a:rPr sz="1200" kern="0" spc="-20" dirty="0">
                <a:solidFill>
                  <a:schemeClr val="dk1"/>
                </a:solidFill>
                <a:cs typeface="微软雅黑" panose="020B0503020204020204" charset="-122"/>
              </a:rPr>
              <a:t>以确保项目的质量符合要</a:t>
            </a:r>
            <a:r>
              <a:rPr sz="1200" kern="0" spc="-30" dirty="0">
                <a:solidFill>
                  <a:schemeClr val="dk1"/>
                </a:solidFill>
                <a:cs typeface="微软雅黑" panose="020B0503020204020204" charset="-122"/>
              </a:rPr>
              <a:t>求。</a:t>
            </a:r>
            <a:endParaRPr lang="en-US" altLang="en-US" sz="1200" dirty="0">
              <a:solidFill>
                <a:schemeClr val="dk1"/>
              </a:solidFill>
            </a:endParaRPr>
          </a:p>
          <a:p>
            <a:pPr marL="301625" indent="-288925" algn="l" rtl="0" eaLnBrk="0">
              <a:lnSpc>
                <a:spcPct val="99000"/>
              </a:lnSpc>
              <a:spcBef>
                <a:spcPts val="35"/>
              </a:spcBef>
            </a:pPr>
            <a:r>
              <a:rPr sz="1200" kern="0" spc="-10" dirty="0">
                <a:solidFill>
                  <a:schemeClr val="dk1"/>
                </a:solidFill>
                <a:cs typeface="Arial" panose="020B0604020202020204"/>
              </a:rPr>
              <a:t>•</a:t>
            </a:r>
            <a:r>
              <a:rPr sz="1200" kern="0" spc="40" dirty="0">
                <a:solidFill>
                  <a:schemeClr val="dk1"/>
                </a:solidFill>
                <a:cs typeface="Arial" panose="020B0604020202020204"/>
              </a:rPr>
              <a:t>     </a:t>
            </a:r>
            <a:r>
              <a:rPr sz="1200" kern="0" spc="-10" dirty="0">
                <a:solidFill>
                  <a:schemeClr val="dk1"/>
                </a:solidFill>
                <a:cs typeface="微软雅黑" panose="020B0503020204020204" charset="-122"/>
              </a:rPr>
              <a:t>项目群的管理和跨项目沟通的</a:t>
            </a:r>
            <a:r>
              <a:rPr sz="1200" kern="0" spc="0" dirty="0">
                <a:solidFill>
                  <a:schemeClr val="dk1"/>
                </a:solidFill>
                <a:cs typeface="微软雅黑" panose="020B0503020204020204" charset="-122"/>
              </a:rPr>
              <a:t> </a:t>
            </a:r>
            <a:r>
              <a:rPr sz="1200" kern="0" spc="-20" dirty="0">
                <a:solidFill>
                  <a:schemeClr val="dk1"/>
                </a:solidFill>
                <a:cs typeface="微软雅黑" panose="020B0503020204020204" charset="-122"/>
              </a:rPr>
              <a:t>问题冲突的解决</a:t>
            </a:r>
            <a:endParaRPr lang="en-US" altLang="en-US" sz="1200" dirty="0">
              <a:solidFill>
                <a:schemeClr val="dk1"/>
              </a:solidFill>
            </a:endParaRPr>
          </a:p>
          <a:p>
            <a:pPr marL="12700" algn="l" rtl="0" eaLnBrk="0">
              <a:lnSpc>
                <a:spcPct val="97000"/>
              </a:lnSpc>
              <a:spcBef>
                <a:spcPts val="35"/>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项目绩效考核及激励</a:t>
            </a:r>
            <a:endParaRPr lang="en-US" altLang="en-US" sz="1200" dirty="0">
              <a:solidFill>
                <a:schemeClr val="dk1"/>
              </a:solidFill>
            </a:endParaRPr>
          </a:p>
          <a:p>
            <a:pPr marL="293370" indent="-280670" algn="l" rtl="0" eaLnBrk="0">
              <a:lnSpc>
                <a:spcPct val="99000"/>
              </a:lnSpc>
              <a:spcBef>
                <a:spcPts val="30"/>
              </a:spcBef>
            </a:pPr>
            <a:r>
              <a:rPr sz="1200" kern="0" spc="-10" dirty="0">
                <a:solidFill>
                  <a:schemeClr val="dk1"/>
                </a:solidFill>
                <a:cs typeface="Arial" panose="020B0604020202020204"/>
              </a:rPr>
              <a:t>•</a:t>
            </a:r>
            <a:r>
              <a:rPr sz="1200" kern="0" spc="40" dirty="0">
                <a:solidFill>
                  <a:schemeClr val="dk1"/>
                </a:solidFill>
                <a:cs typeface="Arial" panose="020B0604020202020204"/>
              </a:rPr>
              <a:t>     </a:t>
            </a:r>
            <a:r>
              <a:rPr sz="1200" kern="0" spc="-10" dirty="0">
                <a:solidFill>
                  <a:schemeClr val="dk1"/>
                </a:solidFill>
                <a:cs typeface="微软雅黑" panose="020B0503020204020204" charset="-122"/>
              </a:rPr>
              <a:t>项目汇报管理，决策审批发布</a:t>
            </a:r>
            <a:r>
              <a:rPr sz="1200" kern="0" spc="10" dirty="0">
                <a:solidFill>
                  <a:schemeClr val="dk1"/>
                </a:solidFill>
                <a:cs typeface="微软雅黑" panose="020B0503020204020204" charset="-122"/>
              </a:rPr>
              <a:t> </a:t>
            </a:r>
            <a:r>
              <a:rPr sz="1200" kern="0" spc="-10" dirty="0">
                <a:solidFill>
                  <a:schemeClr val="dk1"/>
                </a:solidFill>
                <a:cs typeface="微软雅黑" panose="020B0503020204020204" charset="-122"/>
              </a:rPr>
              <a:t>沟通，代办事项跟踪</a:t>
            </a:r>
            <a:endParaRPr lang="en-US" altLang="en-US" sz="1200" kern="0" spc="-10" dirty="0">
              <a:solidFill>
                <a:schemeClr val="dk1"/>
              </a:solidFill>
              <a:cs typeface="微软雅黑" panose="020B0503020204020204" charset="-122"/>
            </a:endParaRPr>
          </a:p>
        </p:txBody>
      </p:sp>
      <p:sp>
        <p:nvSpPr>
          <p:cNvPr id="4976" name="rect"/>
          <p:cNvSpPr/>
          <p:nvPr/>
        </p:nvSpPr>
        <p:spPr>
          <a:xfrm>
            <a:off x="3826763" y="3889247"/>
            <a:ext cx="2232660" cy="307848"/>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978" name="rect"/>
          <p:cNvSpPr/>
          <p:nvPr/>
        </p:nvSpPr>
        <p:spPr>
          <a:xfrm>
            <a:off x="1251203" y="3889247"/>
            <a:ext cx="1674876" cy="307848"/>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4980" name="rect"/>
          <p:cNvSpPr/>
          <p:nvPr/>
        </p:nvSpPr>
        <p:spPr>
          <a:xfrm>
            <a:off x="6527292" y="3889247"/>
            <a:ext cx="2087879" cy="307848"/>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4982" name="picture 4982"/>
          <p:cNvPicPr>
            <a:picLocks noChangeAspect="1"/>
          </p:cNvPicPr>
          <p:nvPr>
            <p:custDataLst>
              <p:tags r:id="rId6"/>
            </p:custDataLst>
          </p:nvPr>
        </p:nvPicPr>
        <p:blipFill>
          <a:blip r:embed="rId7"/>
          <a:stretch>
            <a:fillRect/>
          </a:stretch>
        </p:blipFill>
        <p:spPr>
          <a:xfrm rot="21600000">
            <a:off x="2089404" y="3255136"/>
            <a:ext cx="5481954" cy="654557"/>
          </a:xfrm>
          <a:prstGeom prst="rect">
            <a:avLst/>
          </a:prstGeom>
        </p:spPr>
      </p:pic>
      <p:sp>
        <p:nvSpPr>
          <p:cNvPr id="4984" name="textbox 4984"/>
          <p:cNvSpPr/>
          <p:nvPr>
            <p:custDataLst>
              <p:tags r:id="rId8"/>
            </p:custDataLst>
          </p:nvPr>
        </p:nvSpPr>
        <p:spPr>
          <a:xfrm>
            <a:off x="9473184" y="3889247"/>
            <a:ext cx="1974214" cy="307975"/>
          </a:xfrm>
          <a:prstGeom prst="rect">
            <a:avLst/>
          </a:prstGeom>
          <a:solidFill>
            <a:schemeClr val="accent1"/>
          </a:solidFill>
        </p:spPr>
        <p:txBody>
          <a:bodyPr vert="horz" wrap="square" lIns="0" tIns="0" rIns="0" bIns="0">
            <a:normAutofit/>
          </a:bodyPr>
          <a:lstStyle/>
          <a:p>
            <a:pPr algn="l" rtl="0" eaLnBrk="0">
              <a:lnSpc>
                <a:spcPct val="123000"/>
              </a:lnSpc>
            </a:pPr>
            <a:endParaRPr lang="en-US" altLang="en-US" sz="400" dirty="0">
              <a:solidFill>
                <a:schemeClr val="tx1"/>
              </a:solidFill>
            </a:endParaRPr>
          </a:p>
          <a:p>
            <a:pPr marL="46990" algn="l" rtl="0" eaLnBrk="0">
              <a:lnSpc>
                <a:spcPct val="91000"/>
              </a:lnSpc>
              <a:spcBef>
                <a:spcPts val="0"/>
              </a:spcBef>
            </a:pPr>
            <a:r>
              <a:rPr sz="1400" kern="0" spc="0" dirty="0">
                <a:solidFill>
                  <a:schemeClr val="tx1"/>
                </a:solidFill>
                <a:cs typeface="微软雅黑" panose="020B0503020204020204" charset="-122"/>
              </a:rPr>
              <a:t>项目管理综合保障</a:t>
            </a:r>
            <a:r>
              <a:rPr sz="1400" kern="0" spc="0" dirty="0">
                <a:solidFill>
                  <a:schemeClr val="tx1"/>
                </a:solidFill>
                <a:cs typeface="Arial" panose="020B0604020202020204"/>
              </a:rPr>
              <a:t>(1)</a:t>
            </a:r>
            <a:endParaRPr lang="en-US" altLang="en-US" sz="1400" kern="0" spc="0" dirty="0">
              <a:solidFill>
                <a:schemeClr val="tx1"/>
              </a:solidFill>
              <a:cs typeface="Arial" panose="020B0604020202020204"/>
            </a:endParaRPr>
          </a:p>
        </p:txBody>
      </p:sp>
      <p:pic>
        <p:nvPicPr>
          <p:cNvPr id="4986" name="picture 4986"/>
          <p:cNvPicPr>
            <a:picLocks noChangeAspect="1"/>
          </p:cNvPicPr>
          <p:nvPr>
            <p:custDataLst>
              <p:tags r:id="rId9"/>
            </p:custDataLst>
          </p:nvPr>
        </p:nvPicPr>
        <p:blipFill>
          <a:blip r:embed="rId10"/>
          <a:stretch>
            <a:fillRect/>
          </a:stretch>
        </p:blipFill>
        <p:spPr>
          <a:xfrm rot="21600000">
            <a:off x="4947665" y="3255009"/>
            <a:ext cx="5512180" cy="663321"/>
          </a:xfrm>
          <a:prstGeom prst="rect">
            <a:avLst/>
          </a:prstGeom>
        </p:spPr>
      </p:pic>
      <p:sp>
        <p:nvSpPr>
          <p:cNvPr id="4988" name="textbox 4988"/>
          <p:cNvSpPr/>
          <p:nvPr>
            <p:custDataLst>
              <p:tags r:id="rId11"/>
            </p:custDataLst>
          </p:nvPr>
        </p:nvSpPr>
        <p:spPr>
          <a:xfrm>
            <a:off x="6497649" y="4279855"/>
            <a:ext cx="2171064" cy="1666239"/>
          </a:xfrm>
          <a:prstGeom prst="rect">
            <a:avLst/>
          </a:prstGeom>
        </p:spPr>
        <p:txBody>
          <a:bodyPr vert="horz" wrap="square" lIns="0" tIns="0" rIns="0" bIns="0"/>
          <a:lstStyle/>
          <a:p>
            <a:pPr algn="l" rtl="0" eaLnBrk="0">
              <a:lnSpc>
                <a:spcPct val="87000"/>
              </a:lnSpc>
            </a:pPr>
            <a:endParaRPr lang="en-US" altLang="en-US" sz="100" dirty="0">
              <a:solidFill>
                <a:schemeClr val="dk1"/>
              </a:solidFill>
            </a:endParaRPr>
          </a:p>
          <a:p>
            <a:pPr marL="178435" indent="-165735" algn="l" rtl="0" eaLnBrk="0">
              <a:lnSpc>
                <a:spcPct val="99000"/>
              </a:lnSpc>
            </a:pPr>
            <a:r>
              <a:rPr sz="1200" kern="0" spc="-10" dirty="0">
                <a:solidFill>
                  <a:schemeClr val="dk1"/>
                </a:solidFill>
                <a:cs typeface="Arial" panose="020B0604020202020204"/>
              </a:rPr>
              <a:t>•</a:t>
            </a:r>
            <a:r>
              <a:rPr sz="1200" kern="0" spc="150" dirty="0">
                <a:solidFill>
                  <a:schemeClr val="dk1"/>
                </a:solidFill>
                <a:cs typeface="Arial" panose="020B0604020202020204"/>
              </a:rPr>
              <a:t>  </a:t>
            </a:r>
            <a:r>
              <a:rPr sz="1200" kern="0" spc="-10" dirty="0">
                <a:solidFill>
                  <a:schemeClr val="dk1"/>
                </a:solidFill>
                <a:cs typeface="微软雅黑" panose="020B0503020204020204" charset="-122"/>
              </a:rPr>
              <a:t>给项目组提供专业的项目实施</a:t>
            </a:r>
            <a:r>
              <a:rPr sz="1200" kern="0" spc="10" dirty="0">
                <a:solidFill>
                  <a:schemeClr val="dk1"/>
                </a:solidFill>
                <a:cs typeface="微软雅黑" panose="020B0503020204020204" charset="-122"/>
              </a:rPr>
              <a:t> </a:t>
            </a:r>
            <a:r>
              <a:rPr sz="1200" kern="0" spc="-10" dirty="0">
                <a:solidFill>
                  <a:schemeClr val="dk1"/>
                </a:solidFill>
                <a:cs typeface="微软雅黑" panose="020B0503020204020204" charset="-122"/>
              </a:rPr>
              <a:t>辅导</a:t>
            </a:r>
            <a:endParaRPr lang="en-US" altLang="en-US" sz="1200" dirty="0">
              <a:solidFill>
                <a:schemeClr val="dk1"/>
              </a:solidFill>
            </a:endParaRPr>
          </a:p>
          <a:p>
            <a:pPr marL="178435" indent="-165735" algn="l" rtl="0" eaLnBrk="0">
              <a:lnSpc>
                <a:spcPct val="99000"/>
              </a:lnSpc>
              <a:spcBef>
                <a:spcPts val="35"/>
              </a:spcBef>
            </a:pPr>
            <a:r>
              <a:rPr sz="1200" kern="0" spc="-10" dirty="0">
                <a:solidFill>
                  <a:schemeClr val="dk1"/>
                </a:solidFill>
                <a:cs typeface="Arial" panose="020B0604020202020204"/>
              </a:rPr>
              <a:t>•</a:t>
            </a:r>
            <a:r>
              <a:rPr sz="1200" kern="0" spc="150" dirty="0">
                <a:solidFill>
                  <a:schemeClr val="dk1"/>
                </a:solidFill>
                <a:cs typeface="Arial" panose="020B0604020202020204"/>
              </a:rPr>
              <a:t>  </a:t>
            </a:r>
            <a:r>
              <a:rPr sz="1200" kern="0" spc="-10" dirty="0">
                <a:solidFill>
                  <a:schemeClr val="dk1"/>
                </a:solidFill>
                <a:cs typeface="微软雅黑" panose="020B0503020204020204" charset="-122"/>
              </a:rPr>
              <a:t>给项目经理提供制定计划，协</a:t>
            </a:r>
            <a:r>
              <a:rPr sz="1200" kern="0" spc="10" dirty="0">
                <a:solidFill>
                  <a:schemeClr val="dk1"/>
                </a:solidFill>
                <a:cs typeface="微软雅黑" panose="020B0503020204020204" charset="-122"/>
              </a:rPr>
              <a:t> </a:t>
            </a:r>
            <a:r>
              <a:rPr sz="1200" kern="0" spc="0" dirty="0">
                <a:solidFill>
                  <a:schemeClr val="dk1"/>
                </a:solidFill>
                <a:cs typeface="微软雅黑" panose="020B0503020204020204" charset="-122"/>
              </a:rPr>
              <a:t>调资源，控制及管理变</a:t>
            </a:r>
            <a:r>
              <a:rPr sz="1200" kern="0" spc="-10" dirty="0">
                <a:solidFill>
                  <a:schemeClr val="dk1"/>
                </a:solidFill>
                <a:cs typeface="微软雅黑" panose="020B0503020204020204" charset="-122"/>
              </a:rPr>
              <a:t>更，识 </a:t>
            </a:r>
            <a:r>
              <a:rPr sz="1200" kern="0" spc="-20" dirty="0">
                <a:solidFill>
                  <a:schemeClr val="dk1"/>
                </a:solidFill>
                <a:cs typeface="微软雅黑" panose="020B0503020204020204" charset="-122"/>
              </a:rPr>
              <a:t>别及应对风险等咨询支持。</a:t>
            </a:r>
            <a:endParaRPr lang="en-US" altLang="en-US" sz="1200" dirty="0">
              <a:solidFill>
                <a:schemeClr val="dk1"/>
              </a:solidFill>
            </a:endParaRPr>
          </a:p>
          <a:p>
            <a:pPr marL="12700" algn="l" rtl="0" eaLnBrk="0">
              <a:lnSpc>
                <a:spcPct val="97000"/>
              </a:lnSpc>
              <a:spcBef>
                <a:spcPts val="35"/>
              </a:spcBef>
            </a:pPr>
            <a:r>
              <a:rPr sz="1200" kern="0" spc="-10" dirty="0">
                <a:solidFill>
                  <a:schemeClr val="dk1"/>
                </a:solidFill>
                <a:cs typeface="Arial" panose="020B0604020202020204"/>
              </a:rPr>
              <a:t>•</a:t>
            </a:r>
            <a:r>
              <a:rPr sz="1200" kern="0" spc="150" dirty="0">
                <a:solidFill>
                  <a:schemeClr val="dk1"/>
                </a:solidFill>
                <a:cs typeface="Arial" panose="020B0604020202020204"/>
              </a:rPr>
              <a:t>  </a:t>
            </a:r>
            <a:r>
              <a:rPr sz="1200" kern="0" spc="-10" dirty="0">
                <a:solidFill>
                  <a:schemeClr val="dk1"/>
                </a:solidFill>
                <a:cs typeface="微软雅黑" panose="020B0503020204020204" charset="-122"/>
              </a:rPr>
              <a:t>培训项目管理的流程</a:t>
            </a:r>
            <a:r>
              <a:rPr sz="1200" kern="0" spc="-10" dirty="0">
                <a:solidFill>
                  <a:schemeClr val="dk1"/>
                </a:solidFill>
                <a:cs typeface="Arial" panose="020B0604020202020204"/>
              </a:rPr>
              <a:t>&amp;</a:t>
            </a:r>
            <a:r>
              <a:rPr sz="1200" kern="0" spc="-10" dirty="0">
                <a:solidFill>
                  <a:schemeClr val="dk1"/>
                </a:solidFill>
                <a:cs typeface="微软雅黑" panose="020B0503020204020204" charset="-122"/>
              </a:rPr>
              <a:t>模板</a:t>
            </a:r>
            <a:endParaRPr lang="en-US" altLang="en-US" sz="1200" dirty="0">
              <a:solidFill>
                <a:schemeClr val="dk1"/>
              </a:solidFill>
            </a:endParaRPr>
          </a:p>
          <a:p>
            <a:pPr marL="178435" indent="-165735" algn="l" rtl="0" eaLnBrk="0">
              <a:lnSpc>
                <a:spcPct val="99000"/>
              </a:lnSpc>
              <a:spcBef>
                <a:spcPts val="40"/>
              </a:spcBef>
            </a:pPr>
            <a:r>
              <a:rPr sz="1200" kern="0" spc="-10" dirty="0">
                <a:solidFill>
                  <a:schemeClr val="dk1"/>
                </a:solidFill>
                <a:cs typeface="Arial" panose="020B0604020202020204"/>
              </a:rPr>
              <a:t>•</a:t>
            </a:r>
            <a:r>
              <a:rPr sz="1200" kern="0" spc="150" dirty="0">
                <a:solidFill>
                  <a:schemeClr val="dk1"/>
                </a:solidFill>
                <a:cs typeface="Arial" panose="020B0604020202020204"/>
              </a:rPr>
              <a:t>  </a:t>
            </a:r>
            <a:r>
              <a:rPr sz="1200" kern="0" spc="-10" dirty="0">
                <a:solidFill>
                  <a:schemeClr val="dk1"/>
                </a:solidFill>
                <a:cs typeface="微软雅黑" panose="020B0503020204020204" charset="-122"/>
              </a:rPr>
              <a:t>项目经理的培训，定级评估及</a:t>
            </a:r>
            <a:r>
              <a:rPr sz="1200" kern="0" spc="10" dirty="0">
                <a:solidFill>
                  <a:schemeClr val="dk1"/>
                </a:solidFill>
                <a:cs typeface="微软雅黑" panose="020B0503020204020204" charset="-122"/>
              </a:rPr>
              <a:t> </a:t>
            </a:r>
            <a:r>
              <a:rPr sz="1200" kern="0" spc="-10" dirty="0">
                <a:solidFill>
                  <a:schemeClr val="dk1"/>
                </a:solidFill>
                <a:cs typeface="微软雅黑" panose="020B0503020204020204" charset="-122"/>
              </a:rPr>
              <a:t>发布</a:t>
            </a:r>
            <a:endParaRPr lang="en-US" altLang="en-US" sz="1200" dirty="0">
              <a:solidFill>
                <a:schemeClr val="dk1"/>
              </a:solidFill>
            </a:endParaRPr>
          </a:p>
          <a:p>
            <a:pPr marL="12700" algn="l" rtl="0" eaLnBrk="0">
              <a:lnSpc>
                <a:spcPct val="97000"/>
              </a:lnSpc>
              <a:spcBef>
                <a:spcPts val="35"/>
              </a:spcBef>
            </a:pPr>
            <a:r>
              <a:rPr sz="1200" kern="0" spc="-10" dirty="0">
                <a:solidFill>
                  <a:schemeClr val="dk1"/>
                </a:solidFill>
                <a:cs typeface="Arial" panose="020B0604020202020204"/>
              </a:rPr>
              <a:t>•</a:t>
            </a:r>
            <a:r>
              <a:rPr sz="1200" kern="0" spc="150" dirty="0">
                <a:solidFill>
                  <a:schemeClr val="dk1"/>
                </a:solidFill>
                <a:cs typeface="Arial" panose="020B0604020202020204"/>
              </a:rPr>
              <a:t>  </a:t>
            </a:r>
            <a:r>
              <a:rPr sz="1200" kern="0" spc="-10" dirty="0">
                <a:solidFill>
                  <a:schemeClr val="dk1"/>
                </a:solidFill>
                <a:cs typeface="微软雅黑" panose="020B0503020204020204" charset="-122"/>
              </a:rPr>
              <a:t>项目经理持续发展规划及支持</a:t>
            </a:r>
            <a:endParaRPr lang="en-US" altLang="en-US" sz="1200" kern="0" spc="-10" dirty="0">
              <a:solidFill>
                <a:schemeClr val="dk1"/>
              </a:solidFill>
              <a:cs typeface="微软雅黑" panose="020B0503020204020204" charset="-122"/>
            </a:endParaRPr>
          </a:p>
        </p:txBody>
      </p:sp>
      <p:sp>
        <p:nvSpPr>
          <p:cNvPr id="4990" name="textbox 4990"/>
          <p:cNvSpPr/>
          <p:nvPr>
            <p:custDataLst>
              <p:tags r:id="rId12"/>
            </p:custDataLst>
          </p:nvPr>
        </p:nvSpPr>
        <p:spPr>
          <a:xfrm>
            <a:off x="1203604" y="4279855"/>
            <a:ext cx="1828800" cy="1483994"/>
          </a:xfrm>
          <a:prstGeom prst="rect">
            <a:avLst/>
          </a:prstGeom>
        </p:spPr>
        <p:txBody>
          <a:bodyPr vert="horz" wrap="square" lIns="0" tIns="0" rIns="0" bIns="0"/>
          <a:lstStyle/>
          <a:p>
            <a:pPr algn="l" rtl="0" eaLnBrk="0">
              <a:lnSpc>
                <a:spcPct val="79000"/>
              </a:lnSpc>
            </a:pPr>
            <a:endParaRPr lang="en-US" altLang="en-US" sz="100" dirty="0">
              <a:solidFill>
                <a:schemeClr val="dk1"/>
              </a:solidFill>
            </a:endParaRPr>
          </a:p>
          <a:p>
            <a:pPr marL="293370" indent="-280670" algn="l" rtl="0" eaLnBrk="0">
              <a:lnSpc>
                <a:spcPct val="99000"/>
              </a:lnSpc>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深刻理解公司及部门的</a:t>
            </a:r>
            <a:r>
              <a:rPr sz="1200" kern="0" spc="20" dirty="0">
                <a:solidFill>
                  <a:schemeClr val="dk1"/>
                </a:solidFill>
                <a:cs typeface="微软雅黑" panose="020B0503020204020204" charset="-122"/>
              </a:rPr>
              <a:t> </a:t>
            </a:r>
            <a:r>
              <a:rPr sz="1200" kern="0" spc="-10" dirty="0">
                <a:solidFill>
                  <a:schemeClr val="dk1"/>
                </a:solidFill>
                <a:cs typeface="微软雅黑" panose="020B0503020204020204" charset="-122"/>
              </a:rPr>
              <a:t>重点战略及规划</a:t>
            </a:r>
            <a:endParaRPr lang="en-US" altLang="en-US" sz="1200" dirty="0">
              <a:solidFill>
                <a:schemeClr val="dk1"/>
              </a:solidFill>
            </a:endParaRPr>
          </a:p>
          <a:p>
            <a:pPr marL="292100" indent="-279400" algn="l" rtl="0" eaLnBrk="0">
              <a:lnSpc>
                <a:spcPct val="98000"/>
              </a:lnSpc>
              <a:spcBef>
                <a:spcPts val="50"/>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根据战略和规划完成年</a:t>
            </a:r>
            <a:r>
              <a:rPr sz="1200" kern="0" spc="20" dirty="0">
                <a:solidFill>
                  <a:schemeClr val="dk1"/>
                </a:solidFill>
                <a:cs typeface="微软雅黑" panose="020B0503020204020204" charset="-122"/>
              </a:rPr>
              <a:t> </a:t>
            </a:r>
            <a:r>
              <a:rPr sz="1200" kern="0" spc="-10" dirty="0">
                <a:solidFill>
                  <a:schemeClr val="dk1"/>
                </a:solidFill>
                <a:cs typeface="微软雅黑" panose="020B0503020204020204" charset="-122"/>
              </a:rPr>
              <a:t>度战略项目的详细规划</a:t>
            </a:r>
            <a:endParaRPr lang="en-US" altLang="en-US" sz="1200" dirty="0">
              <a:solidFill>
                <a:schemeClr val="dk1"/>
              </a:solidFill>
            </a:endParaRPr>
          </a:p>
          <a:p>
            <a:pPr marL="292100" indent="-279400" algn="l" rtl="0" eaLnBrk="0">
              <a:lnSpc>
                <a:spcPct val="98000"/>
              </a:lnSpc>
              <a:spcBef>
                <a:spcPts val="60"/>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根据战略调整持续完善</a:t>
            </a:r>
            <a:r>
              <a:rPr sz="1200" kern="0" spc="20" dirty="0">
                <a:solidFill>
                  <a:schemeClr val="dk1"/>
                </a:solidFill>
                <a:cs typeface="微软雅黑" panose="020B0503020204020204" charset="-122"/>
              </a:rPr>
              <a:t> </a:t>
            </a:r>
            <a:r>
              <a:rPr sz="1200" kern="0" spc="-10" dirty="0">
                <a:solidFill>
                  <a:schemeClr val="dk1"/>
                </a:solidFill>
                <a:cs typeface="微软雅黑" panose="020B0503020204020204" charset="-122"/>
              </a:rPr>
              <a:t>项目规划</a:t>
            </a:r>
            <a:endParaRPr lang="en-US" altLang="en-US" sz="1200" dirty="0">
              <a:solidFill>
                <a:schemeClr val="dk1"/>
              </a:solidFill>
            </a:endParaRPr>
          </a:p>
          <a:p>
            <a:pPr marL="293370" indent="-281305" algn="l" rtl="0" eaLnBrk="0">
              <a:lnSpc>
                <a:spcPct val="99000"/>
              </a:lnSpc>
              <a:spcBef>
                <a:spcPts val="35"/>
              </a:spcBef>
            </a:pPr>
            <a:r>
              <a:rPr sz="1200" kern="0" spc="-20" dirty="0">
                <a:solidFill>
                  <a:schemeClr val="dk1"/>
                </a:solidFill>
                <a:cs typeface="Arial" panose="020B0604020202020204"/>
              </a:rPr>
              <a:t>•</a:t>
            </a:r>
            <a:r>
              <a:rPr sz="1200" kern="0" spc="40" dirty="0">
                <a:solidFill>
                  <a:schemeClr val="dk1"/>
                </a:solidFill>
                <a:cs typeface="Arial" panose="020B0604020202020204"/>
              </a:rPr>
              <a:t>     </a:t>
            </a:r>
            <a:r>
              <a:rPr sz="1200" kern="0" spc="-20" dirty="0">
                <a:solidFill>
                  <a:schemeClr val="dk1"/>
                </a:solidFill>
                <a:cs typeface="微软雅黑" panose="020B0503020204020204" charset="-122"/>
              </a:rPr>
              <a:t>项目准入管理</a:t>
            </a:r>
            <a:r>
              <a:rPr sz="1200" kern="0" spc="-20" dirty="0">
                <a:solidFill>
                  <a:schemeClr val="dk1"/>
                </a:solidFill>
                <a:cs typeface="Arial" panose="020B0604020202020204"/>
              </a:rPr>
              <a:t>&amp;</a:t>
            </a:r>
            <a:r>
              <a:rPr sz="1200" kern="0" spc="-20" dirty="0">
                <a:solidFill>
                  <a:schemeClr val="dk1"/>
                </a:solidFill>
                <a:cs typeface="微软雅黑" panose="020B0503020204020204" charset="-122"/>
              </a:rPr>
              <a:t>项目清  </a:t>
            </a:r>
            <a:r>
              <a:rPr sz="1200" kern="0" spc="-10" dirty="0">
                <a:solidFill>
                  <a:schemeClr val="dk1"/>
                </a:solidFill>
                <a:cs typeface="微软雅黑" panose="020B0503020204020204" charset="-122"/>
              </a:rPr>
              <a:t>单时实时更新维护</a:t>
            </a:r>
            <a:endParaRPr lang="en-US" altLang="en-US" sz="1200" kern="0" spc="-10" dirty="0">
              <a:solidFill>
                <a:schemeClr val="dk1"/>
              </a:solidFill>
              <a:cs typeface="微软雅黑" panose="020B0503020204020204" charset="-122"/>
            </a:endParaRPr>
          </a:p>
        </p:txBody>
      </p:sp>
      <p:sp>
        <p:nvSpPr>
          <p:cNvPr id="4992" name="textbox 4992"/>
          <p:cNvSpPr/>
          <p:nvPr>
            <p:custDataLst>
              <p:tags r:id="rId13"/>
            </p:custDataLst>
          </p:nvPr>
        </p:nvSpPr>
        <p:spPr>
          <a:xfrm>
            <a:off x="9450527" y="4279855"/>
            <a:ext cx="2132964" cy="1117600"/>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292735" indent="-280035" algn="l" rtl="0" eaLnBrk="0">
              <a:lnSpc>
                <a:spcPct val="99000"/>
              </a:lnSpc>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项目群管理流程</a:t>
            </a:r>
            <a:r>
              <a:rPr sz="1200" kern="0" spc="-10" dirty="0">
                <a:solidFill>
                  <a:schemeClr val="dk1"/>
                </a:solidFill>
                <a:cs typeface="Arial" panose="020B0604020202020204"/>
              </a:rPr>
              <a:t>&amp;</a:t>
            </a:r>
            <a:r>
              <a:rPr sz="1200" kern="0" spc="-10" dirty="0">
                <a:solidFill>
                  <a:schemeClr val="dk1"/>
                </a:solidFill>
                <a:cs typeface="微软雅黑" panose="020B0503020204020204" charset="-122"/>
              </a:rPr>
              <a:t>模板的</a:t>
            </a:r>
            <a:r>
              <a:rPr sz="1200" kern="0" spc="-20" dirty="0">
                <a:solidFill>
                  <a:schemeClr val="dk1"/>
                </a:solidFill>
                <a:cs typeface="微软雅黑" panose="020B0503020204020204" charset="-122"/>
              </a:rPr>
              <a:t>持  </a:t>
            </a:r>
            <a:r>
              <a:rPr sz="1200" kern="0" spc="-10" dirty="0">
                <a:solidFill>
                  <a:schemeClr val="dk1"/>
                </a:solidFill>
                <a:cs typeface="微软雅黑" panose="020B0503020204020204" charset="-122"/>
              </a:rPr>
              <a:t>续优化改进</a:t>
            </a:r>
            <a:endParaRPr lang="en-US" altLang="en-US" sz="1200" dirty="0">
              <a:solidFill>
                <a:schemeClr val="dk1"/>
              </a:solidFill>
            </a:endParaRPr>
          </a:p>
          <a:p>
            <a:pPr marL="12700" algn="l" rtl="0" eaLnBrk="0">
              <a:lnSpc>
                <a:spcPct val="97000"/>
              </a:lnSpc>
              <a:spcBef>
                <a:spcPts val="40"/>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督促各项目组提交周报月报</a:t>
            </a:r>
            <a:endParaRPr lang="en-US" altLang="en-US" sz="1200" dirty="0">
              <a:solidFill>
                <a:schemeClr val="dk1"/>
              </a:solidFill>
            </a:endParaRPr>
          </a:p>
          <a:p>
            <a:pPr marL="12700" algn="l" rtl="0" eaLnBrk="0">
              <a:lnSpc>
                <a:spcPct val="97000"/>
              </a:lnSpc>
              <a:spcBef>
                <a:spcPts val="40"/>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项目资源数据收集盘点</a:t>
            </a:r>
            <a:endParaRPr lang="en-US" altLang="en-US" sz="1200" dirty="0">
              <a:solidFill>
                <a:schemeClr val="dk1"/>
              </a:solidFill>
            </a:endParaRPr>
          </a:p>
          <a:p>
            <a:pPr marL="12700" algn="l" rtl="0" eaLnBrk="0">
              <a:lnSpc>
                <a:spcPct val="97000"/>
              </a:lnSpc>
              <a:spcBef>
                <a:spcPts val="45"/>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项目数据汇总及分析</a:t>
            </a:r>
            <a:endParaRPr lang="en-US" altLang="en-US" sz="1200" dirty="0">
              <a:solidFill>
                <a:schemeClr val="dk1"/>
              </a:solidFill>
            </a:endParaRPr>
          </a:p>
          <a:p>
            <a:pPr marL="12700" algn="l" rtl="0" eaLnBrk="0">
              <a:lnSpc>
                <a:spcPct val="97000"/>
              </a:lnSpc>
              <a:spcBef>
                <a:spcPts val="45"/>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项目群管理沟通平台管理</a:t>
            </a:r>
            <a:endParaRPr lang="en-US" altLang="en-US" sz="1200" kern="0" spc="-10" dirty="0">
              <a:solidFill>
                <a:schemeClr val="dk1"/>
              </a:solidFill>
              <a:cs typeface="微软雅黑" panose="020B0503020204020204" charset="-122"/>
            </a:endParaRPr>
          </a:p>
        </p:txBody>
      </p:sp>
      <p:sp>
        <p:nvSpPr>
          <p:cNvPr id="4994" name="textbox 4994"/>
          <p:cNvSpPr/>
          <p:nvPr>
            <p:custDataLst>
              <p:tags r:id="rId14"/>
            </p:custDataLst>
          </p:nvPr>
        </p:nvSpPr>
        <p:spPr>
          <a:xfrm>
            <a:off x="1293952" y="3950328"/>
            <a:ext cx="7334250" cy="220979"/>
          </a:xfrm>
          <a:prstGeom prst="rect">
            <a:avLst/>
          </a:prstGeom>
        </p:spPr>
        <p:txBody>
          <a:bodyPr vert="horz" wrap="square" lIns="0" tIns="0" rIns="0" bIns="0"/>
          <a:lstStyle/>
          <a:p>
            <a:pPr algn="l" rtl="0" eaLnBrk="0">
              <a:lnSpc>
                <a:spcPct val="78000"/>
              </a:lnSpc>
            </a:pPr>
            <a:endParaRPr lang="en-US" altLang="en-US" sz="100" dirty="0">
              <a:solidFill>
                <a:schemeClr val="dk1"/>
              </a:solidFill>
            </a:endParaRPr>
          </a:p>
          <a:p>
            <a:pPr marL="12700" algn="l" rtl="0" eaLnBrk="0">
              <a:lnSpc>
                <a:spcPct val="92000"/>
              </a:lnSpc>
            </a:pPr>
            <a:r>
              <a:rPr sz="1400" kern="0" spc="10" dirty="0">
                <a:solidFill>
                  <a:schemeClr val="dk1"/>
                </a:solidFill>
                <a:cs typeface="微软雅黑" panose="020B0503020204020204" charset="-122"/>
              </a:rPr>
              <a:t>战略项目群规划</a:t>
            </a:r>
            <a:r>
              <a:rPr sz="1400" kern="0" spc="10" dirty="0">
                <a:solidFill>
                  <a:schemeClr val="dk1"/>
                </a:solidFill>
                <a:cs typeface="Arial" panose="020B0604020202020204"/>
              </a:rPr>
              <a:t>(1)                    </a:t>
            </a:r>
            <a:r>
              <a:rPr sz="1400" kern="0" spc="0" dirty="0">
                <a:solidFill>
                  <a:schemeClr val="dk1"/>
                </a:solidFill>
                <a:cs typeface="Arial" panose="020B0604020202020204"/>
              </a:rPr>
              <a:t>  </a:t>
            </a:r>
            <a:r>
              <a:rPr sz="1400" kern="0" spc="0" dirty="0">
                <a:solidFill>
                  <a:schemeClr val="dk1"/>
                </a:solidFill>
                <a:cs typeface="微软雅黑" panose="020B0503020204020204" charset="-122"/>
              </a:rPr>
              <a:t>项目群过程管控</a:t>
            </a:r>
            <a:r>
              <a:rPr sz="1400" kern="0" spc="0" dirty="0">
                <a:solidFill>
                  <a:schemeClr val="dk1"/>
                </a:solidFill>
                <a:cs typeface="Arial" panose="020B0604020202020204"/>
              </a:rPr>
              <a:t>&amp;</a:t>
            </a:r>
            <a:r>
              <a:rPr sz="1400" kern="0" spc="0" dirty="0">
                <a:solidFill>
                  <a:schemeClr val="dk1"/>
                </a:solidFill>
                <a:cs typeface="微软雅黑" panose="020B0503020204020204" charset="-122"/>
              </a:rPr>
              <a:t>评审</a:t>
            </a:r>
            <a:r>
              <a:rPr sz="1400" kern="0" spc="0" dirty="0">
                <a:solidFill>
                  <a:schemeClr val="dk1"/>
                </a:solidFill>
                <a:cs typeface="Arial" panose="020B0604020202020204"/>
              </a:rPr>
              <a:t>(4)               </a:t>
            </a:r>
            <a:r>
              <a:rPr sz="1400" kern="0" spc="0" dirty="0">
                <a:solidFill>
                  <a:schemeClr val="dk1"/>
                </a:solidFill>
                <a:cs typeface="微软雅黑" panose="020B0503020204020204" charset="-122"/>
              </a:rPr>
              <a:t>项目经理培训</a:t>
            </a:r>
            <a:r>
              <a:rPr sz="1400" kern="0" spc="0" dirty="0">
                <a:solidFill>
                  <a:schemeClr val="dk1"/>
                </a:solidFill>
                <a:cs typeface="Arial" panose="020B0604020202020204"/>
              </a:rPr>
              <a:t>&amp;</a:t>
            </a:r>
            <a:r>
              <a:rPr sz="1400" kern="0" spc="0" dirty="0">
                <a:solidFill>
                  <a:schemeClr val="dk1"/>
                </a:solidFill>
                <a:cs typeface="微软雅黑" panose="020B0503020204020204" charset="-122"/>
              </a:rPr>
              <a:t>定级</a:t>
            </a:r>
            <a:r>
              <a:rPr sz="1400" kern="0" spc="0" dirty="0">
                <a:solidFill>
                  <a:schemeClr val="dk1"/>
                </a:solidFill>
                <a:cs typeface="Arial" panose="020B0604020202020204"/>
              </a:rPr>
              <a:t>(1)      </a:t>
            </a:r>
            <a:endParaRPr lang="en-US" altLang="en-US" sz="1400" kern="0" spc="0" dirty="0">
              <a:solidFill>
                <a:schemeClr val="dk1"/>
              </a:solidFill>
              <a:cs typeface="Arial" panose="020B0604020202020204"/>
            </a:endParaRPr>
          </a:p>
        </p:txBody>
      </p:sp>
      <p:sp>
        <p:nvSpPr>
          <p:cNvPr id="4996" name="textbox 4996"/>
          <p:cNvSpPr/>
          <p:nvPr>
            <p:custDataLst>
              <p:tags r:id="rId15"/>
            </p:custDataLst>
          </p:nvPr>
        </p:nvSpPr>
        <p:spPr>
          <a:xfrm>
            <a:off x="4069079" y="1917191"/>
            <a:ext cx="1774189" cy="532130"/>
          </a:xfrm>
          <a:prstGeom prst="rect">
            <a:avLst/>
          </a:prstGeom>
          <a:solidFill>
            <a:srgbClr val="7F7F7F"/>
          </a:solidFill>
        </p:spPr>
        <p:txBody>
          <a:bodyPr vert="horz" wrap="square" lIns="0" tIns="0" rIns="0" bIns="0">
            <a:normAutofit/>
          </a:bodyPr>
          <a:lstStyle/>
          <a:p>
            <a:pPr algn="l" rtl="0" eaLnBrk="0">
              <a:lnSpc>
                <a:spcPct val="115000"/>
              </a:lnSpc>
            </a:pPr>
            <a:endParaRPr lang="en-US" altLang="en-US" sz="1000" dirty="0">
              <a:solidFill>
                <a:schemeClr val="lt1"/>
              </a:solidFill>
            </a:endParaRPr>
          </a:p>
          <a:p>
            <a:pPr algn="l" rtl="0" eaLnBrk="0">
              <a:lnSpc>
                <a:spcPct val="7000"/>
              </a:lnSpc>
            </a:pPr>
            <a:endParaRPr lang="en-US" altLang="en-US" sz="100" dirty="0">
              <a:solidFill>
                <a:schemeClr val="lt1"/>
              </a:solidFill>
            </a:endParaRPr>
          </a:p>
          <a:p>
            <a:pPr marL="180975" algn="l" rtl="0" eaLnBrk="0">
              <a:lnSpc>
                <a:spcPts val="1850"/>
              </a:lnSpc>
            </a:pPr>
            <a:r>
              <a:rPr sz="1500" b="1" kern="0" spc="90" dirty="0">
                <a:solidFill>
                  <a:schemeClr val="lt1"/>
                </a:solidFill>
                <a:cs typeface="微软雅黑" panose="020B0503020204020204" charset="-122"/>
              </a:rPr>
              <a:t>企业发展办公室</a:t>
            </a:r>
            <a:endParaRPr lang="en-US" altLang="en-US" sz="1500" b="1" kern="0" spc="90" dirty="0">
              <a:solidFill>
                <a:schemeClr val="lt1"/>
              </a:solidFill>
              <a:cs typeface="微软雅黑" panose="020B0503020204020204" charset="-122"/>
            </a:endParaRPr>
          </a:p>
        </p:txBody>
      </p:sp>
      <p:sp>
        <p:nvSpPr>
          <p:cNvPr id="5000" name="textbox 5000"/>
          <p:cNvSpPr/>
          <p:nvPr>
            <p:custDataLst>
              <p:tags r:id="rId16"/>
            </p:custDataLst>
          </p:nvPr>
        </p:nvSpPr>
        <p:spPr>
          <a:xfrm>
            <a:off x="4270248" y="2953511"/>
            <a:ext cx="1356994" cy="307975"/>
          </a:xfrm>
          <a:prstGeom prst="rect">
            <a:avLst/>
          </a:prstGeom>
          <a:solidFill>
            <a:schemeClr val="accent1"/>
          </a:solidFill>
        </p:spPr>
        <p:txBody>
          <a:bodyPr vert="horz" wrap="square" lIns="0" tIns="0" rIns="0" bIns="0">
            <a:normAutofit/>
          </a:bodyPr>
          <a:lstStyle/>
          <a:p>
            <a:pPr algn="l" rtl="0" eaLnBrk="0">
              <a:lnSpc>
                <a:spcPct val="123000"/>
              </a:lnSpc>
            </a:pPr>
            <a:endParaRPr lang="en-US" altLang="en-US" sz="400" dirty="0">
              <a:solidFill>
                <a:schemeClr val="tx1"/>
              </a:solidFill>
            </a:endParaRPr>
          </a:p>
          <a:p>
            <a:pPr marL="48260" algn="l" rtl="0" eaLnBrk="0">
              <a:lnSpc>
                <a:spcPct val="91000"/>
              </a:lnSpc>
              <a:spcBef>
                <a:spcPts val="0"/>
              </a:spcBef>
            </a:pPr>
            <a:r>
              <a:rPr sz="1400" b="1" kern="0" spc="-10" dirty="0">
                <a:solidFill>
                  <a:schemeClr val="tx1"/>
                </a:solidFill>
                <a:cs typeface="微软雅黑" panose="020B0503020204020204" charset="-122"/>
              </a:rPr>
              <a:t>项目管理部</a:t>
            </a:r>
            <a:r>
              <a:rPr sz="1400" b="1" kern="0" spc="-10" dirty="0">
                <a:solidFill>
                  <a:schemeClr val="tx1"/>
                </a:solidFill>
                <a:cs typeface="Arial" panose="020B0604020202020204"/>
              </a:rPr>
              <a:t>(7)</a:t>
            </a:r>
            <a:endParaRPr lang="en-US" altLang="en-US" sz="1400" b="1" kern="0" spc="-10" dirty="0">
              <a:solidFill>
                <a:schemeClr val="tx1"/>
              </a:solidFill>
              <a:cs typeface="Arial" panose="020B0604020202020204"/>
            </a:endParaRPr>
          </a:p>
        </p:txBody>
      </p:sp>
      <p:pic>
        <p:nvPicPr>
          <p:cNvPr id="5002" name="picture 5002"/>
          <p:cNvPicPr>
            <a:picLocks noChangeAspect="1"/>
          </p:cNvPicPr>
          <p:nvPr>
            <p:custDataLst>
              <p:tags r:id="rId17"/>
            </p:custDataLst>
          </p:nvPr>
        </p:nvPicPr>
        <p:blipFill>
          <a:blip r:embed="rId18"/>
          <a:stretch>
            <a:fillRect/>
          </a:stretch>
        </p:blipFill>
        <p:spPr>
          <a:xfrm rot="21600000">
            <a:off x="4909058" y="2471801"/>
            <a:ext cx="76200" cy="482473"/>
          </a:xfrm>
          <a:prstGeom prst="rect">
            <a:avLst/>
          </a:prstGeom>
        </p:spPr>
      </p:pic>
    </p:spTree>
    <p:custDataLst>
      <p:tags r:id="rId19"/>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4" name="textbox 5004"/>
          <p:cNvSpPr/>
          <p:nvPr>
            <p:custDataLst>
              <p:tags r:id="rId1"/>
            </p:custDataLst>
          </p:nvPr>
        </p:nvSpPr>
        <p:spPr>
          <a:xfrm>
            <a:off x="1472982" y="3540093"/>
            <a:ext cx="10149205" cy="1846579"/>
          </a:xfrm>
          <a:prstGeom prst="rect">
            <a:avLst/>
          </a:prstGeom>
        </p:spPr>
        <p:txBody>
          <a:bodyPr vert="horz" wrap="square" lIns="0" tIns="0" rIns="0" bIns="0">
            <a:normAutofit/>
          </a:bodyPr>
          <a:lstStyle/>
          <a:p>
            <a:pPr algn="l" rtl="0" eaLnBrk="0">
              <a:lnSpc>
                <a:spcPct val="92000"/>
              </a:lnSpc>
            </a:pPr>
            <a:endParaRPr lang="en-US" altLang="en-US" sz="100" dirty="0">
              <a:solidFill>
                <a:schemeClr val="dk1"/>
              </a:solidFill>
            </a:endParaRPr>
          </a:p>
          <a:p>
            <a:pPr marL="281940" indent="-269240" algn="l" rtl="0" eaLnBrk="0">
              <a:lnSpc>
                <a:spcPct val="99000"/>
              </a:lnSpc>
              <a:tabLst>
                <a:tab pos="194310" algn="l"/>
              </a:tabLst>
            </a:pPr>
            <a:r>
              <a:rPr sz="2000" kern="0" spc="0" dirty="0">
                <a:solidFill>
                  <a:schemeClr val="dk1"/>
                </a:solidFill>
                <a:cs typeface="微软雅黑" panose="020B0503020204020204" charset="-122"/>
              </a:rPr>
              <a:t>	</a:t>
            </a:r>
            <a:r>
              <a:rPr sz="2000" b="1" kern="0" spc="100" dirty="0">
                <a:solidFill>
                  <a:schemeClr val="dk1"/>
                </a:solidFill>
                <a:cs typeface="微软雅黑" panose="020B0503020204020204" charset="-122"/>
              </a:rPr>
              <a:t> </a:t>
            </a:r>
            <a:r>
              <a:rPr sz="2000" b="1" kern="0" spc="0" dirty="0">
                <a:solidFill>
                  <a:schemeClr val="dk1"/>
                </a:solidFill>
                <a:cs typeface="微软雅黑" panose="020B0503020204020204" charset="-122"/>
              </a:rPr>
              <a:t>监控职能</a:t>
            </a:r>
            <a:r>
              <a:rPr sz="2000" kern="0" spc="0" dirty="0">
                <a:solidFill>
                  <a:schemeClr val="dk1"/>
                </a:solidFill>
                <a:cs typeface="微软雅黑" panose="020B0503020204020204" charset="-122"/>
              </a:rPr>
              <a:t>：监控</a:t>
            </a:r>
            <a:r>
              <a:rPr sz="2000" kern="0" spc="0" dirty="0">
                <a:solidFill>
                  <a:schemeClr val="dk1"/>
                </a:solidFill>
                <a:cs typeface="Arial" panose="020B0604020202020204"/>
              </a:rPr>
              <a:t>IT</a:t>
            </a:r>
            <a:r>
              <a:rPr sz="2000" kern="0" spc="0" dirty="0">
                <a:solidFill>
                  <a:schemeClr val="dk1"/>
                </a:solidFill>
                <a:cs typeface="微软雅黑" panose="020B0503020204020204" charset="-122"/>
              </a:rPr>
              <a:t>大小项目进展；督促各</a:t>
            </a:r>
            <a:r>
              <a:rPr sz="2000" kern="0" spc="0" dirty="0">
                <a:solidFill>
                  <a:schemeClr val="dk1"/>
                </a:solidFill>
                <a:cs typeface="Arial" panose="020B0604020202020204"/>
              </a:rPr>
              <a:t>IT</a:t>
            </a:r>
            <a:r>
              <a:rPr sz="2000" kern="0" spc="0" dirty="0">
                <a:solidFill>
                  <a:schemeClr val="dk1"/>
                </a:solidFill>
                <a:cs typeface="微软雅黑" panose="020B0503020204020204" charset="-122"/>
              </a:rPr>
              <a:t>项目组提交周报月报，汇总向</a:t>
            </a:r>
            <a:r>
              <a:rPr sz="2000" kern="0" spc="0" dirty="0">
                <a:solidFill>
                  <a:schemeClr val="dk1"/>
                </a:solidFill>
                <a:cs typeface="Arial" panose="020B0604020202020204"/>
              </a:rPr>
              <a:t>IT</a:t>
            </a:r>
            <a:r>
              <a:rPr sz="2000" kern="0" spc="0" dirty="0">
                <a:solidFill>
                  <a:schemeClr val="dk1"/>
                </a:solidFill>
                <a:cs typeface="微软雅黑" panose="020B0503020204020204" charset="-122"/>
              </a:rPr>
              <a:t>管理层汇报</a:t>
            </a:r>
            <a:r>
              <a:rPr sz="2000" kern="0" spc="-10" dirty="0">
                <a:solidFill>
                  <a:schemeClr val="dk1"/>
                </a:solidFill>
                <a:cs typeface="微软雅黑" panose="020B0503020204020204" charset="-122"/>
              </a:rPr>
              <a:t>项</a:t>
            </a:r>
            <a:r>
              <a:rPr sz="2000" kern="0" spc="0" dirty="0">
                <a:solidFill>
                  <a:schemeClr val="dk1"/>
                </a:solidFill>
                <a:cs typeface="微软雅黑" panose="020B0503020204020204" charset="-122"/>
              </a:rPr>
              <a:t> </a:t>
            </a:r>
            <a:r>
              <a:rPr sz="2000" kern="0" spc="-20" dirty="0">
                <a:solidFill>
                  <a:schemeClr val="dk1"/>
                </a:solidFill>
                <a:cs typeface="微软雅黑" panose="020B0503020204020204" charset="-122"/>
              </a:rPr>
              <a:t>目进展。  </a:t>
            </a:r>
            <a:r>
              <a:rPr sz="2000" kern="0" spc="-20" dirty="0">
                <a:solidFill>
                  <a:schemeClr val="dk1"/>
                </a:solidFill>
                <a:cs typeface="Arial" panose="020B0604020202020204"/>
              </a:rPr>
              <a:t>IT</a:t>
            </a:r>
            <a:r>
              <a:rPr sz="2000" kern="0" spc="-20" dirty="0">
                <a:solidFill>
                  <a:schemeClr val="dk1"/>
                </a:solidFill>
                <a:cs typeface="微软雅黑" panose="020B0503020204020204" charset="-122"/>
              </a:rPr>
              <a:t>管理项目</a:t>
            </a:r>
            <a:r>
              <a:rPr sz="2000" kern="0" spc="-30" dirty="0">
                <a:solidFill>
                  <a:schemeClr val="dk1"/>
                </a:solidFill>
                <a:cs typeface="微软雅黑" panose="020B0503020204020204" charset="-122"/>
              </a:rPr>
              <a:t>群的过程和评审管理。监控</a:t>
            </a:r>
            <a:r>
              <a:rPr sz="2000" kern="0" spc="-30" dirty="0">
                <a:solidFill>
                  <a:schemeClr val="dk1"/>
                </a:solidFill>
                <a:cs typeface="Arial" panose="020B0604020202020204"/>
              </a:rPr>
              <a:t>IT</a:t>
            </a:r>
            <a:r>
              <a:rPr sz="2000" kern="0" spc="-30" dirty="0">
                <a:solidFill>
                  <a:schemeClr val="dk1"/>
                </a:solidFill>
                <a:cs typeface="微软雅黑" panose="020B0503020204020204" charset="-122"/>
              </a:rPr>
              <a:t>项目实施周期的质量节点以确保项目的</a:t>
            </a:r>
            <a:r>
              <a:rPr sz="2000" kern="0" spc="0" dirty="0">
                <a:solidFill>
                  <a:schemeClr val="dk1"/>
                </a:solidFill>
                <a:cs typeface="微软雅黑" panose="020B0503020204020204" charset="-122"/>
              </a:rPr>
              <a:t> </a:t>
            </a:r>
            <a:r>
              <a:rPr sz="2000" kern="0" spc="-50" dirty="0">
                <a:solidFill>
                  <a:schemeClr val="dk1"/>
                </a:solidFill>
                <a:cs typeface="微软雅黑" panose="020B0503020204020204" charset="-122"/>
              </a:rPr>
              <a:t>质量复合要求。</a:t>
            </a:r>
            <a:endParaRPr lang="en-US" altLang="en-US" sz="2000" dirty="0">
              <a:solidFill>
                <a:schemeClr val="dk1"/>
              </a:solidFill>
            </a:endParaRPr>
          </a:p>
          <a:p>
            <a:pPr marL="284480" indent="-271780" algn="l" rtl="0" eaLnBrk="0">
              <a:lnSpc>
                <a:spcPct val="98000"/>
              </a:lnSpc>
              <a:spcBef>
                <a:spcPts val="75"/>
              </a:spcBef>
              <a:tabLst>
                <a:tab pos="194310" algn="l"/>
              </a:tabLst>
            </a:pPr>
            <a:r>
              <a:rPr sz="2000" kern="0" spc="0" dirty="0">
                <a:solidFill>
                  <a:schemeClr val="dk1"/>
                </a:solidFill>
                <a:cs typeface="微软雅黑" panose="020B0503020204020204" charset="-122"/>
              </a:rPr>
              <a:t>	</a:t>
            </a:r>
            <a:r>
              <a:rPr sz="2000" b="1" kern="0" spc="80" dirty="0">
                <a:solidFill>
                  <a:schemeClr val="dk1"/>
                </a:solidFill>
                <a:cs typeface="微软雅黑" panose="020B0503020204020204" charset="-122"/>
              </a:rPr>
              <a:t> </a:t>
            </a:r>
            <a:r>
              <a:rPr sz="2000" b="1" kern="0" spc="-40" dirty="0">
                <a:solidFill>
                  <a:schemeClr val="dk1"/>
                </a:solidFill>
                <a:cs typeface="微软雅黑" panose="020B0503020204020204" charset="-122"/>
              </a:rPr>
              <a:t>咨询职能</a:t>
            </a:r>
            <a:r>
              <a:rPr sz="1800" kern="0" spc="-40" dirty="0">
                <a:solidFill>
                  <a:schemeClr val="dk1"/>
                </a:solidFill>
                <a:cs typeface="微软雅黑" panose="020B0503020204020204" charset="-122"/>
              </a:rPr>
              <a:t>：</a:t>
            </a:r>
            <a:r>
              <a:rPr sz="2000" kern="0" spc="-40" dirty="0">
                <a:solidFill>
                  <a:schemeClr val="dk1"/>
                </a:solidFill>
                <a:cs typeface="微软雅黑" panose="020B0503020204020204" charset="-122"/>
              </a:rPr>
              <a:t>给</a:t>
            </a:r>
            <a:r>
              <a:rPr sz="2000" kern="0" spc="-40" dirty="0">
                <a:solidFill>
                  <a:schemeClr val="dk1"/>
                </a:solidFill>
                <a:cs typeface="Arial" panose="020B0604020202020204"/>
              </a:rPr>
              <a:t>IT</a:t>
            </a:r>
            <a:r>
              <a:rPr sz="2000" kern="0" spc="-40" dirty="0">
                <a:solidFill>
                  <a:schemeClr val="dk1"/>
                </a:solidFill>
                <a:cs typeface="微软雅黑" panose="020B0503020204020204" charset="-122"/>
              </a:rPr>
              <a:t>项目组提供专业的项目实施辅</a:t>
            </a:r>
            <a:r>
              <a:rPr sz="2000" kern="0" spc="-50" dirty="0">
                <a:solidFill>
                  <a:schemeClr val="dk1"/>
                </a:solidFill>
                <a:cs typeface="微软雅黑" panose="020B0503020204020204" charset="-122"/>
              </a:rPr>
              <a:t>导，</a:t>
            </a:r>
            <a:r>
              <a:rPr sz="2000" kern="0" spc="350" dirty="0">
                <a:solidFill>
                  <a:schemeClr val="dk1"/>
                </a:solidFill>
                <a:cs typeface="微软雅黑" panose="020B0503020204020204" charset="-122"/>
              </a:rPr>
              <a:t> </a:t>
            </a:r>
            <a:r>
              <a:rPr sz="2000" kern="0" spc="-50" dirty="0">
                <a:solidFill>
                  <a:schemeClr val="dk1"/>
                </a:solidFill>
                <a:cs typeface="微软雅黑" panose="020B0503020204020204" charset="-122"/>
              </a:rPr>
              <a:t>提供方法、工具和模板等；</a:t>
            </a:r>
            <a:r>
              <a:rPr sz="2000" kern="0" spc="330" dirty="0">
                <a:solidFill>
                  <a:schemeClr val="dk1"/>
                </a:solidFill>
                <a:cs typeface="微软雅黑" panose="020B0503020204020204" charset="-122"/>
              </a:rPr>
              <a:t> </a:t>
            </a:r>
            <a:r>
              <a:rPr sz="2000" kern="0" spc="-50" dirty="0">
                <a:solidFill>
                  <a:schemeClr val="dk1"/>
                </a:solidFill>
                <a:cs typeface="微软雅黑" panose="020B0503020204020204" charset="-122"/>
              </a:rPr>
              <a:t>根据</a:t>
            </a:r>
            <a:r>
              <a:rPr sz="2000" kern="0" spc="-50" dirty="0">
                <a:solidFill>
                  <a:schemeClr val="dk1"/>
                </a:solidFill>
                <a:cs typeface="Arial" panose="020B0604020202020204"/>
              </a:rPr>
              <a:t>IT</a:t>
            </a:r>
            <a:r>
              <a:rPr sz="2000" kern="0" spc="-50" dirty="0">
                <a:solidFill>
                  <a:schemeClr val="dk1"/>
                </a:solidFill>
                <a:cs typeface="微软雅黑" panose="020B0503020204020204" charset="-122"/>
              </a:rPr>
              <a:t>项目</a:t>
            </a:r>
            <a:r>
              <a:rPr sz="2000" kern="0" spc="0" dirty="0">
                <a:solidFill>
                  <a:schemeClr val="dk1"/>
                </a:solidFill>
                <a:cs typeface="微软雅黑" panose="020B0503020204020204" charset="-122"/>
              </a:rPr>
              <a:t> </a:t>
            </a:r>
            <a:r>
              <a:rPr sz="2000" kern="0" spc="130" dirty="0">
                <a:solidFill>
                  <a:schemeClr val="dk1"/>
                </a:solidFill>
                <a:cs typeface="微软雅黑" panose="020B0503020204020204" charset="-122"/>
              </a:rPr>
              <a:t>具体情况总结提炼特定的</a:t>
            </a:r>
            <a:r>
              <a:rPr sz="2000" kern="0" spc="0" dirty="0">
                <a:solidFill>
                  <a:schemeClr val="dk1"/>
                </a:solidFill>
                <a:cs typeface="微软雅黑" panose="020B0503020204020204" charset="-122"/>
              </a:rPr>
              <a:t>IT</a:t>
            </a:r>
            <a:r>
              <a:rPr sz="2000" kern="0" spc="130" dirty="0">
                <a:solidFill>
                  <a:schemeClr val="dk1"/>
                </a:solidFill>
                <a:cs typeface="微软雅黑" panose="020B0503020204020204" charset="-122"/>
              </a:rPr>
              <a:t>项目质量管理</a:t>
            </a:r>
            <a:r>
              <a:rPr sz="2000" kern="0" spc="120" dirty="0">
                <a:solidFill>
                  <a:schemeClr val="dk1"/>
                </a:solidFill>
                <a:cs typeface="微软雅黑" panose="020B0503020204020204" charset="-122"/>
              </a:rPr>
              <a:t>流程和模板。协助</a:t>
            </a:r>
            <a:r>
              <a:rPr sz="2000" kern="0" spc="0" dirty="0">
                <a:solidFill>
                  <a:schemeClr val="dk1"/>
                </a:solidFill>
                <a:cs typeface="微软雅黑" panose="020B0503020204020204" charset="-122"/>
              </a:rPr>
              <a:t>IT</a:t>
            </a:r>
            <a:r>
              <a:rPr sz="2000" kern="0" spc="120" dirty="0">
                <a:solidFill>
                  <a:schemeClr val="dk1"/>
                </a:solidFill>
                <a:cs typeface="微软雅黑" panose="020B0503020204020204" charset="-122"/>
              </a:rPr>
              <a:t>项目经理制定规划，</a:t>
            </a:r>
            <a:endParaRPr lang="en-US" altLang="en-US" sz="2000" dirty="0">
              <a:solidFill>
                <a:schemeClr val="dk1"/>
              </a:solidFill>
            </a:endParaRPr>
          </a:p>
          <a:p>
            <a:pPr marL="284480" algn="l" rtl="0" eaLnBrk="0">
              <a:lnSpc>
                <a:spcPct val="97000"/>
              </a:lnSpc>
              <a:spcBef>
                <a:spcPts val="95"/>
              </a:spcBef>
            </a:pPr>
            <a:r>
              <a:rPr sz="2000" kern="0" spc="-120" dirty="0">
                <a:solidFill>
                  <a:schemeClr val="dk1"/>
                </a:solidFill>
                <a:cs typeface="微软雅黑" panose="020B0503020204020204" charset="-122"/>
              </a:rPr>
              <a:t>协调资源，规避风险等。</a:t>
            </a:r>
            <a:endParaRPr lang="en-US" altLang="en-US" sz="2000" kern="0" spc="-120" dirty="0">
              <a:solidFill>
                <a:schemeClr val="dk1"/>
              </a:solidFill>
              <a:cs typeface="微软雅黑" panose="020B0503020204020204" charset="-122"/>
            </a:endParaRPr>
          </a:p>
        </p:txBody>
      </p:sp>
      <p:pic>
        <p:nvPicPr>
          <p:cNvPr id="5006" name="picture 5006"/>
          <p:cNvPicPr>
            <a:picLocks noChangeAspect="1"/>
          </p:cNvPicPr>
          <p:nvPr>
            <p:custDataLst>
              <p:tags r:id="rId2"/>
            </p:custDataLst>
          </p:nvPr>
        </p:nvPicPr>
        <p:blipFill>
          <a:blip r:embed="rId3"/>
          <a:stretch>
            <a:fillRect/>
          </a:stretch>
        </p:blipFill>
        <p:spPr>
          <a:xfrm rot="21600000">
            <a:off x="1485704" y="4475864"/>
            <a:ext cx="181936" cy="166647"/>
          </a:xfrm>
          <a:prstGeom prst="rect">
            <a:avLst/>
          </a:prstGeom>
        </p:spPr>
      </p:pic>
      <p:pic>
        <p:nvPicPr>
          <p:cNvPr id="5008" name="picture 5008"/>
          <p:cNvPicPr>
            <a:picLocks noChangeAspect="1"/>
          </p:cNvPicPr>
          <p:nvPr>
            <p:custDataLst>
              <p:tags r:id="rId4"/>
            </p:custDataLst>
          </p:nvPr>
        </p:nvPicPr>
        <p:blipFill>
          <a:blip r:embed="rId5"/>
          <a:stretch>
            <a:fillRect/>
          </a:stretch>
        </p:blipFill>
        <p:spPr>
          <a:xfrm rot="21600000">
            <a:off x="1485682" y="3561701"/>
            <a:ext cx="181718" cy="166448"/>
          </a:xfrm>
          <a:prstGeom prst="rect">
            <a:avLst/>
          </a:prstGeom>
        </p:spPr>
      </p:pic>
      <p:sp>
        <p:nvSpPr>
          <p:cNvPr id="5010" name="textbox 5010"/>
          <p:cNvSpPr/>
          <p:nvPr>
            <p:custDataLst>
              <p:tags r:id="rId6"/>
            </p:custDataLst>
          </p:nvPr>
        </p:nvSpPr>
        <p:spPr>
          <a:xfrm>
            <a:off x="893362" y="394557"/>
            <a:ext cx="7494269" cy="2256154"/>
          </a:xfrm>
          <a:prstGeom prst="rect">
            <a:avLst/>
          </a:prstGeom>
        </p:spPr>
        <p:txBody>
          <a:bodyPr vert="horz" wrap="square" lIns="0" tIns="0" rIns="0" bIns="0"/>
          <a:lstStyle/>
          <a:p>
            <a:pPr algn="l" rtl="0" eaLnBrk="0">
              <a:lnSpc>
                <a:spcPct val="88000"/>
              </a:lnSpc>
            </a:pPr>
            <a:endParaRPr lang="en-US" altLang="en-US" sz="100" dirty="0">
              <a:solidFill>
                <a:schemeClr val="dk1"/>
              </a:solidFill>
            </a:endParaRPr>
          </a:p>
          <a:p>
            <a:pPr marL="12700" algn="l" rtl="0" eaLnBrk="0">
              <a:lnSpc>
                <a:spcPct val="88000"/>
              </a:lnSpc>
            </a:pPr>
            <a:r>
              <a:rPr sz="2000" b="1" kern="0" spc="-10" dirty="0">
                <a:solidFill>
                  <a:schemeClr val="dk1"/>
                </a:solidFill>
                <a:cs typeface="微软雅黑" panose="020B0503020204020204" charset="-122"/>
              </a:rPr>
              <a:t>IT 项目管理部（IT</a:t>
            </a:r>
            <a:r>
              <a:rPr sz="2000" b="1" kern="0" spc="150" dirty="0">
                <a:solidFill>
                  <a:schemeClr val="dk1"/>
                </a:solidFill>
                <a:cs typeface="微软雅黑" panose="020B0503020204020204" charset="-122"/>
              </a:rPr>
              <a:t> </a:t>
            </a:r>
            <a:r>
              <a:rPr sz="2000" b="1" kern="0" spc="-10" dirty="0">
                <a:solidFill>
                  <a:schemeClr val="dk1"/>
                </a:solidFill>
                <a:cs typeface="微软雅黑" panose="020B0503020204020204" charset="-122"/>
              </a:rPr>
              <a:t>PMO）定位&amp;职责 (Propose</a:t>
            </a:r>
            <a:r>
              <a:rPr sz="2000" b="1" kern="0" spc="-20" dirty="0">
                <a:solidFill>
                  <a:schemeClr val="dk1"/>
                </a:solidFill>
                <a:cs typeface="微软雅黑" panose="020B0503020204020204" charset="-122"/>
              </a:rPr>
              <a:t>d)</a:t>
            </a:r>
            <a:endParaRPr lang="en-US" altLang="en-US" sz="2000" dirty="0">
              <a:solidFill>
                <a:schemeClr val="dk1"/>
              </a:solidFill>
            </a:endParaRPr>
          </a:p>
          <a:p>
            <a:pPr algn="l" rtl="0" eaLnBrk="0">
              <a:lnSpc>
                <a:spcPct val="112000"/>
              </a:lnSpc>
            </a:pPr>
            <a:endParaRPr lang="en-US" altLang="en-US" sz="1000" dirty="0">
              <a:solidFill>
                <a:schemeClr val="dk1"/>
              </a:solidFill>
            </a:endParaRPr>
          </a:p>
          <a:p>
            <a:pPr marL="52070" algn="l" rtl="0" eaLnBrk="0">
              <a:lnSpc>
                <a:spcPct val="97000"/>
              </a:lnSpc>
              <a:spcBef>
                <a:spcPts val="725"/>
              </a:spcBef>
            </a:pPr>
            <a:r>
              <a:rPr sz="2400" kern="0" spc="-20" dirty="0">
                <a:solidFill>
                  <a:schemeClr val="dk1"/>
                </a:solidFill>
                <a:cs typeface="Arial" panose="020B0604020202020204"/>
              </a:rPr>
              <a:t>•</a:t>
            </a:r>
            <a:r>
              <a:rPr sz="2400" kern="0" spc="350" dirty="0">
                <a:solidFill>
                  <a:schemeClr val="dk1"/>
                </a:solidFill>
                <a:cs typeface="Arial" panose="020B0604020202020204"/>
              </a:rPr>
              <a:t> </a:t>
            </a:r>
            <a:r>
              <a:rPr sz="2400" b="1" kern="0" spc="-20" dirty="0">
                <a:solidFill>
                  <a:schemeClr val="dk1"/>
                </a:solidFill>
                <a:cs typeface="微软雅黑" panose="020B0503020204020204" charset="-122"/>
              </a:rPr>
              <a:t>定位：复合型</a:t>
            </a:r>
            <a:r>
              <a:rPr sz="2400" b="1" kern="0" spc="-20" dirty="0">
                <a:solidFill>
                  <a:schemeClr val="dk1"/>
                </a:solidFill>
                <a:cs typeface="Arial" panose="020B0604020202020204"/>
              </a:rPr>
              <a:t>PMO</a:t>
            </a:r>
            <a:endParaRPr lang="en-US" altLang="en-US" sz="2400" dirty="0">
              <a:solidFill>
                <a:schemeClr val="dk1"/>
              </a:solidFill>
            </a:endParaRPr>
          </a:p>
          <a:p>
            <a:pPr marL="760730" indent="-248920" algn="l" rtl="0" eaLnBrk="0">
              <a:lnSpc>
                <a:spcPct val="94000"/>
              </a:lnSpc>
              <a:spcBef>
                <a:spcPts val="755"/>
              </a:spcBef>
              <a:tabLst>
                <a:tab pos="692785" algn="l"/>
              </a:tabLst>
            </a:pPr>
            <a:r>
              <a:rPr sz="2000" kern="0" spc="0" dirty="0">
                <a:solidFill>
                  <a:schemeClr val="dk1"/>
                </a:solidFill>
                <a:cs typeface="Arial" panose="020B0604020202020204"/>
              </a:rPr>
              <a:t>	</a:t>
            </a:r>
            <a:r>
              <a:rPr sz="2000" kern="0" spc="150" dirty="0">
                <a:solidFill>
                  <a:schemeClr val="dk1"/>
                </a:solidFill>
                <a:cs typeface="Arial" panose="020B0604020202020204"/>
              </a:rPr>
              <a:t> </a:t>
            </a:r>
            <a:r>
              <a:rPr sz="2000" kern="0" spc="-40" dirty="0">
                <a:solidFill>
                  <a:schemeClr val="dk1"/>
                </a:solidFill>
                <a:cs typeface="Arial" panose="020B0604020202020204"/>
              </a:rPr>
              <a:t>IT</a:t>
            </a:r>
            <a:r>
              <a:rPr sz="2000" kern="0" spc="150" dirty="0">
                <a:solidFill>
                  <a:schemeClr val="dk1"/>
                </a:solidFill>
                <a:cs typeface="Arial" panose="020B0604020202020204"/>
              </a:rPr>
              <a:t> </a:t>
            </a:r>
            <a:r>
              <a:rPr sz="2000" kern="0" spc="-40" dirty="0">
                <a:solidFill>
                  <a:schemeClr val="dk1"/>
                </a:solidFill>
                <a:cs typeface="Arial" panose="020B0604020202020204"/>
              </a:rPr>
              <a:t>PMO</a:t>
            </a:r>
            <a:r>
              <a:rPr sz="2000" kern="0" spc="-40" dirty="0">
                <a:solidFill>
                  <a:schemeClr val="dk1"/>
                </a:solidFill>
                <a:cs typeface="微软雅黑" panose="020B0503020204020204" charset="-122"/>
              </a:rPr>
              <a:t>主要为对</a:t>
            </a:r>
            <a:r>
              <a:rPr sz="2000" kern="0" spc="-50" dirty="0">
                <a:solidFill>
                  <a:schemeClr val="dk1"/>
                </a:solidFill>
                <a:cs typeface="微软雅黑" panose="020B0503020204020204" charset="-122"/>
              </a:rPr>
              <a:t>项目提供咨询顾问式的指导，</a:t>
            </a:r>
            <a:r>
              <a:rPr sz="2000" kern="0" spc="400" dirty="0">
                <a:solidFill>
                  <a:schemeClr val="dk1"/>
                </a:solidFill>
                <a:cs typeface="微软雅黑" panose="020B0503020204020204" charset="-122"/>
              </a:rPr>
              <a:t> </a:t>
            </a:r>
            <a:r>
              <a:rPr sz="2000" kern="0" spc="-50" dirty="0">
                <a:solidFill>
                  <a:schemeClr val="dk1"/>
                </a:solidFill>
                <a:cs typeface="微软雅黑" panose="020B0503020204020204" charset="-122"/>
              </a:rPr>
              <a:t>为项目经理提</a:t>
            </a:r>
            <a:r>
              <a:rPr sz="2000" kern="0" spc="0" dirty="0">
                <a:solidFill>
                  <a:schemeClr val="dk1"/>
                </a:solidFill>
                <a:cs typeface="微软雅黑" panose="020B0503020204020204" charset="-122"/>
              </a:rPr>
              <a:t> </a:t>
            </a:r>
            <a:r>
              <a:rPr sz="2000" kern="0" spc="-30" dirty="0">
                <a:solidFill>
                  <a:schemeClr val="dk1"/>
                </a:solidFill>
                <a:cs typeface="微软雅黑" panose="020B0503020204020204" charset="-122"/>
              </a:rPr>
              <a:t>供管理支持、行政支持。</a:t>
            </a:r>
            <a:endParaRPr lang="en-US" altLang="en-US" sz="2000" dirty="0">
              <a:solidFill>
                <a:schemeClr val="dk1"/>
              </a:solidFill>
            </a:endParaRPr>
          </a:p>
          <a:p>
            <a:pPr algn="l" rtl="0" eaLnBrk="0">
              <a:lnSpc>
                <a:spcPct val="111000"/>
              </a:lnSpc>
            </a:pPr>
            <a:endParaRPr lang="en-US" altLang="en-US" sz="600" dirty="0">
              <a:solidFill>
                <a:schemeClr val="dk1"/>
              </a:solidFill>
            </a:endParaRPr>
          </a:p>
          <a:p>
            <a:pPr marL="761365" indent="-249555" algn="l" rtl="0" eaLnBrk="0">
              <a:lnSpc>
                <a:spcPct val="94000"/>
              </a:lnSpc>
              <a:spcBef>
                <a:spcPts val="5"/>
              </a:spcBef>
              <a:tabLst>
                <a:tab pos="692785" algn="l"/>
              </a:tabLst>
            </a:pPr>
            <a:r>
              <a:rPr sz="2000" kern="0" spc="0" dirty="0">
                <a:solidFill>
                  <a:schemeClr val="dk1"/>
                </a:solidFill>
                <a:cs typeface="Arial" panose="020B0604020202020204"/>
              </a:rPr>
              <a:t>	</a:t>
            </a:r>
            <a:r>
              <a:rPr sz="2000" kern="0" spc="160" dirty="0">
                <a:solidFill>
                  <a:schemeClr val="dk1"/>
                </a:solidFill>
                <a:cs typeface="Arial" panose="020B0604020202020204"/>
              </a:rPr>
              <a:t> </a:t>
            </a:r>
            <a:r>
              <a:rPr sz="2000" kern="0" spc="-10" dirty="0">
                <a:solidFill>
                  <a:schemeClr val="dk1"/>
                </a:solidFill>
                <a:cs typeface="Arial" panose="020B0604020202020204"/>
              </a:rPr>
              <a:t>IT</a:t>
            </a:r>
            <a:r>
              <a:rPr sz="2000" kern="0" spc="150" dirty="0">
                <a:solidFill>
                  <a:schemeClr val="dk1"/>
                </a:solidFill>
                <a:cs typeface="Arial" panose="020B0604020202020204"/>
              </a:rPr>
              <a:t> </a:t>
            </a:r>
            <a:r>
              <a:rPr sz="2000" kern="0" spc="-10" dirty="0">
                <a:solidFill>
                  <a:schemeClr val="dk1"/>
                </a:solidFill>
                <a:cs typeface="Arial" panose="020B0604020202020204"/>
              </a:rPr>
              <a:t>PMO</a:t>
            </a:r>
            <a:r>
              <a:rPr sz="2000" kern="0" spc="-10" dirty="0">
                <a:solidFill>
                  <a:schemeClr val="dk1"/>
                </a:solidFill>
                <a:cs typeface="微软雅黑" panose="020B0503020204020204" charset="-122"/>
              </a:rPr>
              <a:t>需要设计和发布</a:t>
            </a:r>
            <a:r>
              <a:rPr sz="2000" kern="0" spc="-10" dirty="0">
                <a:solidFill>
                  <a:schemeClr val="dk1"/>
                </a:solidFill>
                <a:cs typeface="Arial" panose="020B0604020202020204"/>
              </a:rPr>
              <a:t>IT</a:t>
            </a:r>
            <a:r>
              <a:rPr sz="2000" kern="0" spc="-10" dirty="0">
                <a:solidFill>
                  <a:schemeClr val="dk1"/>
                </a:solidFill>
                <a:cs typeface="微软雅黑" panose="020B0503020204020204" charset="-122"/>
              </a:rPr>
              <a:t>项目质量的标准，项目组</a:t>
            </a:r>
            <a:r>
              <a:rPr sz="2000" kern="0" spc="-20" dirty="0">
                <a:solidFill>
                  <a:schemeClr val="dk1"/>
                </a:solidFill>
                <a:cs typeface="微软雅黑" panose="020B0503020204020204" charset="-122"/>
              </a:rPr>
              <a:t>的实施过</a:t>
            </a:r>
            <a:r>
              <a:rPr sz="2000" kern="0" spc="0" dirty="0">
                <a:solidFill>
                  <a:schemeClr val="dk1"/>
                </a:solidFill>
                <a:cs typeface="微软雅黑" panose="020B0503020204020204" charset="-122"/>
              </a:rPr>
              <a:t> </a:t>
            </a:r>
            <a:r>
              <a:rPr sz="2000" kern="0" spc="-10" dirty="0">
                <a:solidFill>
                  <a:schemeClr val="dk1"/>
                </a:solidFill>
                <a:cs typeface="微软雅黑" panose="020B0503020204020204" charset="-122"/>
              </a:rPr>
              <a:t>程和交付物符合需要相</a:t>
            </a:r>
            <a:r>
              <a:rPr sz="2000" kern="0" spc="-20" dirty="0">
                <a:solidFill>
                  <a:schemeClr val="dk1"/>
                </a:solidFill>
                <a:cs typeface="微软雅黑" panose="020B0503020204020204" charset="-122"/>
              </a:rPr>
              <a:t>应的质量标准。</a:t>
            </a:r>
            <a:endParaRPr lang="en-US" altLang="en-US" sz="2000" kern="0" spc="-20" dirty="0">
              <a:solidFill>
                <a:schemeClr val="dk1"/>
              </a:solidFill>
              <a:cs typeface="微软雅黑" panose="020B0503020204020204" charset="-122"/>
            </a:endParaRPr>
          </a:p>
        </p:txBody>
      </p:sp>
      <p:pic>
        <p:nvPicPr>
          <p:cNvPr id="5012" name="picture 5012"/>
          <p:cNvPicPr>
            <a:picLocks noChangeAspect="1"/>
          </p:cNvPicPr>
          <p:nvPr>
            <p:custDataLst>
              <p:tags r:id="rId7"/>
            </p:custDataLst>
          </p:nvPr>
        </p:nvPicPr>
        <p:blipFill>
          <a:blip r:embed="rId8"/>
          <a:stretch>
            <a:fillRect/>
          </a:stretch>
        </p:blipFill>
        <p:spPr>
          <a:xfrm rot="21600000">
            <a:off x="1405418" y="2075420"/>
            <a:ext cx="181718" cy="166447"/>
          </a:xfrm>
          <a:prstGeom prst="rect">
            <a:avLst/>
          </a:prstGeom>
        </p:spPr>
      </p:pic>
      <p:pic>
        <p:nvPicPr>
          <p:cNvPr id="5014" name="picture 5014"/>
          <p:cNvPicPr>
            <a:picLocks noChangeAspect="1"/>
          </p:cNvPicPr>
          <p:nvPr>
            <p:custDataLst>
              <p:tags r:id="rId9"/>
            </p:custDataLst>
          </p:nvPr>
        </p:nvPicPr>
        <p:blipFill>
          <a:blip r:embed="rId8"/>
          <a:stretch>
            <a:fillRect/>
          </a:stretch>
        </p:blipFill>
        <p:spPr>
          <a:xfrm rot="21600000">
            <a:off x="1405418" y="1400034"/>
            <a:ext cx="181718" cy="166447"/>
          </a:xfrm>
          <a:prstGeom prst="rect">
            <a:avLst/>
          </a:prstGeom>
        </p:spPr>
      </p:pic>
      <p:pic>
        <p:nvPicPr>
          <p:cNvPr id="5016" name="picture 5016"/>
          <p:cNvPicPr>
            <a:picLocks noChangeAspect="1"/>
          </p:cNvPicPr>
          <p:nvPr>
            <p:custDataLst>
              <p:tags r:id="rId10"/>
            </p:custDataLst>
          </p:nvPr>
        </p:nvPicPr>
        <p:blipFill>
          <a:blip r:embed="rId11"/>
          <a:stretch>
            <a:fillRect/>
          </a:stretch>
        </p:blipFill>
        <p:spPr>
          <a:xfrm rot="21600000">
            <a:off x="8251514" y="328113"/>
            <a:ext cx="3752455" cy="2887073"/>
          </a:xfrm>
          <a:prstGeom prst="rect">
            <a:avLst/>
          </a:prstGeom>
        </p:spPr>
      </p:pic>
      <p:sp>
        <p:nvSpPr>
          <p:cNvPr id="5020" name="textbox 5020"/>
          <p:cNvSpPr/>
          <p:nvPr>
            <p:custDataLst>
              <p:tags r:id="rId12"/>
            </p:custDataLst>
          </p:nvPr>
        </p:nvSpPr>
        <p:spPr>
          <a:xfrm>
            <a:off x="933110" y="2901816"/>
            <a:ext cx="11080115" cy="568959"/>
          </a:xfrm>
          <a:prstGeom prst="rect">
            <a:avLst/>
          </a:prstGeom>
        </p:spPr>
        <p:txBody>
          <a:bodyPr vert="horz" wrap="square" lIns="0" tIns="0" rIns="0" bIns="0"/>
          <a:lstStyle/>
          <a:p>
            <a:pPr algn="l" rtl="0" eaLnBrk="0">
              <a:lnSpc>
                <a:spcPct val="124000"/>
              </a:lnSpc>
            </a:pPr>
            <a:endParaRPr lang="en-US" altLang="en-US" sz="1000" dirty="0">
              <a:solidFill>
                <a:schemeClr val="dk1"/>
              </a:solidFill>
            </a:endParaRPr>
          </a:p>
          <a:p>
            <a:pPr algn="l" rtl="0" eaLnBrk="0">
              <a:lnSpc>
                <a:spcPct val="6000"/>
              </a:lnSpc>
            </a:pPr>
            <a:endParaRPr lang="en-US" altLang="en-US" sz="100" dirty="0">
              <a:solidFill>
                <a:schemeClr val="dk1"/>
              </a:solidFill>
            </a:endParaRPr>
          </a:p>
          <a:p>
            <a:pPr marL="12700" algn="l" rtl="0" eaLnBrk="0">
              <a:lnSpc>
                <a:spcPct val="102000"/>
              </a:lnSpc>
              <a:tabLst>
                <a:tab pos="11066780" algn="l"/>
              </a:tabLst>
            </a:pPr>
            <a:r>
              <a:rPr sz="3500" kern="0" spc="-190" baseline="-12000" dirty="0">
                <a:solidFill>
                  <a:schemeClr val="dk1"/>
                </a:solidFill>
                <a:cs typeface="Arial" panose="020B0604020202020204"/>
              </a:rPr>
              <a:t>•</a:t>
            </a:r>
            <a:r>
              <a:rPr sz="2200" kern="0" spc="420" dirty="0">
                <a:solidFill>
                  <a:schemeClr val="dk1"/>
                </a:solidFill>
                <a:cs typeface="Arial" panose="020B0604020202020204"/>
              </a:rPr>
              <a:t> </a:t>
            </a:r>
            <a:r>
              <a:rPr sz="3500" b="1" kern="0" spc="-190" baseline="-12000" dirty="0">
                <a:solidFill>
                  <a:schemeClr val="dk1"/>
                </a:solidFill>
                <a:cs typeface="微软雅黑" panose="020B0503020204020204" charset="-122"/>
              </a:rPr>
              <a:t>主要职责：</a:t>
            </a:r>
            <a:r>
              <a:rPr sz="2200" b="1" kern="0" spc="10" dirty="0">
                <a:solidFill>
                  <a:schemeClr val="dk1"/>
                </a:solidFill>
                <a:cs typeface="微软雅黑" panose="020B0503020204020204" charset="-122"/>
              </a:rPr>
              <a:t>                           </a:t>
            </a:r>
            <a:r>
              <a:rPr sz="2200" b="1" kern="0" spc="0" dirty="0">
                <a:solidFill>
                  <a:schemeClr val="dk1"/>
                </a:solidFill>
                <a:cs typeface="微软雅黑" panose="020B0503020204020204" charset="-122"/>
              </a:rPr>
              <a:t>                                          </a:t>
            </a:r>
            <a:r>
              <a:rPr sz="2200" b="1" u="sng" kern="0" spc="20" dirty="0">
                <a:solidFill>
                  <a:schemeClr val="dk1"/>
                </a:solidFill>
                <a:cs typeface="微软雅黑" panose="020B0503020204020204" charset="-122"/>
              </a:rPr>
              <a:t>                 </a:t>
            </a:r>
            <a:r>
              <a:rPr sz="2200" b="1" kern="0" spc="50" dirty="0">
                <a:solidFill>
                  <a:schemeClr val="dk1"/>
                </a:solidFill>
                <a:cs typeface="微软雅黑" panose="020B0503020204020204" charset="-122"/>
              </a:rPr>
              <a:t>        </a:t>
            </a:r>
            <a:r>
              <a:rPr sz="2200" b="1" u="sng" kern="0" spc="0" dirty="0">
                <a:solidFill>
                  <a:schemeClr val="dk1"/>
                </a:solidFill>
                <a:cs typeface="微软雅黑" panose="020B0503020204020204" charset="-122"/>
              </a:rPr>
              <a:t>	</a:t>
            </a:r>
            <a:endParaRPr lang="en-US" altLang="en-US" sz="2200" b="1" u="sng" kern="0" spc="0" dirty="0">
              <a:solidFill>
                <a:schemeClr val="dk1"/>
              </a:solidFill>
              <a:cs typeface="微软雅黑" panose="020B0503020204020204" charset="-122"/>
            </a:endParaRPr>
          </a:p>
        </p:txBody>
      </p:sp>
      <p:sp>
        <p:nvSpPr>
          <p:cNvPr id="5022" name="textbox 5022"/>
          <p:cNvSpPr/>
          <p:nvPr>
            <p:custDataLst>
              <p:tags r:id="rId13"/>
            </p:custDataLst>
          </p:nvPr>
        </p:nvSpPr>
        <p:spPr>
          <a:xfrm>
            <a:off x="9718093" y="2901816"/>
            <a:ext cx="738505" cy="2476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8000"/>
              </a:lnSpc>
            </a:pPr>
            <a:r>
              <a:rPr sz="1400" b="1" u="sng" kern="0" spc="0" dirty="0">
                <a:solidFill>
                  <a:schemeClr val="dk1"/>
                </a:solidFill>
                <a:cs typeface="微软雅黑" panose="020B0503020204020204" charset="-122"/>
              </a:rPr>
              <a:t>咨询职能</a:t>
            </a:r>
            <a:endParaRPr lang="en-US" altLang="en-US" sz="1400" b="1" u="sng" kern="0" spc="0" dirty="0">
              <a:solidFill>
                <a:schemeClr val="dk1"/>
              </a:solidFill>
              <a:cs typeface="微软雅黑" panose="020B0503020204020204" charset="-122"/>
            </a:endParaRPr>
          </a:p>
        </p:txBody>
      </p:sp>
      <p:sp>
        <p:nvSpPr>
          <p:cNvPr id="5026" name="textbox 5026"/>
          <p:cNvSpPr/>
          <p:nvPr>
            <p:custDataLst>
              <p:tags r:id="rId14"/>
            </p:custDataLst>
          </p:nvPr>
        </p:nvSpPr>
        <p:spPr>
          <a:xfrm>
            <a:off x="9864548" y="669792"/>
            <a:ext cx="551815" cy="449580"/>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89000"/>
              </a:lnSpc>
            </a:pPr>
            <a:r>
              <a:rPr sz="1400" b="1" kern="0" spc="-30" dirty="0">
                <a:solidFill>
                  <a:schemeClr val="dk1"/>
                </a:solidFill>
                <a:cs typeface="微软雅黑" panose="020B0503020204020204" charset="-122"/>
              </a:rPr>
              <a:t>战略职</a:t>
            </a:r>
            <a:endParaRPr lang="en-US" altLang="en-US" sz="1400" dirty="0">
              <a:solidFill>
                <a:schemeClr val="dk1"/>
              </a:solidFill>
            </a:endParaRPr>
          </a:p>
          <a:p>
            <a:pPr marL="184150" algn="l" rtl="0" eaLnBrk="0">
              <a:lnSpc>
                <a:spcPct val="99000"/>
              </a:lnSpc>
              <a:spcBef>
                <a:spcPts val="180"/>
              </a:spcBef>
            </a:pPr>
            <a:r>
              <a:rPr sz="1400" b="1" kern="0" spc="-10" dirty="0">
                <a:solidFill>
                  <a:schemeClr val="dk1"/>
                </a:solidFill>
                <a:cs typeface="微软雅黑" panose="020B0503020204020204" charset="-122"/>
              </a:rPr>
              <a:t>能</a:t>
            </a:r>
            <a:endParaRPr lang="en-US" altLang="en-US" sz="1400" b="1" kern="0" spc="-10" dirty="0">
              <a:solidFill>
                <a:schemeClr val="dk1"/>
              </a:solidFill>
              <a:cs typeface="微软雅黑" panose="020B0503020204020204" charset="-122"/>
            </a:endParaRPr>
          </a:p>
        </p:txBody>
      </p:sp>
      <p:sp>
        <p:nvSpPr>
          <p:cNvPr id="5028" name="textbox 5028"/>
          <p:cNvSpPr/>
          <p:nvPr>
            <p:custDataLst>
              <p:tags r:id="rId15"/>
            </p:custDataLst>
          </p:nvPr>
        </p:nvSpPr>
        <p:spPr>
          <a:xfrm>
            <a:off x="9702069" y="1757927"/>
            <a:ext cx="736600" cy="233679"/>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7000"/>
              </a:lnSpc>
            </a:pPr>
            <a:r>
              <a:rPr sz="1400" b="1" kern="0" spc="-10" dirty="0">
                <a:solidFill>
                  <a:schemeClr val="dk1"/>
                </a:solidFill>
                <a:cs typeface="微软雅黑" panose="020B0503020204020204" charset="-122"/>
              </a:rPr>
              <a:t>提升职能</a:t>
            </a:r>
            <a:endParaRPr lang="en-US" altLang="en-US" sz="1400" b="1" kern="0" spc="-10" dirty="0">
              <a:solidFill>
                <a:schemeClr val="dk1"/>
              </a:solidFill>
              <a:cs typeface="微软雅黑" panose="020B0503020204020204" charset="-122"/>
            </a:endParaRPr>
          </a:p>
        </p:txBody>
      </p:sp>
      <p:sp>
        <p:nvSpPr>
          <p:cNvPr id="5030" name="textbox 5030"/>
          <p:cNvSpPr/>
          <p:nvPr>
            <p:custDataLst>
              <p:tags r:id="rId16"/>
            </p:custDataLst>
          </p:nvPr>
        </p:nvSpPr>
        <p:spPr>
          <a:xfrm>
            <a:off x="9710681" y="2347715"/>
            <a:ext cx="735965" cy="234950"/>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8000"/>
              </a:lnSpc>
            </a:pPr>
            <a:r>
              <a:rPr sz="1400" b="1" kern="0" spc="-10" dirty="0">
                <a:solidFill>
                  <a:schemeClr val="dk1"/>
                </a:solidFill>
                <a:cs typeface="微软雅黑" panose="020B0503020204020204" charset="-122"/>
              </a:rPr>
              <a:t>监控职能</a:t>
            </a:r>
            <a:endParaRPr lang="en-US" altLang="en-US" sz="1400" b="1" kern="0" spc="-10" dirty="0">
              <a:solidFill>
                <a:schemeClr val="dk1"/>
              </a:solidFill>
              <a:cs typeface="微软雅黑" panose="020B0503020204020204" charset="-122"/>
            </a:endParaRPr>
          </a:p>
        </p:txBody>
      </p:sp>
      <p:sp>
        <p:nvSpPr>
          <p:cNvPr id="5032" name="textbox 5032"/>
          <p:cNvSpPr/>
          <p:nvPr>
            <p:custDataLst>
              <p:tags r:id="rId17"/>
            </p:custDataLst>
          </p:nvPr>
        </p:nvSpPr>
        <p:spPr>
          <a:xfrm>
            <a:off x="9724830" y="1305807"/>
            <a:ext cx="735965" cy="233679"/>
          </a:xfrm>
          <a:prstGeom prst="rect">
            <a:avLst/>
          </a:prstGeom>
        </p:spPr>
        <p:txBody>
          <a:bodyPr vert="horz" wrap="square" lIns="0" tIns="0" rIns="0" bIns="0">
            <a:normAutofit/>
          </a:bodyPr>
          <a:lstStyle/>
          <a:p>
            <a:pPr algn="l" rtl="0" eaLnBrk="0">
              <a:lnSpc>
                <a:spcPct val="90000"/>
              </a:lnSpc>
            </a:pPr>
            <a:endParaRPr lang="en-US" altLang="en-US" sz="100" dirty="0">
              <a:solidFill>
                <a:schemeClr val="dk1"/>
              </a:solidFill>
            </a:endParaRPr>
          </a:p>
          <a:p>
            <a:pPr marL="12700" algn="l" rtl="0" eaLnBrk="0">
              <a:lnSpc>
                <a:spcPct val="97000"/>
              </a:lnSpc>
            </a:pPr>
            <a:r>
              <a:rPr sz="1400" b="1" kern="0" spc="-10" dirty="0">
                <a:solidFill>
                  <a:schemeClr val="dk1"/>
                </a:solidFill>
                <a:cs typeface="微软雅黑" panose="020B0503020204020204" charset="-122"/>
              </a:rPr>
              <a:t>执行职能</a:t>
            </a:r>
            <a:endParaRPr lang="en-US" altLang="en-US" sz="1400" b="1" kern="0" spc="-10" dirty="0">
              <a:solidFill>
                <a:schemeClr val="dk1"/>
              </a:solidFill>
              <a:cs typeface="微软雅黑" panose="020B0503020204020204" charset="-122"/>
            </a:endParaRPr>
          </a:p>
        </p:txBody>
      </p:sp>
      <p:grpSp>
        <p:nvGrpSpPr>
          <p:cNvPr id="586" name="group 586"/>
          <p:cNvGrpSpPr/>
          <p:nvPr/>
        </p:nvGrpSpPr>
        <p:grpSpPr>
          <a:xfrm rot="21600000">
            <a:off x="8970264" y="2125789"/>
            <a:ext cx="2382011" cy="27876"/>
            <a:chOff x="0" y="0"/>
            <a:chExt cx="2382011" cy="27876"/>
          </a:xfrm>
        </p:grpSpPr>
        <p:sp>
          <p:nvSpPr>
            <p:cNvPr id="5034" name="path"/>
            <p:cNvSpPr/>
            <p:nvPr/>
          </p:nvSpPr>
          <p:spPr>
            <a:xfrm>
              <a:off x="0" y="16764"/>
              <a:ext cx="2296667" cy="9525"/>
            </a:xfrm>
            <a:custGeom>
              <a:avLst/>
              <a:gdLst/>
              <a:ahLst/>
              <a:cxnLst/>
              <a:rect l="0" t="0" r="0" b="0"/>
              <a:pathLst>
                <a:path w="3616" h="15">
                  <a:moveTo>
                    <a:pt x="0" y="7"/>
                  </a:moveTo>
                  <a:lnTo>
                    <a:pt x="3616"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5036" name="path"/>
            <p:cNvSpPr/>
            <p:nvPr/>
          </p:nvSpPr>
          <p:spPr>
            <a:xfrm>
              <a:off x="0" y="15176"/>
              <a:ext cx="2382011" cy="12700"/>
            </a:xfrm>
            <a:custGeom>
              <a:avLst/>
              <a:gdLst/>
              <a:ahLst/>
              <a:cxnLst/>
              <a:rect l="0" t="0" r="0" b="0"/>
              <a:pathLst>
                <a:path w="3751" h="20">
                  <a:moveTo>
                    <a:pt x="3751" y="10"/>
                  </a:moveTo>
                  <a:lnTo>
                    <a:pt x="0" y="10"/>
                  </a:lnTo>
                </a:path>
              </a:pathLst>
            </a:custGeom>
            <a:noFill/>
            <a:ln w="12700" cap="flat">
              <a:solidFill>
                <a:srgbClr val="D9D9D9">
                  <a:alpha val="100000"/>
                </a:srgbClr>
              </a:solidFill>
              <a:prstDash val="solid"/>
              <a:miter lim="800000"/>
            </a:ln>
          </p:spPr>
          <p:txBody>
            <a:bodyPr rtlCol="0"/>
            <a:lstStyle/>
            <a:p>
              <a:pPr algn="ctr"/>
              <a:endParaRPr lang="zh-CN" altLang="en-US"/>
            </a:p>
          </p:txBody>
        </p:sp>
        <p:sp>
          <p:nvSpPr>
            <p:cNvPr id="5038" name="path"/>
            <p:cNvSpPr/>
            <p:nvPr/>
          </p:nvSpPr>
          <p:spPr>
            <a:xfrm>
              <a:off x="6095" y="0"/>
              <a:ext cx="2296667" cy="9525"/>
            </a:xfrm>
            <a:custGeom>
              <a:avLst/>
              <a:gdLst/>
              <a:ahLst/>
              <a:cxnLst/>
              <a:rect l="0" t="0" r="0" b="0"/>
              <a:pathLst>
                <a:path w="3616" h="15">
                  <a:moveTo>
                    <a:pt x="0" y="7"/>
                  </a:moveTo>
                  <a:lnTo>
                    <a:pt x="3616" y="7"/>
                  </a:lnTo>
                </a:path>
              </a:pathLst>
            </a:custGeom>
            <a:noFill/>
            <a:ln w="9525" cap="flat">
              <a:solidFill>
                <a:srgbClr val="000000">
                  <a:alpha val="100000"/>
                </a:srgbClr>
              </a:solidFill>
              <a:prstDash val="solid"/>
              <a:round/>
            </a:ln>
          </p:spPr>
          <p:txBody>
            <a:bodyPr rtlCol="0"/>
            <a:lstStyle/>
            <a:p>
              <a:pPr algn="ctr"/>
              <a:endParaRPr lang="zh-CN" altLang="en-US"/>
            </a:p>
          </p:txBody>
        </p:sp>
      </p:grpSp>
      <p:grpSp>
        <p:nvGrpSpPr>
          <p:cNvPr id="588" name="group 588"/>
          <p:cNvGrpSpPr/>
          <p:nvPr/>
        </p:nvGrpSpPr>
        <p:grpSpPr>
          <a:xfrm rot="21600000">
            <a:off x="9624059" y="1116901"/>
            <a:ext cx="1030224" cy="55245"/>
            <a:chOff x="0" y="0"/>
            <a:chExt cx="1030224" cy="55245"/>
          </a:xfrm>
        </p:grpSpPr>
        <p:sp>
          <p:nvSpPr>
            <p:cNvPr id="5040" name="path"/>
            <p:cNvSpPr/>
            <p:nvPr/>
          </p:nvSpPr>
          <p:spPr>
            <a:xfrm>
              <a:off x="10667" y="45720"/>
              <a:ext cx="1019557" cy="9525"/>
            </a:xfrm>
            <a:custGeom>
              <a:avLst/>
              <a:gdLst/>
              <a:ahLst/>
              <a:cxnLst/>
              <a:rect l="0" t="0" r="0" b="0"/>
              <a:pathLst>
                <a:path w="1605" h="15">
                  <a:moveTo>
                    <a:pt x="0" y="7"/>
                  </a:moveTo>
                  <a:lnTo>
                    <a:pt x="1605"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5042" name="path"/>
            <p:cNvSpPr/>
            <p:nvPr/>
          </p:nvSpPr>
          <p:spPr>
            <a:xfrm>
              <a:off x="0" y="0"/>
              <a:ext cx="1021080" cy="9525"/>
            </a:xfrm>
            <a:custGeom>
              <a:avLst/>
              <a:gdLst/>
              <a:ahLst/>
              <a:cxnLst/>
              <a:rect l="0" t="0" r="0" b="0"/>
              <a:pathLst>
                <a:path w="1608" h="15">
                  <a:moveTo>
                    <a:pt x="0" y="7"/>
                  </a:moveTo>
                  <a:lnTo>
                    <a:pt x="1608" y="7"/>
                  </a:lnTo>
                </a:path>
              </a:pathLst>
            </a:custGeom>
            <a:noFill/>
            <a:ln w="9525" cap="flat">
              <a:solidFill>
                <a:srgbClr val="000000">
                  <a:alpha val="100000"/>
                </a:srgbClr>
              </a:solidFill>
              <a:prstDash val="solid"/>
              <a:round/>
            </a:ln>
          </p:spPr>
          <p:txBody>
            <a:bodyPr rtlCol="0"/>
            <a:lstStyle/>
            <a:p>
              <a:pPr algn="ctr"/>
              <a:endParaRPr lang="zh-CN" altLang="en-US"/>
            </a:p>
          </p:txBody>
        </p:sp>
      </p:grpSp>
      <p:grpSp>
        <p:nvGrpSpPr>
          <p:cNvPr id="590" name="group 590"/>
          <p:cNvGrpSpPr/>
          <p:nvPr/>
        </p:nvGrpSpPr>
        <p:grpSpPr>
          <a:xfrm rot="21600000">
            <a:off x="9328399" y="1621345"/>
            <a:ext cx="1641357" cy="21716"/>
            <a:chOff x="0" y="0"/>
            <a:chExt cx="1641357" cy="21716"/>
          </a:xfrm>
        </p:grpSpPr>
        <p:sp>
          <p:nvSpPr>
            <p:cNvPr id="5044" name="path"/>
            <p:cNvSpPr/>
            <p:nvPr/>
          </p:nvSpPr>
          <p:spPr>
            <a:xfrm>
              <a:off x="0" y="10667"/>
              <a:ext cx="1632212" cy="11048"/>
            </a:xfrm>
            <a:custGeom>
              <a:avLst/>
              <a:gdLst/>
              <a:ahLst/>
              <a:cxnLst/>
              <a:rect l="0" t="0" r="0" b="0"/>
              <a:pathLst>
                <a:path w="2570" h="17">
                  <a:moveTo>
                    <a:pt x="0" y="9"/>
                  </a:moveTo>
                  <a:lnTo>
                    <a:pt x="2570"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5046" name="path"/>
            <p:cNvSpPr/>
            <p:nvPr/>
          </p:nvSpPr>
          <p:spPr>
            <a:xfrm>
              <a:off x="7619" y="0"/>
              <a:ext cx="1633737" cy="11048"/>
            </a:xfrm>
            <a:custGeom>
              <a:avLst/>
              <a:gdLst/>
              <a:ahLst/>
              <a:cxnLst/>
              <a:rect l="0" t="0" r="0" b="0"/>
              <a:pathLst>
                <a:path w="2572" h="17">
                  <a:moveTo>
                    <a:pt x="0" y="9"/>
                  </a:moveTo>
                  <a:lnTo>
                    <a:pt x="2572" y="7"/>
                  </a:lnTo>
                </a:path>
              </a:pathLst>
            </a:custGeom>
            <a:noFill/>
            <a:ln w="9525" cap="flat">
              <a:solidFill>
                <a:srgbClr val="000000">
                  <a:alpha val="100000"/>
                </a:srgbClr>
              </a:solidFill>
              <a:prstDash val="solid"/>
              <a:round/>
            </a:ln>
          </p:spPr>
          <p:txBody>
            <a:bodyPr rtlCol="0"/>
            <a:lstStyle/>
            <a:p>
              <a:pPr algn="ctr"/>
              <a:endParaRPr lang="zh-CN" altLang="en-US"/>
            </a:p>
          </p:txBody>
        </p:sp>
      </p:grpSp>
      <p:sp>
        <p:nvSpPr>
          <p:cNvPr id="5048" name="rect"/>
          <p:cNvSpPr/>
          <p:nvPr/>
        </p:nvSpPr>
        <p:spPr>
          <a:xfrm>
            <a:off x="8613647" y="2697289"/>
            <a:ext cx="3052571" cy="9525"/>
          </a:xfrm>
          <a:prstGeom prst="rect">
            <a:avLst/>
          </a:prstGeom>
          <a:solidFill>
            <a:srgbClr val="000000">
              <a:alpha val="100000"/>
            </a:srgbClr>
          </a:solidFill>
          <a:ln cap="flat">
            <a:noFill/>
            <a:prstDash val="solid"/>
            <a:miter lim="0"/>
          </a:ln>
        </p:spPr>
        <p:txBody>
          <a:bodyPr rtlCol="0"/>
          <a:lstStyle/>
          <a:p>
            <a:pPr algn="ctr"/>
            <a:endParaRPr lang="zh-CN" altLang="en-US"/>
          </a:p>
        </p:txBody>
      </p:sp>
    </p:spTree>
    <p:custDataLst>
      <p:tags r:id="rId18"/>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0" name="rect"/>
          <p:cNvSpPr/>
          <p:nvPr/>
        </p:nvSpPr>
        <p:spPr>
          <a:xfrm>
            <a:off x="1577339" y="3133344"/>
            <a:ext cx="990600" cy="307847"/>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5052" name="rect"/>
          <p:cNvSpPr/>
          <p:nvPr/>
        </p:nvSpPr>
        <p:spPr>
          <a:xfrm>
            <a:off x="4512563" y="3678935"/>
            <a:ext cx="1491996" cy="307848"/>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5054" name="rect"/>
          <p:cNvSpPr/>
          <p:nvPr/>
        </p:nvSpPr>
        <p:spPr>
          <a:xfrm>
            <a:off x="3781044" y="3148584"/>
            <a:ext cx="990600" cy="307847"/>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5056" name="rect"/>
          <p:cNvSpPr/>
          <p:nvPr/>
        </p:nvSpPr>
        <p:spPr>
          <a:xfrm>
            <a:off x="4872228" y="3154680"/>
            <a:ext cx="789432" cy="307847"/>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5058" name="rect"/>
          <p:cNvSpPr/>
          <p:nvPr/>
        </p:nvSpPr>
        <p:spPr>
          <a:xfrm>
            <a:off x="8147304" y="3140964"/>
            <a:ext cx="630935" cy="307847"/>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5060" name="rect"/>
          <p:cNvSpPr/>
          <p:nvPr/>
        </p:nvSpPr>
        <p:spPr>
          <a:xfrm>
            <a:off x="6888480" y="3140964"/>
            <a:ext cx="1168907" cy="307847"/>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5062" name="rect"/>
          <p:cNvSpPr/>
          <p:nvPr/>
        </p:nvSpPr>
        <p:spPr>
          <a:xfrm>
            <a:off x="4296155" y="4344923"/>
            <a:ext cx="1923287" cy="307848"/>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5064" name="rect"/>
          <p:cNvSpPr/>
          <p:nvPr/>
        </p:nvSpPr>
        <p:spPr>
          <a:xfrm>
            <a:off x="5800344" y="3140964"/>
            <a:ext cx="989075" cy="307847"/>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5066" name="rect"/>
          <p:cNvSpPr/>
          <p:nvPr/>
        </p:nvSpPr>
        <p:spPr>
          <a:xfrm>
            <a:off x="6786371" y="4344923"/>
            <a:ext cx="2406395" cy="307848"/>
          </a:xfrm>
          <a:prstGeom prst="rect">
            <a:avLst/>
          </a:prstGeom>
          <a:solidFill>
            <a:schemeClr val="accent1">
              <a:alpha val="100000"/>
            </a:schemeClr>
          </a:solidFill>
          <a:ln cap="flat">
            <a:noFill/>
            <a:prstDash val="solid"/>
            <a:miter lim="0"/>
          </a:ln>
        </p:spPr>
        <p:txBody>
          <a:bodyPr rtlCol="0"/>
          <a:lstStyle/>
          <a:p>
            <a:pPr algn="ctr"/>
            <a:endParaRPr lang="zh-CN" altLang="en-US"/>
          </a:p>
        </p:txBody>
      </p:sp>
      <p:graphicFrame>
        <p:nvGraphicFramePr>
          <p:cNvPr id="5068" name="table 5068"/>
          <p:cNvGraphicFramePr>
            <a:graphicFrameLocks noGrp="1"/>
          </p:cNvGraphicFramePr>
          <p:nvPr>
            <p:custDataLst>
              <p:tags r:id="rId1"/>
            </p:custDataLst>
          </p:nvPr>
        </p:nvGraphicFramePr>
        <p:xfrm>
          <a:off x="1522476" y="2877311"/>
          <a:ext cx="7670165" cy="1775460"/>
        </p:xfrm>
        <a:graphic>
          <a:graphicData uri="http://schemas.openxmlformats.org/drawingml/2006/table">
            <a:tbl>
              <a:tblPr/>
              <a:tblGrid>
                <a:gridCol w="2192020"/>
                <a:gridCol w="5478144"/>
              </a:tblGrid>
              <a:tr h="1775460">
                <a:tc>
                  <a:txBody>
                    <a:bodyPr/>
                    <a:lstStyle/>
                    <a:p>
                      <a:pPr algn="l" rtl="0" eaLnBrk="0">
                        <a:lnSpc>
                          <a:spcPct val="108000"/>
                        </a:lnSpc>
                      </a:pPr>
                      <a:endParaRPr lang="en-US" altLang="en-US" sz="1000" dirty="0"/>
                    </a:p>
                    <a:p>
                      <a:pPr algn="l" rtl="0" eaLnBrk="0">
                        <a:lnSpc>
                          <a:spcPct val="108000"/>
                        </a:lnSpc>
                      </a:pPr>
                      <a:endParaRPr lang="en-US" altLang="en-US" sz="1000" dirty="0"/>
                    </a:p>
                    <a:p>
                      <a:pPr marL="106680" algn="l" rtl="0" eaLnBrk="0">
                        <a:lnSpc>
                          <a:spcPct val="98000"/>
                        </a:lnSpc>
                        <a:spcBef>
                          <a:spcPts val="5"/>
                        </a:spcBef>
                      </a:pPr>
                      <a:r>
                        <a:rPr sz="1400" b="1" kern="0" spc="-10" dirty="0">
                          <a:solidFill>
                            <a:srgbClr val="FFFFFF">
                              <a:alpha val="100000"/>
                            </a:srgbClr>
                          </a:solidFill>
                          <a:cs typeface="微软雅黑" panose="020B0503020204020204" charset="-122"/>
                        </a:rPr>
                        <a:t>系统研发部</a:t>
                      </a:r>
                      <a:endParaRPr lang="en-US" altLang="en-US" sz="1400" dirty="0"/>
                    </a:p>
                  </a:txBody>
                  <a:tcPr marL="0" marR="0" marT="0" marB="0" vert="horz">
                    <a:lnL>
                      <a:noFill/>
                    </a:lnL>
                    <a:lnR>
                      <a:noFill/>
                    </a:lnR>
                    <a:lnT>
                      <a:noFill/>
                    </a:lnT>
                    <a:lnB>
                      <a:noFill/>
                    </a:lnB>
                  </a:tcPr>
                </a:tc>
                <a:tc>
                  <a:txBody>
                    <a:bodyPr/>
                    <a:lstStyle/>
                    <a:p>
                      <a:pPr algn="l" rtl="0" eaLnBrk="0">
                        <a:lnSpc>
                          <a:spcPct val="111000"/>
                        </a:lnSpc>
                      </a:pPr>
                      <a:endParaRPr lang="en-US" altLang="en-US" sz="1000" dirty="0"/>
                    </a:p>
                    <a:p>
                      <a:pPr algn="l" rtl="0" eaLnBrk="0">
                        <a:lnSpc>
                          <a:spcPct val="111000"/>
                        </a:lnSpc>
                      </a:pPr>
                      <a:endParaRPr lang="en-US" altLang="en-US" sz="1000" dirty="0"/>
                    </a:p>
                    <a:p>
                      <a:pPr marL="118110" algn="l" rtl="0" eaLnBrk="0">
                        <a:lnSpc>
                          <a:spcPct val="95000"/>
                        </a:lnSpc>
                        <a:spcBef>
                          <a:spcPts val="5"/>
                        </a:spcBef>
                      </a:pPr>
                      <a:r>
                        <a:rPr sz="1400" b="1" kern="0" spc="0" dirty="0">
                          <a:solidFill>
                            <a:srgbClr val="FFFFFF">
                              <a:alpha val="100000"/>
                            </a:srgbClr>
                          </a:solidFill>
                          <a:cs typeface="微软雅黑" panose="020B0503020204020204" charset="-122"/>
                        </a:rPr>
                        <a:t>系统运维部    </a:t>
                      </a:r>
                      <a:r>
                        <a:rPr sz="1400" b="1" kern="0" spc="0" dirty="0">
                          <a:solidFill>
                            <a:srgbClr val="FFFFFF">
                              <a:alpha val="100000"/>
                            </a:srgbClr>
                          </a:solidFill>
                          <a:cs typeface="Arial" panose="020B0604020202020204"/>
                        </a:rPr>
                        <a:t>IT</a:t>
                      </a:r>
                      <a:r>
                        <a:rPr sz="1400" b="1" kern="0" spc="0" dirty="0">
                          <a:solidFill>
                            <a:srgbClr val="FFFFFF">
                              <a:alpha val="100000"/>
                            </a:srgbClr>
                          </a:solidFill>
                          <a:cs typeface="微软雅黑" panose="020B0503020204020204" charset="-122"/>
                        </a:rPr>
                        <a:t>管控部    数据支撑部    </a:t>
                      </a:r>
                      <a:r>
                        <a:rPr sz="1400" b="1" kern="0" spc="-10" dirty="0">
                          <a:solidFill>
                            <a:srgbClr val="FFFFFF">
                              <a:alpha val="100000"/>
                            </a:srgbClr>
                          </a:solidFill>
                          <a:cs typeface="微软雅黑" panose="020B0503020204020204" charset="-122"/>
                        </a:rPr>
                        <a:t>单系统项目部    吉联星</a:t>
                      </a:r>
                      <a:endParaRPr lang="en-US" altLang="en-US" sz="1400" dirty="0"/>
                    </a:p>
                    <a:p>
                      <a:pPr algn="l" rtl="0" eaLnBrk="0">
                        <a:lnSpc>
                          <a:spcPct val="184000"/>
                        </a:lnSpc>
                      </a:pPr>
                      <a:endParaRPr lang="en-US" altLang="en-US" sz="1000" dirty="0"/>
                    </a:p>
                    <a:p>
                      <a:pPr marL="797560" algn="l" rtl="0" eaLnBrk="0">
                        <a:lnSpc>
                          <a:spcPct val="89000"/>
                        </a:lnSpc>
                        <a:spcBef>
                          <a:spcPts val="430"/>
                        </a:spcBef>
                        <a:tabLst>
                          <a:tab pos="854710" algn="l"/>
                        </a:tabLst>
                      </a:pPr>
                      <a:r>
                        <a:rPr sz="1400" kern="0" spc="0" dirty="0">
                          <a:solidFill>
                            <a:srgbClr val="000000">
                              <a:alpha val="100000"/>
                            </a:srgbClr>
                          </a:solidFill>
                          <a:cs typeface="Arial" panose="020B0604020202020204"/>
                        </a:rPr>
                        <a:t>	</a:t>
                      </a:r>
                      <a:r>
                        <a:rPr sz="1400" b="1" kern="0" spc="-10" dirty="0">
                          <a:solidFill>
                            <a:srgbClr val="000000">
                              <a:alpha val="100000"/>
                            </a:srgbClr>
                          </a:solidFill>
                          <a:cs typeface="Arial" panose="020B0604020202020204"/>
                        </a:rPr>
                        <a:t>IT</a:t>
                      </a:r>
                      <a:r>
                        <a:rPr sz="1400" b="1" kern="0" spc="-10" dirty="0">
                          <a:solidFill>
                            <a:srgbClr val="000000">
                              <a:alpha val="100000"/>
                            </a:srgbClr>
                          </a:solidFill>
                          <a:cs typeface="微软雅黑" panose="020B0503020204020204" charset="-122"/>
                        </a:rPr>
                        <a:t>项目管理组</a:t>
                      </a:r>
                      <a:r>
                        <a:rPr sz="1400" b="1" kern="0" spc="-10" dirty="0">
                          <a:solidFill>
                            <a:srgbClr val="000000">
                              <a:alpha val="100000"/>
                            </a:srgbClr>
                          </a:solidFill>
                          <a:cs typeface="Arial" panose="020B0604020202020204"/>
                        </a:rPr>
                        <a:t>(5)</a:t>
                      </a:r>
                      <a:r>
                        <a:rPr sz="1400" b="1" kern="0" spc="0" dirty="0">
                          <a:solidFill>
                            <a:srgbClr val="000000">
                              <a:alpha val="100000"/>
                            </a:srgbClr>
                          </a:solidFill>
                          <a:cs typeface="Arial" panose="020B0604020202020204"/>
                        </a:rPr>
                        <a:t>    </a:t>
                      </a:r>
                      <a:endParaRPr lang="en-US" altLang="en-US" sz="1400" dirty="0"/>
                    </a:p>
                    <a:p>
                      <a:pPr algn="l" rtl="0" eaLnBrk="0">
                        <a:lnSpc>
                          <a:spcPct val="139000"/>
                        </a:lnSpc>
                      </a:pPr>
                      <a:endParaRPr lang="en-US" altLang="en-US" sz="1000" dirty="0"/>
                    </a:p>
                    <a:p>
                      <a:pPr algn="l" rtl="0" eaLnBrk="0">
                        <a:lnSpc>
                          <a:spcPct val="139000"/>
                        </a:lnSpc>
                      </a:pPr>
                      <a:endParaRPr lang="en-US" altLang="en-US" sz="1000" dirty="0"/>
                    </a:p>
                    <a:p>
                      <a:pPr algn="l" rtl="0" eaLnBrk="0">
                        <a:lnSpc>
                          <a:spcPct val="116000"/>
                        </a:lnSpc>
                      </a:pPr>
                      <a:endParaRPr lang="en-US" altLang="en-US" sz="300" dirty="0"/>
                    </a:p>
                    <a:p>
                      <a:pPr marL="581025" algn="l" rtl="0" eaLnBrk="0">
                        <a:lnSpc>
                          <a:spcPct val="91000"/>
                        </a:lnSpc>
                        <a:spcBef>
                          <a:spcPts val="5"/>
                        </a:spcBef>
                        <a:tabLst>
                          <a:tab pos="643890" algn="l"/>
                        </a:tabLst>
                      </a:pPr>
                      <a:r>
                        <a:rPr sz="1400" kern="0" spc="0" dirty="0">
                          <a:solidFill>
                            <a:srgbClr val="000000">
                              <a:alpha val="100000"/>
                            </a:srgbClr>
                          </a:solidFill>
                          <a:cs typeface="Arial" panose="020B0604020202020204"/>
                        </a:rPr>
                        <a:t>	IT</a:t>
                      </a:r>
                      <a:r>
                        <a:rPr sz="1400" kern="0" spc="0" dirty="0">
                          <a:solidFill>
                            <a:srgbClr val="000000">
                              <a:alpha val="100000"/>
                            </a:srgbClr>
                          </a:solidFill>
                          <a:cs typeface="微软雅黑" panose="020B0503020204020204" charset="-122"/>
                        </a:rPr>
                        <a:t>项目管理后勤保障</a:t>
                      </a:r>
                      <a:r>
                        <a:rPr sz="1400" kern="0" spc="0" dirty="0">
                          <a:solidFill>
                            <a:srgbClr val="000000">
                              <a:alpha val="100000"/>
                            </a:srgbClr>
                          </a:solidFill>
                          <a:cs typeface="Arial" panose="020B0604020202020204"/>
                        </a:rPr>
                        <a:t>(1)              IT</a:t>
                      </a:r>
                      <a:r>
                        <a:rPr sz="1400" kern="0" spc="-10" dirty="0">
                          <a:solidFill>
                            <a:srgbClr val="000000">
                              <a:alpha val="100000"/>
                            </a:srgbClr>
                          </a:solidFill>
                          <a:cs typeface="Arial" panose="020B0604020202020204"/>
                        </a:rPr>
                        <a:t> PM</a:t>
                      </a:r>
                      <a:r>
                        <a:rPr sz="1400" kern="0" spc="-10" dirty="0">
                          <a:solidFill>
                            <a:srgbClr val="000000">
                              <a:alpha val="100000"/>
                            </a:srgbClr>
                          </a:solidFill>
                          <a:cs typeface="微软雅黑" panose="020B0503020204020204" charset="-122"/>
                        </a:rPr>
                        <a:t>和敏捷教练培训支持</a:t>
                      </a:r>
                      <a:r>
                        <a:rPr sz="1400" kern="0" spc="-10" dirty="0">
                          <a:solidFill>
                            <a:srgbClr val="000000">
                              <a:alpha val="100000"/>
                            </a:srgbClr>
                          </a:solidFill>
                          <a:cs typeface="Arial" panose="020B0604020202020204"/>
                        </a:rPr>
                        <a:t>(1)  </a:t>
                      </a:r>
                      <a:endParaRPr lang="en-US" altLang="en-US" sz="1400" dirty="0"/>
                    </a:p>
                  </a:txBody>
                  <a:tcPr marL="0" marR="0" marT="0" marB="0" vert="horz">
                    <a:lnL>
                      <a:noFill/>
                    </a:lnL>
                    <a:lnR>
                      <a:noFill/>
                    </a:lnR>
                    <a:lnT>
                      <a:noFill/>
                    </a:lnT>
                    <a:lnB>
                      <a:noFill/>
                    </a:lnB>
                  </a:tcPr>
                </a:tc>
              </a:tr>
            </a:tbl>
          </a:graphicData>
        </a:graphic>
      </p:graphicFrame>
      <p:sp>
        <p:nvSpPr>
          <p:cNvPr id="5070" name="textbox 5070"/>
          <p:cNvSpPr/>
          <p:nvPr>
            <p:custDataLst>
              <p:tags r:id="rId2"/>
            </p:custDataLst>
          </p:nvPr>
        </p:nvSpPr>
        <p:spPr>
          <a:xfrm>
            <a:off x="893362" y="466439"/>
            <a:ext cx="7595869" cy="1419225"/>
          </a:xfrm>
          <a:prstGeom prst="rect">
            <a:avLst/>
          </a:prstGeom>
        </p:spPr>
        <p:txBody>
          <a:bodyPr vert="horz" wrap="square" lIns="0" tIns="0" rIns="0" bIns="0"/>
          <a:lstStyle/>
          <a:p>
            <a:pPr algn="l" rtl="0" eaLnBrk="0">
              <a:lnSpc>
                <a:spcPct val="88000"/>
              </a:lnSpc>
            </a:pPr>
            <a:endParaRPr lang="en-US" altLang="en-US" sz="100" dirty="0">
              <a:solidFill>
                <a:schemeClr val="dk1"/>
              </a:solidFill>
            </a:endParaRPr>
          </a:p>
          <a:p>
            <a:pPr marL="12700" algn="l" rtl="0" eaLnBrk="0">
              <a:lnSpc>
                <a:spcPct val="88000"/>
              </a:lnSpc>
            </a:pPr>
            <a:r>
              <a:rPr sz="2000" b="1" kern="0" spc="-10" dirty="0">
                <a:solidFill>
                  <a:schemeClr val="dk1"/>
                </a:solidFill>
                <a:cs typeface="微软雅黑" panose="020B0503020204020204" charset="-122"/>
              </a:rPr>
              <a:t>IT 项目管理组（IT</a:t>
            </a:r>
            <a:r>
              <a:rPr sz="2000" b="1" kern="0" spc="150" dirty="0">
                <a:solidFill>
                  <a:schemeClr val="dk1"/>
                </a:solidFill>
                <a:cs typeface="微软雅黑" panose="020B0503020204020204" charset="-122"/>
              </a:rPr>
              <a:t> </a:t>
            </a:r>
            <a:r>
              <a:rPr sz="2000" b="1" kern="0" spc="-10" dirty="0">
                <a:solidFill>
                  <a:schemeClr val="dk1"/>
                </a:solidFill>
                <a:cs typeface="微软雅黑" panose="020B0503020204020204" charset="-122"/>
              </a:rPr>
              <a:t>PMO）组织架构(Propo</a:t>
            </a:r>
            <a:r>
              <a:rPr sz="2000" b="1" kern="0" spc="-20" dirty="0">
                <a:solidFill>
                  <a:schemeClr val="dk1"/>
                </a:solidFill>
                <a:cs typeface="微软雅黑" panose="020B0503020204020204" charset="-122"/>
              </a:rPr>
              <a:t>sed)</a:t>
            </a:r>
            <a:endParaRPr lang="en-US" altLang="en-US" sz="2000" dirty="0">
              <a:solidFill>
                <a:schemeClr val="dk1"/>
              </a:solidFill>
            </a:endParaRPr>
          </a:p>
          <a:p>
            <a:pPr algn="l" rtl="0" eaLnBrk="0">
              <a:lnSpc>
                <a:spcPct val="110000"/>
              </a:lnSpc>
            </a:pPr>
            <a:endParaRPr lang="en-US" altLang="en-US" sz="1000" dirty="0">
              <a:solidFill>
                <a:schemeClr val="dk1"/>
              </a:solidFill>
            </a:endParaRPr>
          </a:p>
          <a:p>
            <a:pPr algn="l" rtl="0" eaLnBrk="0">
              <a:lnSpc>
                <a:spcPct val="111000"/>
              </a:lnSpc>
            </a:pPr>
            <a:endParaRPr lang="en-US" altLang="en-US" sz="1000" dirty="0">
              <a:solidFill>
                <a:schemeClr val="dk1"/>
              </a:solidFill>
            </a:endParaRPr>
          </a:p>
          <a:p>
            <a:pPr algn="l" rtl="0" eaLnBrk="0">
              <a:lnSpc>
                <a:spcPct val="101000"/>
              </a:lnSpc>
            </a:pPr>
            <a:endParaRPr lang="en-US" altLang="en-US" sz="600" dirty="0">
              <a:solidFill>
                <a:schemeClr val="dk1"/>
              </a:solidFill>
            </a:endParaRPr>
          </a:p>
          <a:p>
            <a:pPr marL="268605" indent="-216535" algn="l" rtl="0" eaLnBrk="0">
              <a:lnSpc>
                <a:spcPct val="95000"/>
              </a:lnSpc>
              <a:spcBef>
                <a:spcPts val="5"/>
              </a:spcBef>
            </a:pPr>
            <a:r>
              <a:rPr sz="2400" kern="0" spc="-50" dirty="0">
                <a:solidFill>
                  <a:schemeClr val="dk1"/>
                </a:solidFill>
                <a:cs typeface="Arial" panose="020B0604020202020204"/>
              </a:rPr>
              <a:t>•</a:t>
            </a:r>
            <a:r>
              <a:rPr sz="2400" kern="0" spc="320" dirty="0">
                <a:solidFill>
                  <a:schemeClr val="dk1"/>
                </a:solidFill>
                <a:cs typeface="Arial" panose="020B0604020202020204"/>
              </a:rPr>
              <a:t> </a:t>
            </a:r>
            <a:r>
              <a:rPr sz="2400" b="1" kern="0" spc="-50" dirty="0">
                <a:solidFill>
                  <a:schemeClr val="dk1"/>
                </a:solidFill>
                <a:cs typeface="微软雅黑" panose="020B0503020204020204" charset="-122"/>
              </a:rPr>
              <a:t>核心变化：  </a:t>
            </a:r>
            <a:r>
              <a:rPr sz="2400" kern="0" spc="-50" dirty="0">
                <a:solidFill>
                  <a:schemeClr val="dk1"/>
                </a:solidFill>
                <a:cs typeface="微软雅黑" panose="020B0503020204020204" charset="-122"/>
              </a:rPr>
              <a:t>建议合并现有的技</a:t>
            </a:r>
            <a:r>
              <a:rPr sz="2400" kern="0" spc="-60" dirty="0">
                <a:solidFill>
                  <a:schemeClr val="dk1"/>
                </a:solidFill>
                <a:cs typeface="微软雅黑" panose="020B0503020204020204" charset="-122"/>
              </a:rPr>
              <a:t>术</a:t>
            </a:r>
            <a:r>
              <a:rPr sz="2400" kern="0" spc="-60" dirty="0">
                <a:solidFill>
                  <a:schemeClr val="dk1"/>
                </a:solidFill>
                <a:cs typeface="Arial" panose="020B0604020202020204"/>
              </a:rPr>
              <a:t>PMO</a:t>
            </a:r>
            <a:r>
              <a:rPr sz="2400" kern="0" spc="-60" dirty="0">
                <a:solidFill>
                  <a:schemeClr val="dk1"/>
                </a:solidFill>
                <a:cs typeface="微软雅黑" panose="020B0503020204020204" charset="-122"/>
              </a:rPr>
              <a:t>组和</a:t>
            </a:r>
            <a:r>
              <a:rPr sz="2400" kern="0" spc="-60" dirty="0">
                <a:solidFill>
                  <a:schemeClr val="dk1"/>
                </a:solidFill>
                <a:cs typeface="Arial" panose="020B0604020202020204"/>
              </a:rPr>
              <a:t>QA</a:t>
            </a:r>
            <a:r>
              <a:rPr sz="2400" kern="0" spc="-60" dirty="0">
                <a:solidFill>
                  <a:schemeClr val="dk1"/>
                </a:solidFill>
                <a:cs typeface="微软雅黑" panose="020B0503020204020204" charset="-122"/>
              </a:rPr>
              <a:t>组</a:t>
            </a:r>
            <a:r>
              <a:rPr sz="2400" kern="0" spc="-60" dirty="0">
                <a:solidFill>
                  <a:schemeClr val="dk1"/>
                </a:solidFill>
                <a:cs typeface="Arial" panose="020B0604020202020204"/>
              </a:rPr>
              <a:t>,</a:t>
            </a:r>
            <a:r>
              <a:rPr sz="2400" kern="0" spc="-60" dirty="0">
                <a:solidFill>
                  <a:schemeClr val="dk1"/>
                </a:solidFill>
                <a:cs typeface="微软雅黑" panose="020B0503020204020204" charset="-122"/>
              </a:rPr>
              <a:t>形成复</a:t>
            </a:r>
            <a:r>
              <a:rPr sz="2400" kern="0" spc="0" dirty="0">
                <a:solidFill>
                  <a:schemeClr val="dk1"/>
                </a:solidFill>
                <a:cs typeface="微软雅黑" panose="020B0503020204020204" charset="-122"/>
              </a:rPr>
              <a:t> </a:t>
            </a:r>
            <a:r>
              <a:rPr sz="2400" kern="0" spc="410" dirty="0">
                <a:solidFill>
                  <a:schemeClr val="dk1"/>
                </a:solidFill>
                <a:cs typeface="微软雅黑" panose="020B0503020204020204" charset="-122"/>
              </a:rPr>
              <a:t>合型的ITPMO组织</a:t>
            </a:r>
            <a:endParaRPr lang="en-US" altLang="en-US" sz="2400" kern="0" spc="410" dirty="0">
              <a:solidFill>
                <a:schemeClr val="dk1"/>
              </a:solidFill>
              <a:cs typeface="微软雅黑" panose="020B0503020204020204" charset="-122"/>
            </a:endParaRPr>
          </a:p>
        </p:txBody>
      </p:sp>
      <p:pic>
        <p:nvPicPr>
          <p:cNvPr id="5072" name="picture 5072"/>
          <p:cNvPicPr>
            <a:picLocks noChangeAspect="1"/>
          </p:cNvPicPr>
          <p:nvPr>
            <p:custDataLst>
              <p:tags r:id="rId3"/>
            </p:custDataLst>
          </p:nvPr>
        </p:nvPicPr>
        <p:blipFill>
          <a:blip r:embed="rId4"/>
          <a:stretch>
            <a:fillRect/>
          </a:stretch>
        </p:blipFill>
        <p:spPr>
          <a:xfrm rot="21600000">
            <a:off x="8966170" y="114913"/>
            <a:ext cx="3037899" cy="2552995"/>
          </a:xfrm>
          <a:prstGeom prst="rect">
            <a:avLst/>
          </a:prstGeom>
        </p:spPr>
      </p:pic>
      <p:sp>
        <p:nvSpPr>
          <p:cNvPr id="5076" name="textbox 5076"/>
          <p:cNvSpPr/>
          <p:nvPr>
            <p:custDataLst>
              <p:tags r:id="rId5"/>
            </p:custDataLst>
          </p:nvPr>
        </p:nvSpPr>
        <p:spPr>
          <a:xfrm>
            <a:off x="4121479" y="4724475"/>
            <a:ext cx="2270125" cy="1665604"/>
          </a:xfrm>
          <a:prstGeom prst="rect">
            <a:avLst/>
          </a:prstGeom>
        </p:spPr>
        <p:txBody>
          <a:bodyPr vert="horz" wrap="square" lIns="0" tIns="0" rIns="0" bIns="0"/>
          <a:lstStyle/>
          <a:p>
            <a:pPr algn="l" rtl="0" eaLnBrk="0">
              <a:lnSpc>
                <a:spcPct val="80000"/>
              </a:lnSpc>
            </a:pPr>
            <a:endParaRPr lang="en-US" altLang="en-US" sz="100" dirty="0">
              <a:solidFill>
                <a:schemeClr val="dk1"/>
              </a:solidFill>
            </a:endParaRPr>
          </a:p>
          <a:p>
            <a:pPr marL="296545" indent="-283845" algn="l" rtl="0" eaLnBrk="0">
              <a:lnSpc>
                <a:spcPct val="99000"/>
              </a:lnSpc>
            </a:pPr>
            <a:r>
              <a:rPr sz="1200" kern="0" spc="-10" dirty="0">
                <a:solidFill>
                  <a:schemeClr val="dk1"/>
                </a:solidFill>
                <a:cs typeface="Arial" panose="020B0604020202020204"/>
              </a:rPr>
              <a:t>•</a:t>
            </a:r>
            <a:r>
              <a:rPr sz="1200" kern="0" spc="50" dirty="0">
                <a:solidFill>
                  <a:schemeClr val="dk1"/>
                </a:solidFill>
                <a:cs typeface="Arial" panose="020B0604020202020204"/>
              </a:rPr>
              <a:t>     </a:t>
            </a:r>
            <a:r>
              <a:rPr sz="1200" kern="0" spc="-10" dirty="0">
                <a:solidFill>
                  <a:schemeClr val="dk1"/>
                </a:solidFill>
                <a:cs typeface="Arial" panose="020B0604020202020204"/>
              </a:rPr>
              <a:t>IT</a:t>
            </a:r>
            <a:r>
              <a:rPr sz="1200" kern="0" spc="-10" dirty="0">
                <a:solidFill>
                  <a:schemeClr val="dk1"/>
                </a:solidFill>
                <a:cs typeface="微软雅黑" panose="020B0503020204020204" charset="-122"/>
              </a:rPr>
              <a:t>项目群管理流程的</a:t>
            </a:r>
            <a:r>
              <a:rPr sz="1200" kern="0" spc="-20" dirty="0">
                <a:solidFill>
                  <a:schemeClr val="dk1"/>
                </a:solidFill>
                <a:cs typeface="微软雅黑" panose="020B0503020204020204" charset="-122"/>
              </a:rPr>
              <a:t>持续优化</a:t>
            </a:r>
            <a:r>
              <a:rPr sz="1200" kern="0" spc="0" dirty="0">
                <a:solidFill>
                  <a:schemeClr val="dk1"/>
                </a:solidFill>
                <a:cs typeface="微软雅黑" panose="020B0503020204020204" charset="-122"/>
              </a:rPr>
              <a:t> </a:t>
            </a:r>
            <a:r>
              <a:rPr sz="1200" kern="0" spc="-20" dirty="0">
                <a:solidFill>
                  <a:schemeClr val="dk1"/>
                </a:solidFill>
                <a:cs typeface="微软雅黑" panose="020B0503020204020204" charset="-122"/>
              </a:rPr>
              <a:t>改进</a:t>
            </a:r>
            <a:endParaRPr lang="en-US" altLang="en-US" sz="1200" dirty="0">
              <a:solidFill>
                <a:schemeClr val="dk1"/>
              </a:solidFill>
            </a:endParaRPr>
          </a:p>
          <a:p>
            <a:pPr marL="292100" indent="-280035" algn="l" rtl="0" eaLnBrk="0">
              <a:lnSpc>
                <a:spcPct val="100000"/>
              </a:lnSpc>
              <a:spcBef>
                <a:spcPts val="20"/>
              </a:spcBef>
            </a:pPr>
            <a:r>
              <a:rPr sz="1200" kern="0" spc="-10" dirty="0">
                <a:solidFill>
                  <a:schemeClr val="dk1"/>
                </a:solidFill>
                <a:cs typeface="Arial" panose="020B0604020202020204"/>
              </a:rPr>
              <a:t>•</a:t>
            </a:r>
            <a:r>
              <a:rPr sz="1200" kern="0" spc="50" dirty="0">
                <a:solidFill>
                  <a:schemeClr val="dk1"/>
                </a:solidFill>
                <a:cs typeface="Arial" panose="020B0604020202020204"/>
              </a:rPr>
              <a:t>     </a:t>
            </a:r>
            <a:r>
              <a:rPr sz="1200" kern="0" spc="-10" dirty="0">
                <a:solidFill>
                  <a:schemeClr val="dk1"/>
                </a:solidFill>
                <a:cs typeface="Arial" panose="020B0604020202020204"/>
              </a:rPr>
              <a:t>IT</a:t>
            </a:r>
            <a:r>
              <a:rPr sz="1200" kern="0" spc="-10" dirty="0">
                <a:solidFill>
                  <a:schemeClr val="dk1"/>
                </a:solidFill>
                <a:cs typeface="微软雅黑" panose="020B0503020204020204" charset="-122"/>
              </a:rPr>
              <a:t>敏捷开发流程的持</a:t>
            </a:r>
            <a:r>
              <a:rPr sz="1200" kern="0" spc="-20" dirty="0">
                <a:solidFill>
                  <a:schemeClr val="dk1"/>
                </a:solidFill>
                <a:cs typeface="微软雅黑" panose="020B0503020204020204" charset="-122"/>
              </a:rPr>
              <a:t>续优化改</a:t>
            </a:r>
            <a:r>
              <a:rPr sz="1200" kern="0" spc="0" dirty="0">
                <a:solidFill>
                  <a:schemeClr val="dk1"/>
                </a:solidFill>
                <a:cs typeface="微软雅黑" panose="020B0503020204020204" charset="-122"/>
              </a:rPr>
              <a:t> </a:t>
            </a:r>
            <a:r>
              <a:rPr sz="1200" kern="0" spc="-10" dirty="0">
                <a:solidFill>
                  <a:schemeClr val="dk1"/>
                </a:solidFill>
                <a:cs typeface="微软雅黑" panose="020B0503020204020204" charset="-122"/>
              </a:rPr>
              <a:t>进</a:t>
            </a:r>
            <a:endParaRPr lang="en-US" altLang="en-US" sz="1200" dirty="0">
              <a:solidFill>
                <a:schemeClr val="dk1"/>
              </a:solidFill>
            </a:endParaRPr>
          </a:p>
          <a:p>
            <a:pPr marL="292100" indent="-280035" algn="l" rtl="0" eaLnBrk="0">
              <a:lnSpc>
                <a:spcPct val="98000"/>
              </a:lnSpc>
              <a:spcBef>
                <a:spcPts val="30"/>
              </a:spcBef>
            </a:pPr>
            <a:r>
              <a:rPr sz="1200" kern="0" spc="-10" dirty="0">
                <a:solidFill>
                  <a:schemeClr val="dk1"/>
                </a:solidFill>
                <a:cs typeface="Arial" panose="020B0604020202020204"/>
              </a:rPr>
              <a:t>•</a:t>
            </a:r>
            <a:r>
              <a:rPr sz="1200" kern="0" spc="50" dirty="0">
                <a:solidFill>
                  <a:schemeClr val="dk1"/>
                </a:solidFill>
                <a:cs typeface="Arial" panose="020B0604020202020204"/>
              </a:rPr>
              <a:t>     </a:t>
            </a:r>
            <a:r>
              <a:rPr sz="1200" kern="0" spc="-10" dirty="0">
                <a:solidFill>
                  <a:schemeClr val="dk1"/>
                </a:solidFill>
                <a:cs typeface="Arial" panose="020B0604020202020204"/>
              </a:rPr>
              <a:t>IT</a:t>
            </a:r>
            <a:r>
              <a:rPr sz="1200" kern="0" spc="-10" dirty="0">
                <a:solidFill>
                  <a:schemeClr val="dk1"/>
                </a:solidFill>
                <a:cs typeface="微软雅黑" panose="020B0503020204020204" charset="-122"/>
              </a:rPr>
              <a:t>项目质量管理流程</a:t>
            </a:r>
            <a:r>
              <a:rPr sz="1200" kern="0" spc="-20" dirty="0">
                <a:solidFill>
                  <a:schemeClr val="dk1"/>
                </a:solidFill>
                <a:cs typeface="微软雅黑" panose="020B0503020204020204" charset="-122"/>
              </a:rPr>
              <a:t>模板的持</a:t>
            </a:r>
            <a:r>
              <a:rPr sz="1200" kern="0" spc="0" dirty="0">
                <a:solidFill>
                  <a:schemeClr val="dk1"/>
                </a:solidFill>
                <a:cs typeface="微软雅黑" panose="020B0503020204020204" charset="-122"/>
              </a:rPr>
              <a:t> </a:t>
            </a:r>
            <a:r>
              <a:rPr sz="1200" kern="0" spc="-10" dirty="0">
                <a:solidFill>
                  <a:schemeClr val="dk1"/>
                </a:solidFill>
                <a:cs typeface="微软雅黑" panose="020B0503020204020204" charset="-122"/>
              </a:rPr>
              <a:t>续优化改进</a:t>
            </a:r>
            <a:endParaRPr lang="en-US" altLang="en-US" sz="1200" dirty="0">
              <a:solidFill>
                <a:schemeClr val="dk1"/>
              </a:solidFill>
            </a:endParaRPr>
          </a:p>
          <a:p>
            <a:pPr marL="12700" algn="l" rtl="0" eaLnBrk="0">
              <a:lnSpc>
                <a:spcPct val="97000"/>
              </a:lnSpc>
              <a:spcBef>
                <a:spcPts val="40"/>
              </a:spcBef>
            </a:pPr>
            <a:r>
              <a:rPr sz="1200" kern="0" spc="-10" dirty="0">
                <a:solidFill>
                  <a:schemeClr val="dk1"/>
                </a:solidFill>
                <a:cs typeface="Arial" panose="020B0604020202020204"/>
              </a:rPr>
              <a:t>•</a:t>
            </a:r>
            <a:r>
              <a:rPr sz="1200" kern="0" spc="40" dirty="0">
                <a:solidFill>
                  <a:schemeClr val="dk1"/>
                </a:solidFill>
                <a:cs typeface="Arial" panose="020B0604020202020204"/>
              </a:rPr>
              <a:t>     </a:t>
            </a:r>
            <a:r>
              <a:rPr sz="1200" kern="0" spc="-10" dirty="0">
                <a:solidFill>
                  <a:schemeClr val="dk1"/>
                </a:solidFill>
                <a:cs typeface="微软雅黑" panose="020B0503020204020204" charset="-122"/>
              </a:rPr>
              <a:t>督促各</a:t>
            </a:r>
            <a:r>
              <a:rPr sz="1200" kern="0" spc="-10" dirty="0">
                <a:solidFill>
                  <a:schemeClr val="dk1"/>
                </a:solidFill>
                <a:cs typeface="Arial" panose="020B0604020202020204"/>
              </a:rPr>
              <a:t>IT</a:t>
            </a:r>
            <a:r>
              <a:rPr sz="1200" kern="0" spc="-10" dirty="0">
                <a:solidFill>
                  <a:schemeClr val="dk1"/>
                </a:solidFill>
                <a:cs typeface="微软雅黑" panose="020B0503020204020204" charset="-122"/>
              </a:rPr>
              <a:t>项目组提交周报月报</a:t>
            </a:r>
            <a:endParaRPr lang="en-US" altLang="en-US" sz="1200" dirty="0">
              <a:solidFill>
                <a:schemeClr val="dk1"/>
              </a:solidFill>
            </a:endParaRPr>
          </a:p>
          <a:p>
            <a:pPr marL="12700" algn="l" rtl="0" eaLnBrk="0">
              <a:lnSpc>
                <a:spcPct val="97000"/>
              </a:lnSpc>
              <a:spcBef>
                <a:spcPts val="40"/>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项目资源数据收集盘点</a:t>
            </a:r>
            <a:endParaRPr lang="en-US" altLang="en-US" sz="1200" dirty="0">
              <a:solidFill>
                <a:schemeClr val="dk1"/>
              </a:solidFill>
            </a:endParaRPr>
          </a:p>
          <a:p>
            <a:pPr marL="12700" algn="l" rtl="0" eaLnBrk="0">
              <a:lnSpc>
                <a:spcPct val="97000"/>
              </a:lnSpc>
              <a:spcBef>
                <a:spcPts val="45"/>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项目数据汇总及分析</a:t>
            </a:r>
            <a:endParaRPr lang="en-US" altLang="en-US" sz="1200" kern="0" spc="-10" dirty="0">
              <a:solidFill>
                <a:schemeClr val="dk1"/>
              </a:solidFill>
              <a:cs typeface="微软雅黑" panose="020B0503020204020204" charset="-122"/>
            </a:endParaRPr>
          </a:p>
        </p:txBody>
      </p:sp>
      <p:sp>
        <p:nvSpPr>
          <p:cNvPr id="5078" name="path"/>
          <p:cNvSpPr/>
          <p:nvPr/>
        </p:nvSpPr>
        <p:spPr>
          <a:xfrm>
            <a:off x="9549384" y="1718881"/>
            <a:ext cx="1857755" cy="9525"/>
          </a:xfrm>
          <a:custGeom>
            <a:avLst/>
            <a:gdLst/>
            <a:ahLst/>
            <a:cxnLst/>
            <a:rect l="0" t="0" r="0" b="0"/>
            <a:pathLst>
              <a:path w="2925" h="15">
                <a:moveTo>
                  <a:pt x="0" y="7"/>
                </a:moveTo>
                <a:lnTo>
                  <a:pt x="2925"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5080" name="textbox 5080"/>
          <p:cNvSpPr/>
          <p:nvPr>
            <p:custDataLst>
              <p:tags r:id="rId6"/>
            </p:custDataLst>
          </p:nvPr>
        </p:nvSpPr>
        <p:spPr>
          <a:xfrm>
            <a:off x="9824714" y="463670"/>
            <a:ext cx="1346835" cy="1224280"/>
          </a:xfrm>
          <a:prstGeom prst="rect">
            <a:avLst/>
          </a:prstGeom>
        </p:spPr>
        <p:txBody>
          <a:bodyPr vert="horz" wrap="square" lIns="0" tIns="0" rIns="0" bIns="0"/>
          <a:lstStyle/>
          <a:p>
            <a:pPr algn="l" rtl="0" eaLnBrk="0">
              <a:lnSpc>
                <a:spcPct val="81000"/>
              </a:lnSpc>
            </a:pPr>
            <a:endParaRPr lang="en-US" altLang="en-US" sz="100" dirty="0">
              <a:solidFill>
                <a:schemeClr val="dk1"/>
              </a:solidFill>
            </a:endParaRPr>
          </a:p>
          <a:p>
            <a:pPr marL="478790" algn="l" rtl="0" eaLnBrk="0">
              <a:lnSpc>
                <a:spcPct val="98000"/>
              </a:lnSpc>
            </a:pPr>
            <a:r>
              <a:rPr sz="1400" b="1" kern="0" spc="-30" dirty="0">
                <a:solidFill>
                  <a:schemeClr val="dk1"/>
                </a:solidFill>
                <a:cs typeface="微软雅黑" panose="020B0503020204020204" charset="-122"/>
              </a:rPr>
              <a:t>战略</a:t>
            </a:r>
            <a:endParaRPr lang="en-US" altLang="en-US" sz="1400" dirty="0">
              <a:solidFill>
                <a:schemeClr val="dk1"/>
              </a:solidFill>
            </a:endParaRPr>
          </a:p>
          <a:p>
            <a:pPr marL="260985" algn="l" rtl="0" eaLnBrk="0">
              <a:lnSpc>
                <a:spcPct val="98000"/>
              </a:lnSpc>
              <a:spcBef>
                <a:spcPts val="40"/>
              </a:spcBef>
              <a:tabLst>
                <a:tab pos="472440" algn="l"/>
                <a:tab pos="1086485" algn="l"/>
              </a:tabLst>
            </a:pPr>
            <a:r>
              <a:rPr sz="1400" u="sng" kern="0" spc="0" dirty="0">
                <a:solidFill>
                  <a:schemeClr val="dk1"/>
                </a:solidFill>
                <a:cs typeface="微软雅黑" panose="020B0503020204020204" charset="-122"/>
              </a:rPr>
              <a:t>	</a:t>
            </a:r>
            <a:r>
              <a:rPr sz="1400" b="1" u="sng" kern="0" spc="-10" dirty="0">
                <a:solidFill>
                  <a:schemeClr val="dk1"/>
                </a:solidFill>
                <a:cs typeface="微软雅黑" panose="020B0503020204020204" charset="-122"/>
              </a:rPr>
              <a:t>职能</a:t>
            </a:r>
            <a:r>
              <a:rPr sz="1400" b="1" u="sng" kern="0" spc="0" dirty="0">
                <a:solidFill>
                  <a:schemeClr val="dk1"/>
                </a:solidFill>
                <a:cs typeface="微软雅黑" panose="020B0503020204020204" charset="-122"/>
              </a:rPr>
              <a:t>	</a:t>
            </a:r>
            <a:endParaRPr lang="en-US" altLang="en-US" sz="1400" dirty="0">
              <a:solidFill>
                <a:schemeClr val="dk1"/>
              </a:solidFill>
            </a:endParaRPr>
          </a:p>
          <a:p>
            <a:pPr marL="558800" indent="-546100" algn="l" rtl="0" eaLnBrk="0">
              <a:lnSpc>
                <a:spcPct val="97000"/>
              </a:lnSpc>
              <a:spcBef>
                <a:spcPts val="1215"/>
              </a:spcBef>
              <a:tabLst>
                <a:tab pos="380365" algn="l"/>
                <a:tab pos="1333500" algn="l"/>
              </a:tabLst>
            </a:pPr>
            <a:r>
              <a:rPr sz="1400" u="sng" kern="0" spc="0" dirty="0">
                <a:solidFill>
                  <a:schemeClr val="dk1"/>
                </a:solidFill>
                <a:cs typeface="微软雅黑" panose="020B0503020204020204" charset="-122"/>
              </a:rPr>
              <a:t>	</a:t>
            </a:r>
            <a:r>
              <a:rPr sz="1400" b="1" u="sng" kern="0" spc="-10" dirty="0">
                <a:solidFill>
                  <a:schemeClr val="dk1"/>
                </a:solidFill>
                <a:cs typeface="微软雅黑" panose="020B0503020204020204" charset="-122"/>
              </a:rPr>
              <a:t>执行职</a:t>
            </a:r>
            <a:r>
              <a:rPr sz="1400" b="1" u="sng" kern="0" spc="0" dirty="0">
                <a:solidFill>
                  <a:schemeClr val="dk1"/>
                </a:solidFill>
                <a:cs typeface="微软雅黑" panose="020B0503020204020204" charset="-122"/>
              </a:rPr>
              <a:t>	</a:t>
            </a:r>
            <a:r>
              <a:rPr sz="1400" b="1" kern="0" spc="-10" dirty="0">
                <a:solidFill>
                  <a:schemeClr val="dk1"/>
                </a:solidFill>
                <a:cs typeface="微软雅黑" panose="020B0503020204020204" charset="-122"/>
              </a:rPr>
              <a:t> 能</a:t>
            </a:r>
            <a:endParaRPr lang="en-US" altLang="en-US" sz="1400" dirty="0">
              <a:solidFill>
                <a:schemeClr val="dk1"/>
              </a:solidFill>
            </a:endParaRPr>
          </a:p>
          <a:p>
            <a:pPr marL="264160" algn="l" rtl="0" eaLnBrk="0">
              <a:lnSpc>
                <a:spcPct val="97000"/>
              </a:lnSpc>
              <a:spcBef>
                <a:spcPts val="10"/>
              </a:spcBef>
            </a:pPr>
            <a:r>
              <a:rPr sz="1400" b="1" kern="0" spc="-10" dirty="0">
                <a:solidFill>
                  <a:schemeClr val="dk1"/>
                </a:solidFill>
                <a:cs typeface="微软雅黑" panose="020B0503020204020204" charset="-122"/>
              </a:rPr>
              <a:t>提升职能</a:t>
            </a:r>
            <a:endParaRPr lang="en-US" altLang="en-US" sz="1400" b="1" kern="0" spc="-10" dirty="0">
              <a:solidFill>
                <a:schemeClr val="dk1"/>
              </a:solidFill>
              <a:cs typeface="微软雅黑" panose="020B0503020204020204" charset="-122"/>
            </a:endParaRPr>
          </a:p>
        </p:txBody>
      </p:sp>
      <p:grpSp>
        <p:nvGrpSpPr>
          <p:cNvPr id="592" name="group 592"/>
          <p:cNvGrpSpPr/>
          <p:nvPr/>
        </p:nvGrpSpPr>
        <p:grpSpPr>
          <a:xfrm rot="21600000">
            <a:off x="9543926" y="136854"/>
            <a:ext cx="1937185" cy="1590142"/>
            <a:chOff x="0" y="0"/>
            <a:chExt cx="1937185" cy="1590142"/>
          </a:xfrm>
        </p:grpSpPr>
        <p:sp>
          <p:nvSpPr>
            <p:cNvPr id="5082" name="path"/>
            <p:cNvSpPr/>
            <p:nvPr/>
          </p:nvSpPr>
          <p:spPr>
            <a:xfrm>
              <a:off x="5457" y="3353"/>
              <a:ext cx="1926335" cy="1583436"/>
            </a:xfrm>
            <a:custGeom>
              <a:avLst/>
              <a:gdLst/>
              <a:ahLst/>
              <a:cxnLst/>
              <a:rect l="0" t="0" r="0" b="0"/>
              <a:pathLst>
                <a:path w="3033" h="2493">
                  <a:moveTo>
                    <a:pt x="0" y="2493"/>
                  </a:moveTo>
                  <a:lnTo>
                    <a:pt x="1482" y="0"/>
                  </a:lnTo>
                  <a:lnTo>
                    <a:pt x="3033" y="2493"/>
                  </a:lnTo>
                  <a:lnTo>
                    <a:pt x="0" y="2493"/>
                  </a:lnTo>
                  <a:close/>
                </a:path>
              </a:pathLst>
            </a:custGeom>
            <a:solidFill>
              <a:srgbClr val="D9D9D9">
                <a:alpha val="100000"/>
              </a:srgbClr>
            </a:solidFill>
            <a:ln cap="flat">
              <a:noFill/>
              <a:prstDash val="solid"/>
              <a:miter lim="0"/>
            </a:ln>
          </p:spPr>
          <p:txBody>
            <a:bodyPr rtlCol="0"/>
            <a:lstStyle/>
            <a:p>
              <a:pPr algn="ctr"/>
              <a:endParaRPr lang="zh-CN" altLang="en-US"/>
            </a:p>
          </p:txBody>
        </p:sp>
        <p:sp>
          <p:nvSpPr>
            <p:cNvPr id="5084" name="path"/>
            <p:cNvSpPr/>
            <p:nvPr/>
          </p:nvSpPr>
          <p:spPr>
            <a:xfrm>
              <a:off x="0" y="0"/>
              <a:ext cx="1937185" cy="1590142"/>
            </a:xfrm>
            <a:custGeom>
              <a:avLst/>
              <a:gdLst/>
              <a:ahLst/>
              <a:cxnLst/>
              <a:rect l="0" t="0" r="0" b="0"/>
              <a:pathLst>
                <a:path w="3050" h="2504">
                  <a:moveTo>
                    <a:pt x="8" y="2498"/>
                  </a:moveTo>
                  <a:lnTo>
                    <a:pt x="1491" y="5"/>
                  </a:lnTo>
                  <a:lnTo>
                    <a:pt x="3042" y="2498"/>
                  </a:lnTo>
                </a:path>
              </a:pathLst>
            </a:custGeom>
            <a:noFill/>
            <a:ln w="12700" cap="flat">
              <a:solidFill>
                <a:srgbClr val="D9D9D9">
                  <a:alpha val="100000"/>
                </a:srgbClr>
              </a:solidFill>
              <a:prstDash val="solid"/>
              <a:miter lim="800000"/>
            </a:ln>
          </p:spPr>
          <p:txBody>
            <a:bodyPr rtlCol="0"/>
            <a:lstStyle/>
            <a:p>
              <a:pPr algn="ctr"/>
              <a:endParaRPr lang="zh-CN" altLang="en-US"/>
            </a:p>
          </p:txBody>
        </p:sp>
      </p:grpSp>
      <p:sp>
        <p:nvSpPr>
          <p:cNvPr id="5086" name="textbox 5086"/>
          <p:cNvSpPr/>
          <p:nvPr>
            <p:custDataLst>
              <p:tags r:id="rId7"/>
            </p:custDataLst>
          </p:nvPr>
        </p:nvSpPr>
        <p:spPr>
          <a:xfrm>
            <a:off x="1384630" y="4709871"/>
            <a:ext cx="2008504" cy="1483360"/>
          </a:xfrm>
          <a:prstGeom prst="rect">
            <a:avLst/>
          </a:prstGeom>
        </p:spPr>
        <p:txBody>
          <a:bodyPr vert="horz" wrap="square" lIns="0" tIns="0" rIns="0" bIns="0">
            <a:normAutofit/>
          </a:bodyPr>
          <a:lstStyle/>
          <a:p>
            <a:pPr algn="l" rtl="0" eaLnBrk="0">
              <a:lnSpc>
                <a:spcPct val="92000"/>
              </a:lnSpc>
            </a:pPr>
            <a:endParaRPr lang="en-US" altLang="en-US" sz="100" dirty="0">
              <a:solidFill>
                <a:schemeClr val="dk1"/>
              </a:solidFill>
            </a:endParaRPr>
          </a:p>
          <a:p>
            <a:pPr marL="292100" indent="-279400" algn="l" rtl="0" eaLnBrk="0">
              <a:lnSpc>
                <a:spcPct val="98000"/>
              </a:lnSpc>
            </a:pPr>
            <a:r>
              <a:rPr sz="1200" kern="0" spc="-10" dirty="0">
                <a:solidFill>
                  <a:schemeClr val="dk1"/>
                </a:solidFill>
                <a:cs typeface="Arial" panose="020B0604020202020204"/>
              </a:rPr>
              <a:t>•</a:t>
            </a:r>
            <a:r>
              <a:rPr sz="1200" kern="0" spc="40" dirty="0">
                <a:solidFill>
                  <a:schemeClr val="dk1"/>
                </a:solidFill>
                <a:cs typeface="Arial" panose="020B0604020202020204"/>
              </a:rPr>
              <a:t>     </a:t>
            </a:r>
            <a:r>
              <a:rPr sz="1200" kern="0" spc="-10" dirty="0">
                <a:solidFill>
                  <a:schemeClr val="dk1"/>
                </a:solidFill>
                <a:cs typeface="微软雅黑" panose="020B0503020204020204" charset="-122"/>
              </a:rPr>
              <a:t>监控</a:t>
            </a:r>
            <a:r>
              <a:rPr sz="1200" kern="0" spc="-10" dirty="0">
                <a:solidFill>
                  <a:schemeClr val="dk1"/>
                </a:solidFill>
                <a:cs typeface="Arial" panose="020B0604020202020204"/>
              </a:rPr>
              <a:t>IT</a:t>
            </a:r>
            <a:r>
              <a:rPr sz="1200" kern="0" spc="-10" dirty="0">
                <a:solidFill>
                  <a:schemeClr val="dk1"/>
                </a:solidFill>
                <a:cs typeface="微软雅黑" panose="020B0503020204020204" charset="-122"/>
              </a:rPr>
              <a:t>所有项目进展</a:t>
            </a:r>
            <a:r>
              <a:rPr sz="1200" kern="0" spc="-10" dirty="0">
                <a:solidFill>
                  <a:schemeClr val="dk1"/>
                </a:solidFill>
                <a:cs typeface="Arial" panose="020B0604020202020204"/>
              </a:rPr>
              <a:t>,</a:t>
            </a:r>
            <a:r>
              <a:rPr sz="1200" kern="0" spc="-10" dirty="0">
                <a:solidFill>
                  <a:schemeClr val="dk1"/>
                </a:solidFill>
                <a:cs typeface="微软雅黑" panose="020B0503020204020204" charset="-122"/>
              </a:rPr>
              <a:t>重点</a:t>
            </a:r>
            <a:r>
              <a:rPr sz="1200" kern="0" spc="10" dirty="0">
                <a:solidFill>
                  <a:schemeClr val="dk1"/>
                </a:solidFill>
                <a:cs typeface="微软雅黑" panose="020B0503020204020204" charset="-122"/>
              </a:rPr>
              <a:t> </a:t>
            </a:r>
            <a:r>
              <a:rPr sz="1200" kern="0" spc="0" dirty="0">
                <a:solidFill>
                  <a:schemeClr val="dk1"/>
                </a:solidFill>
                <a:cs typeface="微软雅黑" panose="020B0503020204020204" charset="-122"/>
              </a:rPr>
              <a:t>项目的过程监控和评审</a:t>
            </a:r>
            <a:endParaRPr lang="en-US" altLang="en-US" sz="1200" dirty="0">
              <a:solidFill>
                <a:schemeClr val="dk1"/>
              </a:solidFill>
            </a:endParaRPr>
          </a:p>
          <a:p>
            <a:pPr marL="292100" indent="-280035" algn="l" rtl="0" eaLnBrk="0">
              <a:lnSpc>
                <a:spcPct val="99000"/>
              </a:lnSpc>
              <a:spcBef>
                <a:spcPts val="55"/>
              </a:spcBef>
            </a:pPr>
            <a:r>
              <a:rPr sz="1200" kern="0" spc="-10" dirty="0">
                <a:solidFill>
                  <a:schemeClr val="dk1"/>
                </a:solidFill>
                <a:cs typeface="Arial" panose="020B0604020202020204"/>
              </a:rPr>
              <a:t>•</a:t>
            </a:r>
            <a:r>
              <a:rPr sz="1200" kern="0" spc="40" dirty="0">
                <a:solidFill>
                  <a:schemeClr val="dk1"/>
                </a:solidFill>
                <a:cs typeface="Arial" panose="020B0604020202020204"/>
              </a:rPr>
              <a:t>     </a:t>
            </a:r>
            <a:r>
              <a:rPr sz="1200" kern="0" spc="-10" dirty="0">
                <a:solidFill>
                  <a:schemeClr val="dk1"/>
                </a:solidFill>
                <a:cs typeface="微软雅黑" panose="020B0503020204020204" charset="-122"/>
              </a:rPr>
              <a:t>监控</a:t>
            </a:r>
            <a:r>
              <a:rPr sz="1200" kern="0" spc="-10" dirty="0">
                <a:solidFill>
                  <a:schemeClr val="dk1"/>
                </a:solidFill>
                <a:cs typeface="Arial" panose="020B0604020202020204"/>
              </a:rPr>
              <a:t>IT</a:t>
            </a:r>
            <a:r>
              <a:rPr sz="1200" kern="0" spc="-10" dirty="0">
                <a:solidFill>
                  <a:schemeClr val="dk1"/>
                </a:solidFill>
                <a:cs typeface="微软雅黑" panose="020B0503020204020204" charset="-122"/>
              </a:rPr>
              <a:t>项目实施周期的质</a:t>
            </a:r>
            <a:r>
              <a:rPr sz="1200" kern="0" spc="0" dirty="0">
                <a:solidFill>
                  <a:schemeClr val="dk1"/>
                </a:solidFill>
                <a:cs typeface="微软雅黑" panose="020B0503020204020204" charset="-122"/>
              </a:rPr>
              <a:t>  量节点以确保项目的质量</a:t>
            </a:r>
            <a:r>
              <a:rPr sz="1200" kern="0" spc="-10" dirty="0">
                <a:solidFill>
                  <a:schemeClr val="dk1"/>
                </a:solidFill>
                <a:cs typeface="微软雅黑" panose="020B0503020204020204" charset="-122"/>
              </a:rPr>
              <a:t>  </a:t>
            </a:r>
            <a:r>
              <a:rPr sz="1200" kern="0" spc="-40" dirty="0">
                <a:solidFill>
                  <a:schemeClr val="dk1"/>
                </a:solidFill>
                <a:cs typeface="微软雅黑" panose="020B0503020204020204" charset="-122"/>
              </a:rPr>
              <a:t>符合要求。</a:t>
            </a:r>
            <a:endParaRPr lang="en-US" altLang="en-US" sz="1200" dirty="0">
              <a:solidFill>
                <a:schemeClr val="dk1"/>
              </a:solidFill>
            </a:endParaRPr>
          </a:p>
          <a:p>
            <a:pPr marL="293370" indent="-280670" algn="l" rtl="0" eaLnBrk="0">
              <a:lnSpc>
                <a:spcPct val="99000"/>
              </a:lnSpc>
              <a:spcBef>
                <a:spcPts val="30"/>
              </a:spcBef>
            </a:pPr>
            <a:r>
              <a:rPr sz="1200" kern="0" spc="-20" dirty="0">
                <a:solidFill>
                  <a:schemeClr val="dk1"/>
                </a:solidFill>
                <a:cs typeface="Arial" panose="020B0604020202020204"/>
              </a:rPr>
              <a:t>•</a:t>
            </a:r>
            <a:r>
              <a:rPr sz="1200" kern="0" spc="60" dirty="0">
                <a:solidFill>
                  <a:schemeClr val="dk1"/>
                </a:solidFill>
                <a:cs typeface="Arial" panose="020B0604020202020204"/>
              </a:rPr>
              <a:t>     </a:t>
            </a:r>
            <a:r>
              <a:rPr sz="1200" kern="0" spc="-20" dirty="0">
                <a:solidFill>
                  <a:schemeClr val="dk1"/>
                </a:solidFill>
                <a:cs typeface="Arial" panose="020B0604020202020204"/>
              </a:rPr>
              <a:t>IT</a:t>
            </a:r>
            <a:r>
              <a:rPr sz="1200" kern="0" spc="-20" dirty="0">
                <a:solidFill>
                  <a:schemeClr val="dk1"/>
                </a:solidFill>
                <a:cs typeface="微软雅黑" panose="020B0503020204020204" charset="-122"/>
              </a:rPr>
              <a:t>项目群的管理和跨项目</a:t>
            </a:r>
            <a:r>
              <a:rPr sz="1200" kern="0" spc="10" dirty="0">
                <a:solidFill>
                  <a:schemeClr val="dk1"/>
                </a:solidFill>
                <a:cs typeface="微软雅黑" panose="020B0503020204020204" charset="-122"/>
              </a:rPr>
              <a:t>  </a:t>
            </a:r>
            <a:r>
              <a:rPr sz="1200" kern="0" spc="0" dirty="0">
                <a:solidFill>
                  <a:schemeClr val="dk1"/>
                </a:solidFill>
                <a:cs typeface="微软雅黑" panose="020B0503020204020204" charset="-122"/>
              </a:rPr>
              <a:t>沟通的计问题冲突的解</a:t>
            </a:r>
            <a:r>
              <a:rPr sz="1200" kern="0" spc="-10" dirty="0">
                <a:solidFill>
                  <a:schemeClr val="dk1"/>
                </a:solidFill>
                <a:cs typeface="微软雅黑" panose="020B0503020204020204" charset="-122"/>
              </a:rPr>
              <a:t>决</a:t>
            </a:r>
            <a:endParaRPr lang="en-US" altLang="en-US" sz="1200" dirty="0">
              <a:solidFill>
                <a:schemeClr val="dk1"/>
              </a:solidFill>
            </a:endParaRPr>
          </a:p>
          <a:p>
            <a:pPr marL="12700" algn="l" rtl="0" eaLnBrk="0">
              <a:lnSpc>
                <a:spcPct val="97000"/>
              </a:lnSpc>
              <a:spcBef>
                <a:spcPts val="35"/>
              </a:spcBef>
            </a:pPr>
            <a:r>
              <a:rPr sz="1200" kern="0" spc="-10" dirty="0">
                <a:solidFill>
                  <a:schemeClr val="dk1"/>
                </a:solidFill>
                <a:cs typeface="Arial" panose="020B0604020202020204"/>
              </a:rPr>
              <a:t>•</a:t>
            </a:r>
            <a:r>
              <a:rPr sz="1200" kern="0" spc="30" dirty="0">
                <a:solidFill>
                  <a:schemeClr val="dk1"/>
                </a:solidFill>
                <a:cs typeface="Arial" panose="020B0604020202020204"/>
              </a:rPr>
              <a:t>     </a:t>
            </a:r>
            <a:r>
              <a:rPr sz="1200" kern="0" spc="-10" dirty="0">
                <a:solidFill>
                  <a:schemeClr val="dk1"/>
                </a:solidFill>
                <a:cs typeface="微软雅黑" panose="020B0503020204020204" charset="-122"/>
              </a:rPr>
              <a:t>项目健康状态评估</a:t>
            </a:r>
            <a:endParaRPr lang="en-US" altLang="en-US" sz="1200" kern="0" spc="-10" dirty="0">
              <a:solidFill>
                <a:schemeClr val="dk1"/>
              </a:solidFill>
              <a:cs typeface="微软雅黑" panose="020B0503020204020204" charset="-122"/>
            </a:endParaRPr>
          </a:p>
        </p:txBody>
      </p:sp>
      <p:sp>
        <p:nvSpPr>
          <p:cNvPr id="5088" name="textbox 5088"/>
          <p:cNvSpPr/>
          <p:nvPr>
            <p:custDataLst>
              <p:tags r:id="rId8"/>
            </p:custDataLst>
          </p:nvPr>
        </p:nvSpPr>
        <p:spPr>
          <a:xfrm>
            <a:off x="6869886" y="4709871"/>
            <a:ext cx="2174875" cy="1301750"/>
          </a:xfrm>
          <a:prstGeom prst="rect">
            <a:avLst/>
          </a:prstGeom>
        </p:spPr>
        <p:txBody>
          <a:bodyPr vert="horz" wrap="square" lIns="0" tIns="0" rIns="0" bIns="0">
            <a:normAutofit/>
          </a:bodyPr>
          <a:lstStyle/>
          <a:p>
            <a:pPr algn="l" rtl="0" eaLnBrk="0">
              <a:lnSpc>
                <a:spcPct val="84000"/>
              </a:lnSpc>
            </a:pPr>
            <a:endParaRPr lang="en-US" altLang="en-US" sz="100" dirty="0">
              <a:solidFill>
                <a:schemeClr val="dk1"/>
              </a:solidFill>
            </a:endParaRPr>
          </a:p>
          <a:p>
            <a:pPr marL="177800" indent="-165100" algn="l" rtl="0" eaLnBrk="0">
              <a:lnSpc>
                <a:spcPct val="99000"/>
              </a:lnSpc>
            </a:pPr>
            <a:r>
              <a:rPr sz="1200" kern="0" spc="-10" dirty="0">
                <a:solidFill>
                  <a:schemeClr val="dk1"/>
                </a:solidFill>
                <a:cs typeface="Arial" panose="020B0604020202020204"/>
              </a:rPr>
              <a:t>•</a:t>
            </a:r>
            <a:r>
              <a:rPr sz="1200" kern="0" spc="160" dirty="0">
                <a:solidFill>
                  <a:schemeClr val="dk1"/>
                </a:solidFill>
                <a:cs typeface="Arial" panose="020B0604020202020204"/>
              </a:rPr>
              <a:t>  </a:t>
            </a:r>
            <a:r>
              <a:rPr sz="1200" kern="0" spc="-10" dirty="0">
                <a:solidFill>
                  <a:schemeClr val="dk1"/>
                </a:solidFill>
                <a:cs typeface="微软雅黑" panose="020B0503020204020204" charset="-122"/>
              </a:rPr>
              <a:t>给</a:t>
            </a:r>
            <a:r>
              <a:rPr sz="1200" kern="0" spc="-10" dirty="0">
                <a:solidFill>
                  <a:schemeClr val="dk1"/>
                </a:solidFill>
                <a:cs typeface="Arial" panose="020B0604020202020204"/>
              </a:rPr>
              <a:t>IT</a:t>
            </a:r>
            <a:r>
              <a:rPr sz="1200" kern="0" spc="-10" dirty="0">
                <a:solidFill>
                  <a:schemeClr val="dk1"/>
                </a:solidFill>
                <a:cs typeface="微软雅黑" panose="020B0503020204020204" charset="-122"/>
              </a:rPr>
              <a:t>项目组提供专业的项目实</a:t>
            </a:r>
            <a:r>
              <a:rPr sz="1200" kern="0" spc="0" dirty="0">
                <a:solidFill>
                  <a:schemeClr val="dk1"/>
                </a:solidFill>
                <a:cs typeface="微软雅黑" panose="020B0503020204020204" charset="-122"/>
              </a:rPr>
              <a:t>  </a:t>
            </a:r>
            <a:r>
              <a:rPr sz="1200" kern="0" spc="-10" dirty="0">
                <a:solidFill>
                  <a:schemeClr val="dk1"/>
                </a:solidFill>
                <a:cs typeface="微软雅黑" panose="020B0503020204020204" charset="-122"/>
              </a:rPr>
              <a:t>施辅导</a:t>
            </a:r>
            <a:endParaRPr lang="en-US" altLang="en-US" sz="1200" dirty="0">
              <a:solidFill>
                <a:schemeClr val="dk1"/>
              </a:solidFill>
            </a:endParaRPr>
          </a:p>
          <a:p>
            <a:pPr marL="178435" indent="-165735" algn="l" rtl="0" eaLnBrk="0">
              <a:lnSpc>
                <a:spcPct val="99000"/>
              </a:lnSpc>
              <a:spcBef>
                <a:spcPts val="35"/>
              </a:spcBef>
            </a:pPr>
            <a:r>
              <a:rPr sz="1200" kern="0" spc="30" dirty="0">
                <a:solidFill>
                  <a:schemeClr val="dk1"/>
                </a:solidFill>
                <a:cs typeface="Arial" panose="020B0604020202020204"/>
              </a:rPr>
              <a:t>•</a:t>
            </a:r>
            <a:r>
              <a:rPr sz="1200" kern="0" spc="140" dirty="0">
                <a:solidFill>
                  <a:schemeClr val="dk1"/>
                </a:solidFill>
                <a:cs typeface="Arial" panose="020B0604020202020204"/>
              </a:rPr>
              <a:t>  </a:t>
            </a:r>
            <a:r>
              <a:rPr sz="1200" kern="0" spc="30" dirty="0">
                <a:solidFill>
                  <a:schemeClr val="dk1"/>
                </a:solidFill>
                <a:cs typeface="微软雅黑" panose="020B0503020204020204" charset="-122"/>
              </a:rPr>
              <a:t>协助</a:t>
            </a:r>
            <a:r>
              <a:rPr sz="1200" kern="0" spc="0" dirty="0">
                <a:solidFill>
                  <a:schemeClr val="dk1"/>
                </a:solidFill>
                <a:cs typeface="微软雅黑" panose="020B0503020204020204" charset="-122"/>
              </a:rPr>
              <a:t>IT</a:t>
            </a:r>
            <a:r>
              <a:rPr sz="1200" kern="0" spc="30" dirty="0">
                <a:solidFill>
                  <a:schemeClr val="dk1"/>
                </a:solidFill>
                <a:cs typeface="微软雅黑" panose="020B0503020204020204" charset="-122"/>
              </a:rPr>
              <a:t>项目经理制定计划，  </a:t>
            </a:r>
            <a:r>
              <a:rPr sz="1200" kern="0" spc="20" dirty="0">
                <a:solidFill>
                  <a:schemeClr val="dk1"/>
                </a:solidFill>
                <a:cs typeface="微软雅黑" panose="020B0503020204020204" charset="-122"/>
              </a:rPr>
              <a:t> </a:t>
            </a:r>
            <a:r>
              <a:rPr sz="1200" kern="0" spc="-70" dirty="0">
                <a:solidFill>
                  <a:schemeClr val="dk1"/>
                </a:solidFill>
                <a:cs typeface="微软雅黑" panose="020B0503020204020204" charset="-122"/>
              </a:rPr>
              <a:t>协调资源，控制及管理变更，</a:t>
            </a:r>
            <a:r>
              <a:rPr sz="1200" kern="0" spc="20" dirty="0">
                <a:solidFill>
                  <a:schemeClr val="dk1"/>
                </a:solidFill>
                <a:cs typeface="微软雅黑" panose="020B0503020204020204" charset="-122"/>
              </a:rPr>
              <a:t>   </a:t>
            </a:r>
            <a:r>
              <a:rPr sz="1200" kern="0" spc="-30" dirty="0">
                <a:solidFill>
                  <a:schemeClr val="dk1"/>
                </a:solidFill>
                <a:cs typeface="微软雅黑" panose="020B0503020204020204" charset="-122"/>
              </a:rPr>
              <a:t>识别及应对风险等。</a:t>
            </a:r>
            <a:endParaRPr lang="en-US" altLang="en-US" sz="1200" dirty="0">
              <a:solidFill>
                <a:schemeClr val="dk1"/>
              </a:solidFill>
            </a:endParaRPr>
          </a:p>
          <a:p>
            <a:pPr marL="179070" indent="-167005" algn="l" rtl="0" eaLnBrk="0">
              <a:lnSpc>
                <a:spcPct val="99000"/>
              </a:lnSpc>
              <a:spcBef>
                <a:spcPts val="30"/>
              </a:spcBef>
            </a:pPr>
            <a:r>
              <a:rPr sz="1200" kern="0" spc="-10" dirty="0">
                <a:solidFill>
                  <a:schemeClr val="dk1"/>
                </a:solidFill>
                <a:cs typeface="Arial" panose="020B0604020202020204"/>
              </a:rPr>
              <a:t>•</a:t>
            </a:r>
            <a:r>
              <a:rPr sz="1200" kern="0" spc="170" dirty="0">
                <a:solidFill>
                  <a:schemeClr val="dk1"/>
                </a:solidFill>
                <a:cs typeface="Arial" panose="020B0604020202020204"/>
              </a:rPr>
              <a:t>  </a:t>
            </a:r>
            <a:r>
              <a:rPr sz="1200" kern="0" spc="-10" dirty="0">
                <a:solidFill>
                  <a:schemeClr val="dk1"/>
                </a:solidFill>
                <a:cs typeface="微软雅黑" panose="020B0503020204020204" charset="-122"/>
              </a:rPr>
              <a:t>培训项目管理及敏捷管理的相</a:t>
            </a:r>
            <a:r>
              <a:rPr sz="1200" kern="0" spc="0" dirty="0">
                <a:solidFill>
                  <a:schemeClr val="dk1"/>
                </a:solidFill>
                <a:cs typeface="微软雅黑" panose="020B0503020204020204" charset="-122"/>
              </a:rPr>
              <a:t> </a:t>
            </a:r>
            <a:r>
              <a:rPr sz="1200" kern="0" spc="-10" dirty="0">
                <a:solidFill>
                  <a:schemeClr val="dk1"/>
                </a:solidFill>
                <a:cs typeface="微软雅黑" panose="020B0503020204020204" charset="-122"/>
              </a:rPr>
              <a:t>关流程</a:t>
            </a:r>
            <a:endParaRPr lang="en-US" altLang="en-US" sz="1200" kern="0" spc="-10" dirty="0">
              <a:solidFill>
                <a:schemeClr val="dk1"/>
              </a:solidFill>
              <a:cs typeface="微软雅黑" panose="020B0503020204020204" charset="-122"/>
            </a:endParaRPr>
          </a:p>
        </p:txBody>
      </p:sp>
      <p:sp>
        <p:nvSpPr>
          <p:cNvPr id="5090" name="path"/>
          <p:cNvSpPr/>
          <p:nvPr/>
        </p:nvSpPr>
        <p:spPr>
          <a:xfrm>
            <a:off x="886968" y="2883217"/>
            <a:ext cx="7585709" cy="9525"/>
          </a:xfrm>
          <a:custGeom>
            <a:avLst/>
            <a:gdLst/>
            <a:ahLst/>
            <a:cxnLst/>
            <a:rect l="0" t="0" r="0" b="0"/>
            <a:pathLst>
              <a:path w="11945" h="15">
                <a:moveTo>
                  <a:pt x="0" y="7"/>
                </a:moveTo>
                <a:lnTo>
                  <a:pt x="11945" y="7"/>
                </a:lnTo>
              </a:path>
            </a:pathLst>
          </a:custGeom>
          <a:noFill/>
          <a:ln w="9525" cap="flat">
            <a:solidFill>
              <a:srgbClr val="000000">
                <a:alpha val="100000"/>
              </a:srgbClr>
            </a:solidFill>
            <a:prstDash val="solid"/>
            <a:round/>
          </a:ln>
        </p:spPr>
        <p:txBody>
          <a:bodyPr rtlCol="0"/>
          <a:lstStyle/>
          <a:p>
            <a:pPr algn="ctr"/>
            <a:endParaRPr lang="zh-CN" altLang="en-US"/>
          </a:p>
        </p:txBody>
      </p:sp>
      <p:pic>
        <p:nvPicPr>
          <p:cNvPr id="5092" name="picture 5092"/>
          <p:cNvPicPr>
            <a:picLocks noChangeAspect="1"/>
          </p:cNvPicPr>
          <p:nvPr>
            <p:custDataLst>
              <p:tags r:id="rId9"/>
            </p:custDataLst>
          </p:nvPr>
        </p:nvPicPr>
        <p:blipFill>
          <a:blip r:embed="rId10"/>
          <a:stretch>
            <a:fillRect/>
          </a:stretch>
        </p:blipFill>
        <p:spPr>
          <a:xfrm rot="21600000">
            <a:off x="4258055" y="2877311"/>
            <a:ext cx="4251960" cy="287020"/>
          </a:xfrm>
          <a:prstGeom prst="rect">
            <a:avLst/>
          </a:prstGeom>
        </p:spPr>
      </p:pic>
      <p:sp>
        <p:nvSpPr>
          <p:cNvPr id="5094" name="textbox 5094"/>
          <p:cNvSpPr/>
          <p:nvPr>
            <p:custDataLst>
              <p:tags r:id="rId11"/>
            </p:custDataLst>
          </p:nvPr>
        </p:nvSpPr>
        <p:spPr>
          <a:xfrm>
            <a:off x="1522476" y="4344923"/>
            <a:ext cx="1838325" cy="307975"/>
          </a:xfrm>
          <a:prstGeom prst="rect">
            <a:avLst/>
          </a:prstGeom>
          <a:solidFill>
            <a:schemeClr val="accent1"/>
          </a:solidFill>
        </p:spPr>
        <p:txBody>
          <a:bodyPr vert="horz" wrap="square" lIns="0" tIns="0" rIns="0" bIns="0">
            <a:normAutofit/>
          </a:bodyPr>
          <a:lstStyle/>
          <a:p>
            <a:pPr algn="l" rtl="0" eaLnBrk="0">
              <a:lnSpc>
                <a:spcPct val="123000"/>
              </a:lnSpc>
            </a:pPr>
            <a:endParaRPr lang="en-US" altLang="en-US" sz="400" dirty="0">
              <a:solidFill>
                <a:schemeClr val="tx1"/>
              </a:solidFill>
            </a:endParaRPr>
          </a:p>
          <a:p>
            <a:pPr marL="62865" algn="l" rtl="0" eaLnBrk="0">
              <a:lnSpc>
                <a:spcPct val="91000"/>
              </a:lnSpc>
              <a:spcBef>
                <a:spcPts val="0"/>
              </a:spcBef>
            </a:pPr>
            <a:r>
              <a:rPr sz="1400" kern="0" spc="-10" dirty="0">
                <a:solidFill>
                  <a:schemeClr val="tx1"/>
                </a:solidFill>
                <a:cs typeface="Arial" panose="020B0604020202020204"/>
              </a:rPr>
              <a:t>IT</a:t>
            </a:r>
            <a:r>
              <a:rPr sz="1400" kern="0" spc="-10" dirty="0">
                <a:solidFill>
                  <a:schemeClr val="tx1"/>
                </a:solidFill>
                <a:cs typeface="微软雅黑" panose="020B0503020204020204" charset="-122"/>
              </a:rPr>
              <a:t>项目群过程管理</a:t>
            </a:r>
            <a:r>
              <a:rPr sz="1400" kern="0" spc="-10" dirty="0">
                <a:solidFill>
                  <a:schemeClr val="tx1"/>
                </a:solidFill>
                <a:cs typeface="Arial" panose="020B0604020202020204"/>
              </a:rPr>
              <a:t>(3)</a:t>
            </a:r>
            <a:endParaRPr lang="en-US" altLang="en-US" sz="1400" kern="0" spc="-10" dirty="0">
              <a:solidFill>
                <a:schemeClr val="tx1"/>
              </a:solidFill>
              <a:cs typeface="Arial" panose="020B0604020202020204"/>
            </a:endParaRPr>
          </a:p>
        </p:txBody>
      </p:sp>
      <p:pic>
        <p:nvPicPr>
          <p:cNvPr id="5096" name="picture 5096"/>
          <p:cNvPicPr>
            <a:picLocks noChangeAspect="1"/>
          </p:cNvPicPr>
          <p:nvPr>
            <p:custDataLst>
              <p:tags r:id="rId12"/>
            </p:custDataLst>
          </p:nvPr>
        </p:nvPicPr>
        <p:blipFill>
          <a:blip r:embed="rId13"/>
          <a:stretch>
            <a:fillRect/>
          </a:stretch>
        </p:blipFill>
        <p:spPr>
          <a:xfrm rot="21600000">
            <a:off x="2441447" y="3980433"/>
            <a:ext cx="2817367" cy="391922"/>
          </a:xfrm>
          <a:prstGeom prst="rect">
            <a:avLst/>
          </a:prstGeom>
        </p:spPr>
      </p:pic>
      <p:pic>
        <p:nvPicPr>
          <p:cNvPr id="5098" name="picture 5098"/>
          <p:cNvPicPr>
            <a:picLocks noChangeAspect="1"/>
          </p:cNvPicPr>
          <p:nvPr>
            <p:custDataLst>
              <p:tags r:id="rId14"/>
            </p:custDataLst>
          </p:nvPr>
        </p:nvPicPr>
        <p:blipFill>
          <a:blip r:embed="rId15"/>
          <a:stretch>
            <a:fillRect/>
          </a:stretch>
        </p:blipFill>
        <p:spPr>
          <a:xfrm rot="21600000">
            <a:off x="5219827" y="3980433"/>
            <a:ext cx="2769616" cy="392176"/>
          </a:xfrm>
          <a:prstGeom prst="rect">
            <a:avLst/>
          </a:prstGeom>
        </p:spPr>
      </p:pic>
      <p:sp>
        <p:nvSpPr>
          <p:cNvPr id="5100" name="rect"/>
          <p:cNvSpPr/>
          <p:nvPr/>
        </p:nvSpPr>
        <p:spPr>
          <a:xfrm>
            <a:off x="3962400" y="2132076"/>
            <a:ext cx="1773935" cy="533400"/>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5104" name="textbox 5104"/>
          <p:cNvSpPr/>
          <p:nvPr>
            <p:custDataLst>
              <p:tags r:id="rId16"/>
            </p:custDataLst>
          </p:nvPr>
        </p:nvSpPr>
        <p:spPr>
          <a:xfrm>
            <a:off x="10065511" y="423411"/>
            <a:ext cx="851535" cy="796290"/>
          </a:xfrm>
          <a:prstGeom prst="rect">
            <a:avLst/>
          </a:prstGeom>
        </p:spPr>
        <p:txBody>
          <a:bodyPr vert="horz" wrap="square" lIns="0" tIns="0" rIns="0" bIns="0">
            <a:normAutofit/>
          </a:bodyPr>
          <a:lstStyle/>
          <a:p>
            <a:pPr algn="l" rtl="0" eaLnBrk="0">
              <a:lnSpc>
                <a:spcPct val="81000"/>
              </a:lnSpc>
            </a:pPr>
            <a:endParaRPr lang="en-US" altLang="en-US" sz="100" dirty="0">
              <a:solidFill>
                <a:schemeClr val="dk1"/>
              </a:solidFill>
            </a:endParaRPr>
          </a:p>
          <a:p>
            <a:pPr marL="257175" algn="l" rtl="0" eaLnBrk="0">
              <a:lnSpc>
                <a:spcPct val="98000"/>
              </a:lnSpc>
            </a:pPr>
            <a:r>
              <a:rPr sz="1400" b="1" kern="0" spc="-30" dirty="0">
                <a:solidFill>
                  <a:schemeClr val="dk1"/>
                </a:solidFill>
                <a:cs typeface="微软雅黑" panose="020B0503020204020204" charset="-122"/>
              </a:rPr>
              <a:t>战略</a:t>
            </a:r>
            <a:endParaRPr lang="en-US" altLang="en-US" sz="1400" dirty="0">
              <a:solidFill>
                <a:schemeClr val="dk1"/>
              </a:solidFill>
            </a:endParaRPr>
          </a:p>
          <a:p>
            <a:pPr marL="12700" algn="l" rtl="0" eaLnBrk="0">
              <a:lnSpc>
                <a:spcPct val="98000"/>
              </a:lnSpc>
              <a:spcBef>
                <a:spcPts val="40"/>
              </a:spcBef>
              <a:tabLst>
                <a:tab pos="250825" algn="l"/>
                <a:tab pos="838200" algn="l"/>
              </a:tabLst>
            </a:pPr>
            <a:r>
              <a:rPr sz="1400" u="sng" kern="0" spc="0" dirty="0">
                <a:solidFill>
                  <a:schemeClr val="dk1"/>
                </a:solidFill>
                <a:cs typeface="微软雅黑" panose="020B0503020204020204" charset="-122"/>
              </a:rPr>
              <a:t>	</a:t>
            </a:r>
            <a:r>
              <a:rPr sz="1400" b="1" u="sng" kern="0" spc="-10" dirty="0">
                <a:solidFill>
                  <a:schemeClr val="dk1"/>
                </a:solidFill>
                <a:cs typeface="微软雅黑" panose="020B0503020204020204" charset="-122"/>
              </a:rPr>
              <a:t>职能</a:t>
            </a:r>
            <a:r>
              <a:rPr sz="1400" b="1" u="sng" kern="0" spc="0" dirty="0">
                <a:solidFill>
                  <a:schemeClr val="dk1"/>
                </a:solidFill>
                <a:cs typeface="微软雅黑" panose="020B0503020204020204" charset="-122"/>
              </a:rPr>
              <a:t>	</a:t>
            </a:r>
            <a:endParaRPr lang="en-US" altLang="en-US" sz="1400" dirty="0">
              <a:solidFill>
                <a:schemeClr val="dk1"/>
              </a:solidFill>
            </a:endParaRPr>
          </a:p>
          <a:p>
            <a:pPr algn="l" rtl="0" eaLnBrk="0">
              <a:lnSpc>
                <a:spcPct val="102000"/>
              </a:lnSpc>
            </a:pPr>
            <a:endParaRPr lang="en-US" altLang="en-US" sz="900" dirty="0">
              <a:solidFill>
                <a:schemeClr val="dk1"/>
              </a:solidFill>
            </a:endParaRPr>
          </a:p>
          <a:p>
            <a:pPr marL="100965" algn="l" rtl="0" eaLnBrk="0">
              <a:lnSpc>
                <a:spcPct val="97000"/>
              </a:lnSpc>
              <a:spcBef>
                <a:spcPts val="5"/>
              </a:spcBef>
            </a:pPr>
            <a:r>
              <a:rPr sz="1400" b="1" kern="0" spc="-10" dirty="0">
                <a:solidFill>
                  <a:schemeClr val="dk1"/>
                </a:solidFill>
                <a:cs typeface="微软雅黑" panose="020B0503020204020204" charset="-122"/>
              </a:rPr>
              <a:t>执行职能</a:t>
            </a:r>
            <a:endParaRPr lang="en-US" altLang="en-US" sz="1400" b="1" kern="0" spc="-10" dirty="0">
              <a:solidFill>
                <a:schemeClr val="dk1"/>
              </a:solidFill>
              <a:cs typeface="微软雅黑" panose="020B0503020204020204" charset="-122"/>
            </a:endParaRPr>
          </a:p>
        </p:txBody>
      </p:sp>
      <p:sp>
        <p:nvSpPr>
          <p:cNvPr id="5106" name="textbox 5106"/>
          <p:cNvSpPr/>
          <p:nvPr>
            <p:custDataLst>
              <p:tags r:id="rId17"/>
            </p:custDataLst>
          </p:nvPr>
        </p:nvSpPr>
        <p:spPr>
          <a:xfrm>
            <a:off x="2657855" y="3140964"/>
            <a:ext cx="990600" cy="307975"/>
          </a:xfrm>
          <a:prstGeom prst="rect">
            <a:avLst/>
          </a:prstGeom>
          <a:solidFill>
            <a:srgbClr val="7F7F7F"/>
          </a:solidFill>
        </p:spPr>
        <p:txBody>
          <a:bodyPr vert="horz" wrap="square" lIns="0" tIns="0" rIns="0" bIns="0">
            <a:normAutofit/>
          </a:bodyPr>
          <a:lstStyle/>
          <a:p>
            <a:pPr algn="l" rtl="0" eaLnBrk="0">
              <a:lnSpc>
                <a:spcPct val="120000"/>
              </a:lnSpc>
            </a:pPr>
            <a:endParaRPr lang="en-US" altLang="en-US" sz="400" dirty="0">
              <a:solidFill>
                <a:schemeClr val="lt1"/>
              </a:solidFill>
            </a:endParaRPr>
          </a:p>
          <a:p>
            <a:pPr marL="51435" algn="l" rtl="0" eaLnBrk="0">
              <a:lnSpc>
                <a:spcPct val="98000"/>
              </a:lnSpc>
              <a:spcBef>
                <a:spcPts val="0"/>
              </a:spcBef>
            </a:pPr>
            <a:r>
              <a:rPr sz="1400" b="1" kern="0" spc="-10" dirty="0">
                <a:solidFill>
                  <a:schemeClr val="lt1"/>
                </a:solidFill>
                <a:cs typeface="微软雅黑" panose="020B0503020204020204" charset="-122"/>
              </a:rPr>
              <a:t>系统测试部</a:t>
            </a:r>
            <a:endParaRPr lang="en-US" altLang="en-US" sz="1400" b="1" kern="0" spc="-10" dirty="0">
              <a:solidFill>
                <a:schemeClr val="lt1"/>
              </a:solidFill>
              <a:cs typeface="微软雅黑" panose="020B0503020204020204" charset="-122"/>
            </a:endParaRPr>
          </a:p>
        </p:txBody>
      </p:sp>
      <p:sp>
        <p:nvSpPr>
          <p:cNvPr id="5108" name="rect"/>
          <p:cNvSpPr/>
          <p:nvPr/>
        </p:nvSpPr>
        <p:spPr>
          <a:xfrm>
            <a:off x="480059" y="3113532"/>
            <a:ext cx="989076" cy="307847"/>
          </a:xfrm>
          <a:prstGeom prst="rect">
            <a:avLst/>
          </a:prstGeom>
          <a:solidFill>
            <a:srgbClr val="7F7F7F">
              <a:alpha val="100000"/>
            </a:srgbClr>
          </a:solidFill>
          <a:ln cap="flat">
            <a:noFill/>
            <a:prstDash val="solid"/>
            <a:miter lim="0"/>
          </a:ln>
        </p:spPr>
        <p:txBody>
          <a:bodyPr rtlCol="0"/>
          <a:lstStyle/>
          <a:p>
            <a:pPr algn="ctr"/>
            <a:endParaRPr lang="zh-CN" altLang="en-US"/>
          </a:p>
        </p:txBody>
      </p:sp>
      <p:sp>
        <p:nvSpPr>
          <p:cNvPr id="5110" name="textbox 5110"/>
          <p:cNvSpPr/>
          <p:nvPr>
            <p:custDataLst>
              <p:tags r:id="rId18"/>
            </p:custDataLst>
          </p:nvPr>
        </p:nvSpPr>
        <p:spPr>
          <a:xfrm>
            <a:off x="514431" y="3174612"/>
            <a:ext cx="915035" cy="233679"/>
          </a:xfrm>
          <a:prstGeom prst="rect">
            <a:avLst/>
          </a:prstGeom>
        </p:spPr>
        <p:txBody>
          <a:bodyPr vert="horz" wrap="square" lIns="0" tIns="0" rIns="0" bIns="0">
            <a:normAutofit/>
          </a:bodyPr>
          <a:lstStyle/>
          <a:p>
            <a:pPr algn="l" rtl="0" eaLnBrk="0">
              <a:lnSpc>
                <a:spcPct val="77000"/>
              </a:lnSpc>
            </a:pPr>
            <a:endParaRPr lang="en-US" altLang="en-US" sz="100" dirty="0">
              <a:solidFill>
                <a:schemeClr val="lt1"/>
              </a:solidFill>
            </a:endParaRPr>
          </a:p>
          <a:p>
            <a:pPr marL="12700" algn="l" rtl="0" eaLnBrk="0">
              <a:lnSpc>
                <a:spcPct val="98000"/>
              </a:lnSpc>
            </a:pPr>
            <a:r>
              <a:rPr sz="1400" b="1" kern="0" spc="-10" dirty="0">
                <a:solidFill>
                  <a:schemeClr val="lt1"/>
                </a:solidFill>
                <a:cs typeface="微软雅黑" panose="020B0503020204020204" charset="-122"/>
              </a:rPr>
              <a:t>产品支持部</a:t>
            </a:r>
            <a:endParaRPr lang="en-US" altLang="en-US" sz="1400" b="1" kern="0" spc="-10" dirty="0">
              <a:solidFill>
                <a:schemeClr val="lt1"/>
              </a:solidFill>
              <a:cs typeface="微软雅黑" panose="020B0503020204020204" charset="-122"/>
            </a:endParaRPr>
          </a:p>
        </p:txBody>
      </p:sp>
      <p:sp>
        <p:nvSpPr>
          <p:cNvPr id="5112" name="textbox 5112"/>
          <p:cNvSpPr/>
          <p:nvPr>
            <p:custDataLst>
              <p:tags r:id="rId19"/>
            </p:custDataLst>
          </p:nvPr>
        </p:nvSpPr>
        <p:spPr>
          <a:xfrm>
            <a:off x="10105568" y="2396738"/>
            <a:ext cx="738505" cy="23495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8000"/>
              </a:lnSpc>
            </a:pPr>
            <a:r>
              <a:rPr sz="1400" b="1" kern="0" spc="0" dirty="0">
                <a:solidFill>
                  <a:schemeClr val="dk1"/>
                </a:solidFill>
                <a:cs typeface="微软雅黑" panose="020B0503020204020204" charset="-122"/>
              </a:rPr>
              <a:t>咨询职能</a:t>
            </a:r>
            <a:endParaRPr lang="en-US" altLang="en-US" sz="1400" b="1" kern="0" spc="0" dirty="0">
              <a:solidFill>
                <a:schemeClr val="dk1"/>
              </a:solidFill>
              <a:cs typeface="微软雅黑" panose="020B0503020204020204" charset="-122"/>
            </a:endParaRPr>
          </a:p>
        </p:txBody>
      </p:sp>
      <p:sp>
        <p:nvSpPr>
          <p:cNvPr id="5114" name="textbox 5114"/>
          <p:cNvSpPr/>
          <p:nvPr>
            <p:custDataLst>
              <p:tags r:id="rId20"/>
            </p:custDataLst>
          </p:nvPr>
        </p:nvSpPr>
        <p:spPr>
          <a:xfrm>
            <a:off x="10069989" y="1385436"/>
            <a:ext cx="736600" cy="233679"/>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7000"/>
              </a:lnSpc>
            </a:pPr>
            <a:r>
              <a:rPr sz="1400" b="1" kern="0" spc="-10" dirty="0">
                <a:solidFill>
                  <a:schemeClr val="dk1"/>
                </a:solidFill>
                <a:cs typeface="微软雅黑" panose="020B0503020204020204" charset="-122"/>
              </a:rPr>
              <a:t>提升职能</a:t>
            </a:r>
            <a:endParaRPr lang="en-US" altLang="en-US" sz="1400" b="1" kern="0" spc="-10" dirty="0">
              <a:solidFill>
                <a:schemeClr val="dk1"/>
              </a:solidFill>
              <a:cs typeface="微软雅黑" panose="020B0503020204020204" charset="-122"/>
            </a:endParaRPr>
          </a:p>
        </p:txBody>
      </p:sp>
      <p:sp>
        <p:nvSpPr>
          <p:cNvPr id="5116" name="textbox 5116"/>
          <p:cNvSpPr/>
          <p:nvPr>
            <p:custDataLst>
              <p:tags r:id="rId21"/>
            </p:custDataLst>
          </p:nvPr>
        </p:nvSpPr>
        <p:spPr>
          <a:xfrm>
            <a:off x="10077076" y="1906899"/>
            <a:ext cx="735965" cy="234950"/>
          </a:xfrm>
          <a:prstGeom prst="rect">
            <a:avLst/>
          </a:prstGeom>
        </p:spPr>
        <p:txBody>
          <a:bodyPr vert="horz" wrap="square" lIns="0" tIns="0" rIns="0" bIns="0">
            <a:normAutofit/>
          </a:bodyPr>
          <a:lstStyle/>
          <a:p>
            <a:pPr algn="l" rtl="0" eaLnBrk="0">
              <a:lnSpc>
                <a:spcPct val="85000"/>
              </a:lnSpc>
            </a:pPr>
            <a:endParaRPr lang="en-US" altLang="en-US" sz="100" dirty="0">
              <a:solidFill>
                <a:schemeClr val="dk1"/>
              </a:solidFill>
            </a:endParaRPr>
          </a:p>
          <a:p>
            <a:pPr marL="12700" algn="l" rtl="0" eaLnBrk="0">
              <a:lnSpc>
                <a:spcPct val="98000"/>
              </a:lnSpc>
            </a:pPr>
            <a:r>
              <a:rPr sz="1400" b="1" kern="0" spc="-10" dirty="0">
                <a:solidFill>
                  <a:schemeClr val="dk1"/>
                </a:solidFill>
                <a:cs typeface="微软雅黑" panose="020B0503020204020204" charset="-122"/>
              </a:rPr>
              <a:t>监控职能</a:t>
            </a:r>
            <a:endParaRPr lang="en-US" altLang="en-US" sz="1400" b="1" kern="0" spc="-10" dirty="0">
              <a:solidFill>
                <a:schemeClr val="dk1"/>
              </a:solidFill>
              <a:cs typeface="微软雅黑" panose="020B0503020204020204" charset="-122"/>
            </a:endParaRPr>
          </a:p>
        </p:txBody>
      </p:sp>
      <p:sp>
        <p:nvSpPr>
          <p:cNvPr id="5118" name="textbox 5118"/>
          <p:cNvSpPr/>
          <p:nvPr>
            <p:custDataLst>
              <p:tags r:id="rId22"/>
            </p:custDataLst>
          </p:nvPr>
        </p:nvSpPr>
        <p:spPr>
          <a:xfrm>
            <a:off x="4557842" y="2296800"/>
            <a:ext cx="596900"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lt1"/>
              </a:solidFill>
            </a:endParaRPr>
          </a:p>
          <a:p>
            <a:pPr marL="12700" algn="l" rtl="0" eaLnBrk="0">
              <a:lnSpc>
                <a:spcPts val="1860"/>
              </a:lnSpc>
            </a:pPr>
            <a:r>
              <a:rPr sz="1500" b="1" kern="0" spc="0" dirty="0">
                <a:solidFill>
                  <a:schemeClr val="lt1"/>
                </a:solidFill>
                <a:cs typeface="Arial" panose="020B0604020202020204"/>
              </a:rPr>
              <a:t>IT</a:t>
            </a:r>
            <a:r>
              <a:rPr sz="1500" b="1" kern="0" spc="70" dirty="0">
                <a:solidFill>
                  <a:schemeClr val="lt1"/>
                </a:solidFill>
                <a:cs typeface="微软雅黑" panose="020B0503020204020204" charset="-122"/>
              </a:rPr>
              <a:t>中心</a:t>
            </a:r>
            <a:endParaRPr lang="en-US" altLang="en-US" sz="1500" b="1" kern="0" spc="70" dirty="0">
              <a:solidFill>
                <a:schemeClr val="lt1"/>
              </a:solidFill>
              <a:cs typeface="微软雅黑" panose="020B0503020204020204" charset="-122"/>
            </a:endParaRPr>
          </a:p>
        </p:txBody>
      </p:sp>
      <p:grpSp>
        <p:nvGrpSpPr>
          <p:cNvPr id="594" name="group 594"/>
          <p:cNvGrpSpPr/>
          <p:nvPr/>
        </p:nvGrpSpPr>
        <p:grpSpPr>
          <a:xfrm rot="21600000">
            <a:off x="9549384" y="1703641"/>
            <a:ext cx="1926335" cy="26352"/>
            <a:chOff x="0" y="0"/>
            <a:chExt cx="1926335" cy="26352"/>
          </a:xfrm>
        </p:grpSpPr>
        <p:sp>
          <p:nvSpPr>
            <p:cNvPr id="5120" name="path"/>
            <p:cNvSpPr/>
            <p:nvPr/>
          </p:nvSpPr>
          <p:spPr>
            <a:xfrm>
              <a:off x="0" y="13652"/>
              <a:ext cx="1926335" cy="12700"/>
            </a:xfrm>
            <a:custGeom>
              <a:avLst/>
              <a:gdLst/>
              <a:ahLst/>
              <a:cxnLst/>
              <a:rect l="0" t="0" r="0" b="0"/>
              <a:pathLst>
                <a:path w="3033" h="20">
                  <a:moveTo>
                    <a:pt x="3033" y="10"/>
                  </a:moveTo>
                  <a:lnTo>
                    <a:pt x="0" y="10"/>
                  </a:lnTo>
                </a:path>
              </a:pathLst>
            </a:custGeom>
            <a:noFill/>
            <a:ln w="12700" cap="flat">
              <a:solidFill>
                <a:srgbClr val="D9D9D9">
                  <a:alpha val="100000"/>
                </a:srgbClr>
              </a:solidFill>
              <a:prstDash val="solid"/>
              <a:miter lim="800000"/>
            </a:ln>
          </p:spPr>
          <p:txBody>
            <a:bodyPr rtlCol="0"/>
            <a:lstStyle/>
            <a:p>
              <a:pPr algn="ctr"/>
              <a:endParaRPr lang="zh-CN" altLang="en-US"/>
            </a:p>
          </p:txBody>
        </p:sp>
        <p:sp>
          <p:nvSpPr>
            <p:cNvPr id="5122" name="path"/>
            <p:cNvSpPr/>
            <p:nvPr/>
          </p:nvSpPr>
          <p:spPr>
            <a:xfrm>
              <a:off x="4571" y="0"/>
              <a:ext cx="1857755" cy="9525"/>
            </a:xfrm>
            <a:custGeom>
              <a:avLst/>
              <a:gdLst/>
              <a:ahLst/>
              <a:cxnLst/>
              <a:rect l="0" t="0" r="0" b="0"/>
              <a:pathLst>
                <a:path w="2925" h="15">
                  <a:moveTo>
                    <a:pt x="0" y="7"/>
                  </a:moveTo>
                  <a:lnTo>
                    <a:pt x="2925" y="7"/>
                  </a:lnTo>
                </a:path>
              </a:pathLst>
            </a:custGeom>
            <a:noFill/>
            <a:ln w="9525" cap="flat">
              <a:solidFill>
                <a:srgbClr val="000000">
                  <a:alpha val="100000"/>
                </a:srgbClr>
              </a:solidFill>
              <a:prstDash val="solid"/>
              <a:round/>
            </a:ln>
          </p:spPr>
          <p:txBody>
            <a:bodyPr rtlCol="0"/>
            <a:lstStyle/>
            <a:p>
              <a:pPr algn="ctr"/>
              <a:endParaRPr lang="zh-CN" altLang="en-US"/>
            </a:p>
          </p:txBody>
        </p:sp>
      </p:grpSp>
      <p:sp>
        <p:nvSpPr>
          <p:cNvPr id="5124" name="path"/>
          <p:cNvSpPr/>
          <p:nvPr/>
        </p:nvSpPr>
        <p:spPr>
          <a:xfrm>
            <a:off x="8970264" y="2660713"/>
            <a:ext cx="3029711" cy="9525"/>
          </a:xfrm>
          <a:custGeom>
            <a:avLst/>
            <a:gdLst/>
            <a:ahLst/>
            <a:cxnLst/>
            <a:rect l="0" t="0" r="0" b="0"/>
            <a:pathLst>
              <a:path w="4771" h="15">
                <a:moveTo>
                  <a:pt x="4771" y="7"/>
                </a:moveTo>
                <a:lnTo>
                  <a:pt x="0" y="7"/>
                </a:lnTo>
              </a:path>
            </a:pathLst>
          </a:custGeom>
          <a:noFill/>
          <a:ln w="9525" cap="flat">
            <a:solidFill>
              <a:srgbClr val="000000">
                <a:alpha val="100000"/>
              </a:srgbClr>
            </a:solidFill>
            <a:prstDash val="solid"/>
            <a:miter lim="800000"/>
          </a:ln>
        </p:spPr>
        <p:txBody>
          <a:bodyPr rtlCol="0"/>
          <a:lstStyle/>
          <a:p>
            <a:pPr algn="ctr"/>
            <a:endParaRPr lang="zh-CN" altLang="en-US"/>
          </a:p>
        </p:txBody>
      </p:sp>
      <p:sp>
        <p:nvSpPr>
          <p:cNvPr id="5126" name="path"/>
          <p:cNvSpPr/>
          <p:nvPr/>
        </p:nvSpPr>
        <p:spPr>
          <a:xfrm>
            <a:off x="9259823" y="2208085"/>
            <a:ext cx="2470403" cy="9525"/>
          </a:xfrm>
          <a:custGeom>
            <a:avLst/>
            <a:gdLst/>
            <a:ahLst/>
            <a:cxnLst/>
            <a:rect l="0" t="0" r="0" b="0"/>
            <a:pathLst>
              <a:path w="3890" h="15">
                <a:moveTo>
                  <a:pt x="0" y="7"/>
                </a:moveTo>
                <a:lnTo>
                  <a:pt x="3890" y="7"/>
                </a:lnTo>
              </a:path>
            </a:pathLst>
          </a:custGeom>
          <a:noFill/>
          <a:ln w="9525" cap="flat">
            <a:solidFill>
              <a:srgbClr val="000000">
                <a:alpha val="100000"/>
              </a:srgbClr>
            </a:solidFill>
            <a:prstDash val="solid"/>
            <a:round/>
          </a:ln>
        </p:spPr>
        <p:txBody>
          <a:bodyPr rtlCol="0"/>
          <a:lstStyle/>
          <a:p>
            <a:pPr algn="ctr"/>
            <a:endParaRPr lang="zh-CN" altLang="en-US"/>
          </a:p>
        </p:txBody>
      </p:sp>
      <p:pic>
        <p:nvPicPr>
          <p:cNvPr id="5128" name="picture 5128"/>
          <p:cNvPicPr>
            <a:picLocks noChangeAspect="1"/>
          </p:cNvPicPr>
          <p:nvPr>
            <p:custDataLst>
              <p:tags r:id="rId23"/>
            </p:custDataLst>
          </p:nvPr>
        </p:nvPicPr>
        <p:blipFill>
          <a:blip r:embed="rId24"/>
          <a:stretch>
            <a:fillRect/>
          </a:stretch>
        </p:blipFill>
        <p:spPr>
          <a:xfrm rot="21600000">
            <a:off x="3087624" y="2884932"/>
            <a:ext cx="76200" cy="253492"/>
          </a:xfrm>
          <a:prstGeom prst="rect">
            <a:avLst/>
          </a:prstGeom>
        </p:spPr>
      </p:pic>
      <p:pic>
        <p:nvPicPr>
          <p:cNvPr id="5130" name="picture 5130"/>
          <p:cNvPicPr>
            <a:picLocks noChangeAspect="1"/>
          </p:cNvPicPr>
          <p:nvPr>
            <p:custDataLst>
              <p:tags r:id="rId25"/>
            </p:custDataLst>
          </p:nvPr>
        </p:nvPicPr>
        <p:blipFill>
          <a:blip r:embed="rId26"/>
          <a:stretch>
            <a:fillRect/>
          </a:stretch>
        </p:blipFill>
        <p:spPr>
          <a:xfrm rot="21600000">
            <a:off x="848868" y="2877311"/>
            <a:ext cx="76200" cy="253492"/>
          </a:xfrm>
          <a:prstGeom prst="rect">
            <a:avLst/>
          </a:prstGeom>
        </p:spPr>
      </p:pic>
      <p:pic>
        <p:nvPicPr>
          <p:cNvPr id="5132" name="picture 5132"/>
          <p:cNvPicPr>
            <a:picLocks noChangeAspect="1"/>
          </p:cNvPicPr>
          <p:nvPr>
            <p:custDataLst>
              <p:tags r:id="rId27"/>
            </p:custDataLst>
          </p:nvPr>
        </p:nvPicPr>
        <p:blipFill>
          <a:blip r:embed="rId28"/>
          <a:stretch>
            <a:fillRect/>
          </a:stretch>
        </p:blipFill>
        <p:spPr>
          <a:xfrm rot="21600000">
            <a:off x="5265420" y="3429000"/>
            <a:ext cx="76200" cy="253492"/>
          </a:xfrm>
          <a:prstGeom prst="rect">
            <a:avLst/>
          </a:prstGeom>
        </p:spPr>
      </p:pic>
      <p:pic>
        <p:nvPicPr>
          <p:cNvPr id="5134" name="picture 5134"/>
          <p:cNvPicPr>
            <a:picLocks noChangeAspect="1"/>
          </p:cNvPicPr>
          <p:nvPr>
            <p:custDataLst>
              <p:tags r:id="rId29"/>
            </p:custDataLst>
          </p:nvPr>
        </p:nvPicPr>
        <p:blipFill>
          <a:blip r:embed="rId30"/>
          <a:stretch>
            <a:fillRect/>
          </a:stretch>
        </p:blipFill>
        <p:spPr>
          <a:xfrm rot="21600000">
            <a:off x="2011679" y="2887979"/>
            <a:ext cx="76200" cy="253491"/>
          </a:xfrm>
          <a:prstGeom prst="rect">
            <a:avLst/>
          </a:prstGeom>
        </p:spPr>
      </p:pic>
      <p:sp>
        <p:nvSpPr>
          <p:cNvPr id="5136" name="path"/>
          <p:cNvSpPr/>
          <p:nvPr/>
        </p:nvSpPr>
        <p:spPr>
          <a:xfrm>
            <a:off x="9845034" y="1257109"/>
            <a:ext cx="1321318" cy="11049"/>
          </a:xfrm>
          <a:custGeom>
            <a:avLst/>
            <a:gdLst/>
            <a:ahLst/>
            <a:cxnLst/>
            <a:rect l="0" t="0" r="0" b="0"/>
            <a:pathLst>
              <a:path w="2080" h="17">
                <a:moveTo>
                  <a:pt x="0" y="9"/>
                </a:moveTo>
                <a:lnTo>
                  <a:pt x="2080" y="7"/>
                </a:lnTo>
              </a:path>
            </a:pathLst>
          </a:custGeom>
          <a:noFill/>
          <a:ln w="9525" cap="flat">
            <a:solidFill>
              <a:srgbClr val="000000">
                <a:alpha val="100000"/>
              </a:srgbClr>
            </a:solidFill>
            <a:prstDash val="solid"/>
            <a:round/>
          </a:ln>
        </p:spPr>
        <p:txBody>
          <a:bodyPr rtlCol="0"/>
          <a:lstStyle/>
          <a:p>
            <a:pPr algn="ctr"/>
            <a:endParaRPr lang="zh-CN" altLang="en-US"/>
          </a:p>
        </p:txBody>
      </p:sp>
      <p:sp>
        <p:nvSpPr>
          <p:cNvPr id="5138" name="path"/>
          <p:cNvSpPr/>
          <p:nvPr/>
        </p:nvSpPr>
        <p:spPr>
          <a:xfrm>
            <a:off x="4867465" y="2665476"/>
            <a:ext cx="9525" cy="212725"/>
          </a:xfrm>
          <a:custGeom>
            <a:avLst/>
            <a:gdLst/>
            <a:ahLst/>
            <a:cxnLst/>
            <a:rect l="0" t="0" r="0" b="0"/>
            <a:pathLst>
              <a:path w="15" h="335">
                <a:moveTo>
                  <a:pt x="7" y="0"/>
                </a:moveTo>
                <a:lnTo>
                  <a:pt x="7" y="335"/>
                </a:lnTo>
              </a:path>
            </a:pathLst>
          </a:custGeom>
          <a:noFill/>
          <a:ln w="9525" cap="flat">
            <a:solidFill>
              <a:srgbClr val="000000">
                <a:alpha val="100000"/>
              </a:srgbClr>
            </a:solidFill>
            <a:prstDash val="solid"/>
            <a:round/>
          </a:ln>
        </p:spPr>
        <p:txBody>
          <a:bodyPr rtlCol="0"/>
          <a:lstStyle/>
          <a:p>
            <a:pPr algn="ctr"/>
            <a:endParaRPr lang="zh-CN" altLang="en-US"/>
          </a:p>
        </p:txBody>
      </p:sp>
    </p:spTree>
    <p:custDataLst>
      <p:tags r:id="rId3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6" name="group 596"/>
          <p:cNvGrpSpPr/>
          <p:nvPr/>
        </p:nvGrpSpPr>
        <p:grpSpPr>
          <a:xfrm rot="21600000">
            <a:off x="1074673" y="637286"/>
            <a:ext cx="10260583" cy="5444743"/>
            <a:chOff x="0" y="0"/>
            <a:chExt cx="10260583" cy="5444743"/>
          </a:xfrm>
        </p:grpSpPr>
        <p:sp>
          <p:nvSpPr>
            <p:cNvPr id="5140" name="path"/>
            <p:cNvSpPr/>
            <p:nvPr/>
          </p:nvSpPr>
          <p:spPr>
            <a:xfrm>
              <a:off x="12700" y="12700"/>
              <a:ext cx="10235183" cy="5419343"/>
            </a:xfrm>
            <a:custGeom>
              <a:avLst/>
              <a:gdLst/>
              <a:ahLst/>
              <a:cxnLst/>
              <a:rect l="0" t="0" r="0" b="0"/>
              <a:pathLst>
                <a:path w="16118" h="8534">
                  <a:moveTo>
                    <a:pt x="0" y="8534"/>
                  </a:moveTo>
                  <a:cubicBezTo>
                    <a:pt x="1791" y="4741"/>
                    <a:pt x="6452" y="2252"/>
                    <a:pt x="13984" y="1066"/>
                  </a:cubicBezTo>
                  <a:lnTo>
                    <a:pt x="13864" y="0"/>
                  </a:lnTo>
                  <a:lnTo>
                    <a:pt x="16118" y="1706"/>
                  </a:lnTo>
                  <a:lnTo>
                    <a:pt x="14345" y="4267"/>
                  </a:lnTo>
                  <a:lnTo>
                    <a:pt x="14225" y="3200"/>
                  </a:lnTo>
                  <a:cubicBezTo>
                    <a:pt x="7428" y="3674"/>
                    <a:pt x="2686" y="5452"/>
                    <a:pt x="0" y="8534"/>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5142" name="path"/>
            <p:cNvSpPr/>
            <p:nvPr/>
          </p:nvSpPr>
          <p:spPr>
            <a:xfrm>
              <a:off x="0" y="0"/>
              <a:ext cx="10260583" cy="5444743"/>
            </a:xfrm>
            <a:custGeom>
              <a:avLst/>
              <a:gdLst/>
              <a:ahLst/>
              <a:cxnLst/>
              <a:rect l="0" t="0" r="0" b="0"/>
              <a:pathLst>
                <a:path w="16158" h="8574">
                  <a:moveTo>
                    <a:pt x="20" y="8554"/>
                  </a:moveTo>
                  <a:cubicBezTo>
                    <a:pt x="1811" y="4761"/>
                    <a:pt x="6472" y="2272"/>
                    <a:pt x="14004" y="1086"/>
                  </a:cubicBezTo>
                  <a:lnTo>
                    <a:pt x="13884" y="20"/>
                  </a:lnTo>
                  <a:lnTo>
                    <a:pt x="16138" y="1726"/>
                  </a:lnTo>
                  <a:lnTo>
                    <a:pt x="14365" y="4287"/>
                  </a:lnTo>
                  <a:lnTo>
                    <a:pt x="14245" y="3220"/>
                  </a:lnTo>
                  <a:cubicBezTo>
                    <a:pt x="7448" y="3694"/>
                    <a:pt x="2706" y="5472"/>
                    <a:pt x="20" y="8554"/>
                  </a:cubicBezTo>
                </a:path>
              </a:pathLst>
            </a:custGeom>
            <a:noFill/>
            <a:ln w="25400" cap="flat">
              <a:solidFill>
                <a:srgbClr val="ED7D31">
                  <a:alpha val="100000"/>
                </a:srgbClr>
              </a:solidFill>
              <a:prstDash val="solid"/>
              <a:round/>
            </a:ln>
          </p:spPr>
          <p:txBody>
            <a:bodyPr rtlCol="0"/>
            <a:lstStyle/>
            <a:p>
              <a:pPr algn="ctr"/>
              <a:endParaRPr lang="zh-CN" altLang="en-US"/>
            </a:p>
          </p:txBody>
        </p:sp>
      </p:grpSp>
      <p:graphicFrame>
        <p:nvGraphicFramePr>
          <p:cNvPr id="5144" name="table 5144"/>
          <p:cNvGraphicFramePr>
            <a:graphicFrameLocks noGrp="1"/>
          </p:cNvGraphicFramePr>
          <p:nvPr>
            <p:custDataLst>
              <p:tags r:id="rId1"/>
            </p:custDataLst>
          </p:nvPr>
        </p:nvGraphicFramePr>
        <p:xfrm>
          <a:off x="6486600" y="3517087"/>
          <a:ext cx="4097020" cy="2357120"/>
        </p:xfrm>
        <a:graphic>
          <a:graphicData uri="http://schemas.openxmlformats.org/drawingml/2006/table">
            <a:tbl>
              <a:tblPr/>
              <a:tblGrid>
                <a:gridCol w="2076450"/>
                <a:gridCol w="2020570"/>
              </a:tblGrid>
              <a:tr h="2357120">
                <a:tc>
                  <a:txBody>
                    <a:bodyPr/>
                    <a:lstStyle/>
                    <a:p>
                      <a:pPr algn="l" rtl="0" eaLnBrk="0">
                        <a:lnSpc>
                          <a:spcPct val="94000"/>
                        </a:lnSpc>
                        <a:spcBef>
                          <a:spcPts val="5"/>
                        </a:spcBef>
                      </a:pPr>
                      <a:r>
                        <a:rPr sz="1200" kern="0" spc="17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b="1" kern="0" spc="170" dirty="0">
                          <a:solidFill>
                            <a:srgbClr val="000000">
                              <a:alpha val="100000"/>
                            </a:srgbClr>
                          </a:solidFill>
                          <a:cs typeface="微软雅黑" panose="020B0503020204020204" charset="-122"/>
                        </a:rPr>
                        <a:t>公司战略级项目(1-</a:t>
                      </a:r>
                      <a:r>
                        <a:rPr sz="1200" b="1" kern="0" spc="160" dirty="0">
                          <a:solidFill>
                            <a:srgbClr val="000000">
                              <a:alpha val="100000"/>
                            </a:srgbClr>
                          </a:solidFill>
                          <a:cs typeface="微软雅黑" panose="020B0503020204020204" charset="-122"/>
                        </a:rPr>
                        <a:t>3)</a:t>
                      </a:r>
                      <a:endParaRPr lang="en-US" altLang="en-US" sz="1200" dirty="0"/>
                    </a:p>
                    <a:p>
                      <a:pPr marL="2540" algn="l" rtl="0" eaLnBrk="0">
                        <a:lnSpc>
                          <a:spcPct val="97000"/>
                        </a:lnSpc>
                        <a:spcBef>
                          <a:spcPts val="85"/>
                        </a:spcBef>
                        <a:tabLst>
                          <a:tab pos="111760" algn="l"/>
                        </a:tabLst>
                      </a:pPr>
                      <a:r>
                        <a:rPr sz="1200" kern="0" spc="0" dirty="0">
                          <a:solidFill>
                            <a:srgbClr val="000000">
                              <a:alpha val="100000"/>
                            </a:srgbClr>
                          </a:solidFill>
                          <a:cs typeface="微软雅黑" panose="020B0503020204020204" charset="-122"/>
                        </a:rPr>
                        <a:t>	</a:t>
                      </a:r>
                      <a:r>
                        <a:rPr sz="1200" kern="0" spc="8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全程时效</a:t>
                      </a:r>
                      <a:endParaRPr lang="en-US" altLang="en-US" sz="1200" dirty="0"/>
                    </a:p>
                    <a:p>
                      <a:pPr marL="2540" algn="l" rtl="0" eaLnBrk="0">
                        <a:lnSpc>
                          <a:spcPct val="97000"/>
                        </a:lnSpc>
                        <a:spcBef>
                          <a:spcPts val="40"/>
                        </a:spcBef>
                        <a:tabLst>
                          <a:tab pos="111125" algn="l"/>
                        </a:tabLst>
                      </a:pPr>
                      <a:r>
                        <a:rPr sz="1200" kern="0" spc="0" dirty="0">
                          <a:solidFill>
                            <a:srgbClr val="000000">
                              <a:alpha val="100000"/>
                            </a:srgbClr>
                          </a:solidFill>
                          <a:cs typeface="微软雅黑" panose="020B0503020204020204" charset="-122"/>
                        </a:rPr>
                        <a:t>	</a:t>
                      </a:r>
                      <a:r>
                        <a:rPr sz="1200" kern="0" spc="9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数据治理</a:t>
                      </a:r>
                      <a:endParaRPr lang="en-US" altLang="en-US" sz="1200" dirty="0"/>
                    </a:p>
                    <a:p>
                      <a:pPr algn="l" rtl="0" eaLnBrk="0">
                        <a:lnSpc>
                          <a:spcPct val="94000"/>
                        </a:lnSpc>
                        <a:spcBef>
                          <a:spcPts val="55"/>
                        </a:spcBef>
                      </a:pPr>
                      <a:r>
                        <a:rPr sz="1200" kern="0" spc="20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b="1" kern="0" spc="200" dirty="0">
                          <a:solidFill>
                            <a:srgbClr val="000000">
                              <a:alpha val="100000"/>
                            </a:srgbClr>
                          </a:solidFill>
                          <a:cs typeface="微软雅黑" panose="020B0503020204020204" charset="-122"/>
                        </a:rPr>
                        <a:t>营运办公室(1-</a:t>
                      </a:r>
                      <a:r>
                        <a:rPr sz="1200" b="1" kern="0" spc="190" dirty="0">
                          <a:solidFill>
                            <a:srgbClr val="000000">
                              <a:alpha val="100000"/>
                            </a:srgbClr>
                          </a:solidFill>
                          <a:cs typeface="微软雅黑" panose="020B0503020204020204" charset="-122"/>
                        </a:rPr>
                        <a:t>2)</a:t>
                      </a:r>
                      <a:endParaRPr lang="en-US" altLang="en-US" sz="1200" dirty="0"/>
                    </a:p>
                    <a:p>
                      <a:pPr algn="l" rtl="0" eaLnBrk="0">
                        <a:lnSpc>
                          <a:spcPct val="94000"/>
                        </a:lnSpc>
                        <a:spcBef>
                          <a:spcPts val="85"/>
                        </a:spcBef>
                      </a:pPr>
                      <a:r>
                        <a:rPr sz="1200" kern="0" spc="210" dirty="0">
                          <a:solidFill>
                            <a:srgbClr val="000000">
                              <a:alpha val="100000"/>
                            </a:srgbClr>
                          </a:solidFill>
                          <a:cs typeface="Arial" panose="020B0604020202020204"/>
                        </a:rPr>
                        <a:t>•</a:t>
                      </a:r>
                      <a:r>
                        <a:rPr sz="1200" kern="0" spc="180" dirty="0">
                          <a:solidFill>
                            <a:srgbClr val="000000">
                              <a:alpha val="100000"/>
                            </a:srgbClr>
                          </a:solidFill>
                          <a:cs typeface="Arial" panose="020B0604020202020204"/>
                        </a:rPr>
                        <a:t>  </a:t>
                      </a:r>
                      <a:r>
                        <a:rPr sz="1200" b="1" kern="0" spc="210" dirty="0">
                          <a:solidFill>
                            <a:srgbClr val="000000">
                              <a:alpha val="100000"/>
                            </a:srgbClr>
                          </a:solidFill>
                          <a:cs typeface="微软雅黑" panose="020B0503020204020204" charset="-122"/>
                        </a:rPr>
                        <a:t>网络中心(1-2)</a:t>
                      </a:r>
                      <a:endParaRPr lang="en-US" altLang="en-US" sz="1200" dirty="0"/>
                    </a:p>
                    <a:p>
                      <a:pPr algn="l" rtl="0" eaLnBrk="0">
                        <a:lnSpc>
                          <a:spcPct val="94000"/>
                        </a:lnSpc>
                        <a:spcBef>
                          <a:spcPts val="85"/>
                        </a:spcBef>
                      </a:pPr>
                      <a:r>
                        <a:rPr sz="1200" kern="0" spc="22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b="1" kern="0" spc="220" dirty="0">
                          <a:solidFill>
                            <a:srgbClr val="000000">
                              <a:alpha val="100000"/>
                            </a:srgbClr>
                          </a:solidFill>
                          <a:cs typeface="微软雅黑" panose="020B0503020204020204" charset="-122"/>
                        </a:rPr>
                        <a:t>运营中心(1-2</a:t>
                      </a:r>
                      <a:r>
                        <a:rPr sz="1200" b="1" kern="0" spc="210" dirty="0">
                          <a:solidFill>
                            <a:srgbClr val="000000">
                              <a:alpha val="100000"/>
                            </a:srgbClr>
                          </a:solidFill>
                          <a:cs typeface="微软雅黑" panose="020B0503020204020204" charset="-122"/>
                        </a:rPr>
                        <a:t>)</a:t>
                      </a:r>
                      <a:endParaRPr lang="en-US" altLang="en-US" sz="1200" dirty="0"/>
                    </a:p>
                    <a:p>
                      <a:pPr algn="l" rtl="0" eaLnBrk="0">
                        <a:lnSpc>
                          <a:spcPct val="94000"/>
                        </a:lnSpc>
                        <a:spcBef>
                          <a:spcPts val="85"/>
                        </a:spcBef>
                      </a:pPr>
                      <a:r>
                        <a:rPr sz="1200" kern="0" spc="22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b="1" kern="0" spc="220" dirty="0">
                          <a:solidFill>
                            <a:srgbClr val="000000">
                              <a:alpha val="100000"/>
                            </a:srgbClr>
                          </a:solidFill>
                          <a:cs typeface="微软雅黑" panose="020B0503020204020204" charset="-122"/>
                        </a:rPr>
                        <a:t>运力中心(1-2</a:t>
                      </a:r>
                      <a:r>
                        <a:rPr sz="1200" b="1" kern="0" spc="210" dirty="0">
                          <a:solidFill>
                            <a:srgbClr val="000000">
                              <a:alpha val="100000"/>
                            </a:srgbClr>
                          </a:solidFill>
                          <a:cs typeface="微软雅黑" panose="020B0503020204020204" charset="-122"/>
                        </a:rPr>
                        <a:t>)</a:t>
                      </a:r>
                      <a:endParaRPr lang="en-US" altLang="en-US" sz="1200" dirty="0"/>
                    </a:p>
                    <a:p>
                      <a:pPr algn="l" rtl="0" eaLnBrk="0">
                        <a:lnSpc>
                          <a:spcPct val="94000"/>
                        </a:lnSpc>
                        <a:spcBef>
                          <a:spcPts val="85"/>
                        </a:spcBef>
                      </a:pPr>
                      <a:r>
                        <a:rPr sz="1200" kern="0" spc="22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b="1" kern="0" spc="220" dirty="0">
                          <a:solidFill>
                            <a:srgbClr val="000000">
                              <a:alpha val="100000"/>
                            </a:srgbClr>
                          </a:solidFill>
                          <a:cs typeface="微软雅黑" panose="020B0503020204020204" charset="-122"/>
                        </a:rPr>
                        <a:t>质控中心(1-2</a:t>
                      </a:r>
                      <a:r>
                        <a:rPr sz="1200" b="1" kern="0" spc="210" dirty="0">
                          <a:solidFill>
                            <a:srgbClr val="000000">
                              <a:alpha val="100000"/>
                            </a:srgbClr>
                          </a:solidFill>
                          <a:cs typeface="微软雅黑" panose="020B0503020204020204" charset="-122"/>
                        </a:rPr>
                        <a:t>)</a:t>
                      </a:r>
                      <a:endParaRPr lang="en-US" altLang="en-US" sz="1200" dirty="0"/>
                    </a:p>
                    <a:p>
                      <a:pPr algn="l" rtl="0" eaLnBrk="0">
                        <a:lnSpc>
                          <a:spcPct val="95000"/>
                        </a:lnSpc>
                        <a:spcBef>
                          <a:spcPts val="75"/>
                        </a:spcBef>
                      </a:pPr>
                      <a:r>
                        <a:rPr sz="1200" kern="0" spc="210" dirty="0">
                          <a:solidFill>
                            <a:srgbClr val="000000">
                              <a:alpha val="100000"/>
                            </a:srgbClr>
                          </a:solidFill>
                          <a:cs typeface="Arial" panose="020B0604020202020204"/>
                        </a:rPr>
                        <a:t>•</a:t>
                      </a:r>
                      <a:r>
                        <a:rPr sz="1200" kern="0" spc="180" dirty="0">
                          <a:solidFill>
                            <a:srgbClr val="000000">
                              <a:alpha val="100000"/>
                            </a:srgbClr>
                          </a:solidFill>
                          <a:cs typeface="Arial" panose="020B0604020202020204"/>
                        </a:rPr>
                        <a:t>  </a:t>
                      </a:r>
                      <a:r>
                        <a:rPr sz="1200" b="1" kern="0" spc="210" dirty="0">
                          <a:solidFill>
                            <a:srgbClr val="000000">
                              <a:alpha val="100000"/>
                            </a:srgbClr>
                          </a:solidFill>
                          <a:cs typeface="微软雅黑" panose="020B0503020204020204" charset="-122"/>
                        </a:rPr>
                        <a:t>营销中心(1-2)</a:t>
                      </a:r>
                      <a:endParaRPr lang="en-US" altLang="en-US" sz="1200" dirty="0"/>
                    </a:p>
                    <a:p>
                      <a:pPr algn="l" rtl="0" eaLnBrk="0">
                        <a:lnSpc>
                          <a:spcPct val="94000"/>
                        </a:lnSpc>
                        <a:spcBef>
                          <a:spcPts val="90"/>
                        </a:spcBef>
                      </a:pPr>
                      <a:r>
                        <a:rPr sz="1200" kern="0" spc="210" dirty="0">
                          <a:solidFill>
                            <a:srgbClr val="000000">
                              <a:alpha val="100000"/>
                            </a:srgbClr>
                          </a:solidFill>
                          <a:cs typeface="Arial" panose="020B0604020202020204"/>
                        </a:rPr>
                        <a:t>•</a:t>
                      </a:r>
                      <a:r>
                        <a:rPr sz="1200" kern="0" spc="180" dirty="0">
                          <a:solidFill>
                            <a:srgbClr val="000000">
                              <a:alpha val="100000"/>
                            </a:srgbClr>
                          </a:solidFill>
                          <a:cs typeface="Arial" panose="020B0604020202020204"/>
                        </a:rPr>
                        <a:t>  </a:t>
                      </a:r>
                      <a:r>
                        <a:rPr sz="1200" b="1" kern="0" spc="210" dirty="0">
                          <a:solidFill>
                            <a:srgbClr val="000000">
                              <a:alpha val="100000"/>
                            </a:srgbClr>
                          </a:solidFill>
                          <a:cs typeface="微软雅黑" panose="020B0503020204020204" charset="-122"/>
                        </a:rPr>
                        <a:t>市场中心(1-2)</a:t>
                      </a:r>
                      <a:endParaRPr lang="en-US" altLang="en-US" sz="1200" dirty="0"/>
                    </a:p>
                    <a:p>
                      <a:pPr algn="l" rtl="0" eaLnBrk="0">
                        <a:lnSpc>
                          <a:spcPct val="94000"/>
                        </a:lnSpc>
                        <a:spcBef>
                          <a:spcPts val="85"/>
                        </a:spcBef>
                      </a:pPr>
                      <a:r>
                        <a:rPr sz="1200" kern="0" spc="22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b="1" kern="0" spc="220" dirty="0">
                          <a:solidFill>
                            <a:srgbClr val="000000">
                              <a:alpha val="100000"/>
                            </a:srgbClr>
                          </a:solidFill>
                          <a:cs typeface="微软雅黑" panose="020B0503020204020204" charset="-122"/>
                        </a:rPr>
                        <a:t>人事行政(1-2</a:t>
                      </a:r>
                      <a:r>
                        <a:rPr sz="1200" b="1" kern="0" spc="210" dirty="0">
                          <a:solidFill>
                            <a:srgbClr val="000000">
                              <a:alpha val="100000"/>
                            </a:srgbClr>
                          </a:solidFill>
                          <a:cs typeface="微软雅黑" panose="020B0503020204020204" charset="-122"/>
                        </a:rPr>
                        <a:t>)</a:t>
                      </a:r>
                      <a:endParaRPr lang="en-US" altLang="en-US" sz="1200" dirty="0"/>
                    </a:p>
                    <a:p>
                      <a:pPr algn="l" rtl="0" eaLnBrk="0">
                        <a:lnSpc>
                          <a:spcPct val="94000"/>
                        </a:lnSpc>
                        <a:spcBef>
                          <a:spcPts val="85"/>
                        </a:spcBef>
                      </a:pPr>
                      <a:r>
                        <a:rPr sz="1200" kern="0" spc="240" dirty="0">
                          <a:solidFill>
                            <a:srgbClr val="000000">
                              <a:alpha val="100000"/>
                            </a:srgbClr>
                          </a:solidFill>
                          <a:cs typeface="Arial" panose="020B0604020202020204"/>
                        </a:rPr>
                        <a:t>•  </a:t>
                      </a:r>
                      <a:r>
                        <a:rPr sz="1200" b="1" kern="0" spc="240" dirty="0">
                          <a:solidFill>
                            <a:srgbClr val="000000">
                              <a:alpha val="100000"/>
                            </a:srgbClr>
                          </a:solidFill>
                          <a:cs typeface="微软雅黑" panose="020B0503020204020204" charset="-122"/>
                        </a:rPr>
                        <a:t>财务(1-2)</a:t>
                      </a:r>
                      <a:endParaRPr lang="en-US" altLang="en-US" sz="1200" dirty="0"/>
                    </a:p>
                    <a:p>
                      <a:pPr algn="l" rtl="0" eaLnBrk="0">
                        <a:lnSpc>
                          <a:spcPct val="85000"/>
                        </a:lnSpc>
                        <a:spcBef>
                          <a:spcPts val="80"/>
                        </a:spcBef>
                      </a:pPr>
                      <a:r>
                        <a:rPr sz="1200" kern="0" spc="390" dirty="0">
                          <a:solidFill>
                            <a:srgbClr val="000000">
                              <a:alpha val="100000"/>
                            </a:srgbClr>
                          </a:solidFill>
                          <a:cs typeface="Arial" panose="020B0604020202020204"/>
                        </a:rPr>
                        <a:t>•</a:t>
                      </a:r>
                      <a:r>
                        <a:rPr sz="1200" kern="0" spc="80" dirty="0">
                          <a:solidFill>
                            <a:srgbClr val="000000">
                              <a:alpha val="100000"/>
                            </a:srgbClr>
                          </a:solidFill>
                          <a:cs typeface="Arial" panose="020B0604020202020204"/>
                        </a:rPr>
                        <a:t>   </a:t>
                      </a:r>
                      <a:r>
                        <a:rPr sz="1200" b="1" kern="0" spc="390" dirty="0">
                          <a:solidFill>
                            <a:srgbClr val="000000">
                              <a:alpha val="100000"/>
                            </a:srgbClr>
                          </a:solidFill>
                          <a:cs typeface="微软雅黑" panose="020B0503020204020204" charset="-122"/>
                        </a:rPr>
                        <a:t>IT(1-2)</a:t>
                      </a:r>
                      <a:endParaRPr lang="en-US" altLang="en-US" sz="1200" dirty="0"/>
                    </a:p>
                  </a:txBody>
                  <a:tcPr marL="0" marR="0" marT="0" marB="0" vert="horz">
                    <a:lnL>
                      <a:noFill/>
                    </a:lnL>
                    <a:lnR>
                      <a:noFill/>
                    </a:lnR>
                    <a:lnT>
                      <a:noFill/>
                    </a:lnT>
                    <a:lnB>
                      <a:noFill/>
                    </a:lnB>
                  </a:tcPr>
                </a:tc>
                <a:tc>
                  <a:txBody>
                    <a:bodyPr/>
                    <a:lstStyle/>
                    <a:p>
                      <a:pPr algn="l" rtl="0" eaLnBrk="0">
                        <a:lnSpc>
                          <a:spcPct val="111000"/>
                        </a:lnSpc>
                      </a:pPr>
                      <a:endParaRPr lang="en-US" altLang="en-US" sz="500" dirty="0"/>
                    </a:p>
                    <a:p>
                      <a:pPr marL="180340" algn="l" rtl="0" eaLnBrk="0">
                        <a:lnSpc>
                          <a:spcPct val="97000"/>
                        </a:lnSpc>
                        <a:spcBef>
                          <a:spcPts val="5"/>
                        </a:spcBef>
                      </a:pPr>
                      <a:r>
                        <a:rPr sz="1200" kern="0" spc="-20" dirty="0">
                          <a:solidFill>
                            <a:srgbClr val="000000">
                              <a:alpha val="100000"/>
                            </a:srgbClr>
                          </a:solidFill>
                          <a:cs typeface="Arial" panose="020B0604020202020204"/>
                        </a:rPr>
                        <a:t>•</a:t>
                      </a:r>
                      <a:r>
                        <a:rPr sz="1200" kern="0" spc="160" dirty="0">
                          <a:solidFill>
                            <a:srgbClr val="000000">
                              <a:alpha val="100000"/>
                            </a:srgbClr>
                          </a:solidFill>
                          <a:cs typeface="Arial" panose="020B0604020202020204"/>
                        </a:rPr>
                        <a:t>  </a:t>
                      </a:r>
                      <a:r>
                        <a:rPr sz="1200" b="1" kern="0" spc="-20" dirty="0">
                          <a:solidFill>
                            <a:srgbClr val="000000">
                              <a:alpha val="100000"/>
                            </a:srgbClr>
                          </a:solidFill>
                          <a:cs typeface="微软雅黑" panose="020B0503020204020204" charset="-122"/>
                        </a:rPr>
                        <a:t>项目资料归档</a:t>
                      </a:r>
                      <a:endParaRPr lang="en-US" altLang="en-US" sz="1200" dirty="0"/>
                    </a:p>
                    <a:p>
                      <a:pPr marL="346710" indent="-166370" algn="l" rtl="0" eaLnBrk="0">
                        <a:lnSpc>
                          <a:spcPct val="122000"/>
                        </a:lnSpc>
                        <a:spcBef>
                          <a:spcPts val="770"/>
                        </a:spcBef>
                      </a:pPr>
                      <a:r>
                        <a:rPr sz="1200" kern="0" spc="20" dirty="0">
                          <a:solidFill>
                            <a:srgbClr val="000000">
                              <a:alpha val="100000"/>
                            </a:srgbClr>
                          </a:solidFill>
                          <a:cs typeface="Arial" panose="020B0604020202020204"/>
                        </a:rPr>
                        <a:t>•</a:t>
                      </a:r>
                      <a:r>
                        <a:rPr sz="1200" kern="0" spc="70" dirty="0">
                          <a:solidFill>
                            <a:srgbClr val="000000">
                              <a:alpha val="100000"/>
                            </a:srgbClr>
                          </a:solidFill>
                          <a:cs typeface="Arial" panose="020B0604020202020204"/>
                        </a:rPr>
                        <a:t>   </a:t>
                      </a:r>
                      <a:r>
                        <a:rPr sz="1200" b="1" kern="0" spc="0" dirty="0">
                          <a:solidFill>
                            <a:srgbClr val="000000">
                              <a:alpha val="100000"/>
                            </a:srgbClr>
                          </a:solidFill>
                          <a:cs typeface="微软雅黑" panose="020B0503020204020204" charset="-122"/>
                        </a:rPr>
                        <a:t>PMO</a:t>
                      </a:r>
                      <a:r>
                        <a:rPr sz="1200" b="1" kern="0" spc="20" dirty="0">
                          <a:solidFill>
                            <a:srgbClr val="000000">
                              <a:alpha val="100000"/>
                            </a:srgbClr>
                          </a:solidFill>
                          <a:cs typeface="微软雅黑" panose="020B0503020204020204" charset="-122"/>
                        </a:rPr>
                        <a:t>项目整体回顾及复</a:t>
                      </a:r>
                      <a:r>
                        <a:rPr sz="1200" b="1" kern="0" spc="10" dirty="0">
                          <a:solidFill>
                            <a:srgbClr val="000000">
                              <a:alpha val="100000"/>
                            </a:srgbClr>
                          </a:solidFill>
                          <a:cs typeface="微软雅黑" panose="020B0503020204020204" charset="-122"/>
                        </a:rPr>
                        <a:t> </a:t>
                      </a:r>
                      <a:r>
                        <a:rPr sz="1200" b="1" kern="0" spc="-30" dirty="0">
                          <a:solidFill>
                            <a:srgbClr val="000000">
                              <a:alpha val="100000"/>
                            </a:srgbClr>
                          </a:solidFill>
                          <a:cs typeface="微软雅黑" panose="020B0503020204020204" charset="-122"/>
                        </a:rPr>
                        <a:t>盘（经验教训）</a:t>
                      </a:r>
                      <a:endParaRPr lang="en-US" altLang="en-US" sz="1200" dirty="0"/>
                    </a:p>
                    <a:p>
                      <a:pPr marL="353695" indent="-173355" algn="l" rtl="0" eaLnBrk="0">
                        <a:lnSpc>
                          <a:spcPct val="124000"/>
                        </a:lnSpc>
                        <a:spcBef>
                          <a:spcPts val="780"/>
                        </a:spcBef>
                      </a:pPr>
                      <a:r>
                        <a:rPr sz="1200" kern="0" spc="-10" dirty="0">
                          <a:solidFill>
                            <a:srgbClr val="000000">
                              <a:alpha val="100000"/>
                            </a:srgbClr>
                          </a:solidFill>
                          <a:cs typeface="Arial" panose="020B0604020202020204"/>
                        </a:rPr>
                        <a:t>•</a:t>
                      </a:r>
                      <a:r>
                        <a:rPr sz="1200" kern="0" spc="150" dirty="0">
                          <a:solidFill>
                            <a:srgbClr val="000000">
                              <a:alpha val="100000"/>
                            </a:srgbClr>
                          </a:solidFill>
                          <a:cs typeface="Arial" panose="020B0604020202020204"/>
                        </a:rPr>
                        <a:t>  </a:t>
                      </a:r>
                      <a:r>
                        <a:rPr sz="1200" b="1" kern="0" spc="-10" dirty="0">
                          <a:solidFill>
                            <a:srgbClr val="000000">
                              <a:alpha val="100000"/>
                            </a:srgbClr>
                          </a:solidFill>
                          <a:cs typeface="微软雅黑" panose="020B0503020204020204" charset="-122"/>
                        </a:rPr>
                        <a:t>项目管理流程/模板/平台</a:t>
                      </a:r>
                      <a:r>
                        <a:rPr sz="1200" b="1" kern="0" spc="0" dirty="0">
                          <a:solidFill>
                            <a:srgbClr val="000000">
                              <a:alpha val="100000"/>
                            </a:srgbClr>
                          </a:solidFill>
                          <a:cs typeface="微软雅黑" panose="020B0503020204020204" charset="-122"/>
                        </a:rPr>
                        <a:t> </a:t>
                      </a:r>
                      <a:r>
                        <a:rPr sz="1200" b="1" kern="0" spc="-20" dirty="0">
                          <a:solidFill>
                            <a:srgbClr val="000000">
                              <a:alpha val="100000"/>
                            </a:srgbClr>
                          </a:solidFill>
                          <a:cs typeface="微软雅黑" panose="020B0503020204020204" charset="-122"/>
                        </a:rPr>
                        <a:t>回顾及优化</a:t>
                      </a:r>
                      <a:endParaRPr lang="en-US" altLang="en-US" sz="1200" dirty="0"/>
                    </a:p>
                    <a:p>
                      <a:pPr algn="l" rtl="0" eaLnBrk="0">
                        <a:lnSpc>
                          <a:spcPct val="108000"/>
                        </a:lnSpc>
                      </a:pPr>
                      <a:endParaRPr lang="en-US" altLang="en-US" sz="600" dirty="0"/>
                    </a:p>
                    <a:p>
                      <a:pPr marL="346710" indent="-166370" algn="l" rtl="0" eaLnBrk="0">
                        <a:lnSpc>
                          <a:spcPct val="123000"/>
                        </a:lnSpc>
                        <a:spcBef>
                          <a:spcPts val="5"/>
                        </a:spcBef>
                      </a:pPr>
                      <a:r>
                        <a:rPr sz="1200" kern="0" spc="-10" dirty="0">
                          <a:solidFill>
                            <a:srgbClr val="000000">
                              <a:alpha val="100000"/>
                            </a:srgbClr>
                          </a:solidFill>
                          <a:cs typeface="Arial" panose="020B0604020202020204"/>
                        </a:rPr>
                        <a:t>•</a:t>
                      </a:r>
                      <a:r>
                        <a:rPr sz="1200" kern="0" spc="140" dirty="0">
                          <a:solidFill>
                            <a:srgbClr val="000000">
                              <a:alpha val="100000"/>
                            </a:srgbClr>
                          </a:solidFill>
                          <a:cs typeface="Arial" panose="020B0604020202020204"/>
                        </a:rPr>
                        <a:t>  </a:t>
                      </a:r>
                      <a:r>
                        <a:rPr sz="1200" b="1" kern="0" spc="-10" dirty="0">
                          <a:solidFill>
                            <a:srgbClr val="000000">
                              <a:alpha val="100000"/>
                            </a:srgbClr>
                          </a:solidFill>
                          <a:cs typeface="微软雅黑" panose="020B0503020204020204" charset="-122"/>
                        </a:rPr>
                        <a:t>项目辅导回顾及下一步工</a:t>
                      </a:r>
                      <a:r>
                        <a:rPr sz="1200" b="1" kern="0" spc="10" dirty="0">
                          <a:solidFill>
                            <a:srgbClr val="000000">
                              <a:alpha val="100000"/>
                            </a:srgbClr>
                          </a:solidFill>
                          <a:cs typeface="微软雅黑" panose="020B0503020204020204" charset="-122"/>
                        </a:rPr>
                        <a:t> </a:t>
                      </a:r>
                      <a:r>
                        <a:rPr sz="1200" b="1" kern="0" spc="-10" dirty="0">
                          <a:solidFill>
                            <a:srgbClr val="000000">
                              <a:alpha val="100000"/>
                            </a:srgbClr>
                          </a:solidFill>
                          <a:cs typeface="微软雅黑" panose="020B0503020204020204" charset="-122"/>
                        </a:rPr>
                        <a:t>作展望</a:t>
                      </a:r>
                      <a:endParaRPr lang="en-US" altLang="en-US" sz="1200" dirty="0"/>
                    </a:p>
                  </a:txBody>
                  <a:tcPr marL="0" marR="0" marT="0" marB="0" vert="horz">
                    <a:lnL>
                      <a:noFill/>
                    </a:lnL>
                    <a:lnR>
                      <a:noFill/>
                    </a:lnR>
                    <a:lnT>
                      <a:noFill/>
                    </a:lnT>
                    <a:lnB>
                      <a:noFill/>
                    </a:lnB>
                  </a:tcPr>
                </a:tc>
              </a:tr>
            </a:tbl>
          </a:graphicData>
        </a:graphic>
      </p:graphicFrame>
      <p:pic>
        <p:nvPicPr>
          <p:cNvPr id="5146" name="picture 5146"/>
          <p:cNvPicPr>
            <a:picLocks noChangeAspect="1"/>
          </p:cNvPicPr>
          <p:nvPr>
            <p:custDataLst>
              <p:tags r:id="rId2"/>
            </p:custDataLst>
          </p:nvPr>
        </p:nvPicPr>
        <p:blipFill>
          <a:blip r:embed="rId3"/>
          <a:stretch>
            <a:fillRect/>
          </a:stretch>
        </p:blipFill>
        <p:spPr>
          <a:xfrm rot="21600000">
            <a:off x="6489496" y="3888435"/>
            <a:ext cx="108813" cy="99669"/>
          </a:xfrm>
          <a:prstGeom prst="rect">
            <a:avLst/>
          </a:prstGeom>
        </p:spPr>
      </p:pic>
      <p:pic>
        <p:nvPicPr>
          <p:cNvPr id="5148" name="picture 5148"/>
          <p:cNvPicPr>
            <a:picLocks noChangeAspect="1"/>
          </p:cNvPicPr>
          <p:nvPr>
            <p:custDataLst>
              <p:tags r:id="rId4"/>
            </p:custDataLst>
          </p:nvPr>
        </p:nvPicPr>
        <p:blipFill>
          <a:blip r:embed="rId5"/>
          <a:stretch>
            <a:fillRect/>
          </a:stretch>
        </p:blipFill>
        <p:spPr>
          <a:xfrm rot="21600000">
            <a:off x="6489518" y="3705064"/>
            <a:ext cx="109031" cy="99868"/>
          </a:xfrm>
          <a:prstGeom prst="rect">
            <a:avLst/>
          </a:prstGeom>
        </p:spPr>
      </p:pic>
      <p:sp>
        <p:nvSpPr>
          <p:cNvPr id="5152" name="textbox 5152"/>
          <p:cNvSpPr/>
          <p:nvPr>
            <p:custDataLst>
              <p:tags r:id="rId6"/>
            </p:custDataLst>
          </p:nvPr>
        </p:nvSpPr>
        <p:spPr>
          <a:xfrm>
            <a:off x="3937151" y="3217621"/>
            <a:ext cx="1866900" cy="2981960"/>
          </a:xfrm>
          <a:prstGeom prst="rect">
            <a:avLst/>
          </a:prstGeom>
        </p:spPr>
        <p:txBody>
          <a:bodyPr vert="horz" wrap="square" lIns="0" tIns="0" rIns="0" bIns="0"/>
          <a:lstStyle/>
          <a:p>
            <a:pPr algn="l" rtl="0" eaLnBrk="0">
              <a:lnSpc>
                <a:spcPct val="85000"/>
              </a:lnSpc>
            </a:pPr>
            <a:endParaRPr lang="en-US" altLang="en-US" sz="100" dirty="0">
              <a:solidFill>
                <a:schemeClr val="dk1"/>
              </a:solidFill>
            </a:endParaRPr>
          </a:p>
          <a:p>
            <a:pPr marL="12700" algn="l" rtl="0" eaLnBrk="0">
              <a:lnSpc>
                <a:spcPct val="69000"/>
              </a:lnSpc>
            </a:pPr>
            <a:r>
              <a:rPr sz="1800" b="1" kern="0" spc="-10" dirty="0">
                <a:solidFill>
                  <a:schemeClr val="dk1"/>
                </a:solidFill>
                <a:cs typeface="微软雅黑" panose="020B0503020204020204" charset="-122"/>
              </a:rPr>
              <a:t>W6-W10</a:t>
            </a:r>
            <a:endParaRPr lang="en-US" altLang="en-US" sz="1800" dirty="0">
              <a:solidFill>
                <a:schemeClr val="dk1"/>
              </a:solidFill>
            </a:endParaRPr>
          </a:p>
          <a:p>
            <a:pPr algn="l" rtl="0" eaLnBrk="0">
              <a:lnSpc>
                <a:spcPct val="112000"/>
              </a:lnSpc>
            </a:pPr>
            <a:endParaRPr lang="en-US" altLang="en-US" sz="1000" dirty="0">
              <a:solidFill>
                <a:schemeClr val="dk1"/>
              </a:solidFill>
            </a:endParaRPr>
          </a:p>
          <a:p>
            <a:pPr algn="l" rtl="0" eaLnBrk="0">
              <a:lnSpc>
                <a:spcPct val="112000"/>
              </a:lnSpc>
            </a:pPr>
            <a:endParaRPr lang="en-US" altLang="en-US" sz="1000" dirty="0">
              <a:solidFill>
                <a:schemeClr val="dk1"/>
              </a:solidFill>
            </a:endParaRPr>
          </a:p>
          <a:p>
            <a:pPr algn="l" rtl="0" eaLnBrk="0">
              <a:lnSpc>
                <a:spcPct val="113000"/>
              </a:lnSpc>
            </a:pPr>
            <a:endParaRPr lang="en-US" altLang="en-US" sz="1000" dirty="0">
              <a:solidFill>
                <a:schemeClr val="dk1"/>
              </a:solidFill>
            </a:endParaRPr>
          </a:p>
          <a:p>
            <a:pPr algn="l" rtl="0" eaLnBrk="0">
              <a:lnSpc>
                <a:spcPct val="113000"/>
              </a:lnSpc>
            </a:pPr>
            <a:endParaRPr lang="en-US" altLang="en-US" sz="1000" dirty="0">
              <a:solidFill>
                <a:schemeClr val="dk1"/>
              </a:solidFill>
            </a:endParaRPr>
          </a:p>
          <a:p>
            <a:pPr marL="158750" algn="l" rtl="0" eaLnBrk="0">
              <a:lnSpc>
                <a:spcPct val="97000"/>
              </a:lnSpc>
              <a:spcBef>
                <a:spcPts val="275"/>
              </a:spcBef>
            </a:pPr>
            <a:r>
              <a:rPr sz="900" b="1" kern="0" spc="-40" dirty="0">
                <a:solidFill>
                  <a:schemeClr val="dk1"/>
                </a:solidFill>
                <a:cs typeface="微软雅黑" panose="020B0503020204020204" charset="-122"/>
              </a:rPr>
              <a:t>建立及优化项目管理流程及模板：</a:t>
            </a:r>
            <a:endParaRPr lang="en-US" altLang="en-US" sz="900" dirty="0">
              <a:solidFill>
                <a:schemeClr val="dk1"/>
              </a:solidFill>
            </a:endParaRPr>
          </a:p>
          <a:p>
            <a:pPr marL="214630" algn="l" rtl="0" eaLnBrk="0">
              <a:lnSpc>
                <a:spcPct val="89000"/>
              </a:lnSpc>
              <a:spcBef>
                <a:spcPts val="35"/>
              </a:spcBef>
            </a:pPr>
            <a:r>
              <a:rPr sz="900" kern="0" spc="0" dirty="0">
                <a:solidFill>
                  <a:schemeClr val="dk1"/>
                </a:solidFill>
                <a:cs typeface="微软雅黑" panose="020B0503020204020204" charset="-122"/>
              </a:rPr>
              <a:t>项目准入及分级管理</a:t>
            </a:r>
            <a:r>
              <a:rPr sz="900" kern="0" spc="-10" dirty="0">
                <a:solidFill>
                  <a:schemeClr val="dk1"/>
                </a:solidFill>
                <a:cs typeface="微软雅黑" panose="020B0503020204020204" charset="-122"/>
              </a:rPr>
              <a:t>流程</a:t>
            </a:r>
            <a:endParaRPr lang="en-US" altLang="en-US" sz="900" dirty="0">
              <a:solidFill>
                <a:schemeClr val="dk1"/>
              </a:solidFill>
            </a:endParaRPr>
          </a:p>
          <a:p>
            <a:pPr marL="214630" algn="l" rtl="0" eaLnBrk="0">
              <a:lnSpc>
                <a:spcPts val="1165"/>
              </a:lnSpc>
            </a:pPr>
            <a:r>
              <a:rPr sz="900" kern="0" spc="-10" dirty="0">
                <a:solidFill>
                  <a:schemeClr val="dk1"/>
                </a:solidFill>
                <a:cs typeface="微软雅黑" panose="020B0503020204020204" charset="-122"/>
              </a:rPr>
              <a:t>项目立项流程及模板</a:t>
            </a:r>
            <a:endParaRPr lang="en-US" altLang="en-US" sz="900" dirty="0">
              <a:solidFill>
                <a:schemeClr val="dk1"/>
              </a:solidFill>
            </a:endParaRPr>
          </a:p>
          <a:p>
            <a:pPr marL="214630" algn="l" rtl="0" eaLnBrk="0">
              <a:lnSpc>
                <a:spcPct val="97000"/>
              </a:lnSpc>
              <a:spcBef>
                <a:spcPts val="35"/>
              </a:spcBef>
            </a:pPr>
            <a:r>
              <a:rPr sz="900" kern="0" spc="0" dirty="0">
                <a:solidFill>
                  <a:schemeClr val="dk1"/>
                </a:solidFill>
                <a:cs typeface="微软雅黑" panose="020B0503020204020204" charset="-122"/>
              </a:rPr>
              <a:t>项目预算管理流程及</a:t>
            </a:r>
            <a:r>
              <a:rPr sz="900" kern="0" spc="-10" dirty="0">
                <a:solidFill>
                  <a:schemeClr val="dk1"/>
                </a:solidFill>
                <a:cs typeface="微软雅黑" panose="020B0503020204020204" charset="-122"/>
              </a:rPr>
              <a:t>模板</a:t>
            </a:r>
            <a:endParaRPr lang="en-US" altLang="en-US" sz="900" dirty="0">
              <a:solidFill>
                <a:schemeClr val="dk1"/>
              </a:solidFill>
            </a:endParaRPr>
          </a:p>
          <a:p>
            <a:pPr marL="214630" algn="l" rtl="0" eaLnBrk="0">
              <a:lnSpc>
                <a:spcPct val="97000"/>
              </a:lnSpc>
              <a:spcBef>
                <a:spcPts val="35"/>
              </a:spcBef>
            </a:pPr>
            <a:r>
              <a:rPr sz="900" kern="0" spc="0" dirty="0">
                <a:solidFill>
                  <a:schemeClr val="dk1"/>
                </a:solidFill>
                <a:cs typeface="微软雅黑" panose="020B0503020204020204" charset="-122"/>
              </a:rPr>
              <a:t>项目范围管理流程及</a:t>
            </a:r>
            <a:r>
              <a:rPr sz="900" kern="0" spc="-10" dirty="0">
                <a:solidFill>
                  <a:schemeClr val="dk1"/>
                </a:solidFill>
                <a:cs typeface="微软雅黑" panose="020B0503020204020204" charset="-122"/>
              </a:rPr>
              <a:t>模板</a:t>
            </a:r>
            <a:endParaRPr lang="en-US" altLang="en-US" sz="900" dirty="0">
              <a:solidFill>
                <a:schemeClr val="dk1"/>
              </a:solidFill>
            </a:endParaRPr>
          </a:p>
          <a:p>
            <a:pPr marL="214630" algn="l" rtl="0" eaLnBrk="0">
              <a:lnSpc>
                <a:spcPct val="97000"/>
              </a:lnSpc>
              <a:spcBef>
                <a:spcPts val="30"/>
              </a:spcBef>
            </a:pPr>
            <a:r>
              <a:rPr sz="900" kern="0" spc="0" dirty="0">
                <a:solidFill>
                  <a:schemeClr val="dk1"/>
                </a:solidFill>
                <a:cs typeface="微软雅黑" panose="020B0503020204020204" charset="-122"/>
              </a:rPr>
              <a:t>项目干系人管理流程及</a:t>
            </a:r>
            <a:r>
              <a:rPr sz="900" kern="0" spc="-10" dirty="0">
                <a:solidFill>
                  <a:schemeClr val="dk1"/>
                </a:solidFill>
                <a:cs typeface="微软雅黑" panose="020B0503020204020204" charset="-122"/>
              </a:rPr>
              <a:t>模板</a:t>
            </a:r>
            <a:endParaRPr lang="en-US" altLang="en-US" sz="900" dirty="0">
              <a:solidFill>
                <a:schemeClr val="dk1"/>
              </a:solidFill>
            </a:endParaRPr>
          </a:p>
          <a:p>
            <a:pPr marL="214630" algn="l" rtl="0" eaLnBrk="0">
              <a:lnSpc>
                <a:spcPct val="97000"/>
              </a:lnSpc>
              <a:spcBef>
                <a:spcPts val="35"/>
              </a:spcBef>
            </a:pPr>
            <a:r>
              <a:rPr sz="900" kern="0" spc="0" dirty="0">
                <a:solidFill>
                  <a:schemeClr val="dk1"/>
                </a:solidFill>
                <a:cs typeface="微软雅黑" panose="020B0503020204020204" charset="-122"/>
              </a:rPr>
              <a:t>项目计划管理流程及</a:t>
            </a:r>
            <a:r>
              <a:rPr sz="900" kern="0" spc="-10" dirty="0">
                <a:solidFill>
                  <a:schemeClr val="dk1"/>
                </a:solidFill>
                <a:cs typeface="微软雅黑" panose="020B0503020204020204" charset="-122"/>
              </a:rPr>
              <a:t>模板</a:t>
            </a:r>
            <a:endParaRPr lang="en-US" altLang="en-US" sz="900" dirty="0">
              <a:solidFill>
                <a:schemeClr val="dk1"/>
              </a:solidFill>
            </a:endParaRPr>
          </a:p>
          <a:p>
            <a:pPr marL="214630" algn="l" rtl="0" eaLnBrk="0">
              <a:lnSpc>
                <a:spcPct val="97000"/>
              </a:lnSpc>
              <a:spcBef>
                <a:spcPts val="35"/>
              </a:spcBef>
            </a:pPr>
            <a:r>
              <a:rPr sz="900" kern="0" spc="0" dirty="0">
                <a:solidFill>
                  <a:schemeClr val="dk1"/>
                </a:solidFill>
                <a:cs typeface="微软雅黑" panose="020B0503020204020204" charset="-122"/>
              </a:rPr>
              <a:t>项目变更管理流程及</a:t>
            </a:r>
            <a:r>
              <a:rPr sz="900" kern="0" spc="-10" dirty="0">
                <a:solidFill>
                  <a:schemeClr val="dk1"/>
                </a:solidFill>
                <a:cs typeface="微软雅黑" panose="020B0503020204020204" charset="-122"/>
              </a:rPr>
              <a:t>模板</a:t>
            </a:r>
            <a:endParaRPr lang="en-US" altLang="en-US" sz="900" dirty="0">
              <a:solidFill>
                <a:schemeClr val="dk1"/>
              </a:solidFill>
            </a:endParaRPr>
          </a:p>
          <a:p>
            <a:pPr marL="214630" algn="l" rtl="0" eaLnBrk="0">
              <a:lnSpc>
                <a:spcPct val="97000"/>
              </a:lnSpc>
              <a:spcBef>
                <a:spcPts val="30"/>
              </a:spcBef>
            </a:pPr>
            <a:r>
              <a:rPr sz="900" kern="0" spc="0" dirty="0">
                <a:solidFill>
                  <a:schemeClr val="dk1"/>
                </a:solidFill>
                <a:cs typeface="微软雅黑" panose="020B0503020204020204" charset="-122"/>
              </a:rPr>
              <a:t>项目沟通管理流程及</a:t>
            </a:r>
            <a:r>
              <a:rPr sz="900" kern="0" spc="-10" dirty="0">
                <a:solidFill>
                  <a:schemeClr val="dk1"/>
                </a:solidFill>
                <a:cs typeface="微软雅黑" panose="020B0503020204020204" charset="-122"/>
              </a:rPr>
              <a:t>模板</a:t>
            </a:r>
            <a:endParaRPr lang="en-US" altLang="en-US" sz="900" dirty="0">
              <a:solidFill>
                <a:schemeClr val="dk1"/>
              </a:solidFill>
            </a:endParaRPr>
          </a:p>
          <a:p>
            <a:pPr marL="214630" algn="l" rtl="0" eaLnBrk="0">
              <a:lnSpc>
                <a:spcPct val="98000"/>
              </a:lnSpc>
              <a:spcBef>
                <a:spcPts val="45"/>
              </a:spcBef>
            </a:pPr>
            <a:r>
              <a:rPr sz="900" kern="0" spc="0" dirty="0">
                <a:solidFill>
                  <a:schemeClr val="dk1"/>
                </a:solidFill>
                <a:cs typeface="微软雅黑" panose="020B0503020204020204" charset="-122"/>
              </a:rPr>
              <a:t>项目人力资源管理流程及</a:t>
            </a:r>
            <a:r>
              <a:rPr sz="900" kern="0" spc="-10" dirty="0">
                <a:solidFill>
                  <a:schemeClr val="dk1"/>
                </a:solidFill>
                <a:cs typeface="微软雅黑" panose="020B0503020204020204" charset="-122"/>
              </a:rPr>
              <a:t>模板      </a:t>
            </a:r>
            <a:r>
              <a:rPr sz="900" kern="0" spc="0" dirty="0">
                <a:solidFill>
                  <a:schemeClr val="dk1"/>
                </a:solidFill>
                <a:cs typeface="微软雅黑" panose="020B0503020204020204" charset="-122"/>
              </a:rPr>
              <a:t>项目风险管理流程及</a:t>
            </a:r>
            <a:r>
              <a:rPr sz="900" kern="0" spc="-10" dirty="0">
                <a:solidFill>
                  <a:schemeClr val="dk1"/>
                </a:solidFill>
                <a:cs typeface="微软雅黑" panose="020B0503020204020204" charset="-122"/>
              </a:rPr>
              <a:t>模板</a:t>
            </a:r>
            <a:endParaRPr lang="en-US" altLang="en-US" sz="900" dirty="0">
              <a:solidFill>
                <a:schemeClr val="dk1"/>
              </a:solidFill>
            </a:endParaRPr>
          </a:p>
          <a:p>
            <a:pPr marL="214630" algn="l" rtl="0" eaLnBrk="0">
              <a:lnSpc>
                <a:spcPct val="89000"/>
              </a:lnSpc>
              <a:spcBef>
                <a:spcPts val="35"/>
              </a:spcBef>
            </a:pPr>
            <a:r>
              <a:rPr sz="900" kern="0" spc="0" dirty="0">
                <a:solidFill>
                  <a:schemeClr val="dk1"/>
                </a:solidFill>
                <a:cs typeface="微软雅黑" panose="020B0503020204020204" charset="-122"/>
              </a:rPr>
              <a:t>项目绩效考核及激励</a:t>
            </a:r>
            <a:r>
              <a:rPr sz="900" kern="0" spc="-10" dirty="0">
                <a:solidFill>
                  <a:schemeClr val="dk1"/>
                </a:solidFill>
                <a:cs typeface="微软雅黑" panose="020B0503020204020204" charset="-122"/>
              </a:rPr>
              <a:t>流程</a:t>
            </a:r>
            <a:endParaRPr lang="en-US" altLang="en-US" sz="900" dirty="0">
              <a:solidFill>
                <a:schemeClr val="dk1"/>
              </a:solidFill>
            </a:endParaRPr>
          </a:p>
          <a:p>
            <a:pPr marL="214630" algn="l" rtl="0" eaLnBrk="0">
              <a:lnSpc>
                <a:spcPts val="1165"/>
              </a:lnSpc>
            </a:pPr>
            <a:r>
              <a:rPr sz="900" kern="0" spc="-10" dirty="0">
                <a:solidFill>
                  <a:schemeClr val="dk1"/>
                </a:solidFill>
                <a:cs typeface="微软雅黑" panose="020B0503020204020204" charset="-122"/>
              </a:rPr>
              <a:t>项目复盘流程及模板</a:t>
            </a:r>
            <a:endParaRPr lang="en-US" altLang="en-US" sz="900" dirty="0">
              <a:solidFill>
                <a:schemeClr val="dk1"/>
              </a:solidFill>
            </a:endParaRPr>
          </a:p>
          <a:p>
            <a:pPr marL="214630" algn="l" rtl="0" eaLnBrk="0">
              <a:lnSpc>
                <a:spcPct val="91000"/>
              </a:lnSpc>
              <a:spcBef>
                <a:spcPts val="40"/>
              </a:spcBef>
            </a:pPr>
            <a:r>
              <a:rPr sz="900" kern="0" spc="0" dirty="0">
                <a:solidFill>
                  <a:schemeClr val="dk1"/>
                </a:solidFill>
                <a:cs typeface="微软雅黑" panose="020B0503020204020204" charset="-122"/>
              </a:rPr>
              <a:t>项目群管理及汇报</a:t>
            </a:r>
            <a:r>
              <a:rPr sz="900" kern="0" spc="0" dirty="0">
                <a:solidFill>
                  <a:schemeClr val="dk1"/>
                </a:solidFill>
                <a:cs typeface="Arial" panose="020B0604020202020204"/>
              </a:rPr>
              <a:t>(</a:t>
            </a:r>
            <a:r>
              <a:rPr sz="900" kern="0" spc="0" dirty="0">
                <a:solidFill>
                  <a:schemeClr val="dk1"/>
                </a:solidFill>
                <a:cs typeface="微软雅黑" panose="020B0503020204020204" charset="-122"/>
              </a:rPr>
              <a:t>企发</a:t>
            </a:r>
            <a:r>
              <a:rPr sz="900" kern="0" spc="0" dirty="0">
                <a:solidFill>
                  <a:schemeClr val="dk1"/>
                </a:solidFill>
                <a:cs typeface="Arial" panose="020B0604020202020204"/>
              </a:rPr>
              <a:t>&amp;I</a:t>
            </a:r>
            <a:r>
              <a:rPr sz="900" kern="0" spc="-10" dirty="0">
                <a:solidFill>
                  <a:schemeClr val="dk1"/>
                </a:solidFill>
                <a:cs typeface="Arial" panose="020B0604020202020204"/>
              </a:rPr>
              <a:t>T)</a:t>
            </a:r>
            <a:endParaRPr lang="en-US" altLang="en-US" sz="900" dirty="0">
              <a:solidFill>
                <a:schemeClr val="dk1"/>
              </a:solidFill>
            </a:endParaRPr>
          </a:p>
          <a:p>
            <a:pPr marL="222250" algn="l" rtl="0" eaLnBrk="0">
              <a:lnSpc>
                <a:spcPct val="91000"/>
              </a:lnSpc>
              <a:spcBef>
                <a:spcPts val="95"/>
              </a:spcBef>
            </a:pPr>
            <a:r>
              <a:rPr sz="900" kern="0" spc="-10" dirty="0">
                <a:solidFill>
                  <a:schemeClr val="dk1"/>
                </a:solidFill>
                <a:cs typeface="Arial" panose="020B0604020202020204"/>
              </a:rPr>
              <a:t>PMO</a:t>
            </a:r>
            <a:r>
              <a:rPr sz="900" kern="0" spc="-10" dirty="0">
                <a:solidFill>
                  <a:schemeClr val="dk1"/>
                </a:solidFill>
                <a:cs typeface="微软雅黑" panose="020B0503020204020204" charset="-122"/>
              </a:rPr>
              <a:t>项目评审管理了</a:t>
            </a:r>
            <a:r>
              <a:rPr sz="900" kern="0" spc="-10" dirty="0">
                <a:solidFill>
                  <a:schemeClr val="dk1"/>
                </a:solidFill>
                <a:cs typeface="Arial" panose="020B0604020202020204"/>
              </a:rPr>
              <a:t>(</a:t>
            </a:r>
            <a:r>
              <a:rPr sz="900" kern="0" spc="-10" dirty="0">
                <a:solidFill>
                  <a:schemeClr val="dk1"/>
                </a:solidFill>
                <a:cs typeface="微软雅黑" panose="020B0503020204020204" charset="-122"/>
              </a:rPr>
              <a:t>企发</a:t>
            </a:r>
            <a:r>
              <a:rPr sz="900" kern="0" spc="-10" dirty="0">
                <a:solidFill>
                  <a:schemeClr val="dk1"/>
                </a:solidFill>
                <a:cs typeface="Arial" panose="020B0604020202020204"/>
              </a:rPr>
              <a:t>&amp;IT)</a:t>
            </a:r>
            <a:endParaRPr lang="en-US" altLang="en-US" sz="900" kern="0" spc="-10" dirty="0">
              <a:solidFill>
                <a:schemeClr val="dk1"/>
              </a:solidFill>
              <a:cs typeface="Arial" panose="020B0604020202020204"/>
            </a:endParaRPr>
          </a:p>
        </p:txBody>
      </p:sp>
      <p:graphicFrame>
        <p:nvGraphicFramePr>
          <p:cNvPr id="5154" name="table 5154"/>
          <p:cNvGraphicFramePr>
            <a:graphicFrameLocks noGrp="1"/>
          </p:cNvGraphicFramePr>
          <p:nvPr>
            <p:custDataLst>
              <p:tags r:id="rId7"/>
            </p:custDataLst>
          </p:nvPr>
        </p:nvGraphicFramePr>
        <p:xfrm>
          <a:off x="1680032" y="4150461"/>
          <a:ext cx="2217420" cy="2044700"/>
        </p:xfrm>
        <a:graphic>
          <a:graphicData uri="http://schemas.openxmlformats.org/drawingml/2006/table">
            <a:tbl>
              <a:tblPr/>
              <a:tblGrid>
                <a:gridCol w="2054225"/>
                <a:gridCol w="163195"/>
              </a:tblGrid>
              <a:tr h="2044700">
                <a:tc>
                  <a:txBody>
                    <a:bodyPr/>
                    <a:lstStyle/>
                    <a:p>
                      <a:pPr algn="l" rtl="0" eaLnBrk="0">
                        <a:lnSpc>
                          <a:spcPct val="104000"/>
                        </a:lnSpc>
                      </a:pPr>
                      <a:endParaRPr lang="en-US" altLang="en-US" sz="500" dirty="0"/>
                    </a:p>
                    <a:p>
                      <a:pPr algn="l" rtl="0" eaLnBrk="0">
                        <a:lnSpc>
                          <a:spcPct val="97000"/>
                        </a:lnSpc>
                        <a:spcBef>
                          <a:spcPts val="5"/>
                        </a:spcBef>
                      </a:pPr>
                      <a:r>
                        <a:rPr sz="1800" b="1" kern="0" spc="-110" dirty="0">
                          <a:solidFill>
                            <a:srgbClr val="000000">
                              <a:alpha val="100000"/>
                            </a:srgbClr>
                          </a:solidFill>
                          <a:cs typeface="微软雅黑" panose="020B0503020204020204" charset="-122"/>
                        </a:rPr>
                        <a:t>规划：</a:t>
                      </a:r>
                      <a:r>
                        <a:rPr sz="1800" b="1" kern="0" spc="290" dirty="0">
                          <a:solidFill>
                            <a:srgbClr val="000000">
                              <a:alpha val="100000"/>
                            </a:srgbClr>
                          </a:solidFill>
                          <a:cs typeface="微软雅黑" panose="020B0503020204020204" charset="-122"/>
                        </a:rPr>
                        <a:t> </a:t>
                      </a:r>
                      <a:r>
                        <a:rPr sz="1800" b="1" kern="0" spc="-110" dirty="0">
                          <a:solidFill>
                            <a:srgbClr val="000000">
                              <a:alpha val="100000"/>
                            </a:srgbClr>
                          </a:solidFill>
                          <a:cs typeface="微软雅黑" panose="020B0503020204020204" charset="-122"/>
                        </a:rPr>
                        <a:t>W1-W5</a:t>
                      </a:r>
                      <a:endParaRPr lang="en-US" altLang="en-US" sz="1800" dirty="0"/>
                    </a:p>
                    <a:p>
                      <a:pPr algn="l" rtl="0" eaLnBrk="0">
                        <a:lnSpc>
                          <a:spcPct val="109000"/>
                        </a:lnSpc>
                      </a:pPr>
                      <a:endParaRPr lang="en-US" altLang="en-US" sz="1000" dirty="0"/>
                    </a:p>
                    <a:p>
                      <a:pPr algn="l" rtl="0" eaLnBrk="0">
                        <a:lnSpc>
                          <a:spcPct val="110000"/>
                        </a:lnSpc>
                      </a:pPr>
                      <a:endParaRPr lang="en-US" altLang="en-US" sz="1000" dirty="0"/>
                    </a:p>
                    <a:p>
                      <a:pPr algn="l" rtl="0" eaLnBrk="0">
                        <a:lnSpc>
                          <a:spcPct val="110000"/>
                        </a:lnSpc>
                      </a:pPr>
                      <a:endParaRPr lang="en-US" altLang="en-US" sz="1000" dirty="0"/>
                    </a:p>
                    <a:p>
                      <a:pPr algn="l" rtl="0" eaLnBrk="0">
                        <a:lnSpc>
                          <a:spcPct val="110000"/>
                        </a:lnSpc>
                      </a:pPr>
                      <a:endParaRPr lang="en-US" altLang="en-US" sz="1000" dirty="0"/>
                    </a:p>
                    <a:p>
                      <a:pPr marL="581025" algn="l" rtl="0" eaLnBrk="0">
                        <a:lnSpc>
                          <a:spcPct val="97000"/>
                        </a:lnSpc>
                        <a:spcBef>
                          <a:spcPts val="340"/>
                        </a:spcBef>
                      </a:pPr>
                      <a:r>
                        <a:rPr sz="1100" kern="0" spc="0" dirty="0">
                          <a:solidFill>
                            <a:srgbClr val="000000">
                              <a:alpha val="100000"/>
                            </a:srgbClr>
                          </a:solidFill>
                          <a:cs typeface="Arial" panose="020B0604020202020204"/>
                        </a:rPr>
                        <a:t>•   </a:t>
                      </a:r>
                      <a:r>
                        <a:rPr sz="1100" b="1" kern="0" spc="0" dirty="0">
                          <a:solidFill>
                            <a:srgbClr val="000000">
                              <a:alpha val="100000"/>
                            </a:srgbClr>
                          </a:solidFill>
                          <a:cs typeface="微软雅黑" panose="020B0503020204020204" charset="-122"/>
                        </a:rPr>
                        <a:t>访谈&amp;现状分析</a:t>
                      </a:r>
                      <a:endParaRPr lang="en-US" altLang="en-US" sz="1100" dirty="0"/>
                    </a:p>
                    <a:p>
                      <a:pPr marL="747395" indent="-166370" algn="l" rtl="0" eaLnBrk="0">
                        <a:lnSpc>
                          <a:spcPct val="99000"/>
                        </a:lnSpc>
                        <a:spcBef>
                          <a:spcPts val="35"/>
                        </a:spcBef>
                      </a:pPr>
                      <a:r>
                        <a:rPr sz="1100" kern="0" spc="-20" dirty="0">
                          <a:solidFill>
                            <a:srgbClr val="000000">
                              <a:alpha val="100000"/>
                            </a:srgbClr>
                          </a:solidFill>
                          <a:cs typeface="Arial" panose="020B0604020202020204"/>
                        </a:rPr>
                        <a:t>•</a:t>
                      </a:r>
                      <a:r>
                        <a:rPr sz="1100" kern="0" spc="70" dirty="0">
                          <a:solidFill>
                            <a:srgbClr val="000000">
                              <a:alpha val="100000"/>
                            </a:srgbClr>
                          </a:solidFill>
                          <a:cs typeface="Arial" panose="020B0604020202020204"/>
                        </a:rPr>
                        <a:t>   </a:t>
                      </a:r>
                      <a:r>
                        <a:rPr sz="1100" b="1" kern="0" spc="-20" dirty="0">
                          <a:solidFill>
                            <a:srgbClr val="000000">
                              <a:alpha val="100000"/>
                            </a:srgbClr>
                          </a:solidFill>
                          <a:cs typeface="微软雅黑" panose="020B0503020204020204" charset="-122"/>
                        </a:rPr>
                        <a:t>PMO组织职责和定</a:t>
                      </a:r>
                      <a:r>
                        <a:rPr sz="1100" b="1" kern="0" spc="0" dirty="0">
                          <a:solidFill>
                            <a:srgbClr val="000000">
                              <a:alpha val="100000"/>
                            </a:srgbClr>
                          </a:solidFill>
                          <a:cs typeface="微软雅黑" panose="020B0503020204020204" charset="-122"/>
                        </a:rPr>
                        <a:t>    </a:t>
                      </a:r>
                      <a:r>
                        <a:rPr sz="1100" b="1" kern="0" spc="-10" dirty="0">
                          <a:solidFill>
                            <a:srgbClr val="000000">
                              <a:alpha val="100000"/>
                            </a:srgbClr>
                          </a:solidFill>
                          <a:cs typeface="微软雅黑" panose="020B0503020204020204" charset="-122"/>
                        </a:rPr>
                        <a:t>位</a:t>
                      </a:r>
                      <a:endParaRPr lang="en-US" altLang="en-US" sz="1100" dirty="0"/>
                    </a:p>
                    <a:p>
                      <a:pPr marL="748030" indent="-167005" algn="l" rtl="0" eaLnBrk="0">
                        <a:lnSpc>
                          <a:spcPct val="99000"/>
                        </a:lnSpc>
                        <a:spcBef>
                          <a:spcPts val="25"/>
                        </a:spcBef>
                      </a:pPr>
                      <a:r>
                        <a:rPr sz="1100" kern="0" spc="-20" dirty="0">
                          <a:solidFill>
                            <a:srgbClr val="000000">
                              <a:alpha val="100000"/>
                            </a:srgbClr>
                          </a:solidFill>
                          <a:cs typeface="Arial" panose="020B0604020202020204"/>
                        </a:rPr>
                        <a:t>•</a:t>
                      </a:r>
                      <a:r>
                        <a:rPr sz="1100" kern="0" spc="40" dirty="0">
                          <a:solidFill>
                            <a:srgbClr val="000000">
                              <a:alpha val="100000"/>
                            </a:srgbClr>
                          </a:solidFill>
                          <a:cs typeface="Arial" panose="020B0604020202020204"/>
                        </a:rPr>
                        <a:t>   </a:t>
                      </a:r>
                      <a:r>
                        <a:rPr sz="1100" b="1" kern="0" spc="-20" dirty="0">
                          <a:solidFill>
                            <a:srgbClr val="000000">
                              <a:alpha val="100000"/>
                            </a:srgbClr>
                          </a:solidFill>
                          <a:cs typeface="微软雅黑" panose="020B0503020204020204" charset="-122"/>
                        </a:rPr>
                        <a:t>IT</a:t>
                      </a:r>
                      <a:r>
                        <a:rPr sz="1100" b="1" kern="0" spc="120" dirty="0">
                          <a:solidFill>
                            <a:srgbClr val="000000">
                              <a:alpha val="100000"/>
                            </a:srgbClr>
                          </a:solidFill>
                          <a:cs typeface="微软雅黑" panose="020B0503020204020204" charset="-122"/>
                        </a:rPr>
                        <a:t> </a:t>
                      </a:r>
                      <a:r>
                        <a:rPr sz="1100" b="1" kern="0" spc="-20" dirty="0">
                          <a:solidFill>
                            <a:srgbClr val="000000">
                              <a:alpha val="100000"/>
                            </a:srgbClr>
                          </a:solidFill>
                          <a:cs typeface="微软雅黑" panose="020B0503020204020204" charset="-122"/>
                        </a:rPr>
                        <a:t>PMO的定位</a:t>
                      </a:r>
                      <a:r>
                        <a:rPr sz="1100" b="1" kern="0" spc="-30" dirty="0">
                          <a:solidFill>
                            <a:srgbClr val="000000">
                              <a:alpha val="100000"/>
                            </a:srgbClr>
                          </a:solidFill>
                          <a:cs typeface="微软雅黑" panose="020B0503020204020204" charset="-122"/>
                        </a:rPr>
                        <a:t>和职</a:t>
                      </a:r>
                      <a:r>
                        <a:rPr sz="1100" b="1" kern="0" spc="0" dirty="0">
                          <a:solidFill>
                            <a:srgbClr val="000000">
                              <a:alpha val="100000"/>
                            </a:srgbClr>
                          </a:solidFill>
                          <a:cs typeface="微软雅黑" panose="020B0503020204020204" charset="-122"/>
                        </a:rPr>
                        <a:t>   </a:t>
                      </a:r>
                      <a:r>
                        <a:rPr sz="1100" b="1" kern="0" spc="-10" dirty="0">
                          <a:solidFill>
                            <a:srgbClr val="000000">
                              <a:alpha val="100000"/>
                            </a:srgbClr>
                          </a:solidFill>
                          <a:cs typeface="微软雅黑" panose="020B0503020204020204" charset="-122"/>
                        </a:rPr>
                        <a:t>责</a:t>
                      </a:r>
                      <a:endParaRPr lang="en-US" altLang="en-US" sz="1100" dirty="0"/>
                    </a:p>
                    <a:p>
                      <a:pPr marL="581025" algn="l" rtl="0" eaLnBrk="0">
                        <a:lnSpc>
                          <a:spcPct val="85000"/>
                        </a:lnSpc>
                        <a:spcBef>
                          <a:spcPts val="30"/>
                        </a:spcBef>
                      </a:pPr>
                      <a:r>
                        <a:rPr sz="1100" kern="0" spc="-20" dirty="0">
                          <a:solidFill>
                            <a:srgbClr val="000000">
                              <a:alpha val="100000"/>
                            </a:srgbClr>
                          </a:solidFill>
                          <a:cs typeface="Arial" panose="020B0604020202020204"/>
                        </a:rPr>
                        <a:t>•</a:t>
                      </a:r>
                      <a:r>
                        <a:rPr sz="1100" kern="0" spc="60" dirty="0">
                          <a:solidFill>
                            <a:srgbClr val="000000">
                              <a:alpha val="100000"/>
                            </a:srgbClr>
                          </a:solidFill>
                          <a:cs typeface="Arial" panose="020B0604020202020204"/>
                        </a:rPr>
                        <a:t>   </a:t>
                      </a:r>
                      <a:r>
                        <a:rPr sz="1100" b="1" kern="0" spc="-20" dirty="0">
                          <a:solidFill>
                            <a:srgbClr val="000000">
                              <a:alpha val="100000"/>
                            </a:srgbClr>
                          </a:solidFill>
                          <a:cs typeface="微软雅黑" panose="020B0503020204020204" charset="-122"/>
                        </a:rPr>
                        <a:t>PMO概略实施规划</a:t>
                      </a:r>
                      <a:endParaRPr lang="en-US" altLang="en-US" sz="1100" dirty="0"/>
                    </a:p>
                  </a:txBody>
                  <a:tcPr marL="0" marR="0" marT="0" marB="0" vert="horz">
                    <a:lnL>
                      <a:noFill/>
                    </a:lnL>
                    <a:lnR>
                      <a:noFill/>
                    </a:lnR>
                    <a:lnT>
                      <a:noFill/>
                    </a:lnT>
                    <a:lnB>
                      <a:noFill/>
                    </a:lnB>
                  </a:tcPr>
                </a:tc>
                <a:tc>
                  <a:txBody>
                    <a:bodyPr/>
                    <a:lstStyle/>
                    <a:p>
                      <a:pPr marL="81915" indent="-1905" algn="l" rtl="0" eaLnBrk="0">
                        <a:lnSpc>
                          <a:spcPts val="900"/>
                        </a:lnSpc>
                        <a:tabLst>
                          <a:tab pos="163195" algn="l"/>
                        </a:tabLst>
                      </a:pPr>
                      <a:r>
                        <a:rPr sz="800" kern="0" spc="-30" dirty="0">
                          <a:solidFill>
                            <a:srgbClr val="000000">
                              <a:alpha val="100000"/>
                            </a:srgbClr>
                          </a:solidFill>
                          <a:cs typeface="Arial" panose="020B0604020202020204"/>
                        </a:rPr>
                        <a:t>•</a:t>
                      </a:r>
                      <a:r>
                        <a:rPr sz="800" kern="0" spc="0" dirty="0">
                          <a:solidFill>
                            <a:srgbClr val="000000">
                              <a:alpha val="100000"/>
                            </a:srgbClr>
                          </a:solidFill>
                          <a:cs typeface="Arial" panose="020B0604020202020204"/>
                        </a:rPr>
                        <a:t>   </a:t>
                      </a:r>
                      <a:r>
                        <a:rPr sz="900" kern="0" spc="0" dirty="0">
                          <a:solidFill>
                            <a:srgbClr val="000000">
                              <a:alpha val="100000"/>
                            </a:srgbClr>
                          </a:solidFill>
                          <a:cs typeface="MS Gothic" panose="020B0609070205080204" charset="-128"/>
                        </a:rPr>
                        <a:t>	</a:t>
                      </a:r>
                      <a:r>
                        <a:rPr sz="1000" kern="0" spc="-10" dirty="0">
                          <a:solidFill>
                            <a:srgbClr val="000000">
                              <a:alpha val="100000"/>
                            </a:srgbClr>
                          </a:solidFill>
                          <a:cs typeface="Arial" panose="020B0604020202020204"/>
                        </a:rPr>
                        <a:t> </a:t>
                      </a: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5"/>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marL="81915" algn="l" rtl="0" eaLnBrk="0">
                        <a:lnSpc>
                          <a:spcPts val="590"/>
                        </a:lnSpc>
                        <a:spcBef>
                          <a:spcPts val="490"/>
                        </a:spcBef>
                        <a:tabLst>
                          <a:tab pos="163195" algn="l"/>
                        </a:tabLst>
                      </a:pPr>
                      <a:r>
                        <a:rPr sz="900" kern="0" spc="0" dirty="0">
                          <a:solidFill>
                            <a:srgbClr val="000000">
                              <a:alpha val="100000"/>
                            </a:srgbClr>
                          </a:solidFill>
                          <a:cs typeface="MS Gothic" panose="020B0609070205080204" charset="-128"/>
                        </a:rPr>
                        <a:t>	</a:t>
                      </a:r>
                      <a:endParaRPr lang="en-US" altLang="en-US" sz="900" dirty="0"/>
                    </a:p>
                    <a:p>
                      <a:pPr algn="l" rtl="0" eaLnBrk="0">
                        <a:lnSpc>
                          <a:spcPct val="102000"/>
                        </a:lnSpc>
                      </a:pPr>
                      <a:endParaRPr lang="en-US" altLang="en-US" sz="400" dirty="0"/>
                    </a:p>
                    <a:p>
                      <a:pPr marL="81915" algn="l" rtl="0" eaLnBrk="0">
                        <a:lnSpc>
                          <a:spcPts val="590"/>
                        </a:lnSpc>
                        <a:spcBef>
                          <a:spcPts val="0"/>
                        </a:spcBef>
                        <a:tabLst>
                          <a:tab pos="163195" algn="l"/>
                        </a:tabLst>
                      </a:pPr>
                      <a:r>
                        <a:rPr sz="900" kern="0" spc="0" dirty="0">
                          <a:solidFill>
                            <a:srgbClr val="000000">
                              <a:alpha val="100000"/>
                            </a:srgbClr>
                          </a:solidFill>
                          <a:cs typeface="MS Gothic" panose="020B0609070205080204" charset="-128"/>
                        </a:rPr>
                        <a:t>	</a:t>
                      </a:r>
                      <a:endParaRPr lang="en-US" altLang="en-US" sz="900" dirty="0"/>
                    </a:p>
                  </a:txBody>
                  <a:tcPr marL="0" marR="0" marT="0" marB="0" vert="horz">
                    <a:lnL>
                      <a:noFill/>
                    </a:lnL>
                    <a:lnR>
                      <a:noFill/>
                    </a:lnR>
                    <a:lnT>
                      <a:noFill/>
                    </a:lnT>
                    <a:lnB>
                      <a:noFill/>
                    </a:lnB>
                  </a:tcPr>
                </a:tc>
              </a:tr>
            </a:tbl>
          </a:graphicData>
        </a:graphic>
      </p:graphicFrame>
      <p:pic>
        <p:nvPicPr>
          <p:cNvPr id="5156" name="picture 5156"/>
          <p:cNvPicPr>
            <a:picLocks noChangeAspect="1"/>
          </p:cNvPicPr>
          <p:nvPr>
            <p:custDataLst>
              <p:tags r:id="rId8"/>
            </p:custDataLst>
          </p:nvPr>
        </p:nvPicPr>
        <p:blipFill>
          <a:blip r:embed="rId9"/>
          <a:stretch>
            <a:fillRect/>
          </a:stretch>
        </p:blipFill>
        <p:spPr>
          <a:xfrm rot="21600000">
            <a:off x="3816451" y="6065405"/>
            <a:ext cx="81000" cy="74752"/>
          </a:xfrm>
          <a:prstGeom prst="rect">
            <a:avLst/>
          </a:prstGeom>
        </p:spPr>
      </p:pic>
      <p:pic>
        <p:nvPicPr>
          <p:cNvPr id="5158" name="picture 5158"/>
          <p:cNvPicPr>
            <a:picLocks noChangeAspect="1"/>
          </p:cNvPicPr>
          <p:nvPr>
            <p:custDataLst>
              <p:tags r:id="rId10"/>
            </p:custDataLst>
          </p:nvPr>
        </p:nvPicPr>
        <p:blipFill>
          <a:blip r:embed="rId11"/>
          <a:stretch>
            <a:fillRect/>
          </a:stretch>
        </p:blipFill>
        <p:spPr>
          <a:xfrm rot="21600000">
            <a:off x="3816451" y="5928245"/>
            <a:ext cx="81000" cy="74752"/>
          </a:xfrm>
          <a:prstGeom prst="rect">
            <a:avLst/>
          </a:prstGeom>
        </p:spPr>
      </p:pic>
      <p:pic>
        <p:nvPicPr>
          <p:cNvPr id="5160" name="picture 5160"/>
          <p:cNvPicPr>
            <a:picLocks noChangeAspect="1"/>
          </p:cNvPicPr>
          <p:nvPr>
            <p:custDataLst>
              <p:tags r:id="rId12"/>
            </p:custDataLst>
          </p:nvPr>
        </p:nvPicPr>
        <p:blipFill>
          <a:blip r:embed="rId9"/>
          <a:stretch>
            <a:fillRect/>
          </a:stretch>
        </p:blipFill>
        <p:spPr>
          <a:xfrm rot="21600000">
            <a:off x="3816451" y="5791085"/>
            <a:ext cx="81000" cy="74752"/>
          </a:xfrm>
          <a:prstGeom prst="rect">
            <a:avLst/>
          </a:prstGeom>
        </p:spPr>
      </p:pic>
      <p:pic>
        <p:nvPicPr>
          <p:cNvPr id="5162" name="picture 5162"/>
          <p:cNvPicPr>
            <a:picLocks noChangeAspect="1"/>
          </p:cNvPicPr>
          <p:nvPr>
            <p:custDataLst>
              <p:tags r:id="rId13"/>
            </p:custDataLst>
          </p:nvPr>
        </p:nvPicPr>
        <p:blipFill>
          <a:blip r:embed="rId9"/>
          <a:stretch>
            <a:fillRect/>
          </a:stretch>
        </p:blipFill>
        <p:spPr>
          <a:xfrm rot="21600000">
            <a:off x="3816451" y="5653925"/>
            <a:ext cx="81000" cy="74752"/>
          </a:xfrm>
          <a:prstGeom prst="rect">
            <a:avLst/>
          </a:prstGeom>
        </p:spPr>
      </p:pic>
      <p:pic>
        <p:nvPicPr>
          <p:cNvPr id="5164" name="picture 5164"/>
          <p:cNvPicPr>
            <a:picLocks noChangeAspect="1"/>
          </p:cNvPicPr>
          <p:nvPr>
            <p:custDataLst>
              <p:tags r:id="rId14"/>
            </p:custDataLst>
          </p:nvPr>
        </p:nvPicPr>
        <p:blipFill>
          <a:blip r:embed="rId15"/>
          <a:stretch>
            <a:fillRect/>
          </a:stretch>
        </p:blipFill>
        <p:spPr>
          <a:xfrm rot="21600000">
            <a:off x="3816451" y="5516765"/>
            <a:ext cx="81000" cy="74752"/>
          </a:xfrm>
          <a:prstGeom prst="rect">
            <a:avLst/>
          </a:prstGeom>
        </p:spPr>
      </p:pic>
      <p:pic>
        <p:nvPicPr>
          <p:cNvPr id="5166" name="picture 5166"/>
          <p:cNvPicPr>
            <a:picLocks noChangeAspect="1"/>
          </p:cNvPicPr>
          <p:nvPr>
            <p:custDataLst>
              <p:tags r:id="rId16"/>
            </p:custDataLst>
          </p:nvPr>
        </p:nvPicPr>
        <p:blipFill>
          <a:blip r:embed="rId9"/>
          <a:stretch>
            <a:fillRect/>
          </a:stretch>
        </p:blipFill>
        <p:spPr>
          <a:xfrm rot="21600000">
            <a:off x="3816451" y="5379554"/>
            <a:ext cx="81000" cy="74752"/>
          </a:xfrm>
          <a:prstGeom prst="rect">
            <a:avLst/>
          </a:prstGeom>
        </p:spPr>
      </p:pic>
      <p:pic>
        <p:nvPicPr>
          <p:cNvPr id="5168" name="picture 5168"/>
          <p:cNvPicPr>
            <a:picLocks noChangeAspect="1"/>
          </p:cNvPicPr>
          <p:nvPr>
            <p:custDataLst>
              <p:tags r:id="rId17"/>
            </p:custDataLst>
          </p:nvPr>
        </p:nvPicPr>
        <p:blipFill>
          <a:blip r:embed="rId9"/>
          <a:stretch>
            <a:fillRect/>
          </a:stretch>
        </p:blipFill>
        <p:spPr>
          <a:xfrm rot="21600000">
            <a:off x="3816451" y="5242140"/>
            <a:ext cx="81000" cy="74752"/>
          </a:xfrm>
          <a:prstGeom prst="rect">
            <a:avLst/>
          </a:prstGeom>
        </p:spPr>
      </p:pic>
      <p:pic>
        <p:nvPicPr>
          <p:cNvPr id="5170" name="picture 5170"/>
          <p:cNvPicPr>
            <a:picLocks noChangeAspect="1"/>
          </p:cNvPicPr>
          <p:nvPr>
            <p:custDataLst>
              <p:tags r:id="rId18"/>
            </p:custDataLst>
          </p:nvPr>
        </p:nvPicPr>
        <p:blipFill>
          <a:blip r:embed="rId9"/>
          <a:stretch>
            <a:fillRect/>
          </a:stretch>
        </p:blipFill>
        <p:spPr>
          <a:xfrm rot="21600000">
            <a:off x="3816451" y="5104981"/>
            <a:ext cx="81000" cy="74752"/>
          </a:xfrm>
          <a:prstGeom prst="rect">
            <a:avLst/>
          </a:prstGeom>
        </p:spPr>
      </p:pic>
      <p:pic>
        <p:nvPicPr>
          <p:cNvPr id="5172" name="picture 5172"/>
          <p:cNvPicPr>
            <a:picLocks noChangeAspect="1"/>
          </p:cNvPicPr>
          <p:nvPr>
            <p:custDataLst>
              <p:tags r:id="rId19"/>
            </p:custDataLst>
          </p:nvPr>
        </p:nvPicPr>
        <p:blipFill>
          <a:blip r:embed="rId11"/>
          <a:stretch>
            <a:fillRect/>
          </a:stretch>
        </p:blipFill>
        <p:spPr>
          <a:xfrm rot="21600000">
            <a:off x="3816451" y="4967820"/>
            <a:ext cx="81000" cy="74752"/>
          </a:xfrm>
          <a:prstGeom prst="rect">
            <a:avLst/>
          </a:prstGeom>
        </p:spPr>
      </p:pic>
      <p:pic>
        <p:nvPicPr>
          <p:cNvPr id="5174" name="picture 5174"/>
          <p:cNvPicPr>
            <a:picLocks noChangeAspect="1"/>
          </p:cNvPicPr>
          <p:nvPr>
            <p:custDataLst>
              <p:tags r:id="rId20"/>
            </p:custDataLst>
          </p:nvPr>
        </p:nvPicPr>
        <p:blipFill>
          <a:blip r:embed="rId9"/>
          <a:stretch>
            <a:fillRect/>
          </a:stretch>
        </p:blipFill>
        <p:spPr>
          <a:xfrm rot="21600000">
            <a:off x="3816451" y="4830660"/>
            <a:ext cx="81000" cy="74752"/>
          </a:xfrm>
          <a:prstGeom prst="rect">
            <a:avLst/>
          </a:prstGeom>
        </p:spPr>
      </p:pic>
      <p:pic>
        <p:nvPicPr>
          <p:cNvPr id="5176" name="picture 5176"/>
          <p:cNvPicPr>
            <a:picLocks noChangeAspect="1"/>
          </p:cNvPicPr>
          <p:nvPr>
            <p:custDataLst>
              <p:tags r:id="rId21"/>
            </p:custDataLst>
          </p:nvPr>
        </p:nvPicPr>
        <p:blipFill>
          <a:blip r:embed="rId9"/>
          <a:stretch>
            <a:fillRect/>
          </a:stretch>
        </p:blipFill>
        <p:spPr>
          <a:xfrm rot="21600000">
            <a:off x="3816451" y="4693501"/>
            <a:ext cx="81000" cy="74752"/>
          </a:xfrm>
          <a:prstGeom prst="rect">
            <a:avLst/>
          </a:prstGeom>
        </p:spPr>
      </p:pic>
      <p:pic>
        <p:nvPicPr>
          <p:cNvPr id="5178" name="picture 5178"/>
          <p:cNvPicPr>
            <a:picLocks noChangeAspect="1"/>
          </p:cNvPicPr>
          <p:nvPr>
            <p:custDataLst>
              <p:tags r:id="rId22"/>
            </p:custDataLst>
          </p:nvPr>
        </p:nvPicPr>
        <p:blipFill>
          <a:blip r:embed="rId11"/>
          <a:stretch>
            <a:fillRect/>
          </a:stretch>
        </p:blipFill>
        <p:spPr>
          <a:xfrm rot="21600000">
            <a:off x="3816451" y="4556341"/>
            <a:ext cx="81000" cy="74752"/>
          </a:xfrm>
          <a:prstGeom prst="rect">
            <a:avLst/>
          </a:prstGeom>
        </p:spPr>
      </p:pic>
      <p:pic>
        <p:nvPicPr>
          <p:cNvPr id="5180" name="picture 5180"/>
          <p:cNvPicPr>
            <a:picLocks noChangeAspect="1"/>
          </p:cNvPicPr>
          <p:nvPr>
            <p:custDataLst>
              <p:tags r:id="rId23"/>
            </p:custDataLst>
          </p:nvPr>
        </p:nvPicPr>
        <p:blipFill>
          <a:blip r:embed="rId24"/>
          <a:stretch>
            <a:fillRect/>
          </a:stretch>
        </p:blipFill>
        <p:spPr>
          <a:xfrm rot="21600000">
            <a:off x="3816435" y="4419181"/>
            <a:ext cx="81016" cy="74752"/>
          </a:xfrm>
          <a:prstGeom prst="rect">
            <a:avLst/>
          </a:prstGeom>
        </p:spPr>
      </p:pic>
      <p:pic>
        <p:nvPicPr>
          <p:cNvPr id="5182" name="picture 5182"/>
          <p:cNvPicPr>
            <a:picLocks noChangeAspect="1"/>
          </p:cNvPicPr>
          <p:nvPr>
            <p:custDataLst>
              <p:tags r:id="rId25"/>
            </p:custDataLst>
          </p:nvPr>
        </p:nvPicPr>
        <p:blipFill>
          <a:blip r:embed="rId24"/>
          <a:stretch>
            <a:fillRect/>
          </a:stretch>
        </p:blipFill>
        <p:spPr>
          <a:xfrm rot="21600000">
            <a:off x="3816435" y="4282020"/>
            <a:ext cx="81016" cy="74752"/>
          </a:xfrm>
          <a:prstGeom prst="rect">
            <a:avLst/>
          </a:prstGeom>
        </p:spPr>
      </p:pic>
      <p:sp>
        <p:nvSpPr>
          <p:cNvPr id="5184" name="textbox 5184"/>
          <p:cNvSpPr/>
          <p:nvPr>
            <p:custDataLst>
              <p:tags r:id="rId26"/>
            </p:custDataLst>
          </p:nvPr>
        </p:nvSpPr>
        <p:spPr>
          <a:xfrm>
            <a:off x="3926551" y="647897"/>
            <a:ext cx="1986279" cy="1865629"/>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635" algn="l" rtl="0" eaLnBrk="0">
              <a:lnSpc>
                <a:spcPct val="97000"/>
              </a:lnSpc>
            </a:pPr>
            <a:r>
              <a:rPr sz="1100" b="1" kern="0" spc="-80" dirty="0">
                <a:solidFill>
                  <a:schemeClr val="dk1"/>
                </a:solidFill>
                <a:cs typeface="微软雅黑" panose="020B0503020204020204" charset="-122"/>
              </a:rPr>
              <a:t>项目管理团队培养：</a:t>
            </a:r>
            <a:endParaRPr lang="en-US" altLang="en-US" sz="1100" dirty="0">
              <a:solidFill>
                <a:schemeClr val="dk1"/>
              </a:solidFill>
            </a:endParaRPr>
          </a:p>
          <a:p>
            <a:pPr marL="12700" indent="-635" algn="l" rtl="0" eaLnBrk="0">
              <a:lnSpc>
                <a:spcPct val="97000"/>
              </a:lnSpc>
              <a:spcBef>
                <a:spcPts val="45"/>
              </a:spcBef>
            </a:pPr>
            <a:r>
              <a:rPr sz="1100" kern="0" spc="0" dirty="0">
                <a:solidFill>
                  <a:schemeClr val="dk1"/>
                </a:solidFill>
                <a:cs typeface="微软雅黑" panose="020B0503020204020204" charset="-122"/>
              </a:rPr>
              <a:t>项目流程及模板培训（项目发起</a:t>
            </a:r>
            <a:r>
              <a:rPr sz="1100" kern="0" spc="20" dirty="0">
                <a:solidFill>
                  <a:schemeClr val="dk1"/>
                </a:solidFill>
                <a:cs typeface="微软雅黑" panose="020B0503020204020204" charset="-122"/>
              </a:rPr>
              <a:t> </a:t>
            </a:r>
            <a:r>
              <a:rPr sz="1100" kern="0" spc="-30" dirty="0">
                <a:solidFill>
                  <a:schemeClr val="dk1"/>
                </a:solidFill>
                <a:cs typeface="微软雅黑" panose="020B0503020204020204" charset="-122"/>
              </a:rPr>
              <a:t>人，项目经理）</a:t>
            </a:r>
            <a:endParaRPr lang="en-US" altLang="en-US" sz="1100" dirty="0">
              <a:solidFill>
                <a:schemeClr val="dk1"/>
              </a:solidFill>
            </a:endParaRPr>
          </a:p>
          <a:p>
            <a:pPr marL="13335" algn="l" rtl="0" eaLnBrk="0">
              <a:lnSpc>
                <a:spcPct val="98000"/>
              </a:lnSpc>
              <a:spcBef>
                <a:spcPts val="65"/>
              </a:spcBef>
            </a:pPr>
            <a:r>
              <a:rPr sz="1100" kern="0" spc="0" dirty="0">
                <a:solidFill>
                  <a:schemeClr val="dk1"/>
                </a:solidFill>
                <a:cs typeface="微软雅黑" panose="020B0503020204020204" charset="-122"/>
              </a:rPr>
              <a:t>培训结果考核验收</a:t>
            </a:r>
            <a:endParaRPr lang="en-US" altLang="en-US" sz="1100" dirty="0">
              <a:solidFill>
                <a:schemeClr val="dk1"/>
              </a:solidFill>
            </a:endParaRPr>
          </a:p>
          <a:p>
            <a:pPr marL="12700" algn="l" rtl="0" eaLnBrk="0">
              <a:lnSpc>
                <a:spcPct val="99000"/>
              </a:lnSpc>
              <a:spcBef>
                <a:spcPts val="20"/>
              </a:spcBef>
            </a:pPr>
            <a:r>
              <a:rPr sz="1100" kern="0" spc="0" dirty="0">
                <a:solidFill>
                  <a:schemeClr val="dk1"/>
                </a:solidFill>
                <a:cs typeface="微软雅黑" panose="020B0503020204020204" charset="-122"/>
              </a:rPr>
              <a:t>项目经理绩效考核及等级认证     项目案例</a:t>
            </a:r>
            <a:r>
              <a:rPr sz="1100" kern="0" spc="0" dirty="0">
                <a:solidFill>
                  <a:schemeClr val="dk1"/>
                </a:solidFill>
                <a:cs typeface="Arial" panose="020B0604020202020204"/>
              </a:rPr>
              <a:t>&amp;</a:t>
            </a:r>
            <a:r>
              <a:rPr sz="1100" kern="0" spc="0" dirty="0">
                <a:solidFill>
                  <a:schemeClr val="dk1"/>
                </a:solidFill>
                <a:cs typeface="微软雅黑" panose="020B0503020204020204" charset="-122"/>
              </a:rPr>
              <a:t>项目工作坊研讨</a:t>
            </a:r>
            <a:endParaRPr lang="en-US" altLang="en-US" sz="1100" dirty="0">
              <a:solidFill>
                <a:schemeClr val="dk1"/>
              </a:solidFill>
            </a:endParaRPr>
          </a:p>
          <a:p>
            <a:pPr marL="13335" algn="l" rtl="0" eaLnBrk="0">
              <a:lnSpc>
                <a:spcPct val="98000"/>
              </a:lnSpc>
              <a:spcBef>
                <a:spcPts val="35"/>
              </a:spcBef>
            </a:pPr>
            <a:r>
              <a:rPr sz="1100" b="1" kern="0" spc="-10" dirty="0">
                <a:solidFill>
                  <a:schemeClr val="dk1"/>
                </a:solidFill>
                <a:cs typeface="微软雅黑" panose="020B0503020204020204" charset="-122"/>
              </a:rPr>
              <a:t>项目平台建设</a:t>
            </a:r>
            <a:endParaRPr lang="en-US" altLang="en-US" sz="1100" dirty="0">
              <a:solidFill>
                <a:schemeClr val="dk1"/>
              </a:solidFill>
            </a:endParaRPr>
          </a:p>
          <a:p>
            <a:pPr marL="48260" indent="-36195" algn="l" rtl="0" eaLnBrk="0">
              <a:lnSpc>
                <a:spcPct val="99000"/>
              </a:lnSpc>
              <a:spcBef>
                <a:spcPts val="25"/>
              </a:spcBef>
            </a:pPr>
            <a:r>
              <a:rPr sz="1100" kern="0" spc="0" dirty="0">
                <a:solidFill>
                  <a:schemeClr val="dk1"/>
                </a:solidFill>
                <a:cs typeface="微软雅黑" panose="020B0503020204020204" charset="-122"/>
              </a:rPr>
              <a:t>项目管理系统询价／采购／实施 </a:t>
            </a:r>
            <a:r>
              <a:rPr sz="1100" kern="0" spc="80" dirty="0">
                <a:solidFill>
                  <a:schemeClr val="dk1"/>
                </a:solidFill>
                <a:cs typeface="微软雅黑" panose="020B0503020204020204" charset="-122"/>
              </a:rPr>
              <a:t>/运用</a:t>
            </a:r>
            <a:endParaRPr lang="en-US" altLang="en-US" sz="1100" dirty="0">
              <a:solidFill>
                <a:schemeClr val="dk1"/>
              </a:solidFill>
            </a:endParaRPr>
          </a:p>
          <a:p>
            <a:pPr marL="12700" algn="l" rtl="0" eaLnBrk="0">
              <a:lnSpc>
                <a:spcPct val="97000"/>
              </a:lnSpc>
              <a:spcBef>
                <a:spcPts val="35"/>
              </a:spcBef>
            </a:pPr>
            <a:r>
              <a:rPr sz="1100" kern="0" spc="0" dirty="0">
                <a:solidFill>
                  <a:schemeClr val="dk1"/>
                </a:solidFill>
                <a:cs typeface="微软雅黑" panose="020B0503020204020204" charset="-122"/>
              </a:rPr>
              <a:t>项目知识管理文档库</a:t>
            </a:r>
            <a:endParaRPr lang="en-US" altLang="en-US" sz="1100" dirty="0">
              <a:solidFill>
                <a:schemeClr val="dk1"/>
              </a:solidFill>
            </a:endParaRPr>
          </a:p>
          <a:p>
            <a:pPr marL="12700" algn="l" rtl="0" eaLnBrk="0">
              <a:lnSpc>
                <a:spcPct val="97000"/>
              </a:lnSpc>
              <a:spcBef>
                <a:spcPts val="40"/>
              </a:spcBef>
            </a:pPr>
            <a:r>
              <a:rPr sz="1100" kern="0" spc="0" dirty="0">
                <a:solidFill>
                  <a:schemeClr val="dk1"/>
                </a:solidFill>
                <a:cs typeface="微软雅黑" panose="020B0503020204020204" charset="-122"/>
              </a:rPr>
              <a:t>项目群管理沟通汇报机制</a:t>
            </a:r>
            <a:endParaRPr lang="en-US" altLang="en-US" sz="1100" kern="0" spc="0" dirty="0">
              <a:solidFill>
                <a:schemeClr val="dk1"/>
              </a:solidFill>
              <a:cs typeface="微软雅黑" panose="020B0503020204020204" charset="-122"/>
            </a:endParaRPr>
          </a:p>
        </p:txBody>
      </p:sp>
      <p:sp>
        <p:nvSpPr>
          <p:cNvPr id="5190" name="textbox 5190"/>
          <p:cNvSpPr/>
          <p:nvPr>
            <p:custDataLst>
              <p:tags r:id="rId27"/>
            </p:custDataLst>
          </p:nvPr>
        </p:nvSpPr>
        <p:spPr>
          <a:xfrm>
            <a:off x="2248472" y="6185865"/>
            <a:ext cx="3616325" cy="190500"/>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ts val="1300"/>
              </a:lnSpc>
            </a:pPr>
            <a:r>
              <a:rPr sz="1600" kern="0" spc="50" baseline="-8000" dirty="0">
                <a:solidFill>
                  <a:schemeClr val="dk1"/>
                </a:solidFill>
                <a:cs typeface="Arial" panose="020B0604020202020204"/>
              </a:rPr>
              <a:t>•</a:t>
            </a:r>
            <a:r>
              <a:rPr sz="1000" kern="0" spc="50" dirty="0">
                <a:solidFill>
                  <a:schemeClr val="dk1"/>
                </a:solidFill>
                <a:cs typeface="Arial" panose="020B0604020202020204"/>
              </a:rPr>
              <a:t>   </a:t>
            </a:r>
            <a:r>
              <a:rPr sz="1600" b="1" kern="0" spc="0" baseline="-8000" dirty="0">
                <a:solidFill>
                  <a:schemeClr val="dk1"/>
                </a:solidFill>
                <a:cs typeface="Arial" panose="020B0604020202020204"/>
              </a:rPr>
              <a:t>PMO</a:t>
            </a:r>
            <a:r>
              <a:rPr sz="1600" b="1" kern="0" spc="50" baseline="-8000" dirty="0">
                <a:solidFill>
                  <a:schemeClr val="dk1"/>
                </a:solidFill>
                <a:cs typeface="微软雅黑" panose="020B0503020204020204" charset="-122"/>
              </a:rPr>
              <a:t>详细实施计划</a:t>
            </a:r>
            <a:r>
              <a:rPr sz="1000" b="1" kern="0" spc="0" dirty="0">
                <a:solidFill>
                  <a:schemeClr val="dk1"/>
                </a:solidFill>
                <a:cs typeface="微软雅黑" panose="020B0503020204020204" charset="-122"/>
              </a:rPr>
              <a:t>               </a:t>
            </a:r>
            <a:r>
              <a:rPr sz="1300" kern="0" spc="0" baseline="10000" dirty="0">
                <a:solidFill>
                  <a:schemeClr val="dk1"/>
                </a:solidFill>
                <a:cs typeface="Arial" panose="020B0604020202020204"/>
              </a:rPr>
              <a:t>IT</a:t>
            </a:r>
            <a:r>
              <a:rPr sz="1300" kern="0" spc="50" baseline="10000" dirty="0">
                <a:solidFill>
                  <a:schemeClr val="dk1"/>
                </a:solidFill>
                <a:cs typeface="微软雅黑" panose="020B0503020204020204" charset="-122"/>
              </a:rPr>
              <a:t>需求管理及质量管理流程及模板</a:t>
            </a:r>
            <a:endParaRPr lang="en-US" altLang="en-US" sz="1300" kern="0" spc="50" baseline="10000" dirty="0">
              <a:solidFill>
                <a:schemeClr val="dk1"/>
              </a:solidFill>
              <a:cs typeface="微软雅黑" panose="020B0503020204020204" charset="-122"/>
            </a:endParaRPr>
          </a:p>
        </p:txBody>
      </p:sp>
      <p:pic>
        <p:nvPicPr>
          <p:cNvPr id="5192" name="picture 5192"/>
          <p:cNvPicPr>
            <a:picLocks noChangeAspect="1"/>
          </p:cNvPicPr>
          <p:nvPr>
            <p:custDataLst>
              <p:tags r:id="rId28"/>
            </p:custDataLst>
          </p:nvPr>
        </p:nvPicPr>
        <p:blipFill>
          <a:blip r:embed="rId29"/>
          <a:stretch>
            <a:fillRect/>
          </a:stretch>
        </p:blipFill>
        <p:spPr>
          <a:xfrm rot="21600000">
            <a:off x="3800704" y="6202565"/>
            <a:ext cx="81610" cy="74752"/>
          </a:xfrm>
          <a:prstGeom prst="rect">
            <a:avLst/>
          </a:prstGeom>
        </p:spPr>
      </p:pic>
      <p:grpSp>
        <p:nvGrpSpPr>
          <p:cNvPr id="598" name="group 598"/>
          <p:cNvGrpSpPr/>
          <p:nvPr/>
        </p:nvGrpSpPr>
        <p:grpSpPr>
          <a:xfrm rot="21600000">
            <a:off x="8726423" y="1766316"/>
            <a:ext cx="697992" cy="697991"/>
            <a:chOff x="0" y="0"/>
            <a:chExt cx="697992" cy="697991"/>
          </a:xfrm>
        </p:grpSpPr>
        <p:sp>
          <p:nvSpPr>
            <p:cNvPr id="5194" name="path"/>
            <p:cNvSpPr/>
            <p:nvPr/>
          </p:nvSpPr>
          <p:spPr>
            <a:xfrm>
              <a:off x="19050" y="19050"/>
              <a:ext cx="659892" cy="659891"/>
            </a:xfrm>
            <a:custGeom>
              <a:avLst/>
              <a:gdLst/>
              <a:ahLst/>
              <a:cxnLst/>
              <a:rect l="0" t="0" r="0" b="0"/>
              <a:pathLst>
                <a:path w="1039" h="1039">
                  <a:moveTo>
                    <a:pt x="0" y="519"/>
                  </a:moveTo>
                  <a:cubicBezTo>
                    <a:pt x="0" y="232"/>
                    <a:pt x="232" y="0"/>
                    <a:pt x="519" y="0"/>
                  </a:cubicBezTo>
                  <a:cubicBezTo>
                    <a:pt x="806" y="0"/>
                    <a:pt x="1039" y="232"/>
                    <a:pt x="1039" y="519"/>
                  </a:cubicBezTo>
                  <a:cubicBezTo>
                    <a:pt x="1039" y="806"/>
                    <a:pt x="806" y="1039"/>
                    <a:pt x="519" y="1039"/>
                  </a:cubicBezTo>
                  <a:cubicBezTo>
                    <a:pt x="232" y="1039"/>
                    <a:pt x="0" y="806"/>
                    <a:pt x="0" y="519"/>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5196" name="path"/>
            <p:cNvSpPr/>
            <p:nvPr/>
          </p:nvSpPr>
          <p:spPr>
            <a:xfrm>
              <a:off x="0" y="0"/>
              <a:ext cx="697992" cy="697991"/>
            </a:xfrm>
            <a:custGeom>
              <a:avLst/>
              <a:gdLst/>
              <a:ahLst/>
              <a:cxnLst/>
              <a:rect l="0" t="0" r="0" b="0"/>
              <a:pathLst>
                <a:path w="1099" h="1099">
                  <a:moveTo>
                    <a:pt x="30" y="549"/>
                  </a:moveTo>
                  <a:cubicBezTo>
                    <a:pt x="30" y="262"/>
                    <a:pt x="262" y="30"/>
                    <a:pt x="549" y="30"/>
                  </a:cubicBezTo>
                  <a:cubicBezTo>
                    <a:pt x="836" y="30"/>
                    <a:pt x="1069" y="262"/>
                    <a:pt x="1069" y="549"/>
                  </a:cubicBezTo>
                  <a:cubicBezTo>
                    <a:pt x="1069" y="836"/>
                    <a:pt x="836" y="1069"/>
                    <a:pt x="549" y="1069"/>
                  </a:cubicBezTo>
                  <a:cubicBezTo>
                    <a:pt x="262" y="1069"/>
                    <a:pt x="30" y="836"/>
                    <a:pt x="30" y="549"/>
                  </a:cubicBezTo>
                </a:path>
              </a:pathLst>
            </a:custGeom>
            <a:noFill/>
            <a:ln w="38100" cap="flat">
              <a:solidFill>
                <a:srgbClr val="FFC000">
                  <a:alpha val="100000"/>
                </a:srgbClr>
              </a:solidFill>
              <a:prstDash val="solid"/>
              <a:round/>
            </a:ln>
          </p:spPr>
          <p:txBody>
            <a:bodyPr rtlCol="0"/>
            <a:lstStyle/>
            <a:p>
              <a:pPr algn="ctr"/>
              <a:endParaRPr lang="zh-CN" altLang="en-US"/>
            </a:p>
          </p:txBody>
        </p:sp>
      </p:grpSp>
      <p:grpSp>
        <p:nvGrpSpPr>
          <p:cNvPr id="600" name="group 600"/>
          <p:cNvGrpSpPr/>
          <p:nvPr/>
        </p:nvGrpSpPr>
        <p:grpSpPr>
          <a:xfrm rot="21600000">
            <a:off x="6425183" y="2424684"/>
            <a:ext cx="530352" cy="530352"/>
            <a:chOff x="0" y="0"/>
            <a:chExt cx="530352" cy="530352"/>
          </a:xfrm>
        </p:grpSpPr>
        <p:sp>
          <p:nvSpPr>
            <p:cNvPr id="5198" name="path"/>
            <p:cNvSpPr/>
            <p:nvPr/>
          </p:nvSpPr>
          <p:spPr>
            <a:xfrm>
              <a:off x="19050" y="19050"/>
              <a:ext cx="492252" cy="492252"/>
            </a:xfrm>
            <a:custGeom>
              <a:avLst/>
              <a:gdLst/>
              <a:ahLst/>
              <a:cxnLst/>
              <a:rect l="0" t="0" r="0" b="0"/>
              <a:pathLst>
                <a:path w="775" h="775">
                  <a:moveTo>
                    <a:pt x="0" y="387"/>
                  </a:moveTo>
                  <a:cubicBezTo>
                    <a:pt x="0" y="173"/>
                    <a:pt x="173" y="0"/>
                    <a:pt x="387" y="0"/>
                  </a:cubicBezTo>
                  <a:cubicBezTo>
                    <a:pt x="601" y="0"/>
                    <a:pt x="775" y="173"/>
                    <a:pt x="775" y="387"/>
                  </a:cubicBezTo>
                  <a:cubicBezTo>
                    <a:pt x="775" y="601"/>
                    <a:pt x="601" y="775"/>
                    <a:pt x="387" y="775"/>
                  </a:cubicBezTo>
                  <a:cubicBezTo>
                    <a:pt x="173" y="775"/>
                    <a:pt x="0" y="601"/>
                    <a:pt x="0" y="387"/>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5200" name="path"/>
            <p:cNvSpPr/>
            <p:nvPr/>
          </p:nvSpPr>
          <p:spPr>
            <a:xfrm>
              <a:off x="0" y="0"/>
              <a:ext cx="530352" cy="530352"/>
            </a:xfrm>
            <a:custGeom>
              <a:avLst/>
              <a:gdLst/>
              <a:ahLst/>
              <a:cxnLst/>
              <a:rect l="0" t="0" r="0" b="0"/>
              <a:pathLst>
                <a:path w="835" h="835">
                  <a:moveTo>
                    <a:pt x="30" y="417"/>
                  </a:moveTo>
                  <a:cubicBezTo>
                    <a:pt x="30" y="203"/>
                    <a:pt x="203" y="30"/>
                    <a:pt x="417" y="30"/>
                  </a:cubicBezTo>
                  <a:cubicBezTo>
                    <a:pt x="631" y="30"/>
                    <a:pt x="805" y="203"/>
                    <a:pt x="805" y="417"/>
                  </a:cubicBezTo>
                  <a:cubicBezTo>
                    <a:pt x="805" y="631"/>
                    <a:pt x="631" y="805"/>
                    <a:pt x="417" y="805"/>
                  </a:cubicBezTo>
                  <a:cubicBezTo>
                    <a:pt x="203" y="805"/>
                    <a:pt x="30" y="631"/>
                    <a:pt x="30" y="417"/>
                  </a:cubicBezTo>
                </a:path>
              </a:pathLst>
            </a:custGeom>
            <a:noFill/>
            <a:ln w="38100" cap="flat">
              <a:solidFill>
                <a:srgbClr val="FFC000">
                  <a:alpha val="100000"/>
                </a:srgbClr>
              </a:solidFill>
              <a:prstDash val="solid"/>
              <a:round/>
            </a:ln>
          </p:spPr>
          <p:txBody>
            <a:bodyPr rtlCol="0"/>
            <a:lstStyle/>
            <a:p>
              <a:pPr algn="ctr"/>
              <a:endParaRPr lang="zh-CN" altLang="en-US"/>
            </a:p>
          </p:txBody>
        </p:sp>
      </p:grpSp>
      <p:sp>
        <p:nvSpPr>
          <p:cNvPr id="5202" name="textbox 5202"/>
          <p:cNvSpPr/>
          <p:nvPr>
            <p:custDataLst>
              <p:tags r:id="rId30"/>
            </p:custDataLst>
          </p:nvPr>
        </p:nvSpPr>
        <p:spPr>
          <a:xfrm>
            <a:off x="5955034" y="2199950"/>
            <a:ext cx="1863725" cy="294004"/>
          </a:xfrm>
          <a:prstGeom prst="rect">
            <a:avLst/>
          </a:prstGeom>
        </p:spPr>
        <p:txBody>
          <a:bodyPr vert="horz" wrap="square" lIns="0" tIns="0" rIns="0" bIns="0">
            <a:normAutofit/>
          </a:bodyPr>
          <a:lstStyle/>
          <a:p>
            <a:pPr algn="l" rtl="0" eaLnBrk="0">
              <a:lnSpc>
                <a:spcPct val="81000"/>
              </a:lnSpc>
            </a:pPr>
            <a:endParaRPr lang="en-US" altLang="en-US" sz="100" dirty="0">
              <a:solidFill>
                <a:schemeClr val="dk1"/>
              </a:solidFill>
            </a:endParaRPr>
          </a:p>
          <a:p>
            <a:pPr marL="12700" algn="l" rtl="0" eaLnBrk="0">
              <a:lnSpc>
                <a:spcPct val="98000"/>
              </a:lnSpc>
            </a:pPr>
            <a:r>
              <a:rPr sz="1800" b="1" kern="0" spc="-90" dirty="0">
                <a:solidFill>
                  <a:schemeClr val="dk1"/>
                </a:solidFill>
                <a:cs typeface="微软雅黑" panose="020B0503020204020204" charset="-122"/>
              </a:rPr>
              <a:t>辅导：</a:t>
            </a:r>
            <a:r>
              <a:rPr sz="1800" b="1" kern="0" spc="300" dirty="0">
                <a:solidFill>
                  <a:schemeClr val="dk1"/>
                </a:solidFill>
                <a:cs typeface="微软雅黑" panose="020B0503020204020204" charset="-122"/>
              </a:rPr>
              <a:t> </a:t>
            </a:r>
            <a:r>
              <a:rPr sz="1800" b="1" kern="0" spc="-90" dirty="0">
                <a:solidFill>
                  <a:schemeClr val="dk1"/>
                </a:solidFill>
                <a:cs typeface="微软雅黑" panose="020B0503020204020204" charset="-122"/>
              </a:rPr>
              <a:t>W11-W19</a:t>
            </a:r>
            <a:endParaRPr lang="en-US" altLang="en-US" sz="1800" b="1" kern="0" spc="-90" dirty="0">
              <a:solidFill>
                <a:schemeClr val="dk1"/>
              </a:solidFill>
              <a:cs typeface="微软雅黑" panose="020B0503020204020204" charset="-122"/>
            </a:endParaRPr>
          </a:p>
        </p:txBody>
      </p:sp>
      <p:sp>
        <p:nvSpPr>
          <p:cNvPr id="5204" name="textbox 5204"/>
          <p:cNvSpPr/>
          <p:nvPr>
            <p:custDataLst>
              <p:tags r:id="rId31"/>
            </p:custDataLst>
          </p:nvPr>
        </p:nvSpPr>
        <p:spPr>
          <a:xfrm>
            <a:off x="8148218" y="1552117"/>
            <a:ext cx="1865629" cy="292734"/>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12700" algn="l" rtl="0" eaLnBrk="0">
              <a:lnSpc>
                <a:spcPct val="97000"/>
              </a:lnSpc>
            </a:pPr>
            <a:r>
              <a:rPr sz="1800" b="1" kern="0" spc="-90" dirty="0">
                <a:solidFill>
                  <a:schemeClr val="dk1"/>
                </a:solidFill>
                <a:cs typeface="微软雅黑" panose="020B0503020204020204" charset="-122"/>
              </a:rPr>
              <a:t>结项：</a:t>
            </a:r>
            <a:r>
              <a:rPr sz="1800" b="1" kern="0" spc="320" dirty="0">
                <a:solidFill>
                  <a:schemeClr val="dk1"/>
                </a:solidFill>
                <a:cs typeface="微软雅黑" panose="020B0503020204020204" charset="-122"/>
              </a:rPr>
              <a:t> </a:t>
            </a:r>
            <a:r>
              <a:rPr sz="1800" b="1" kern="0" spc="-90" dirty="0">
                <a:solidFill>
                  <a:schemeClr val="dk1"/>
                </a:solidFill>
                <a:cs typeface="微软雅黑" panose="020B0503020204020204" charset="-122"/>
              </a:rPr>
              <a:t>W19-W20</a:t>
            </a:r>
            <a:endParaRPr lang="en-US" altLang="en-US" sz="1800" b="1" kern="0" spc="-90" dirty="0">
              <a:solidFill>
                <a:schemeClr val="dk1"/>
              </a:solidFill>
              <a:cs typeface="微软雅黑" panose="020B0503020204020204" charset="-122"/>
            </a:endParaRPr>
          </a:p>
        </p:txBody>
      </p:sp>
      <p:pic>
        <p:nvPicPr>
          <p:cNvPr id="5206" name="picture 5206"/>
          <p:cNvPicPr>
            <a:picLocks noChangeAspect="1"/>
          </p:cNvPicPr>
          <p:nvPr>
            <p:custDataLst>
              <p:tags r:id="rId32"/>
            </p:custDataLst>
          </p:nvPr>
        </p:nvPicPr>
        <p:blipFill>
          <a:blip r:embed="rId33"/>
          <a:stretch>
            <a:fillRect/>
          </a:stretch>
        </p:blipFill>
        <p:spPr>
          <a:xfrm rot="21600000">
            <a:off x="8895588" y="1953768"/>
            <a:ext cx="445007" cy="486155"/>
          </a:xfrm>
          <a:prstGeom prst="rect">
            <a:avLst/>
          </a:prstGeom>
        </p:spPr>
      </p:pic>
      <p:sp>
        <p:nvSpPr>
          <p:cNvPr id="5208" name="textbox 5208"/>
          <p:cNvSpPr/>
          <p:nvPr>
            <p:custDataLst>
              <p:tags r:id="rId34"/>
            </p:custDataLst>
          </p:nvPr>
        </p:nvSpPr>
        <p:spPr>
          <a:xfrm>
            <a:off x="3760534" y="659674"/>
            <a:ext cx="128904" cy="1787525"/>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5240" indent="-2540" algn="l" rtl="0" eaLnBrk="0">
              <a:lnSpc>
                <a:spcPts val="995"/>
              </a:lnSpc>
              <a:tabLst>
                <a:tab pos="114935" algn="l"/>
              </a:tabLst>
            </a:pPr>
            <a:r>
              <a:rPr sz="1000" kern="0" spc="-40" dirty="0">
                <a:solidFill>
                  <a:schemeClr val="dk1"/>
                </a:solidFill>
                <a:cs typeface="Arial" panose="020B0604020202020204"/>
              </a:rPr>
              <a:t>•</a:t>
            </a:r>
            <a:r>
              <a:rPr sz="1000" kern="0" spc="0" dirty="0">
                <a:solidFill>
                  <a:schemeClr val="dk1"/>
                </a:solidFill>
                <a:cs typeface="Arial" panose="020B0604020202020204"/>
              </a:rPr>
              <a:t>   </a:t>
            </a:r>
            <a:r>
              <a:rPr sz="1100" kern="0" spc="0" dirty="0">
                <a:solidFill>
                  <a:schemeClr val="dk1"/>
                </a:solidFill>
                <a:cs typeface="MS Gothic" panose="020B0609070205080204" charset="-128"/>
              </a:rPr>
              <a:t>	</a:t>
            </a:r>
            <a:endParaRPr lang="en-US" altLang="en-US" sz="1100" dirty="0">
              <a:solidFill>
                <a:schemeClr val="dk1"/>
              </a:solidFill>
            </a:endParaRPr>
          </a:p>
          <a:p>
            <a:pPr algn="l" rtl="0" eaLnBrk="0">
              <a:lnSpc>
                <a:spcPct val="132000"/>
              </a:lnSpc>
            </a:pPr>
            <a:endParaRPr lang="en-US" altLang="en-US" sz="1000" dirty="0">
              <a:solidFill>
                <a:schemeClr val="dk1"/>
              </a:solidFill>
            </a:endParaRPr>
          </a:p>
          <a:p>
            <a:pPr marL="15240" algn="l" rtl="0" eaLnBrk="0">
              <a:lnSpc>
                <a:spcPts val="720"/>
              </a:lnSpc>
              <a:spcBef>
                <a:spcPts val="335"/>
              </a:spcBef>
              <a:tabLst>
                <a:tab pos="114935" algn="l"/>
              </a:tabLst>
            </a:pPr>
            <a:r>
              <a:rPr sz="1100" kern="0" spc="0" dirty="0">
                <a:solidFill>
                  <a:schemeClr val="dk1"/>
                </a:solidFill>
                <a:cs typeface="MS Gothic" panose="020B0609070205080204" charset="-128"/>
              </a:rPr>
              <a:t>	</a:t>
            </a:r>
            <a:endParaRPr lang="en-US" altLang="en-US" sz="1100" dirty="0">
              <a:solidFill>
                <a:schemeClr val="dk1"/>
              </a:solidFill>
            </a:endParaRPr>
          </a:p>
          <a:p>
            <a:pPr marL="15240" algn="l" rtl="0" eaLnBrk="0">
              <a:lnSpc>
                <a:spcPts val="720"/>
              </a:lnSpc>
              <a:spcBef>
                <a:spcPts val="600"/>
              </a:spcBef>
              <a:tabLst>
                <a:tab pos="114935" algn="l"/>
              </a:tabLst>
            </a:pPr>
            <a:r>
              <a:rPr sz="1100" kern="0" spc="0" dirty="0">
                <a:solidFill>
                  <a:schemeClr val="dk1"/>
                </a:solidFill>
                <a:cs typeface="MS Gothic" panose="020B0609070205080204" charset="-128"/>
              </a:rPr>
              <a:t>	</a:t>
            </a:r>
            <a:endParaRPr lang="en-US" altLang="en-US" sz="1100" dirty="0">
              <a:solidFill>
                <a:schemeClr val="dk1"/>
              </a:solidFill>
            </a:endParaRPr>
          </a:p>
          <a:p>
            <a:pPr marL="15240" algn="l" rtl="0" eaLnBrk="0">
              <a:lnSpc>
                <a:spcPts val="720"/>
              </a:lnSpc>
              <a:spcBef>
                <a:spcPts val="600"/>
              </a:spcBef>
              <a:tabLst>
                <a:tab pos="114935" algn="l"/>
              </a:tabLst>
            </a:pPr>
            <a:r>
              <a:rPr sz="1100" kern="0" spc="0" dirty="0">
                <a:solidFill>
                  <a:schemeClr val="dk1"/>
                </a:solidFill>
                <a:cs typeface="MS Gothic" panose="020B0609070205080204" charset="-128"/>
              </a:rPr>
              <a:t>	</a:t>
            </a:r>
            <a:endParaRPr lang="en-US" altLang="en-US" sz="1100" dirty="0">
              <a:solidFill>
                <a:schemeClr val="dk1"/>
              </a:solidFill>
            </a:endParaRPr>
          </a:p>
          <a:p>
            <a:pPr marL="15240" indent="-2540" algn="l" rtl="0" eaLnBrk="0">
              <a:lnSpc>
                <a:spcPts val="995"/>
              </a:lnSpc>
              <a:spcBef>
                <a:spcPts val="650"/>
              </a:spcBef>
              <a:tabLst>
                <a:tab pos="114935" algn="l"/>
              </a:tabLst>
            </a:pPr>
            <a:r>
              <a:rPr sz="1000" kern="0" spc="-40" dirty="0">
                <a:solidFill>
                  <a:schemeClr val="dk1"/>
                </a:solidFill>
                <a:cs typeface="Arial" panose="020B0604020202020204"/>
              </a:rPr>
              <a:t>•</a:t>
            </a:r>
            <a:r>
              <a:rPr sz="1000" kern="0" spc="0" dirty="0">
                <a:solidFill>
                  <a:schemeClr val="dk1"/>
                </a:solidFill>
                <a:cs typeface="Arial" panose="020B0604020202020204"/>
              </a:rPr>
              <a:t>   </a:t>
            </a:r>
            <a:r>
              <a:rPr sz="1100" kern="0" spc="0" dirty="0">
                <a:solidFill>
                  <a:schemeClr val="dk1"/>
                </a:solidFill>
                <a:cs typeface="MS Gothic" panose="020B0609070205080204" charset="-128"/>
              </a:rPr>
              <a:t>	</a:t>
            </a:r>
            <a:endParaRPr lang="en-US" altLang="en-US" sz="1100" dirty="0">
              <a:solidFill>
                <a:schemeClr val="dk1"/>
              </a:solidFill>
            </a:endParaRPr>
          </a:p>
          <a:p>
            <a:pPr algn="l" rtl="0" eaLnBrk="0">
              <a:lnSpc>
                <a:spcPct val="132000"/>
              </a:lnSpc>
            </a:pPr>
            <a:endParaRPr lang="en-US" altLang="en-US" sz="1000" dirty="0">
              <a:solidFill>
                <a:schemeClr val="dk1"/>
              </a:solidFill>
            </a:endParaRPr>
          </a:p>
          <a:p>
            <a:pPr marL="15240" algn="l" rtl="0" eaLnBrk="0">
              <a:lnSpc>
                <a:spcPts val="725"/>
              </a:lnSpc>
              <a:spcBef>
                <a:spcPts val="330"/>
              </a:spcBef>
              <a:tabLst>
                <a:tab pos="115570" algn="l"/>
              </a:tabLst>
            </a:pPr>
            <a:r>
              <a:rPr sz="1100" kern="0" spc="0" dirty="0">
                <a:solidFill>
                  <a:schemeClr val="dk1"/>
                </a:solidFill>
                <a:cs typeface="MS Gothic" panose="020B0609070205080204" charset="-128"/>
              </a:rPr>
              <a:t>	</a:t>
            </a:r>
            <a:endParaRPr lang="en-US" altLang="en-US" sz="1100" dirty="0">
              <a:solidFill>
                <a:schemeClr val="dk1"/>
              </a:solidFill>
            </a:endParaRPr>
          </a:p>
          <a:p>
            <a:pPr algn="l" rtl="0" eaLnBrk="0">
              <a:lnSpc>
                <a:spcPct val="100000"/>
              </a:lnSpc>
            </a:pPr>
            <a:endParaRPr lang="en-US" altLang="en-US" sz="500" dirty="0">
              <a:solidFill>
                <a:schemeClr val="dk1"/>
              </a:solidFill>
            </a:endParaRPr>
          </a:p>
          <a:p>
            <a:pPr marL="15240" algn="l" rtl="0" eaLnBrk="0">
              <a:lnSpc>
                <a:spcPts val="720"/>
              </a:lnSpc>
              <a:tabLst>
                <a:tab pos="114935" algn="l"/>
              </a:tabLst>
            </a:pPr>
            <a:r>
              <a:rPr sz="1100" kern="0" spc="0" dirty="0">
                <a:solidFill>
                  <a:schemeClr val="dk1"/>
                </a:solidFill>
                <a:cs typeface="MS Gothic" panose="020B0609070205080204" charset="-128"/>
              </a:rPr>
              <a:t>	</a:t>
            </a:r>
            <a:endParaRPr lang="en-US" altLang="en-US" sz="1100" kern="0" spc="0" dirty="0">
              <a:solidFill>
                <a:schemeClr val="dk1"/>
              </a:solidFill>
              <a:cs typeface="MS Gothic" panose="020B0609070205080204" charset="-128"/>
            </a:endParaRPr>
          </a:p>
        </p:txBody>
      </p:sp>
      <p:pic>
        <p:nvPicPr>
          <p:cNvPr id="5210" name="picture 5210"/>
          <p:cNvPicPr>
            <a:picLocks noChangeAspect="1"/>
          </p:cNvPicPr>
          <p:nvPr>
            <p:custDataLst>
              <p:tags r:id="rId35"/>
            </p:custDataLst>
          </p:nvPr>
        </p:nvPicPr>
        <p:blipFill>
          <a:blip r:embed="rId36"/>
          <a:stretch>
            <a:fillRect/>
          </a:stretch>
        </p:blipFill>
        <p:spPr>
          <a:xfrm rot="21600000">
            <a:off x="3775898" y="2342539"/>
            <a:ext cx="100108" cy="91696"/>
          </a:xfrm>
          <a:prstGeom prst="rect">
            <a:avLst/>
          </a:prstGeom>
        </p:spPr>
      </p:pic>
      <p:pic>
        <p:nvPicPr>
          <p:cNvPr id="5212" name="picture 5212"/>
          <p:cNvPicPr>
            <a:picLocks noChangeAspect="1"/>
          </p:cNvPicPr>
          <p:nvPr>
            <p:custDataLst>
              <p:tags r:id="rId37"/>
            </p:custDataLst>
          </p:nvPr>
        </p:nvPicPr>
        <p:blipFill>
          <a:blip r:embed="rId38"/>
          <a:stretch>
            <a:fillRect/>
          </a:stretch>
        </p:blipFill>
        <p:spPr>
          <a:xfrm rot="21600000">
            <a:off x="3775920" y="2174408"/>
            <a:ext cx="100326" cy="91895"/>
          </a:xfrm>
          <a:prstGeom prst="rect">
            <a:avLst/>
          </a:prstGeom>
        </p:spPr>
      </p:pic>
      <p:pic>
        <p:nvPicPr>
          <p:cNvPr id="5214" name="picture 5214"/>
          <p:cNvPicPr>
            <a:picLocks noChangeAspect="1"/>
          </p:cNvPicPr>
          <p:nvPr>
            <p:custDataLst>
              <p:tags r:id="rId39"/>
            </p:custDataLst>
          </p:nvPr>
        </p:nvPicPr>
        <p:blipFill>
          <a:blip r:embed="rId40"/>
          <a:stretch>
            <a:fillRect/>
          </a:stretch>
        </p:blipFill>
        <p:spPr>
          <a:xfrm rot="21600000">
            <a:off x="3775898" y="1839365"/>
            <a:ext cx="100108" cy="91696"/>
          </a:xfrm>
          <a:prstGeom prst="rect">
            <a:avLst/>
          </a:prstGeom>
        </p:spPr>
      </p:pic>
      <p:pic>
        <p:nvPicPr>
          <p:cNvPr id="5216" name="picture 5216"/>
          <p:cNvPicPr>
            <a:picLocks noChangeAspect="1"/>
          </p:cNvPicPr>
          <p:nvPr>
            <p:custDataLst>
              <p:tags r:id="rId41"/>
            </p:custDataLst>
          </p:nvPr>
        </p:nvPicPr>
        <p:blipFill>
          <a:blip r:embed="rId36"/>
          <a:stretch>
            <a:fillRect/>
          </a:stretch>
        </p:blipFill>
        <p:spPr>
          <a:xfrm rot="21600000">
            <a:off x="3775898" y="1504085"/>
            <a:ext cx="100108" cy="91696"/>
          </a:xfrm>
          <a:prstGeom prst="rect">
            <a:avLst/>
          </a:prstGeom>
        </p:spPr>
      </p:pic>
      <p:pic>
        <p:nvPicPr>
          <p:cNvPr id="5218" name="picture 5218"/>
          <p:cNvPicPr>
            <a:picLocks noChangeAspect="1"/>
          </p:cNvPicPr>
          <p:nvPr>
            <p:custDataLst>
              <p:tags r:id="rId42"/>
            </p:custDataLst>
          </p:nvPr>
        </p:nvPicPr>
        <p:blipFill>
          <a:blip r:embed="rId40"/>
          <a:stretch>
            <a:fillRect/>
          </a:stretch>
        </p:blipFill>
        <p:spPr>
          <a:xfrm rot="21600000">
            <a:off x="3775898" y="1336445"/>
            <a:ext cx="100108" cy="91696"/>
          </a:xfrm>
          <a:prstGeom prst="rect">
            <a:avLst/>
          </a:prstGeom>
        </p:spPr>
      </p:pic>
      <p:pic>
        <p:nvPicPr>
          <p:cNvPr id="5220" name="picture 5220"/>
          <p:cNvPicPr>
            <a:picLocks noChangeAspect="1"/>
          </p:cNvPicPr>
          <p:nvPr>
            <p:custDataLst>
              <p:tags r:id="rId43"/>
            </p:custDataLst>
          </p:nvPr>
        </p:nvPicPr>
        <p:blipFill>
          <a:blip r:embed="rId36"/>
          <a:stretch>
            <a:fillRect/>
          </a:stretch>
        </p:blipFill>
        <p:spPr>
          <a:xfrm rot="21600000">
            <a:off x="3775898" y="1168805"/>
            <a:ext cx="100108" cy="91696"/>
          </a:xfrm>
          <a:prstGeom prst="rect">
            <a:avLst/>
          </a:prstGeom>
        </p:spPr>
      </p:pic>
      <p:pic>
        <p:nvPicPr>
          <p:cNvPr id="5222" name="picture 5222"/>
          <p:cNvPicPr>
            <a:picLocks noChangeAspect="1"/>
          </p:cNvPicPr>
          <p:nvPr>
            <p:custDataLst>
              <p:tags r:id="rId44"/>
            </p:custDataLst>
          </p:nvPr>
        </p:nvPicPr>
        <p:blipFill>
          <a:blip r:embed="rId36"/>
          <a:stretch>
            <a:fillRect/>
          </a:stretch>
        </p:blipFill>
        <p:spPr>
          <a:xfrm rot="21600000">
            <a:off x="3775898" y="833144"/>
            <a:ext cx="100108" cy="91696"/>
          </a:xfrm>
          <a:prstGeom prst="rect">
            <a:avLst/>
          </a:prstGeom>
        </p:spPr>
      </p:pic>
      <p:grpSp>
        <p:nvGrpSpPr>
          <p:cNvPr id="602" name="group 602"/>
          <p:cNvGrpSpPr/>
          <p:nvPr/>
        </p:nvGrpSpPr>
        <p:grpSpPr>
          <a:xfrm rot="21600000">
            <a:off x="3965448" y="3419855"/>
            <a:ext cx="409955" cy="409956"/>
            <a:chOff x="0" y="0"/>
            <a:chExt cx="409955" cy="409956"/>
          </a:xfrm>
        </p:grpSpPr>
        <p:sp>
          <p:nvSpPr>
            <p:cNvPr id="5224" name="path"/>
            <p:cNvSpPr/>
            <p:nvPr/>
          </p:nvSpPr>
          <p:spPr>
            <a:xfrm>
              <a:off x="19050" y="19050"/>
              <a:ext cx="371855" cy="371856"/>
            </a:xfrm>
            <a:custGeom>
              <a:avLst/>
              <a:gdLst/>
              <a:ahLst/>
              <a:cxnLst/>
              <a:rect l="0" t="0" r="0" b="0"/>
              <a:pathLst>
                <a:path w="585" h="585">
                  <a:moveTo>
                    <a:pt x="0" y="292"/>
                  </a:moveTo>
                  <a:cubicBezTo>
                    <a:pt x="0" y="130"/>
                    <a:pt x="130" y="0"/>
                    <a:pt x="292" y="0"/>
                  </a:cubicBezTo>
                  <a:cubicBezTo>
                    <a:pt x="454" y="0"/>
                    <a:pt x="585" y="130"/>
                    <a:pt x="585" y="292"/>
                  </a:cubicBezTo>
                  <a:cubicBezTo>
                    <a:pt x="585" y="454"/>
                    <a:pt x="454" y="585"/>
                    <a:pt x="292" y="585"/>
                  </a:cubicBezTo>
                  <a:cubicBezTo>
                    <a:pt x="130" y="585"/>
                    <a:pt x="0" y="454"/>
                    <a:pt x="0" y="292"/>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5226" name="path"/>
            <p:cNvSpPr/>
            <p:nvPr/>
          </p:nvSpPr>
          <p:spPr>
            <a:xfrm>
              <a:off x="0" y="0"/>
              <a:ext cx="409955" cy="409956"/>
            </a:xfrm>
            <a:custGeom>
              <a:avLst/>
              <a:gdLst/>
              <a:ahLst/>
              <a:cxnLst/>
              <a:rect l="0" t="0" r="0" b="0"/>
              <a:pathLst>
                <a:path w="645" h="645">
                  <a:moveTo>
                    <a:pt x="30" y="322"/>
                  </a:moveTo>
                  <a:cubicBezTo>
                    <a:pt x="30" y="160"/>
                    <a:pt x="160" y="30"/>
                    <a:pt x="322" y="30"/>
                  </a:cubicBezTo>
                  <a:cubicBezTo>
                    <a:pt x="484" y="30"/>
                    <a:pt x="615" y="160"/>
                    <a:pt x="615" y="322"/>
                  </a:cubicBezTo>
                  <a:cubicBezTo>
                    <a:pt x="615" y="484"/>
                    <a:pt x="484" y="615"/>
                    <a:pt x="322" y="615"/>
                  </a:cubicBezTo>
                  <a:cubicBezTo>
                    <a:pt x="160" y="615"/>
                    <a:pt x="30" y="484"/>
                    <a:pt x="30" y="322"/>
                  </a:cubicBezTo>
                </a:path>
              </a:pathLst>
            </a:custGeom>
            <a:noFill/>
            <a:ln w="38100" cap="flat">
              <a:solidFill>
                <a:srgbClr val="FFC000">
                  <a:alpha val="100000"/>
                </a:srgbClr>
              </a:solidFill>
              <a:prstDash val="solid"/>
              <a:round/>
            </a:ln>
          </p:spPr>
          <p:txBody>
            <a:bodyPr rtlCol="0"/>
            <a:lstStyle/>
            <a:p>
              <a:pPr algn="ctr"/>
              <a:endParaRPr lang="zh-CN" altLang="en-US"/>
            </a:p>
          </p:txBody>
        </p:sp>
        <p:sp>
          <p:nvSpPr>
            <p:cNvPr id="5228" name="path"/>
            <p:cNvSpPr/>
            <p:nvPr/>
          </p:nvSpPr>
          <p:spPr>
            <a:xfrm>
              <a:off x="47243" y="74676"/>
              <a:ext cx="284988" cy="222503"/>
            </a:xfrm>
            <a:custGeom>
              <a:avLst/>
              <a:gdLst/>
              <a:ahLst/>
              <a:cxnLst/>
              <a:rect l="0" t="0" r="0" b="0"/>
              <a:pathLst>
                <a:path w="448" h="350">
                  <a:moveTo>
                    <a:pt x="0" y="133"/>
                  </a:moveTo>
                  <a:lnTo>
                    <a:pt x="162" y="124"/>
                  </a:lnTo>
                  <a:lnTo>
                    <a:pt x="224" y="0"/>
                  </a:lnTo>
                  <a:lnTo>
                    <a:pt x="286" y="124"/>
                  </a:lnTo>
                  <a:lnTo>
                    <a:pt x="448" y="133"/>
                  </a:lnTo>
                  <a:lnTo>
                    <a:pt x="324" y="220"/>
                  </a:lnTo>
                  <a:lnTo>
                    <a:pt x="363" y="350"/>
                  </a:lnTo>
                  <a:lnTo>
                    <a:pt x="224" y="279"/>
                  </a:lnTo>
                  <a:lnTo>
                    <a:pt x="85" y="350"/>
                  </a:lnTo>
                  <a:lnTo>
                    <a:pt x="124" y="220"/>
                  </a:lnTo>
                  <a:lnTo>
                    <a:pt x="0" y="133"/>
                  </a:lnTo>
                  <a:close/>
                </a:path>
              </a:pathLst>
            </a:custGeom>
            <a:solidFill>
              <a:schemeClr val="accent1">
                <a:alpha val="100000"/>
              </a:schemeClr>
            </a:solidFill>
            <a:ln cap="flat">
              <a:noFill/>
              <a:prstDash val="solid"/>
              <a:miter lim="0"/>
            </a:ln>
          </p:spPr>
          <p:txBody>
            <a:bodyPr rtlCol="0"/>
            <a:lstStyle/>
            <a:p>
              <a:pPr algn="ctr"/>
              <a:endParaRPr lang="zh-CN" altLang="en-US"/>
            </a:p>
          </p:txBody>
        </p:sp>
      </p:grpSp>
      <p:sp>
        <p:nvSpPr>
          <p:cNvPr id="5230" name="textbox 5230"/>
          <p:cNvSpPr/>
          <p:nvPr>
            <p:custDataLst>
              <p:tags r:id="rId45"/>
            </p:custDataLst>
          </p:nvPr>
        </p:nvSpPr>
        <p:spPr>
          <a:xfrm>
            <a:off x="3255238" y="3208705"/>
            <a:ext cx="668655" cy="28892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2070"/>
              </a:lnSpc>
            </a:pPr>
            <a:r>
              <a:rPr sz="1600" b="1" kern="0" spc="-80" dirty="0">
                <a:solidFill>
                  <a:schemeClr val="dk1"/>
                </a:solidFill>
                <a:cs typeface="微软雅黑" panose="020B0503020204020204" charset="-122"/>
              </a:rPr>
              <a:t>实施：</a:t>
            </a:r>
            <a:endParaRPr lang="en-US" altLang="en-US" sz="1600" b="1" kern="0" spc="-80" dirty="0">
              <a:solidFill>
                <a:schemeClr val="dk1"/>
              </a:solidFill>
              <a:cs typeface="微软雅黑" panose="020B0503020204020204" charset="-122"/>
            </a:endParaRPr>
          </a:p>
        </p:txBody>
      </p:sp>
      <p:sp>
        <p:nvSpPr>
          <p:cNvPr id="5232" name="path"/>
          <p:cNvSpPr/>
          <p:nvPr/>
        </p:nvSpPr>
        <p:spPr>
          <a:xfrm>
            <a:off x="6501383" y="2520696"/>
            <a:ext cx="387096" cy="361188"/>
          </a:xfrm>
          <a:custGeom>
            <a:avLst/>
            <a:gdLst/>
            <a:ahLst/>
            <a:cxnLst/>
            <a:rect l="0" t="0" r="0" b="0"/>
            <a:pathLst>
              <a:path w="609" h="568">
                <a:moveTo>
                  <a:pt x="0" y="217"/>
                </a:moveTo>
                <a:lnTo>
                  <a:pt x="221" y="201"/>
                </a:lnTo>
                <a:lnTo>
                  <a:pt x="304" y="0"/>
                </a:lnTo>
                <a:lnTo>
                  <a:pt x="388" y="201"/>
                </a:lnTo>
                <a:lnTo>
                  <a:pt x="609" y="217"/>
                </a:lnTo>
                <a:lnTo>
                  <a:pt x="440" y="357"/>
                </a:lnTo>
                <a:lnTo>
                  <a:pt x="493" y="568"/>
                </a:lnTo>
                <a:lnTo>
                  <a:pt x="304" y="454"/>
                </a:lnTo>
                <a:lnTo>
                  <a:pt x="116" y="568"/>
                </a:lnTo>
                <a:lnTo>
                  <a:pt x="169" y="357"/>
                </a:lnTo>
                <a:lnTo>
                  <a:pt x="0" y="217"/>
                </a:lnTo>
                <a:close/>
              </a:path>
            </a:pathLst>
          </a:custGeom>
          <a:solidFill>
            <a:schemeClr val="accent1">
              <a:alpha val="100000"/>
            </a:schemeClr>
          </a:solidFill>
          <a:ln cap="flat">
            <a:noFill/>
            <a:prstDash val="solid"/>
            <a:miter lim="0"/>
          </a:ln>
        </p:spPr>
        <p:txBody>
          <a:bodyPr rtlCol="0"/>
          <a:lstStyle/>
          <a:p>
            <a:pPr algn="ctr"/>
            <a:endParaRPr lang="zh-CN" altLang="en-US"/>
          </a:p>
        </p:txBody>
      </p:sp>
      <p:grpSp>
        <p:nvGrpSpPr>
          <p:cNvPr id="604" name="group 604"/>
          <p:cNvGrpSpPr/>
          <p:nvPr/>
        </p:nvGrpSpPr>
        <p:grpSpPr>
          <a:xfrm rot="21600000">
            <a:off x="2426207" y="4468367"/>
            <a:ext cx="284988" cy="251460"/>
            <a:chOff x="0" y="0"/>
            <a:chExt cx="284988" cy="251460"/>
          </a:xfrm>
        </p:grpSpPr>
        <p:sp>
          <p:nvSpPr>
            <p:cNvPr id="5234" name="path"/>
            <p:cNvSpPr/>
            <p:nvPr/>
          </p:nvSpPr>
          <p:spPr>
            <a:xfrm>
              <a:off x="49529" y="19050"/>
              <a:ext cx="213360" cy="213360"/>
            </a:xfrm>
            <a:custGeom>
              <a:avLst/>
              <a:gdLst/>
              <a:ahLst/>
              <a:cxnLst/>
              <a:rect l="0" t="0" r="0" b="0"/>
              <a:pathLst>
                <a:path w="336" h="336">
                  <a:moveTo>
                    <a:pt x="0" y="168"/>
                  </a:moveTo>
                  <a:cubicBezTo>
                    <a:pt x="0" y="75"/>
                    <a:pt x="75" y="0"/>
                    <a:pt x="168" y="0"/>
                  </a:cubicBezTo>
                  <a:cubicBezTo>
                    <a:pt x="260" y="0"/>
                    <a:pt x="336" y="75"/>
                    <a:pt x="336" y="168"/>
                  </a:cubicBezTo>
                  <a:cubicBezTo>
                    <a:pt x="336" y="260"/>
                    <a:pt x="260" y="336"/>
                    <a:pt x="168" y="336"/>
                  </a:cubicBezTo>
                  <a:cubicBezTo>
                    <a:pt x="75" y="336"/>
                    <a:pt x="0" y="260"/>
                    <a:pt x="0" y="168"/>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5236" name="path"/>
            <p:cNvSpPr/>
            <p:nvPr/>
          </p:nvSpPr>
          <p:spPr>
            <a:xfrm>
              <a:off x="30479" y="0"/>
              <a:ext cx="251460" cy="251460"/>
            </a:xfrm>
            <a:custGeom>
              <a:avLst/>
              <a:gdLst/>
              <a:ahLst/>
              <a:cxnLst/>
              <a:rect l="0" t="0" r="0" b="0"/>
              <a:pathLst>
                <a:path w="396" h="396">
                  <a:moveTo>
                    <a:pt x="30" y="198"/>
                  </a:moveTo>
                  <a:cubicBezTo>
                    <a:pt x="30" y="105"/>
                    <a:pt x="105" y="30"/>
                    <a:pt x="198" y="30"/>
                  </a:cubicBezTo>
                  <a:cubicBezTo>
                    <a:pt x="290" y="30"/>
                    <a:pt x="366" y="105"/>
                    <a:pt x="366" y="198"/>
                  </a:cubicBezTo>
                  <a:cubicBezTo>
                    <a:pt x="366" y="290"/>
                    <a:pt x="290" y="366"/>
                    <a:pt x="198" y="366"/>
                  </a:cubicBezTo>
                  <a:cubicBezTo>
                    <a:pt x="105" y="366"/>
                    <a:pt x="30" y="290"/>
                    <a:pt x="30" y="198"/>
                  </a:cubicBezTo>
                </a:path>
              </a:pathLst>
            </a:custGeom>
            <a:noFill/>
            <a:ln w="38100" cap="flat">
              <a:solidFill>
                <a:srgbClr val="FFC000">
                  <a:alpha val="100000"/>
                </a:srgbClr>
              </a:solidFill>
              <a:prstDash val="solid"/>
              <a:round/>
            </a:ln>
          </p:spPr>
          <p:txBody>
            <a:bodyPr rtlCol="0"/>
            <a:lstStyle/>
            <a:p>
              <a:pPr algn="ctr"/>
              <a:endParaRPr lang="zh-CN" altLang="en-US"/>
            </a:p>
          </p:txBody>
        </p:sp>
        <p:sp>
          <p:nvSpPr>
            <p:cNvPr id="5238" name="path"/>
            <p:cNvSpPr/>
            <p:nvPr/>
          </p:nvSpPr>
          <p:spPr>
            <a:xfrm>
              <a:off x="0" y="6095"/>
              <a:ext cx="284988" cy="222504"/>
            </a:xfrm>
            <a:custGeom>
              <a:avLst/>
              <a:gdLst/>
              <a:ahLst/>
              <a:cxnLst/>
              <a:rect l="0" t="0" r="0" b="0"/>
              <a:pathLst>
                <a:path w="448" h="350">
                  <a:moveTo>
                    <a:pt x="0" y="133"/>
                  </a:moveTo>
                  <a:lnTo>
                    <a:pt x="162" y="124"/>
                  </a:lnTo>
                  <a:lnTo>
                    <a:pt x="224" y="0"/>
                  </a:lnTo>
                  <a:lnTo>
                    <a:pt x="286" y="124"/>
                  </a:lnTo>
                  <a:lnTo>
                    <a:pt x="448" y="133"/>
                  </a:lnTo>
                  <a:lnTo>
                    <a:pt x="323" y="220"/>
                  </a:lnTo>
                  <a:lnTo>
                    <a:pt x="363" y="350"/>
                  </a:lnTo>
                  <a:lnTo>
                    <a:pt x="224" y="279"/>
                  </a:lnTo>
                  <a:lnTo>
                    <a:pt x="85" y="350"/>
                  </a:lnTo>
                  <a:lnTo>
                    <a:pt x="124" y="220"/>
                  </a:lnTo>
                  <a:lnTo>
                    <a:pt x="0" y="133"/>
                  </a:lnTo>
                  <a:close/>
                </a:path>
              </a:pathLst>
            </a:custGeom>
            <a:solidFill>
              <a:schemeClr val="accent1">
                <a:alpha val="100000"/>
              </a:schemeClr>
            </a:solidFill>
            <a:ln cap="flat">
              <a:noFill/>
              <a:prstDash val="solid"/>
              <a:miter lim="0"/>
            </a:ln>
          </p:spPr>
          <p:txBody>
            <a:bodyPr rtlCol="0"/>
            <a:lstStyle/>
            <a:p>
              <a:pPr algn="ctr"/>
              <a:endParaRPr lang="zh-CN" altLang="en-US"/>
            </a:p>
          </p:txBody>
        </p:sp>
      </p:grpSp>
      <p:sp>
        <p:nvSpPr>
          <p:cNvPr id="3" name="标题 2"/>
          <p:cNvSpPr>
            <a:spLocks noGrp="1"/>
          </p:cNvSpPr>
          <p:nvPr>
            <p:ph type="title"/>
            <p:custDataLst>
              <p:tags r:id="rId46"/>
            </p:custDataLst>
          </p:nvPr>
        </p:nvSpPr>
        <p:spPr>
          <a:xfrm>
            <a:off x="447675" y="-136570"/>
            <a:ext cx="10800000" cy="720000"/>
          </a:xfrm>
        </p:spPr>
        <p:txBody>
          <a:bodyPr vert="horz" lIns="0" tIns="0" rIns="0" bIns="0" rtlCol="0" anchor="b">
            <a:normAutofit fontScale="90000"/>
          </a:bodyPr>
          <a:lstStyle>
            <a:lvl1pPr>
              <a:defRPr sz="3200"/>
            </a:lvl1pPr>
          </a:lstStyle>
          <a:p>
            <a:pPr marL="12700" lvl="0" algn="l" eaLnBrk="0">
              <a:lnSpc>
                <a:spcPct val="88000"/>
              </a:lnSpc>
              <a:buClrTx/>
              <a:buSzTx/>
              <a:buFontTx/>
            </a:pPr>
            <a:endParaRPr lang="zh-CN" altLang="en-US" dirty="0">
              <a:sym typeface="+mn-ea"/>
            </a:endParaRPr>
          </a:p>
          <a:p>
            <a:pPr marL="12700" lvl="0" algn="l" eaLnBrk="0">
              <a:lnSpc>
                <a:spcPct val="88000"/>
              </a:lnSpc>
              <a:buClrTx/>
              <a:buSzTx/>
              <a:buFontTx/>
            </a:pPr>
            <a:r>
              <a:rPr sz="2000" kern="0" spc="-10" dirty="0">
                <a:solidFill>
                  <a:schemeClr val="dk1"/>
                </a:solidFill>
                <a:latin typeface="+mn-lt"/>
                <a:ea typeface="+mn-ea"/>
                <a:cs typeface="微软雅黑" panose="020B0503020204020204" charset="-122"/>
                <a:sym typeface="+mn-ea"/>
              </a:rPr>
              <a:t>PMO实施路径及关键交付物</a:t>
            </a:r>
            <a:endParaRPr sz="2000" kern="0" spc="-10" dirty="0">
              <a:solidFill>
                <a:schemeClr val="dk1"/>
              </a:solidFill>
              <a:latin typeface="+mn-lt"/>
              <a:ea typeface="+mn-ea"/>
              <a:cs typeface="微软雅黑" panose="020B0503020204020204" charset="-122"/>
              <a:sym typeface="+mn-ea"/>
            </a:endParaRPr>
          </a:p>
        </p:txBody>
      </p:sp>
    </p:spTree>
    <p:custDataLst>
      <p:tags r:id="rId47"/>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42" name="picture 5242"/>
          <p:cNvPicPr>
            <a:picLocks noChangeAspect="1"/>
          </p:cNvPicPr>
          <p:nvPr>
            <p:custDataLst>
              <p:tags r:id="rId1"/>
            </p:custDataLst>
          </p:nvPr>
        </p:nvPicPr>
        <p:blipFill>
          <a:blip r:embed="rId2"/>
          <a:stretch>
            <a:fillRect/>
          </a:stretch>
        </p:blipFill>
        <p:spPr>
          <a:xfrm rot="21600000">
            <a:off x="4149797" y="1103931"/>
            <a:ext cx="3839064" cy="1083977"/>
          </a:xfrm>
          <a:prstGeom prst="rect">
            <a:avLst/>
          </a:prstGeom>
        </p:spPr>
      </p:pic>
      <p:pic>
        <p:nvPicPr>
          <p:cNvPr id="5244" name="picture 5244"/>
          <p:cNvPicPr>
            <a:picLocks noChangeAspect="1"/>
          </p:cNvPicPr>
          <p:nvPr>
            <p:custDataLst>
              <p:tags r:id="rId3"/>
            </p:custDataLst>
          </p:nvPr>
        </p:nvPicPr>
        <p:blipFill>
          <a:blip r:embed="rId4"/>
          <a:stretch>
            <a:fillRect/>
          </a:stretch>
        </p:blipFill>
        <p:spPr>
          <a:xfrm rot="21600000">
            <a:off x="4133088" y="2194559"/>
            <a:ext cx="1935479" cy="1395984"/>
          </a:xfrm>
          <a:prstGeom prst="rect">
            <a:avLst/>
          </a:prstGeom>
        </p:spPr>
      </p:pic>
      <p:grpSp>
        <p:nvGrpSpPr>
          <p:cNvPr id="606" name="group 606"/>
          <p:cNvGrpSpPr/>
          <p:nvPr/>
        </p:nvGrpSpPr>
        <p:grpSpPr>
          <a:xfrm rot="21600000">
            <a:off x="4166361" y="2634741"/>
            <a:ext cx="582676" cy="495808"/>
            <a:chOff x="0" y="0"/>
            <a:chExt cx="582676" cy="495808"/>
          </a:xfrm>
        </p:grpSpPr>
        <p:sp>
          <p:nvSpPr>
            <p:cNvPr id="5246" name="path"/>
            <p:cNvSpPr/>
            <p:nvPr/>
          </p:nvSpPr>
          <p:spPr>
            <a:xfrm>
              <a:off x="6350" y="6350"/>
              <a:ext cx="569976" cy="483108"/>
            </a:xfrm>
            <a:custGeom>
              <a:avLst/>
              <a:gdLst/>
              <a:ahLst/>
              <a:cxnLst/>
              <a:rect l="0" t="0" r="0" b="0"/>
              <a:pathLst>
                <a:path w="897" h="760">
                  <a:moveTo>
                    <a:pt x="0" y="380"/>
                  </a:moveTo>
                  <a:cubicBezTo>
                    <a:pt x="0" y="170"/>
                    <a:pt x="201" y="0"/>
                    <a:pt x="448" y="0"/>
                  </a:cubicBezTo>
                  <a:cubicBezTo>
                    <a:pt x="696" y="0"/>
                    <a:pt x="897" y="170"/>
                    <a:pt x="897" y="380"/>
                  </a:cubicBezTo>
                  <a:cubicBezTo>
                    <a:pt x="897" y="590"/>
                    <a:pt x="696" y="760"/>
                    <a:pt x="448" y="760"/>
                  </a:cubicBezTo>
                  <a:cubicBezTo>
                    <a:pt x="201" y="760"/>
                    <a:pt x="0" y="590"/>
                    <a:pt x="0" y="380"/>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5248" name="path"/>
            <p:cNvSpPr/>
            <p:nvPr/>
          </p:nvSpPr>
          <p:spPr>
            <a:xfrm>
              <a:off x="0" y="0"/>
              <a:ext cx="582676" cy="495808"/>
            </a:xfrm>
            <a:custGeom>
              <a:avLst/>
              <a:gdLst/>
              <a:ahLst/>
              <a:cxnLst/>
              <a:rect l="0" t="0" r="0" b="0"/>
              <a:pathLst>
                <a:path w="917" h="780">
                  <a:moveTo>
                    <a:pt x="10" y="390"/>
                  </a:moveTo>
                  <a:cubicBezTo>
                    <a:pt x="10" y="180"/>
                    <a:pt x="211" y="10"/>
                    <a:pt x="458" y="10"/>
                  </a:cubicBezTo>
                  <a:cubicBezTo>
                    <a:pt x="706" y="10"/>
                    <a:pt x="907" y="180"/>
                    <a:pt x="907" y="390"/>
                  </a:cubicBezTo>
                  <a:cubicBezTo>
                    <a:pt x="907" y="600"/>
                    <a:pt x="706" y="770"/>
                    <a:pt x="458" y="770"/>
                  </a:cubicBezTo>
                  <a:cubicBezTo>
                    <a:pt x="211" y="770"/>
                    <a:pt x="10" y="600"/>
                    <a:pt x="10" y="390"/>
                  </a:cubicBezTo>
                </a:path>
              </a:pathLst>
            </a:custGeom>
            <a:noFill/>
            <a:ln w="12700" cap="flat">
              <a:solidFill>
                <a:srgbClr val="000000">
                  <a:alpha val="100000"/>
                </a:srgbClr>
              </a:solidFill>
              <a:prstDash val="solid"/>
              <a:miter lim="1000000"/>
            </a:ln>
          </p:spPr>
          <p:txBody>
            <a:bodyPr rtlCol="0"/>
            <a:lstStyle/>
            <a:p>
              <a:pPr algn="ctr"/>
              <a:endParaRPr lang="zh-CN" altLang="en-US"/>
            </a:p>
          </p:txBody>
        </p:sp>
      </p:grpSp>
      <p:grpSp>
        <p:nvGrpSpPr>
          <p:cNvPr id="608" name="group 608"/>
          <p:cNvGrpSpPr/>
          <p:nvPr/>
        </p:nvGrpSpPr>
        <p:grpSpPr>
          <a:xfrm rot="21600000">
            <a:off x="4634229" y="2553970"/>
            <a:ext cx="762508" cy="637539"/>
            <a:chOff x="0" y="0"/>
            <a:chExt cx="762508" cy="637539"/>
          </a:xfrm>
        </p:grpSpPr>
        <p:sp>
          <p:nvSpPr>
            <p:cNvPr id="5250" name="path"/>
            <p:cNvSpPr/>
            <p:nvPr/>
          </p:nvSpPr>
          <p:spPr>
            <a:xfrm>
              <a:off x="6350" y="6350"/>
              <a:ext cx="749808" cy="624839"/>
            </a:xfrm>
            <a:custGeom>
              <a:avLst/>
              <a:gdLst/>
              <a:ahLst/>
              <a:cxnLst/>
              <a:rect l="0" t="0" r="0" b="0"/>
              <a:pathLst>
                <a:path w="1180" h="983">
                  <a:moveTo>
                    <a:pt x="0" y="492"/>
                  </a:moveTo>
                  <a:cubicBezTo>
                    <a:pt x="0" y="220"/>
                    <a:pt x="264" y="0"/>
                    <a:pt x="590" y="0"/>
                  </a:cubicBezTo>
                  <a:cubicBezTo>
                    <a:pt x="916" y="0"/>
                    <a:pt x="1180" y="220"/>
                    <a:pt x="1180" y="492"/>
                  </a:cubicBezTo>
                  <a:cubicBezTo>
                    <a:pt x="1180" y="763"/>
                    <a:pt x="916" y="983"/>
                    <a:pt x="590" y="983"/>
                  </a:cubicBezTo>
                  <a:cubicBezTo>
                    <a:pt x="264" y="983"/>
                    <a:pt x="0" y="763"/>
                    <a:pt x="0" y="492"/>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5252" name="path"/>
            <p:cNvSpPr/>
            <p:nvPr/>
          </p:nvSpPr>
          <p:spPr>
            <a:xfrm>
              <a:off x="0" y="0"/>
              <a:ext cx="762508" cy="637539"/>
            </a:xfrm>
            <a:custGeom>
              <a:avLst/>
              <a:gdLst/>
              <a:ahLst/>
              <a:cxnLst/>
              <a:rect l="0" t="0" r="0" b="0"/>
              <a:pathLst>
                <a:path w="1200" h="1003">
                  <a:moveTo>
                    <a:pt x="10" y="502"/>
                  </a:moveTo>
                  <a:cubicBezTo>
                    <a:pt x="10" y="230"/>
                    <a:pt x="274" y="10"/>
                    <a:pt x="600" y="10"/>
                  </a:cubicBezTo>
                  <a:cubicBezTo>
                    <a:pt x="926" y="10"/>
                    <a:pt x="1190" y="230"/>
                    <a:pt x="1190" y="502"/>
                  </a:cubicBezTo>
                  <a:cubicBezTo>
                    <a:pt x="1190" y="773"/>
                    <a:pt x="926" y="993"/>
                    <a:pt x="600" y="993"/>
                  </a:cubicBezTo>
                  <a:cubicBezTo>
                    <a:pt x="274" y="993"/>
                    <a:pt x="10" y="773"/>
                    <a:pt x="10" y="502"/>
                  </a:cubicBezTo>
                </a:path>
              </a:pathLst>
            </a:custGeom>
            <a:noFill/>
            <a:ln w="12700" cap="flat">
              <a:solidFill>
                <a:srgbClr val="000000">
                  <a:alpha val="100000"/>
                </a:srgbClr>
              </a:solidFill>
              <a:prstDash val="solid"/>
              <a:miter lim="1000000"/>
            </a:ln>
          </p:spPr>
          <p:txBody>
            <a:bodyPr rtlCol="0"/>
            <a:lstStyle/>
            <a:p>
              <a:pPr algn="ctr"/>
              <a:endParaRPr lang="zh-CN" altLang="en-US"/>
            </a:p>
          </p:txBody>
        </p:sp>
      </p:grpSp>
      <p:grpSp>
        <p:nvGrpSpPr>
          <p:cNvPr id="610" name="group 610"/>
          <p:cNvGrpSpPr/>
          <p:nvPr/>
        </p:nvGrpSpPr>
        <p:grpSpPr>
          <a:xfrm rot="21600000">
            <a:off x="5274309" y="2584450"/>
            <a:ext cx="799084" cy="669544"/>
            <a:chOff x="0" y="0"/>
            <a:chExt cx="799084" cy="669544"/>
          </a:xfrm>
        </p:grpSpPr>
        <p:sp>
          <p:nvSpPr>
            <p:cNvPr id="5254" name="path"/>
            <p:cNvSpPr/>
            <p:nvPr/>
          </p:nvSpPr>
          <p:spPr>
            <a:xfrm>
              <a:off x="6350" y="6350"/>
              <a:ext cx="786384" cy="656844"/>
            </a:xfrm>
            <a:custGeom>
              <a:avLst/>
              <a:gdLst/>
              <a:ahLst/>
              <a:cxnLst/>
              <a:rect l="0" t="0" r="0" b="0"/>
              <a:pathLst>
                <a:path w="1238" h="1034">
                  <a:moveTo>
                    <a:pt x="0" y="517"/>
                  </a:moveTo>
                  <a:cubicBezTo>
                    <a:pt x="0" y="231"/>
                    <a:pt x="277" y="0"/>
                    <a:pt x="619" y="0"/>
                  </a:cubicBezTo>
                  <a:cubicBezTo>
                    <a:pt x="961" y="0"/>
                    <a:pt x="1238" y="231"/>
                    <a:pt x="1238" y="517"/>
                  </a:cubicBezTo>
                  <a:cubicBezTo>
                    <a:pt x="1238" y="802"/>
                    <a:pt x="961" y="1034"/>
                    <a:pt x="619" y="1034"/>
                  </a:cubicBezTo>
                  <a:cubicBezTo>
                    <a:pt x="277" y="1034"/>
                    <a:pt x="0" y="802"/>
                    <a:pt x="0" y="517"/>
                  </a:cubicBezTo>
                </a:path>
              </a:pathLst>
            </a:custGeom>
            <a:solidFill>
              <a:schemeClr val="accent2">
                <a:alpha val="100000"/>
              </a:schemeClr>
            </a:solidFill>
            <a:ln cap="flat">
              <a:noFill/>
              <a:prstDash val="solid"/>
              <a:miter lim="0"/>
            </a:ln>
          </p:spPr>
          <p:txBody>
            <a:bodyPr rtlCol="0"/>
            <a:lstStyle/>
            <a:p>
              <a:pPr algn="ctr"/>
              <a:endParaRPr lang="zh-CN" altLang="en-US"/>
            </a:p>
          </p:txBody>
        </p:sp>
        <p:sp>
          <p:nvSpPr>
            <p:cNvPr id="5256" name="path"/>
            <p:cNvSpPr/>
            <p:nvPr/>
          </p:nvSpPr>
          <p:spPr>
            <a:xfrm>
              <a:off x="0" y="0"/>
              <a:ext cx="799084" cy="669544"/>
            </a:xfrm>
            <a:custGeom>
              <a:avLst/>
              <a:gdLst/>
              <a:ahLst/>
              <a:cxnLst/>
              <a:rect l="0" t="0" r="0" b="0"/>
              <a:pathLst>
                <a:path w="1258" h="1054">
                  <a:moveTo>
                    <a:pt x="10" y="527"/>
                  </a:moveTo>
                  <a:cubicBezTo>
                    <a:pt x="10" y="241"/>
                    <a:pt x="287" y="10"/>
                    <a:pt x="629" y="10"/>
                  </a:cubicBezTo>
                  <a:cubicBezTo>
                    <a:pt x="971" y="10"/>
                    <a:pt x="1248" y="241"/>
                    <a:pt x="1248" y="527"/>
                  </a:cubicBezTo>
                  <a:cubicBezTo>
                    <a:pt x="1248" y="812"/>
                    <a:pt x="971" y="1044"/>
                    <a:pt x="629" y="1044"/>
                  </a:cubicBezTo>
                  <a:cubicBezTo>
                    <a:pt x="287" y="1044"/>
                    <a:pt x="10" y="812"/>
                    <a:pt x="10" y="527"/>
                  </a:cubicBezTo>
                </a:path>
              </a:pathLst>
            </a:custGeom>
            <a:noFill/>
            <a:ln w="12700" cap="flat">
              <a:solidFill>
                <a:srgbClr val="000000">
                  <a:alpha val="100000"/>
                </a:srgbClr>
              </a:solidFill>
              <a:prstDash val="solid"/>
              <a:miter lim="1000000"/>
            </a:ln>
          </p:spPr>
          <p:txBody>
            <a:bodyPr rtlCol="0"/>
            <a:lstStyle/>
            <a:p>
              <a:pPr algn="ctr"/>
              <a:endParaRPr lang="zh-CN" altLang="en-US"/>
            </a:p>
          </p:txBody>
        </p:sp>
      </p:grpSp>
      <p:graphicFrame>
        <p:nvGraphicFramePr>
          <p:cNvPr id="5258" name="table 5258"/>
          <p:cNvGraphicFramePr>
            <a:graphicFrameLocks noGrp="1"/>
          </p:cNvGraphicFramePr>
          <p:nvPr>
            <p:custDataLst>
              <p:tags r:id="rId5"/>
            </p:custDataLst>
          </p:nvPr>
        </p:nvGraphicFramePr>
        <p:xfrm>
          <a:off x="4126738" y="2188209"/>
          <a:ext cx="1947545" cy="1408429"/>
        </p:xfrm>
        <a:graphic>
          <a:graphicData uri="http://schemas.openxmlformats.org/drawingml/2006/table">
            <a:tbl>
              <a:tblPr/>
              <a:tblGrid>
                <a:gridCol w="1947545"/>
              </a:tblGrid>
              <a:tr h="1395729">
                <a:tc>
                  <a:txBody>
                    <a:bodyPr/>
                    <a:lstStyle/>
                    <a:p>
                      <a:pPr algn="l" rtl="0" eaLnBrk="0">
                        <a:lnSpc>
                          <a:spcPct val="105000"/>
                        </a:lnSpc>
                      </a:pPr>
                      <a:endParaRPr lang="en-US" altLang="en-US" sz="1000" dirty="0"/>
                    </a:p>
                    <a:p>
                      <a:pPr algn="l" rtl="0" eaLnBrk="0">
                        <a:lnSpc>
                          <a:spcPct val="106000"/>
                        </a:lnSpc>
                      </a:pPr>
                      <a:endParaRPr lang="en-US" altLang="en-US" sz="1000" dirty="0"/>
                    </a:p>
                    <a:p>
                      <a:pPr algn="l" rtl="0" eaLnBrk="0">
                        <a:lnSpc>
                          <a:spcPct val="106000"/>
                        </a:lnSpc>
                      </a:pPr>
                      <a:endParaRPr lang="en-US" altLang="en-US" sz="1000" dirty="0"/>
                    </a:p>
                    <a:p>
                      <a:pPr marL="1401445" algn="l" rtl="0" eaLnBrk="0">
                        <a:lnSpc>
                          <a:spcPct val="95000"/>
                        </a:lnSpc>
                        <a:spcBef>
                          <a:spcPts val="5"/>
                        </a:spcBef>
                      </a:pPr>
                      <a:r>
                        <a:rPr sz="1200" kern="0" spc="-20" dirty="0">
                          <a:solidFill>
                            <a:srgbClr val="000000">
                              <a:alpha val="100000"/>
                            </a:srgbClr>
                          </a:solidFill>
                          <a:cs typeface="宋体" panose="02010600030101010101" pitchFamily="2" charset="-122"/>
                        </a:rPr>
                        <a:t>数据</a:t>
                      </a:r>
                      <a:endParaRPr lang="en-US" altLang="en-US" sz="1200" dirty="0"/>
                    </a:p>
                    <a:p>
                      <a:pPr algn="l" rtl="0" eaLnBrk="0">
                        <a:lnSpc>
                          <a:spcPct val="108000"/>
                        </a:lnSpc>
                      </a:pPr>
                      <a:endParaRPr lang="en-US" altLang="en-US" sz="1100" dirty="0"/>
                    </a:p>
                    <a:p>
                      <a:pPr marL="1403985" algn="l" rtl="0" eaLnBrk="0">
                        <a:lnSpc>
                          <a:spcPct val="95000"/>
                        </a:lnSpc>
                        <a:spcBef>
                          <a:spcPts val="5"/>
                        </a:spcBef>
                      </a:pPr>
                      <a:r>
                        <a:rPr sz="1200" kern="0" spc="-30" dirty="0">
                          <a:solidFill>
                            <a:srgbClr val="000000">
                              <a:alpha val="100000"/>
                            </a:srgbClr>
                          </a:solidFill>
                          <a:cs typeface="宋体" panose="02010600030101010101" pitchFamily="2" charset="-122"/>
                        </a:rPr>
                        <a:t>管理</a:t>
                      </a:r>
                      <a:endParaRPr lang="en-US" altLang="en-US" sz="12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5260" name="picture 5260"/>
          <p:cNvPicPr>
            <a:picLocks noChangeAspect="1"/>
          </p:cNvPicPr>
          <p:nvPr>
            <p:custDataLst>
              <p:tags r:id="rId6"/>
            </p:custDataLst>
          </p:nvPr>
        </p:nvPicPr>
        <p:blipFill>
          <a:blip r:embed="rId7"/>
          <a:stretch>
            <a:fillRect/>
          </a:stretch>
        </p:blipFill>
        <p:spPr>
          <a:xfrm rot="21600000">
            <a:off x="6086855" y="2186940"/>
            <a:ext cx="1911096" cy="1392935"/>
          </a:xfrm>
          <a:prstGeom prst="rect">
            <a:avLst/>
          </a:prstGeom>
        </p:spPr>
      </p:pic>
      <p:graphicFrame>
        <p:nvGraphicFramePr>
          <p:cNvPr id="5262" name="table 5262"/>
          <p:cNvGraphicFramePr>
            <a:graphicFrameLocks noGrp="1"/>
          </p:cNvGraphicFramePr>
          <p:nvPr>
            <p:custDataLst>
              <p:tags r:id="rId8"/>
            </p:custDataLst>
          </p:nvPr>
        </p:nvGraphicFramePr>
        <p:xfrm>
          <a:off x="6082093" y="2182177"/>
          <a:ext cx="1920239" cy="1402079"/>
        </p:xfrm>
        <a:graphic>
          <a:graphicData uri="http://schemas.openxmlformats.org/drawingml/2006/table">
            <a:tbl>
              <a:tblPr/>
              <a:tblGrid>
                <a:gridCol w="1920239"/>
              </a:tblGrid>
              <a:tr h="1392554">
                <a:tc>
                  <a:txBody>
                    <a:bodyPr/>
                    <a:lstStyle/>
                    <a:p>
                      <a:pPr algn="l" rtl="0" eaLnBrk="0">
                        <a:lnSpc>
                          <a:spcPct val="100000"/>
                        </a:lnSpc>
                      </a:pPr>
                      <a:endParaRPr lang="en-US" altLang="en-US" sz="10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5264" name="picture 5264"/>
          <p:cNvPicPr>
            <a:picLocks noChangeAspect="1"/>
          </p:cNvPicPr>
          <p:nvPr>
            <p:custDataLst>
              <p:tags r:id="rId9"/>
            </p:custDataLst>
          </p:nvPr>
        </p:nvPicPr>
        <p:blipFill>
          <a:blip r:embed="rId10"/>
          <a:stretch>
            <a:fillRect/>
          </a:stretch>
        </p:blipFill>
        <p:spPr>
          <a:xfrm rot="21600000">
            <a:off x="3989832" y="4436364"/>
            <a:ext cx="1962911" cy="1011935"/>
          </a:xfrm>
          <a:prstGeom prst="rect">
            <a:avLst/>
          </a:prstGeom>
        </p:spPr>
      </p:pic>
      <p:grpSp>
        <p:nvGrpSpPr>
          <p:cNvPr id="612" name="group 612"/>
          <p:cNvGrpSpPr/>
          <p:nvPr/>
        </p:nvGrpSpPr>
        <p:grpSpPr>
          <a:xfrm rot="21600000">
            <a:off x="4791202" y="4673854"/>
            <a:ext cx="829563" cy="313917"/>
            <a:chOff x="0" y="0"/>
            <a:chExt cx="829563" cy="313917"/>
          </a:xfrm>
        </p:grpSpPr>
        <p:sp>
          <p:nvSpPr>
            <p:cNvPr id="5266" name="rect"/>
            <p:cNvSpPr/>
            <p:nvPr/>
          </p:nvSpPr>
          <p:spPr>
            <a:xfrm>
              <a:off x="6350" y="6350"/>
              <a:ext cx="816863" cy="283463"/>
            </a:xfrm>
            <a:prstGeom prst="rect">
              <a:avLst/>
            </a:prstGeom>
            <a:solidFill>
              <a:schemeClr val="accent1">
                <a:alpha val="93725"/>
              </a:schemeClr>
            </a:solidFill>
            <a:ln cap="flat">
              <a:noFill/>
              <a:prstDash val="solid"/>
              <a:miter lim="0"/>
            </a:ln>
          </p:spPr>
          <p:txBody>
            <a:bodyPr rtlCol="0"/>
            <a:lstStyle/>
            <a:p>
              <a:pPr algn="ctr"/>
              <a:endParaRPr lang="zh-CN" altLang="en-US"/>
            </a:p>
          </p:txBody>
        </p:sp>
        <p:sp>
          <p:nvSpPr>
            <p:cNvPr id="5268" name="path"/>
            <p:cNvSpPr/>
            <p:nvPr/>
          </p:nvSpPr>
          <p:spPr>
            <a:xfrm>
              <a:off x="0" y="0"/>
              <a:ext cx="829563" cy="296163"/>
            </a:xfrm>
            <a:custGeom>
              <a:avLst/>
              <a:gdLst/>
              <a:ahLst/>
              <a:cxnLst/>
              <a:rect l="0" t="0" r="0" b="0"/>
              <a:pathLst>
                <a:path w="1306" h="466">
                  <a:moveTo>
                    <a:pt x="10" y="84"/>
                  </a:moveTo>
                  <a:cubicBezTo>
                    <a:pt x="10" y="43"/>
                    <a:pt x="43" y="10"/>
                    <a:pt x="84" y="10"/>
                  </a:cubicBezTo>
                  <a:lnTo>
                    <a:pt x="1221" y="10"/>
                  </a:lnTo>
                  <a:cubicBezTo>
                    <a:pt x="1262" y="10"/>
                    <a:pt x="1296" y="43"/>
                    <a:pt x="1296" y="84"/>
                  </a:cubicBezTo>
                  <a:lnTo>
                    <a:pt x="1296" y="381"/>
                  </a:lnTo>
                  <a:cubicBezTo>
                    <a:pt x="1296" y="422"/>
                    <a:pt x="1262" y="456"/>
                    <a:pt x="1221" y="456"/>
                  </a:cubicBezTo>
                  <a:lnTo>
                    <a:pt x="84" y="456"/>
                  </a:lnTo>
                  <a:cubicBezTo>
                    <a:pt x="43" y="456"/>
                    <a:pt x="10" y="422"/>
                    <a:pt x="10" y="381"/>
                  </a:cubicBezTo>
                  <a:lnTo>
                    <a:pt x="10" y="84"/>
                  </a:lnTo>
                  <a:close/>
                </a:path>
              </a:pathLst>
            </a:custGeom>
            <a:noFill/>
            <a:ln w="12700" cap="flat">
              <a:solidFill>
                <a:srgbClr val="BC8C00">
                  <a:alpha val="100000"/>
                </a:srgbClr>
              </a:solidFill>
              <a:prstDash val="solid"/>
              <a:miter lim="1000000"/>
            </a:ln>
          </p:spPr>
          <p:txBody>
            <a:bodyPr rtlCol="0"/>
            <a:lstStyle/>
            <a:p>
              <a:pPr algn="ctr"/>
              <a:endParaRPr lang="zh-CN" altLang="en-US"/>
            </a:p>
          </p:txBody>
        </p:sp>
        <p:sp>
          <p:nvSpPr>
            <p:cNvPr id="5270" name="textbox 5270"/>
            <p:cNvSpPr/>
            <p:nvPr>
              <p:custDataLst>
                <p:tags r:id="rId11"/>
              </p:custDataLst>
            </p:nvPr>
          </p:nvSpPr>
          <p:spPr>
            <a:xfrm>
              <a:off x="202481" y="85350"/>
              <a:ext cx="427990" cy="26225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60"/>
                </a:lnSpc>
              </a:pPr>
              <a:r>
                <a:rPr sz="1500" b="1" kern="0" spc="70" dirty="0">
                  <a:solidFill>
                    <a:schemeClr val="dk1"/>
                  </a:solidFill>
                  <a:cs typeface="微软雅黑" panose="020B0503020204020204" charset="-122"/>
                </a:rPr>
                <a:t>指标</a:t>
              </a:r>
              <a:endParaRPr lang="en-US" altLang="en-US" sz="1500" b="1" kern="0" spc="70" dirty="0">
                <a:solidFill>
                  <a:schemeClr val="dk1"/>
                </a:solidFill>
                <a:cs typeface="微软雅黑" panose="020B0503020204020204" charset="-122"/>
              </a:endParaRPr>
            </a:p>
          </p:txBody>
        </p:sp>
      </p:grpSp>
      <p:sp>
        <p:nvSpPr>
          <p:cNvPr id="5272" name="textbox 5272"/>
          <p:cNvSpPr/>
          <p:nvPr>
            <p:custDataLst>
              <p:tags r:id="rId12"/>
            </p:custDataLst>
          </p:nvPr>
        </p:nvSpPr>
        <p:spPr>
          <a:xfrm>
            <a:off x="5266074" y="5003044"/>
            <a:ext cx="226059" cy="480694"/>
          </a:xfrm>
          <a:prstGeom prst="rect">
            <a:avLst/>
          </a:prstGeom>
        </p:spPr>
        <p:txBody>
          <a:bodyPr vert="horz" wrap="square" lIns="0" tIns="0" rIns="0" bIns="0">
            <a:normAutofit/>
          </a:bodyPr>
          <a:lstStyle/>
          <a:p>
            <a:pPr algn="l" rtl="0" eaLnBrk="0">
              <a:lnSpc>
                <a:spcPct val="70000"/>
              </a:lnSpc>
            </a:pPr>
            <a:endParaRPr lang="en-US" altLang="en-US" sz="100" dirty="0">
              <a:solidFill>
                <a:schemeClr val="dk1"/>
              </a:solidFill>
            </a:endParaRPr>
          </a:p>
          <a:p>
            <a:pPr marL="12700" algn="l" rtl="0" eaLnBrk="0">
              <a:lnSpc>
                <a:spcPct val="100000"/>
              </a:lnSpc>
            </a:pPr>
            <a:r>
              <a:rPr sz="1500" b="1" kern="0" spc="60" dirty="0">
                <a:solidFill>
                  <a:schemeClr val="dk1"/>
                </a:solidFill>
                <a:cs typeface="微软雅黑" panose="020B0503020204020204" charset="-122"/>
              </a:rPr>
              <a:t>梳</a:t>
            </a:r>
            <a:r>
              <a:rPr sz="1500" b="1" kern="0" spc="0" dirty="0">
                <a:solidFill>
                  <a:schemeClr val="dk1"/>
                </a:solidFill>
                <a:cs typeface="微软雅黑" panose="020B0503020204020204" charset="-122"/>
              </a:rPr>
              <a:t> </a:t>
            </a:r>
            <a:r>
              <a:rPr sz="1500" b="1" kern="0" spc="60" dirty="0">
                <a:solidFill>
                  <a:schemeClr val="dk1"/>
                </a:solidFill>
                <a:cs typeface="微软雅黑" panose="020B0503020204020204" charset="-122"/>
              </a:rPr>
              <a:t>理</a:t>
            </a:r>
            <a:endParaRPr lang="en-US" altLang="en-US" sz="1500" b="1" kern="0" spc="60" dirty="0">
              <a:solidFill>
                <a:schemeClr val="dk1"/>
              </a:solidFill>
              <a:cs typeface="微软雅黑" panose="020B0503020204020204" charset="-122"/>
            </a:endParaRPr>
          </a:p>
        </p:txBody>
      </p:sp>
      <p:pic>
        <p:nvPicPr>
          <p:cNvPr id="5274" name="picture 5274"/>
          <p:cNvPicPr>
            <a:picLocks noChangeAspect="1"/>
          </p:cNvPicPr>
          <p:nvPr>
            <p:custDataLst>
              <p:tags r:id="rId13"/>
            </p:custDataLst>
          </p:nvPr>
        </p:nvPicPr>
        <p:blipFill>
          <a:blip r:embed="rId14"/>
          <a:stretch>
            <a:fillRect/>
          </a:stretch>
        </p:blipFill>
        <p:spPr>
          <a:xfrm rot="21600000">
            <a:off x="3902963" y="4509516"/>
            <a:ext cx="2395727" cy="1031747"/>
          </a:xfrm>
          <a:prstGeom prst="rect">
            <a:avLst/>
          </a:prstGeom>
        </p:spPr>
      </p:pic>
      <p:sp>
        <p:nvSpPr>
          <p:cNvPr id="5276" name="textbox 5276"/>
          <p:cNvSpPr/>
          <p:nvPr>
            <p:custDataLst>
              <p:tags r:id="rId15"/>
            </p:custDataLst>
          </p:nvPr>
        </p:nvSpPr>
        <p:spPr>
          <a:xfrm>
            <a:off x="4619824" y="652157"/>
            <a:ext cx="3645534" cy="474344"/>
          </a:xfrm>
          <a:prstGeom prst="rect">
            <a:avLst/>
          </a:prstGeom>
        </p:spPr>
        <p:txBody>
          <a:bodyPr vert="horz" wrap="square" lIns="0" tIns="0" rIns="0" bIns="0">
            <a:normAutofit/>
          </a:bodyPr>
          <a:lstStyle/>
          <a:p>
            <a:pPr algn="l" rtl="0" eaLnBrk="0">
              <a:lnSpc>
                <a:spcPct val="88000"/>
              </a:lnSpc>
            </a:pPr>
            <a:endParaRPr lang="en-US" altLang="en-US" sz="100" dirty="0">
              <a:solidFill>
                <a:schemeClr val="dk1"/>
              </a:solidFill>
            </a:endParaRPr>
          </a:p>
          <a:p>
            <a:pPr marL="227965" indent="-215265" algn="l" rtl="0" eaLnBrk="0">
              <a:lnSpc>
                <a:spcPct val="98000"/>
              </a:lnSpc>
            </a:pPr>
            <a:r>
              <a:rPr sz="1500" kern="0" spc="90" dirty="0">
                <a:solidFill>
                  <a:schemeClr val="dk1"/>
                </a:solidFill>
                <a:cs typeface="Microsoft YaHei UI" panose="020B0503020204020204" charset="-122"/>
              </a:rPr>
              <a:t>管理驾驶舱&amp;层级统计报表（</a:t>
            </a:r>
            <a:r>
              <a:rPr sz="1500" kern="0" spc="90" dirty="0">
                <a:solidFill>
                  <a:schemeClr val="dk1"/>
                </a:solidFill>
                <a:cs typeface="微软雅黑" panose="020B0503020204020204" charset="-122"/>
              </a:rPr>
              <a:t>七大战略指</a:t>
            </a:r>
            <a:r>
              <a:rPr sz="1500" kern="0" spc="60" dirty="0">
                <a:solidFill>
                  <a:schemeClr val="dk1"/>
                </a:solidFill>
                <a:cs typeface="微软雅黑" panose="020B0503020204020204" charset="-122"/>
              </a:rPr>
              <a:t> </a:t>
            </a:r>
            <a:r>
              <a:rPr sz="1500" kern="0" spc="90" dirty="0">
                <a:solidFill>
                  <a:schemeClr val="dk1"/>
                </a:solidFill>
                <a:cs typeface="微软雅黑" panose="020B0503020204020204" charset="-122"/>
              </a:rPr>
              <a:t>标+装载率、运行合格</a:t>
            </a:r>
            <a:r>
              <a:rPr sz="1500" kern="0" spc="80" dirty="0">
                <a:solidFill>
                  <a:schemeClr val="dk1"/>
                </a:solidFill>
                <a:cs typeface="微软雅黑" panose="020B0503020204020204" charset="-122"/>
              </a:rPr>
              <a:t>率、用户数</a:t>
            </a:r>
            <a:r>
              <a:rPr sz="1500" kern="0" spc="80" dirty="0">
                <a:solidFill>
                  <a:schemeClr val="dk1"/>
                </a:solidFill>
                <a:cs typeface="Microsoft YaHei UI" panose="020B0503020204020204" charset="-122"/>
              </a:rPr>
              <a:t>）</a:t>
            </a:r>
            <a:endParaRPr lang="en-US" altLang="en-US" sz="1500" kern="0" spc="80" dirty="0">
              <a:solidFill>
                <a:schemeClr val="dk1"/>
              </a:solidFill>
              <a:cs typeface="Microsoft YaHei UI" panose="020B0503020204020204" charset="-122"/>
            </a:endParaRPr>
          </a:p>
        </p:txBody>
      </p:sp>
      <p:sp>
        <p:nvSpPr>
          <p:cNvPr id="5280" name="textbox 5280"/>
          <p:cNvSpPr/>
          <p:nvPr>
            <p:custDataLst>
              <p:tags r:id="rId16"/>
            </p:custDataLst>
          </p:nvPr>
        </p:nvSpPr>
        <p:spPr>
          <a:xfrm>
            <a:off x="8196620" y="2649733"/>
            <a:ext cx="1750695" cy="457200"/>
          </a:xfrm>
          <a:prstGeom prst="rect">
            <a:avLst/>
          </a:prstGeom>
        </p:spPr>
        <p:txBody>
          <a:bodyPr vert="horz" wrap="square" lIns="0" tIns="0" rIns="0" bIns="0">
            <a:normAutofit/>
          </a:bodyPr>
          <a:lstStyle/>
          <a:p>
            <a:pPr algn="l" rtl="0" eaLnBrk="0">
              <a:lnSpc>
                <a:spcPct val="93000"/>
              </a:lnSpc>
            </a:pPr>
            <a:endParaRPr lang="en-US" altLang="en-US" sz="100" dirty="0">
              <a:solidFill>
                <a:schemeClr val="dk1"/>
              </a:solidFill>
            </a:endParaRPr>
          </a:p>
          <a:p>
            <a:pPr marL="12700" indent="48895" algn="l" rtl="0" eaLnBrk="0">
              <a:lnSpc>
                <a:spcPct val="94000"/>
              </a:lnSpc>
            </a:pPr>
            <a:r>
              <a:rPr sz="1500" kern="0" spc="90" dirty="0">
                <a:solidFill>
                  <a:schemeClr val="dk1"/>
                </a:solidFill>
                <a:cs typeface="Microsoft YaHei UI" panose="020B0503020204020204" charset="-122"/>
              </a:rPr>
              <a:t>构建统一数据仓库</a:t>
            </a:r>
            <a:r>
              <a:rPr sz="1500" kern="0" spc="0" dirty="0">
                <a:solidFill>
                  <a:schemeClr val="dk1"/>
                </a:solidFill>
                <a:cs typeface="Microsoft YaHei UI" panose="020B0503020204020204" charset="-122"/>
              </a:rPr>
              <a:t>  ODS</a:t>
            </a:r>
            <a:r>
              <a:rPr sz="1500" kern="0" spc="190" dirty="0">
                <a:solidFill>
                  <a:schemeClr val="dk1"/>
                </a:solidFill>
                <a:cs typeface="Microsoft YaHei UI" panose="020B0503020204020204" charset="-122"/>
              </a:rPr>
              <a:t>、</a:t>
            </a:r>
            <a:r>
              <a:rPr sz="1500" kern="0" spc="-230" dirty="0">
                <a:solidFill>
                  <a:schemeClr val="dk1"/>
                </a:solidFill>
                <a:cs typeface="Microsoft YaHei UI" panose="020B0503020204020204" charset="-122"/>
              </a:rPr>
              <a:t> </a:t>
            </a:r>
            <a:r>
              <a:rPr sz="1500" kern="0" spc="0" dirty="0">
                <a:solidFill>
                  <a:schemeClr val="dk1"/>
                </a:solidFill>
                <a:cs typeface="Microsoft YaHei UI" panose="020B0503020204020204" charset="-122"/>
              </a:rPr>
              <a:t>DM</a:t>
            </a:r>
            <a:r>
              <a:rPr sz="1500" kern="0" spc="190" dirty="0">
                <a:solidFill>
                  <a:schemeClr val="dk1"/>
                </a:solidFill>
                <a:cs typeface="Microsoft YaHei UI" panose="020B0503020204020204" charset="-122"/>
              </a:rPr>
              <a:t>、</a:t>
            </a:r>
            <a:r>
              <a:rPr sz="1500" kern="0" spc="-310" dirty="0">
                <a:solidFill>
                  <a:schemeClr val="dk1"/>
                </a:solidFill>
                <a:cs typeface="Microsoft YaHei UI" panose="020B0503020204020204" charset="-122"/>
              </a:rPr>
              <a:t> </a:t>
            </a:r>
            <a:r>
              <a:rPr sz="1500" kern="0" spc="0" dirty="0">
                <a:solidFill>
                  <a:schemeClr val="dk1"/>
                </a:solidFill>
                <a:cs typeface="Microsoft YaHei UI" panose="020B0503020204020204" charset="-122"/>
              </a:rPr>
              <a:t>OLAP</a:t>
            </a:r>
            <a:endParaRPr lang="en-US" altLang="en-US" sz="1500" kern="0" spc="0" dirty="0">
              <a:solidFill>
                <a:schemeClr val="dk1"/>
              </a:solidFill>
              <a:cs typeface="Microsoft YaHei UI" panose="020B0503020204020204" charset="-122"/>
            </a:endParaRPr>
          </a:p>
        </p:txBody>
      </p:sp>
      <p:sp>
        <p:nvSpPr>
          <p:cNvPr id="5282" name="textbox 5282"/>
          <p:cNvSpPr/>
          <p:nvPr>
            <p:custDataLst>
              <p:tags r:id="rId17"/>
            </p:custDataLst>
          </p:nvPr>
        </p:nvSpPr>
        <p:spPr>
          <a:xfrm>
            <a:off x="2243728" y="2639319"/>
            <a:ext cx="1644650" cy="479425"/>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9000"/>
              </a:lnSpc>
            </a:pPr>
            <a:r>
              <a:rPr sz="1500" kern="0" spc="90" dirty="0">
                <a:solidFill>
                  <a:schemeClr val="dk1"/>
                </a:solidFill>
                <a:cs typeface="Microsoft YaHei UI" panose="020B0503020204020204" charset="-122"/>
              </a:rPr>
              <a:t>维护指标、指标目</a:t>
            </a:r>
            <a:r>
              <a:rPr sz="1500" kern="0" spc="10" dirty="0">
                <a:solidFill>
                  <a:schemeClr val="dk1"/>
                </a:solidFill>
                <a:cs typeface="Microsoft YaHei UI" panose="020B0503020204020204" charset="-122"/>
              </a:rPr>
              <a:t> </a:t>
            </a:r>
            <a:r>
              <a:rPr sz="1500" kern="0" spc="90" dirty="0">
                <a:solidFill>
                  <a:schemeClr val="dk1"/>
                </a:solidFill>
                <a:cs typeface="Microsoft YaHei UI" panose="020B0503020204020204" charset="-122"/>
              </a:rPr>
              <a:t>标值、数据字典等</a:t>
            </a:r>
            <a:endParaRPr lang="en-US" altLang="en-US" sz="1500" kern="0" spc="90" dirty="0">
              <a:solidFill>
                <a:schemeClr val="dk1"/>
              </a:solidFill>
              <a:cs typeface="Microsoft YaHei UI" panose="020B0503020204020204" charset="-122"/>
            </a:endParaRPr>
          </a:p>
        </p:txBody>
      </p:sp>
      <p:pic>
        <p:nvPicPr>
          <p:cNvPr id="5284" name="picture 5284"/>
          <p:cNvPicPr>
            <a:picLocks noChangeAspect="1"/>
          </p:cNvPicPr>
          <p:nvPr>
            <p:custDataLst>
              <p:tags r:id="rId18"/>
            </p:custDataLst>
          </p:nvPr>
        </p:nvPicPr>
        <p:blipFill>
          <a:blip r:embed="rId19"/>
          <a:stretch>
            <a:fillRect/>
          </a:stretch>
        </p:blipFill>
        <p:spPr>
          <a:xfrm rot="21600000">
            <a:off x="4956130" y="3645489"/>
            <a:ext cx="309208" cy="700958"/>
          </a:xfrm>
          <a:prstGeom prst="rect">
            <a:avLst/>
          </a:prstGeom>
        </p:spPr>
      </p:pic>
      <p:pic>
        <p:nvPicPr>
          <p:cNvPr id="5286" name="picture 5286"/>
          <p:cNvPicPr>
            <a:picLocks noChangeAspect="1"/>
          </p:cNvPicPr>
          <p:nvPr>
            <p:custDataLst>
              <p:tags r:id="rId20"/>
            </p:custDataLst>
          </p:nvPr>
        </p:nvPicPr>
        <p:blipFill>
          <a:blip r:embed="rId21"/>
          <a:stretch>
            <a:fillRect/>
          </a:stretch>
        </p:blipFill>
        <p:spPr>
          <a:xfrm rot="21600000">
            <a:off x="4960620" y="3793744"/>
            <a:ext cx="300228" cy="559054"/>
          </a:xfrm>
          <a:prstGeom prst="rect">
            <a:avLst/>
          </a:prstGeom>
        </p:spPr>
      </p:pic>
      <p:sp>
        <p:nvSpPr>
          <p:cNvPr id="5288" name="textbox 5288"/>
          <p:cNvSpPr/>
          <p:nvPr>
            <p:custDataLst>
              <p:tags r:id="rId22"/>
            </p:custDataLst>
          </p:nvPr>
        </p:nvSpPr>
        <p:spPr>
          <a:xfrm>
            <a:off x="3795728" y="3946074"/>
            <a:ext cx="2309495" cy="29146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7000"/>
              </a:lnSpc>
            </a:pPr>
            <a:r>
              <a:rPr sz="1800" b="1" kern="0" spc="-10" dirty="0">
                <a:solidFill>
                  <a:schemeClr val="dk1"/>
                </a:solidFill>
                <a:cs typeface="Microsoft YaHei UI" panose="020B0503020204020204" charset="-122"/>
              </a:rPr>
              <a:t>根据数据组指标库输出</a:t>
            </a:r>
            <a:endParaRPr lang="en-US" altLang="en-US" sz="1800" b="1" kern="0" spc="-10" dirty="0">
              <a:solidFill>
                <a:schemeClr val="dk1"/>
              </a:solidFill>
              <a:cs typeface="Microsoft YaHei UI" panose="020B0503020204020204" charset="-122"/>
            </a:endParaRPr>
          </a:p>
        </p:txBody>
      </p:sp>
      <p:pic>
        <p:nvPicPr>
          <p:cNvPr id="5290" name="picture 5290"/>
          <p:cNvPicPr>
            <a:picLocks noChangeAspect="1"/>
          </p:cNvPicPr>
          <p:nvPr>
            <p:custDataLst>
              <p:tags r:id="rId23"/>
            </p:custDataLst>
          </p:nvPr>
        </p:nvPicPr>
        <p:blipFill>
          <a:blip r:embed="rId24"/>
          <a:stretch>
            <a:fillRect/>
          </a:stretch>
        </p:blipFill>
        <p:spPr>
          <a:xfrm rot="21600000">
            <a:off x="7152213" y="3639394"/>
            <a:ext cx="310732" cy="702481"/>
          </a:xfrm>
          <a:prstGeom prst="rect">
            <a:avLst/>
          </a:prstGeom>
        </p:spPr>
      </p:pic>
      <p:pic>
        <p:nvPicPr>
          <p:cNvPr id="5292" name="picture 5292"/>
          <p:cNvPicPr>
            <a:picLocks noChangeAspect="1"/>
          </p:cNvPicPr>
          <p:nvPr>
            <p:custDataLst>
              <p:tags r:id="rId25"/>
            </p:custDataLst>
          </p:nvPr>
        </p:nvPicPr>
        <p:blipFill>
          <a:blip r:embed="rId26"/>
          <a:stretch>
            <a:fillRect/>
          </a:stretch>
        </p:blipFill>
        <p:spPr>
          <a:xfrm rot="21600000">
            <a:off x="7156704" y="3788409"/>
            <a:ext cx="301752" cy="559815"/>
          </a:xfrm>
          <a:prstGeom prst="rect">
            <a:avLst/>
          </a:prstGeom>
        </p:spPr>
      </p:pic>
      <p:sp>
        <p:nvSpPr>
          <p:cNvPr id="5294" name="textbox 5294"/>
          <p:cNvSpPr/>
          <p:nvPr>
            <p:custDataLst>
              <p:tags r:id="rId27"/>
            </p:custDataLst>
          </p:nvPr>
        </p:nvSpPr>
        <p:spPr>
          <a:xfrm>
            <a:off x="6286322" y="3956100"/>
            <a:ext cx="2308860" cy="291465"/>
          </a:xfrm>
          <a:prstGeom prst="rect">
            <a:avLst/>
          </a:prstGeom>
        </p:spPr>
        <p:txBody>
          <a:bodyPr vert="horz" wrap="square" lIns="0" tIns="0" rIns="0" bIns="0">
            <a:normAutofit/>
          </a:bodyPr>
          <a:lstStyle/>
          <a:p>
            <a:pPr algn="l" rtl="0" eaLnBrk="0">
              <a:lnSpc>
                <a:spcPct val="80000"/>
              </a:lnSpc>
            </a:pPr>
            <a:endParaRPr lang="en-US" altLang="en-US" sz="100" dirty="0">
              <a:solidFill>
                <a:schemeClr val="dk1"/>
              </a:solidFill>
            </a:endParaRPr>
          </a:p>
          <a:p>
            <a:pPr marL="12700" algn="l" rtl="0" eaLnBrk="0">
              <a:lnSpc>
                <a:spcPct val="97000"/>
              </a:lnSpc>
            </a:pPr>
            <a:r>
              <a:rPr sz="1800" b="1" kern="0" spc="-10" dirty="0">
                <a:solidFill>
                  <a:schemeClr val="dk1"/>
                </a:solidFill>
                <a:cs typeface="Microsoft YaHei UI" panose="020B0503020204020204" charset="-122"/>
              </a:rPr>
              <a:t>根据目前各系统表输出</a:t>
            </a:r>
            <a:endParaRPr lang="en-US" altLang="en-US" sz="1800" b="1" kern="0" spc="-10" dirty="0">
              <a:solidFill>
                <a:schemeClr val="dk1"/>
              </a:solidFill>
              <a:cs typeface="Microsoft YaHei UI" panose="020B0503020204020204" charset="-122"/>
            </a:endParaRPr>
          </a:p>
        </p:txBody>
      </p:sp>
      <p:sp>
        <p:nvSpPr>
          <p:cNvPr id="5296" name="textbox 5296"/>
          <p:cNvSpPr/>
          <p:nvPr>
            <p:custDataLst>
              <p:tags r:id="rId28"/>
            </p:custDataLst>
          </p:nvPr>
        </p:nvSpPr>
        <p:spPr>
          <a:xfrm>
            <a:off x="882694" y="434181"/>
            <a:ext cx="2002789" cy="321309"/>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97000"/>
              </a:lnSpc>
            </a:pPr>
            <a:r>
              <a:rPr sz="2000" b="1" kern="0" spc="-150" dirty="0">
                <a:solidFill>
                  <a:schemeClr val="dk1"/>
                </a:solidFill>
                <a:cs typeface="微软雅黑" panose="020B0503020204020204" charset="-122"/>
              </a:rPr>
              <a:t>BI实施思路概略：</a:t>
            </a:r>
            <a:endParaRPr lang="en-US" altLang="en-US" sz="2000" b="1" kern="0" spc="-150" dirty="0">
              <a:solidFill>
                <a:schemeClr val="dk1"/>
              </a:solidFill>
              <a:cs typeface="微软雅黑" panose="020B0503020204020204" charset="-122"/>
            </a:endParaRPr>
          </a:p>
        </p:txBody>
      </p:sp>
      <p:sp>
        <p:nvSpPr>
          <p:cNvPr id="5298" name="textbox 5298"/>
          <p:cNvSpPr/>
          <p:nvPr>
            <p:custDataLst>
              <p:tags r:id="rId29"/>
            </p:custDataLst>
          </p:nvPr>
        </p:nvSpPr>
        <p:spPr>
          <a:xfrm>
            <a:off x="3548985" y="5804718"/>
            <a:ext cx="2456179" cy="2616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5"/>
              </a:lnSpc>
            </a:pPr>
            <a:r>
              <a:rPr sz="1500" b="1" kern="0" spc="90" dirty="0">
                <a:solidFill>
                  <a:schemeClr val="dk1"/>
                </a:solidFill>
                <a:cs typeface="Microsoft YaHei UI" panose="020B0503020204020204" charset="-122"/>
              </a:rPr>
              <a:t>数据组梳理好的线下指标库</a:t>
            </a:r>
            <a:endParaRPr lang="en-US" altLang="en-US" sz="1500" b="1" kern="0" spc="90" dirty="0">
              <a:solidFill>
                <a:schemeClr val="dk1"/>
              </a:solidFill>
              <a:cs typeface="Microsoft YaHei UI" panose="020B0503020204020204" charset="-122"/>
            </a:endParaRPr>
          </a:p>
        </p:txBody>
      </p:sp>
      <p:sp>
        <p:nvSpPr>
          <p:cNvPr id="5300" name="textbox 5300"/>
          <p:cNvSpPr/>
          <p:nvPr>
            <p:custDataLst>
              <p:tags r:id="rId30"/>
            </p:custDataLst>
          </p:nvPr>
        </p:nvSpPr>
        <p:spPr>
          <a:xfrm>
            <a:off x="6479775" y="5820263"/>
            <a:ext cx="2432685" cy="260984"/>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50"/>
              </a:lnSpc>
            </a:pPr>
            <a:r>
              <a:rPr sz="1500" b="1" kern="0" spc="0" dirty="0">
                <a:solidFill>
                  <a:schemeClr val="dk1"/>
                </a:solidFill>
                <a:cs typeface="Microsoft YaHei UI" panose="020B0503020204020204" charset="-122"/>
              </a:rPr>
              <a:t>IT</a:t>
            </a:r>
            <a:r>
              <a:rPr sz="1500" b="1" kern="0" spc="90" dirty="0">
                <a:solidFill>
                  <a:schemeClr val="dk1"/>
                </a:solidFill>
                <a:cs typeface="Microsoft YaHei UI" panose="020B0503020204020204" charset="-122"/>
              </a:rPr>
              <a:t>抽取源业务系统构建数仓</a:t>
            </a:r>
            <a:endParaRPr lang="en-US" altLang="en-US" sz="1500" b="1" kern="0" spc="90" dirty="0">
              <a:solidFill>
                <a:schemeClr val="dk1"/>
              </a:solidFill>
              <a:cs typeface="Microsoft YaHei UI" panose="020B0503020204020204" charset="-122"/>
            </a:endParaRPr>
          </a:p>
        </p:txBody>
      </p:sp>
      <p:graphicFrame>
        <p:nvGraphicFramePr>
          <p:cNvPr id="5302" name="table 5302"/>
          <p:cNvGraphicFramePr>
            <a:graphicFrameLocks noGrp="1"/>
          </p:cNvGraphicFramePr>
          <p:nvPr>
            <p:custDataLst>
              <p:tags r:id="rId31"/>
            </p:custDataLst>
          </p:nvPr>
        </p:nvGraphicFramePr>
        <p:xfrm>
          <a:off x="5384038" y="1535938"/>
          <a:ext cx="1365884" cy="379729"/>
        </p:xfrm>
        <a:graphic>
          <a:graphicData uri="http://schemas.openxmlformats.org/drawingml/2006/table">
            <a:tbl>
              <a:tblPr>
                <a:solidFill>
                  <a:srgbClr val="FFC000"/>
                </a:solidFill>
              </a:tblPr>
              <a:tblGrid>
                <a:gridCol w="1365884"/>
              </a:tblGrid>
              <a:tr h="367029">
                <a:tc>
                  <a:txBody>
                    <a:bodyPr/>
                    <a:lstStyle/>
                    <a:p>
                      <a:pPr algn="l" rtl="0" eaLnBrk="0">
                        <a:lnSpc>
                          <a:spcPct val="104000"/>
                        </a:lnSpc>
                      </a:pPr>
                      <a:endParaRPr lang="en-US" altLang="en-US" sz="600" dirty="0"/>
                    </a:p>
                    <a:p>
                      <a:pPr marL="151130" algn="l" rtl="0" eaLnBrk="0">
                        <a:lnSpc>
                          <a:spcPct val="97000"/>
                        </a:lnSpc>
                        <a:spcBef>
                          <a:spcPts val="5"/>
                        </a:spcBef>
                      </a:pPr>
                      <a:r>
                        <a:rPr sz="1400" b="1" kern="0" spc="-10" dirty="0">
                          <a:solidFill>
                            <a:srgbClr val="000000">
                              <a:alpha val="100000"/>
                            </a:srgbClr>
                          </a:solidFill>
                          <a:cs typeface="微软雅黑" panose="020B0503020204020204" charset="-122"/>
                        </a:rPr>
                        <a:t>管理者驾驶舱</a:t>
                      </a:r>
                      <a:endParaRPr lang="en-US" altLang="en-US" sz="1400" dirty="0"/>
                    </a:p>
                  </a:txBody>
                  <a:tcPr marL="0" marR="0" marT="0" marB="0" vert="horz">
                    <a:lnL w="12700" cap="flat" cmpd="sng" algn="ctr">
                      <a:solidFill>
                        <a:srgbClr val="BC8C00"/>
                      </a:solidFill>
                      <a:prstDash val="solid"/>
                      <a:round/>
                      <a:headEnd type="none" w="med" len="med"/>
                      <a:tailEnd type="none" w="med" len="med"/>
                    </a:lnL>
                    <a:lnR w="12700" cap="flat" cmpd="sng" algn="ctr">
                      <a:solidFill>
                        <a:srgbClr val="BC8C00"/>
                      </a:solidFill>
                      <a:prstDash val="solid"/>
                      <a:round/>
                      <a:headEnd type="none" w="med" len="med"/>
                      <a:tailEnd type="none" w="med" len="med"/>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solidFill>
                      <a:srgbClr val="FFC000"/>
                    </a:solidFill>
                  </a:tcPr>
                </a:tc>
              </a:tr>
            </a:tbl>
          </a:graphicData>
        </a:graphic>
      </p:graphicFrame>
      <p:sp>
        <p:nvSpPr>
          <p:cNvPr id="5304" name="path"/>
          <p:cNvSpPr/>
          <p:nvPr/>
        </p:nvSpPr>
        <p:spPr>
          <a:xfrm>
            <a:off x="6649211" y="5298947"/>
            <a:ext cx="1423415" cy="245363"/>
          </a:xfrm>
          <a:custGeom>
            <a:avLst/>
            <a:gdLst/>
            <a:ahLst/>
            <a:cxnLst/>
            <a:rect l="0" t="0" r="0" b="0"/>
            <a:pathLst>
              <a:path w="2241" h="386">
                <a:moveTo>
                  <a:pt x="0" y="0"/>
                </a:moveTo>
                <a:cubicBezTo>
                  <a:pt x="0" y="30"/>
                  <a:pt x="501" y="55"/>
                  <a:pt x="1120" y="55"/>
                </a:cubicBezTo>
                <a:cubicBezTo>
                  <a:pt x="1739" y="55"/>
                  <a:pt x="2241" y="30"/>
                  <a:pt x="2241" y="0"/>
                </a:cubicBezTo>
                <a:lnTo>
                  <a:pt x="2241" y="331"/>
                </a:lnTo>
                <a:cubicBezTo>
                  <a:pt x="2241" y="361"/>
                  <a:pt x="1739" y="386"/>
                  <a:pt x="1120" y="386"/>
                </a:cubicBezTo>
                <a:cubicBezTo>
                  <a:pt x="501" y="386"/>
                  <a:pt x="0" y="361"/>
                  <a:pt x="0" y="331"/>
                </a:cubicBezTo>
                <a:lnTo>
                  <a:pt x="0" y="0"/>
                </a:lnTo>
                <a:close/>
              </a:path>
            </a:pathLst>
          </a:custGeom>
          <a:solidFill>
            <a:srgbClr val="FFFFFF">
              <a:alpha val="100000"/>
            </a:srgbClr>
          </a:solidFill>
          <a:ln cap="flat">
            <a:noFill/>
            <a:prstDash val="solid"/>
            <a:miter lim="0"/>
          </a:ln>
        </p:spPr>
        <p:txBody>
          <a:bodyPr rtlCol="0"/>
          <a:lstStyle/>
          <a:p>
            <a:pPr algn="ctr"/>
            <a:endParaRPr lang="zh-CN" altLang="en-US"/>
          </a:p>
        </p:txBody>
      </p:sp>
      <p:grpSp>
        <p:nvGrpSpPr>
          <p:cNvPr id="614" name="group 614"/>
          <p:cNvGrpSpPr/>
          <p:nvPr/>
        </p:nvGrpSpPr>
        <p:grpSpPr>
          <a:xfrm rot="21600000">
            <a:off x="6642861" y="5257546"/>
            <a:ext cx="1436115" cy="293115"/>
            <a:chOff x="0" y="0"/>
            <a:chExt cx="1436115" cy="293115"/>
          </a:xfrm>
        </p:grpSpPr>
        <p:grpSp>
          <p:nvGrpSpPr>
            <p:cNvPr id="616" name="group 616"/>
            <p:cNvGrpSpPr/>
            <p:nvPr/>
          </p:nvGrpSpPr>
          <p:grpSpPr>
            <a:xfrm rot="21600000">
              <a:off x="0" y="0"/>
              <a:ext cx="1436115" cy="293115"/>
              <a:chOff x="0" y="0"/>
              <a:chExt cx="1436115" cy="293115"/>
            </a:xfrm>
          </p:grpSpPr>
          <p:sp>
            <p:nvSpPr>
              <p:cNvPr id="5306" name="path"/>
              <p:cNvSpPr/>
              <p:nvPr/>
            </p:nvSpPr>
            <p:spPr>
              <a:xfrm>
                <a:off x="6350" y="6350"/>
                <a:ext cx="1423415" cy="70103"/>
              </a:xfrm>
              <a:custGeom>
                <a:avLst/>
                <a:gdLst/>
                <a:ahLst/>
                <a:cxnLst/>
                <a:rect l="0" t="0" r="0" b="0"/>
                <a:pathLst>
                  <a:path w="2241" h="110">
                    <a:moveTo>
                      <a:pt x="0" y="55"/>
                    </a:moveTo>
                    <a:cubicBezTo>
                      <a:pt x="0" y="24"/>
                      <a:pt x="501" y="0"/>
                      <a:pt x="1120" y="0"/>
                    </a:cubicBezTo>
                    <a:cubicBezTo>
                      <a:pt x="1739" y="0"/>
                      <a:pt x="2241" y="24"/>
                      <a:pt x="2241" y="55"/>
                    </a:cubicBezTo>
                    <a:cubicBezTo>
                      <a:pt x="2241" y="85"/>
                      <a:pt x="1739" y="110"/>
                      <a:pt x="1120" y="110"/>
                    </a:cubicBezTo>
                    <a:cubicBezTo>
                      <a:pt x="501" y="110"/>
                      <a:pt x="0" y="85"/>
                      <a:pt x="0" y="55"/>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5308" name="path"/>
              <p:cNvSpPr/>
              <p:nvPr/>
            </p:nvSpPr>
            <p:spPr>
              <a:xfrm>
                <a:off x="0" y="0"/>
                <a:ext cx="1436115" cy="293115"/>
              </a:xfrm>
              <a:custGeom>
                <a:avLst/>
                <a:gdLst/>
                <a:ahLst/>
                <a:cxnLst/>
                <a:rect l="0" t="0" r="0" b="0"/>
                <a:pathLst>
                  <a:path w="2261" h="461">
                    <a:moveTo>
                      <a:pt x="2251" y="65"/>
                    </a:moveTo>
                    <a:cubicBezTo>
                      <a:pt x="2251" y="95"/>
                      <a:pt x="1749" y="120"/>
                      <a:pt x="1130" y="120"/>
                    </a:cubicBezTo>
                    <a:cubicBezTo>
                      <a:pt x="511" y="120"/>
                      <a:pt x="10" y="95"/>
                      <a:pt x="10" y="65"/>
                    </a:cubicBezTo>
                    <a:cubicBezTo>
                      <a:pt x="10" y="34"/>
                      <a:pt x="511" y="10"/>
                      <a:pt x="1130" y="10"/>
                    </a:cubicBezTo>
                    <a:cubicBezTo>
                      <a:pt x="1749" y="10"/>
                      <a:pt x="2251" y="34"/>
                      <a:pt x="2251" y="65"/>
                    </a:cubicBezTo>
                    <a:lnTo>
                      <a:pt x="2251" y="396"/>
                    </a:lnTo>
                    <a:cubicBezTo>
                      <a:pt x="2251" y="426"/>
                      <a:pt x="1749" y="451"/>
                      <a:pt x="1130" y="451"/>
                    </a:cubicBezTo>
                    <a:cubicBezTo>
                      <a:pt x="511" y="451"/>
                      <a:pt x="10" y="426"/>
                      <a:pt x="10" y="396"/>
                    </a:cubicBezTo>
                    <a:lnTo>
                      <a:pt x="10" y="65"/>
                    </a:lnTo>
                  </a:path>
                </a:pathLst>
              </a:custGeom>
              <a:noFill/>
              <a:ln w="12700" cap="flat">
                <a:solidFill>
                  <a:srgbClr val="000000">
                    <a:alpha val="100000"/>
                  </a:srgbClr>
                </a:solidFill>
                <a:prstDash val="solid"/>
                <a:miter lim="1000000"/>
              </a:ln>
            </p:spPr>
            <p:txBody>
              <a:bodyPr rtlCol="0"/>
              <a:lstStyle/>
              <a:p>
                <a:pPr algn="ctr"/>
                <a:endParaRPr lang="zh-CN" altLang="en-US"/>
              </a:p>
            </p:txBody>
          </p:sp>
        </p:grpSp>
        <p:sp>
          <p:nvSpPr>
            <p:cNvPr id="5310" name="textbox 5310"/>
            <p:cNvSpPr/>
            <p:nvPr>
              <p:custDataLst>
                <p:tags r:id="rId32"/>
              </p:custDataLst>
            </p:nvPr>
          </p:nvSpPr>
          <p:spPr>
            <a:xfrm>
              <a:off x="-12700" y="-12700"/>
              <a:ext cx="1461769" cy="371475"/>
            </a:xfrm>
            <a:prstGeom prst="rect">
              <a:avLst/>
            </a:prstGeom>
          </p:spPr>
          <p:txBody>
            <a:bodyPr vert="horz" wrap="square" lIns="0" tIns="0" rIns="0" bIns="0">
              <a:normAutofit/>
            </a:bodyPr>
            <a:lstStyle/>
            <a:p>
              <a:pPr algn="l" rtl="0" eaLnBrk="0">
                <a:lnSpc>
                  <a:spcPct val="153000"/>
                </a:lnSpc>
              </a:pPr>
              <a:endParaRPr lang="en-US" altLang="en-US" sz="1000" dirty="0">
                <a:solidFill>
                  <a:schemeClr val="dk1"/>
                </a:solidFill>
              </a:endParaRPr>
            </a:p>
            <a:p>
              <a:pPr marL="562610" algn="l" rtl="0" eaLnBrk="0">
                <a:lnSpc>
                  <a:spcPts val="635"/>
                </a:lnSpc>
                <a:spcBef>
                  <a:spcPts val="5"/>
                </a:spcBef>
              </a:pPr>
              <a:r>
                <a:rPr sz="1800" kern="0" spc="-40" dirty="0">
                  <a:solidFill>
                    <a:schemeClr val="dk1"/>
                  </a:solidFill>
                  <a:cs typeface="微软雅黑" panose="020B0503020204020204" charset="-122"/>
                </a:rPr>
                <a:t>……</a:t>
              </a:r>
              <a:endParaRPr lang="en-US" altLang="en-US" sz="1800" kern="0" spc="-40" dirty="0">
                <a:solidFill>
                  <a:schemeClr val="dk1"/>
                </a:solidFill>
                <a:cs typeface="微软雅黑" panose="020B0503020204020204" charset="-122"/>
              </a:endParaRPr>
            </a:p>
          </p:txBody>
        </p:sp>
      </p:grpSp>
      <p:sp>
        <p:nvSpPr>
          <p:cNvPr id="5312" name="path"/>
          <p:cNvSpPr/>
          <p:nvPr/>
        </p:nvSpPr>
        <p:spPr>
          <a:xfrm>
            <a:off x="6621780" y="4731511"/>
            <a:ext cx="1443227" cy="230631"/>
          </a:xfrm>
          <a:custGeom>
            <a:avLst/>
            <a:gdLst/>
            <a:ahLst/>
            <a:cxnLst/>
            <a:rect l="0" t="0" r="0" b="0"/>
            <a:pathLst>
              <a:path w="2272" h="363">
                <a:moveTo>
                  <a:pt x="0" y="0"/>
                </a:moveTo>
                <a:cubicBezTo>
                  <a:pt x="0" y="28"/>
                  <a:pt x="508" y="51"/>
                  <a:pt x="1136" y="51"/>
                </a:cubicBezTo>
                <a:cubicBezTo>
                  <a:pt x="1763" y="51"/>
                  <a:pt x="2272" y="28"/>
                  <a:pt x="2272" y="0"/>
                </a:cubicBezTo>
                <a:lnTo>
                  <a:pt x="2272" y="311"/>
                </a:lnTo>
                <a:cubicBezTo>
                  <a:pt x="2272" y="340"/>
                  <a:pt x="1763" y="363"/>
                  <a:pt x="1136" y="363"/>
                </a:cubicBezTo>
                <a:cubicBezTo>
                  <a:pt x="508" y="363"/>
                  <a:pt x="0" y="340"/>
                  <a:pt x="0" y="311"/>
                </a:cubicBezTo>
                <a:lnTo>
                  <a:pt x="0" y="0"/>
                </a:lnTo>
                <a:close/>
              </a:path>
            </a:pathLst>
          </a:custGeom>
          <a:solidFill>
            <a:srgbClr val="FFFFFF">
              <a:alpha val="100000"/>
            </a:srgbClr>
          </a:solidFill>
          <a:ln cap="flat">
            <a:noFill/>
            <a:prstDash val="solid"/>
            <a:miter lim="0"/>
          </a:ln>
        </p:spPr>
        <p:txBody>
          <a:bodyPr rtlCol="0"/>
          <a:lstStyle/>
          <a:p>
            <a:pPr algn="ctr"/>
            <a:endParaRPr lang="zh-CN" altLang="en-US"/>
          </a:p>
        </p:txBody>
      </p:sp>
      <p:grpSp>
        <p:nvGrpSpPr>
          <p:cNvPr id="618" name="group 618"/>
          <p:cNvGrpSpPr/>
          <p:nvPr/>
        </p:nvGrpSpPr>
        <p:grpSpPr>
          <a:xfrm rot="21600000">
            <a:off x="6615430" y="4692142"/>
            <a:ext cx="1455927" cy="276351"/>
            <a:chOff x="0" y="0"/>
            <a:chExt cx="1455927" cy="276351"/>
          </a:xfrm>
        </p:grpSpPr>
        <p:sp>
          <p:nvSpPr>
            <p:cNvPr id="5314" name="path"/>
            <p:cNvSpPr/>
            <p:nvPr/>
          </p:nvSpPr>
          <p:spPr>
            <a:xfrm>
              <a:off x="6350" y="6350"/>
              <a:ext cx="1443227" cy="65912"/>
            </a:xfrm>
            <a:custGeom>
              <a:avLst/>
              <a:gdLst/>
              <a:ahLst/>
              <a:cxnLst/>
              <a:rect l="0" t="0" r="0" b="0"/>
              <a:pathLst>
                <a:path w="2272" h="103">
                  <a:moveTo>
                    <a:pt x="0" y="52"/>
                  </a:moveTo>
                  <a:cubicBezTo>
                    <a:pt x="0" y="23"/>
                    <a:pt x="508" y="0"/>
                    <a:pt x="1136" y="0"/>
                  </a:cubicBezTo>
                  <a:cubicBezTo>
                    <a:pt x="1763" y="0"/>
                    <a:pt x="2272" y="23"/>
                    <a:pt x="2272" y="52"/>
                  </a:cubicBezTo>
                  <a:cubicBezTo>
                    <a:pt x="2272" y="80"/>
                    <a:pt x="1763" y="103"/>
                    <a:pt x="1136" y="103"/>
                  </a:cubicBezTo>
                  <a:cubicBezTo>
                    <a:pt x="508" y="103"/>
                    <a:pt x="0" y="80"/>
                    <a:pt x="0" y="52"/>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5316" name="path"/>
            <p:cNvSpPr/>
            <p:nvPr/>
          </p:nvSpPr>
          <p:spPr>
            <a:xfrm>
              <a:off x="0" y="0"/>
              <a:ext cx="1455927" cy="276351"/>
            </a:xfrm>
            <a:custGeom>
              <a:avLst/>
              <a:gdLst/>
              <a:ahLst/>
              <a:cxnLst/>
              <a:rect l="0" t="0" r="0" b="0"/>
              <a:pathLst>
                <a:path w="2292" h="435">
                  <a:moveTo>
                    <a:pt x="2282" y="62"/>
                  </a:moveTo>
                  <a:cubicBezTo>
                    <a:pt x="2282" y="90"/>
                    <a:pt x="1773" y="113"/>
                    <a:pt x="1146" y="113"/>
                  </a:cubicBezTo>
                  <a:cubicBezTo>
                    <a:pt x="518" y="113"/>
                    <a:pt x="10" y="90"/>
                    <a:pt x="10" y="62"/>
                  </a:cubicBezTo>
                  <a:cubicBezTo>
                    <a:pt x="10" y="33"/>
                    <a:pt x="518" y="10"/>
                    <a:pt x="1146" y="10"/>
                  </a:cubicBezTo>
                  <a:cubicBezTo>
                    <a:pt x="1773" y="10"/>
                    <a:pt x="2282" y="33"/>
                    <a:pt x="2282" y="62"/>
                  </a:cubicBezTo>
                  <a:lnTo>
                    <a:pt x="2282" y="373"/>
                  </a:lnTo>
                  <a:cubicBezTo>
                    <a:pt x="2282" y="402"/>
                    <a:pt x="1773" y="425"/>
                    <a:pt x="1146" y="425"/>
                  </a:cubicBezTo>
                  <a:cubicBezTo>
                    <a:pt x="518" y="425"/>
                    <a:pt x="10" y="402"/>
                    <a:pt x="10" y="373"/>
                  </a:cubicBezTo>
                  <a:lnTo>
                    <a:pt x="10" y="62"/>
                  </a:lnTo>
                </a:path>
              </a:pathLst>
            </a:custGeom>
            <a:noFill/>
            <a:ln w="12700" cap="flat">
              <a:solidFill>
                <a:srgbClr val="000000">
                  <a:alpha val="100000"/>
                </a:srgbClr>
              </a:solidFill>
              <a:prstDash val="solid"/>
              <a:miter lim="1000000"/>
            </a:ln>
          </p:spPr>
          <p:txBody>
            <a:bodyPr rtlCol="0"/>
            <a:lstStyle/>
            <a:p>
              <a:pPr algn="ctr"/>
              <a:endParaRPr lang="zh-CN" altLang="en-US"/>
            </a:p>
          </p:txBody>
        </p:sp>
      </p:grpSp>
      <p:grpSp>
        <p:nvGrpSpPr>
          <p:cNvPr id="620" name="group 620"/>
          <p:cNvGrpSpPr/>
          <p:nvPr/>
        </p:nvGrpSpPr>
        <p:grpSpPr>
          <a:xfrm rot="21600000">
            <a:off x="6623050" y="4972558"/>
            <a:ext cx="1454404" cy="276351"/>
            <a:chOff x="0" y="0"/>
            <a:chExt cx="1454404" cy="276351"/>
          </a:xfrm>
        </p:grpSpPr>
        <p:grpSp>
          <p:nvGrpSpPr>
            <p:cNvPr id="622" name="group 622"/>
            <p:cNvGrpSpPr/>
            <p:nvPr/>
          </p:nvGrpSpPr>
          <p:grpSpPr>
            <a:xfrm rot="21600000">
              <a:off x="0" y="0"/>
              <a:ext cx="1454404" cy="276351"/>
              <a:chOff x="0" y="0"/>
              <a:chExt cx="1454404" cy="276351"/>
            </a:xfrm>
          </p:grpSpPr>
          <p:sp>
            <p:nvSpPr>
              <p:cNvPr id="5318" name="path"/>
              <p:cNvSpPr/>
              <p:nvPr/>
            </p:nvSpPr>
            <p:spPr>
              <a:xfrm>
                <a:off x="6350" y="6350"/>
                <a:ext cx="1441704" cy="263651"/>
              </a:xfrm>
              <a:custGeom>
                <a:avLst/>
                <a:gdLst/>
                <a:ahLst/>
                <a:cxnLst/>
                <a:rect l="0" t="0" r="0" b="0"/>
                <a:pathLst>
                  <a:path w="2270" h="415">
                    <a:moveTo>
                      <a:pt x="0" y="51"/>
                    </a:moveTo>
                    <a:cubicBezTo>
                      <a:pt x="0" y="80"/>
                      <a:pt x="508" y="103"/>
                      <a:pt x="1135" y="103"/>
                    </a:cubicBezTo>
                    <a:cubicBezTo>
                      <a:pt x="1762" y="103"/>
                      <a:pt x="2270" y="80"/>
                      <a:pt x="2270" y="51"/>
                    </a:cubicBezTo>
                    <a:lnTo>
                      <a:pt x="2270" y="363"/>
                    </a:lnTo>
                    <a:cubicBezTo>
                      <a:pt x="2270" y="391"/>
                      <a:pt x="1762" y="415"/>
                      <a:pt x="1135" y="415"/>
                    </a:cubicBezTo>
                    <a:cubicBezTo>
                      <a:pt x="508" y="415"/>
                      <a:pt x="0" y="391"/>
                      <a:pt x="0" y="363"/>
                    </a:cubicBezTo>
                    <a:lnTo>
                      <a:pt x="0" y="51"/>
                    </a:lnTo>
                    <a:close/>
                  </a:path>
                  <a:path w="2270" h="415">
                    <a:moveTo>
                      <a:pt x="0" y="51"/>
                    </a:moveTo>
                    <a:cubicBezTo>
                      <a:pt x="0" y="23"/>
                      <a:pt x="508" y="0"/>
                      <a:pt x="1135" y="0"/>
                    </a:cubicBezTo>
                    <a:cubicBezTo>
                      <a:pt x="1762" y="0"/>
                      <a:pt x="2270" y="23"/>
                      <a:pt x="2270" y="51"/>
                    </a:cubicBezTo>
                    <a:cubicBezTo>
                      <a:pt x="2270" y="80"/>
                      <a:pt x="1762" y="103"/>
                      <a:pt x="1135" y="103"/>
                    </a:cubicBezTo>
                    <a:cubicBezTo>
                      <a:pt x="508" y="103"/>
                      <a:pt x="0" y="80"/>
                      <a:pt x="0" y="51"/>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5320" name="path"/>
              <p:cNvSpPr/>
              <p:nvPr/>
            </p:nvSpPr>
            <p:spPr>
              <a:xfrm>
                <a:off x="0" y="0"/>
                <a:ext cx="1454404" cy="276351"/>
              </a:xfrm>
              <a:custGeom>
                <a:avLst/>
                <a:gdLst/>
                <a:ahLst/>
                <a:cxnLst/>
                <a:rect l="0" t="0" r="0" b="0"/>
                <a:pathLst>
                  <a:path w="2290" h="435">
                    <a:moveTo>
                      <a:pt x="2280" y="61"/>
                    </a:moveTo>
                    <a:cubicBezTo>
                      <a:pt x="2280" y="90"/>
                      <a:pt x="1772" y="113"/>
                      <a:pt x="1145" y="113"/>
                    </a:cubicBezTo>
                    <a:cubicBezTo>
                      <a:pt x="518" y="113"/>
                      <a:pt x="10" y="90"/>
                      <a:pt x="10" y="61"/>
                    </a:cubicBezTo>
                    <a:cubicBezTo>
                      <a:pt x="10" y="33"/>
                      <a:pt x="518" y="10"/>
                      <a:pt x="1145" y="10"/>
                    </a:cubicBezTo>
                    <a:cubicBezTo>
                      <a:pt x="1772" y="10"/>
                      <a:pt x="2280" y="33"/>
                      <a:pt x="2280" y="61"/>
                    </a:cubicBezTo>
                    <a:lnTo>
                      <a:pt x="2280" y="373"/>
                    </a:lnTo>
                    <a:cubicBezTo>
                      <a:pt x="2280" y="401"/>
                      <a:pt x="1772" y="425"/>
                      <a:pt x="1145" y="425"/>
                    </a:cubicBezTo>
                    <a:cubicBezTo>
                      <a:pt x="518" y="425"/>
                      <a:pt x="10" y="401"/>
                      <a:pt x="10" y="373"/>
                    </a:cubicBezTo>
                    <a:lnTo>
                      <a:pt x="10" y="61"/>
                    </a:lnTo>
                  </a:path>
                </a:pathLst>
              </a:custGeom>
              <a:noFill/>
              <a:ln w="12700" cap="flat">
                <a:solidFill>
                  <a:srgbClr val="000000">
                    <a:alpha val="100000"/>
                  </a:srgbClr>
                </a:solidFill>
                <a:prstDash val="solid"/>
                <a:miter lim="1000000"/>
              </a:ln>
            </p:spPr>
            <p:txBody>
              <a:bodyPr rtlCol="0"/>
              <a:lstStyle/>
              <a:p>
                <a:pPr algn="ctr"/>
                <a:endParaRPr lang="zh-CN" altLang="en-US"/>
              </a:p>
            </p:txBody>
          </p:sp>
        </p:grpSp>
        <p:sp>
          <p:nvSpPr>
            <p:cNvPr id="5322" name="textbox 5322"/>
            <p:cNvSpPr/>
            <p:nvPr>
              <p:custDataLst>
                <p:tags r:id="rId33"/>
              </p:custDataLst>
            </p:nvPr>
          </p:nvSpPr>
          <p:spPr>
            <a:xfrm>
              <a:off x="-12700" y="-12700"/>
              <a:ext cx="1480185" cy="323215"/>
            </a:xfrm>
            <a:prstGeom prst="rect">
              <a:avLst/>
            </a:prstGeom>
          </p:spPr>
          <p:txBody>
            <a:bodyPr vert="horz" wrap="square" lIns="0" tIns="0" rIns="0" bIns="0">
              <a:normAutofit/>
            </a:bodyPr>
            <a:lstStyle/>
            <a:p>
              <a:pPr algn="l" rtl="0" eaLnBrk="0">
                <a:lnSpc>
                  <a:spcPct val="101000"/>
                </a:lnSpc>
              </a:pPr>
              <a:endParaRPr lang="en-US" altLang="en-US" sz="600" dirty="0">
                <a:solidFill>
                  <a:schemeClr val="dk1"/>
                </a:solidFill>
              </a:endParaRPr>
            </a:p>
            <a:p>
              <a:pPr marL="439420" algn="l" rtl="0" eaLnBrk="0">
                <a:lnSpc>
                  <a:spcPct val="95000"/>
                </a:lnSpc>
              </a:pPr>
              <a:r>
                <a:rPr sz="1200" kern="0" spc="-10" dirty="0">
                  <a:ln w="4354" cap="flat" cmpd="sng">
                    <a:solidFill>
                      <a:srgbClr val="000000">
                        <a:alpha val="100000"/>
                      </a:srgbClr>
                    </a:solidFill>
                    <a:prstDash val="solid"/>
                    <a:miter lim="10"/>
                  </a:ln>
                  <a:solidFill>
                    <a:schemeClr val="dk1"/>
                  </a:solidFill>
                  <a:cs typeface="宋体" panose="02010600030101010101" pitchFamily="2" charset="-122"/>
                </a:rPr>
                <a:t>财务系统</a:t>
              </a:r>
              <a:endParaRPr lang="en-US" altLang="en-US" sz="1200" kern="0" spc="-10" dirty="0">
                <a:ln w="4354" cap="flat" cmpd="sng">
                  <a:solidFill>
                    <a:srgbClr val="000000">
                      <a:alpha val="100000"/>
                    </a:srgbClr>
                  </a:solidFill>
                  <a:prstDash val="solid"/>
                  <a:miter lim="10"/>
                </a:ln>
                <a:solidFill>
                  <a:schemeClr val="dk1"/>
                </a:solidFill>
                <a:cs typeface="宋体" panose="02010600030101010101" pitchFamily="2" charset="-122"/>
              </a:endParaRPr>
            </a:p>
          </p:txBody>
        </p:sp>
      </p:grpSp>
      <p:grpSp>
        <p:nvGrpSpPr>
          <p:cNvPr id="624" name="group 624"/>
          <p:cNvGrpSpPr/>
          <p:nvPr/>
        </p:nvGrpSpPr>
        <p:grpSpPr>
          <a:xfrm rot="21600000">
            <a:off x="6623050" y="4442205"/>
            <a:ext cx="1454404" cy="247396"/>
            <a:chOff x="0" y="0"/>
            <a:chExt cx="1454404" cy="247396"/>
          </a:xfrm>
        </p:grpSpPr>
        <p:grpSp>
          <p:nvGrpSpPr>
            <p:cNvPr id="626" name="group 626"/>
            <p:cNvGrpSpPr/>
            <p:nvPr/>
          </p:nvGrpSpPr>
          <p:grpSpPr>
            <a:xfrm rot="21600000">
              <a:off x="0" y="0"/>
              <a:ext cx="1454404" cy="247396"/>
              <a:chOff x="0" y="0"/>
              <a:chExt cx="1454404" cy="247396"/>
            </a:xfrm>
          </p:grpSpPr>
          <p:sp>
            <p:nvSpPr>
              <p:cNvPr id="5324" name="path"/>
              <p:cNvSpPr/>
              <p:nvPr/>
            </p:nvSpPr>
            <p:spPr>
              <a:xfrm>
                <a:off x="6350" y="6350"/>
                <a:ext cx="1441704" cy="234696"/>
              </a:xfrm>
              <a:custGeom>
                <a:avLst/>
                <a:gdLst/>
                <a:ahLst/>
                <a:cxnLst/>
                <a:rect l="0" t="0" r="0" b="0"/>
                <a:pathLst>
                  <a:path w="2270" h="369">
                    <a:moveTo>
                      <a:pt x="0" y="46"/>
                    </a:moveTo>
                    <a:cubicBezTo>
                      <a:pt x="0" y="71"/>
                      <a:pt x="508" y="92"/>
                      <a:pt x="1135" y="92"/>
                    </a:cubicBezTo>
                    <a:cubicBezTo>
                      <a:pt x="1762" y="92"/>
                      <a:pt x="2270" y="71"/>
                      <a:pt x="2270" y="46"/>
                    </a:cubicBezTo>
                    <a:lnTo>
                      <a:pt x="2270" y="323"/>
                    </a:lnTo>
                    <a:cubicBezTo>
                      <a:pt x="2270" y="348"/>
                      <a:pt x="1762" y="369"/>
                      <a:pt x="1135" y="369"/>
                    </a:cubicBezTo>
                    <a:cubicBezTo>
                      <a:pt x="508" y="369"/>
                      <a:pt x="0" y="348"/>
                      <a:pt x="0" y="323"/>
                    </a:cubicBezTo>
                    <a:lnTo>
                      <a:pt x="0" y="46"/>
                    </a:lnTo>
                    <a:close/>
                  </a:path>
                  <a:path w="2270" h="369">
                    <a:moveTo>
                      <a:pt x="0" y="46"/>
                    </a:moveTo>
                    <a:cubicBezTo>
                      <a:pt x="0" y="20"/>
                      <a:pt x="508" y="0"/>
                      <a:pt x="1135" y="0"/>
                    </a:cubicBezTo>
                    <a:cubicBezTo>
                      <a:pt x="1762" y="0"/>
                      <a:pt x="2270" y="20"/>
                      <a:pt x="2270" y="46"/>
                    </a:cubicBezTo>
                    <a:cubicBezTo>
                      <a:pt x="2270" y="71"/>
                      <a:pt x="1762" y="92"/>
                      <a:pt x="1135" y="92"/>
                    </a:cubicBezTo>
                    <a:cubicBezTo>
                      <a:pt x="508" y="92"/>
                      <a:pt x="0" y="71"/>
                      <a:pt x="0" y="46"/>
                    </a:cubicBezTo>
                  </a:path>
                </a:pathLst>
              </a:custGeom>
              <a:solidFill>
                <a:srgbClr val="FFFFFF">
                  <a:alpha val="100000"/>
                </a:srgbClr>
              </a:solidFill>
              <a:ln cap="flat">
                <a:noFill/>
                <a:prstDash val="solid"/>
                <a:miter lim="0"/>
              </a:ln>
            </p:spPr>
            <p:txBody>
              <a:bodyPr rtlCol="0"/>
              <a:lstStyle/>
              <a:p>
                <a:pPr algn="ctr"/>
                <a:endParaRPr lang="zh-CN" altLang="en-US"/>
              </a:p>
            </p:txBody>
          </p:sp>
          <p:sp>
            <p:nvSpPr>
              <p:cNvPr id="5326" name="path"/>
              <p:cNvSpPr/>
              <p:nvPr/>
            </p:nvSpPr>
            <p:spPr>
              <a:xfrm>
                <a:off x="0" y="0"/>
                <a:ext cx="1454404" cy="247396"/>
              </a:xfrm>
              <a:custGeom>
                <a:avLst/>
                <a:gdLst/>
                <a:ahLst/>
                <a:cxnLst/>
                <a:rect l="0" t="0" r="0" b="0"/>
                <a:pathLst>
                  <a:path w="2290" h="389">
                    <a:moveTo>
                      <a:pt x="2280" y="56"/>
                    </a:moveTo>
                    <a:cubicBezTo>
                      <a:pt x="2280" y="81"/>
                      <a:pt x="1772" y="102"/>
                      <a:pt x="1145" y="102"/>
                    </a:cubicBezTo>
                    <a:cubicBezTo>
                      <a:pt x="518" y="102"/>
                      <a:pt x="10" y="81"/>
                      <a:pt x="10" y="56"/>
                    </a:cubicBezTo>
                    <a:cubicBezTo>
                      <a:pt x="10" y="30"/>
                      <a:pt x="518" y="10"/>
                      <a:pt x="1145" y="10"/>
                    </a:cubicBezTo>
                    <a:cubicBezTo>
                      <a:pt x="1772" y="10"/>
                      <a:pt x="2280" y="30"/>
                      <a:pt x="2280" y="56"/>
                    </a:cubicBezTo>
                    <a:lnTo>
                      <a:pt x="2280" y="333"/>
                    </a:lnTo>
                    <a:cubicBezTo>
                      <a:pt x="2280" y="358"/>
                      <a:pt x="1772" y="379"/>
                      <a:pt x="1145" y="379"/>
                    </a:cubicBezTo>
                    <a:cubicBezTo>
                      <a:pt x="518" y="379"/>
                      <a:pt x="10" y="358"/>
                      <a:pt x="10" y="333"/>
                    </a:cubicBezTo>
                    <a:lnTo>
                      <a:pt x="10" y="56"/>
                    </a:lnTo>
                  </a:path>
                </a:pathLst>
              </a:custGeom>
              <a:noFill/>
              <a:ln w="12700" cap="flat">
                <a:solidFill>
                  <a:srgbClr val="000000">
                    <a:alpha val="100000"/>
                  </a:srgbClr>
                </a:solidFill>
                <a:prstDash val="solid"/>
                <a:miter lim="1000000"/>
              </a:ln>
            </p:spPr>
            <p:txBody>
              <a:bodyPr rtlCol="0"/>
              <a:lstStyle/>
              <a:p>
                <a:pPr algn="ctr"/>
                <a:endParaRPr lang="zh-CN" altLang="en-US"/>
              </a:p>
            </p:txBody>
          </p:sp>
        </p:grpSp>
        <p:sp>
          <p:nvSpPr>
            <p:cNvPr id="5328" name="textbox 5328"/>
            <p:cNvSpPr/>
            <p:nvPr>
              <p:custDataLst>
                <p:tags r:id="rId34"/>
              </p:custDataLst>
            </p:nvPr>
          </p:nvSpPr>
          <p:spPr>
            <a:xfrm>
              <a:off x="-12700" y="-12700"/>
              <a:ext cx="1480185" cy="288925"/>
            </a:xfrm>
            <a:prstGeom prst="rect">
              <a:avLst/>
            </a:prstGeom>
          </p:spPr>
          <p:txBody>
            <a:bodyPr vert="horz" wrap="square" lIns="0" tIns="0" rIns="0" bIns="0">
              <a:normAutofit/>
            </a:bodyPr>
            <a:lstStyle/>
            <a:p>
              <a:pPr algn="l" rtl="0" eaLnBrk="0">
                <a:lnSpc>
                  <a:spcPct val="110000"/>
                </a:lnSpc>
              </a:pPr>
              <a:endParaRPr lang="en-US" altLang="en-US" sz="500" dirty="0">
                <a:solidFill>
                  <a:schemeClr val="dk1"/>
                </a:solidFill>
              </a:endParaRPr>
            </a:p>
            <a:p>
              <a:pPr marL="436880" algn="l" rtl="0" eaLnBrk="0">
                <a:lnSpc>
                  <a:spcPct val="97000"/>
                </a:lnSpc>
                <a:spcBef>
                  <a:spcPts val="5"/>
                </a:spcBef>
              </a:pPr>
              <a:r>
                <a:rPr sz="1200" kern="0" spc="-10" dirty="0">
                  <a:solidFill>
                    <a:schemeClr val="dk1"/>
                  </a:solidFill>
                  <a:cs typeface="微软雅黑" panose="020B0503020204020204" charset="-122"/>
                </a:rPr>
                <a:t>银河系统</a:t>
              </a:r>
              <a:endParaRPr lang="en-US" altLang="en-US" sz="1200" kern="0" spc="-10" dirty="0">
                <a:solidFill>
                  <a:schemeClr val="dk1"/>
                </a:solidFill>
                <a:cs typeface="微软雅黑" panose="020B0503020204020204" charset="-122"/>
              </a:endParaRPr>
            </a:p>
          </p:txBody>
        </p:sp>
      </p:grpSp>
      <p:sp>
        <p:nvSpPr>
          <p:cNvPr id="5330" name="textbox 5330"/>
          <p:cNvSpPr/>
          <p:nvPr>
            <p:custDataLst>
              <p:tags r:id="rId35"/>
            </p:custDataLst>
          </p:nvPr>
        </p:nvSpPr>
        <p:spPr>
          <a:xfrm>
            <a:off x="4884801" y="2612034"/>
            <a:ext cx="295275" cy="562609"/>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algn="r" rtl="0" eaLnBrk="0">
              <a:lnSpc>
                <a:spcPts val="1355"/>
              </a:lnSpc>
            </a:pPr>
            <a:r>
              <a:rPr sz="1100" kern="0" spc="-50" dirty="0">
                <a:solidFill>
                  <a:schemeClr val="dk1"/>
                </a:solidFill>
                <a:cs typeface="宋体" panose="02010600030101010101" pitchFamily="2" charset="-122"/>
              </a:rPr>
              <a:t>目标</a:t>
            </a:r>
            <a:endParaRPr lang="en-US" altLang="en-US" sz="1100" dirty="0">
              <a:solidFill>
                <a:schemeClr val="dk1"/>
              </a:solidFill>
            </a:endParaRPr>
          </a:p>
          <a:p>
            <a:pPr algn="l" rtl="0" eaLnBrk="0">
              <a:lnSpc>
                <a:spcPct val="100000"/>
              </a:lnSpc>
            </a:pPr>
            <a:endParaRPr lang="en-US" altLang="en-US" sz="1200" dirty="0">
              <a:solidFill>
                <a:schemeClr val="dk1"/>
              </a:solidFill>
            </a:endParaRPr>
          </a:p>
          <a:p>
            <a:pPr marL="61595" algn="l" rtl="0" eaLnBrk="0">
              <a:lnSpc>
                <a:spcPct val="99000"/>
              </a:lnSpc>
              <a:spcBef>
                <a:spcPts val="5"/>
              </a:spcBef>
            </a:pPr>
            <a:r>
              <a:rPr sz="1200" kern="0" spc="-10" dirty="0">
                <a:solidFill>
                  <a:schemeClr val="dk1"/>
                </a:solidFill>
                <a:cs typeface="宋体" panose="02010600030101010101" pitchFamily="2" charset="-122"/>
              </a:rPr>
              <a:t>理</a:t>
            </a:r>
            <a:endParaRPr lang="en-US" altLang="en-US" sz="1200" kern="0" spc="-10" dirty="0">
              <a:solidFill>
                <a:schemeClr val="dk1"/>
              </a:solidFill>
              <a:cs typeface="宋体" panose="02010600030101010101" pitchFamily="2" charset="-122"/>
            </a:endParaRPr>
          </a:p>
        </p:txBody>
      </p:sp>
      <p:graphicFrame>
        <p:nvGraphicFramePr>
          <p:cNvPr id="5332" name="table 5332"/>
          <p:cNvGraphicFramePr>
            <a:graphicFrameLocks noGrp="1"/>
          </p:cNvGraphicFramePr>
          <p:nvPr>
            <p:custDataLst>
              <p:tags r:id="rId36"/>
            </p:custDataLst>
          </p:nvPr>
        </p:nvGraphicFramePr>
        <p:xfrm>
          <a:off x="4643373" y="2768854"/>
          <a:ext cx="1187450" cy="281304"/>
        </p:xfrm>
        <a:graphic>
          <a:graphicData uri="http://schemas.openxmlformats.org/drawingml/2006/table">
            <a:tbl>
              <a:tblPr>
                <a:solidFill>
                  <a:srgbClr val="FFC000"/>
                </a:solidFill>
              </a:tblPr>
              <a:tblGrid>
                <a:gridCol w="1187450"/>
              </a:tblGrid>
              <a:tr h="268604">
                <a:tc>
                  <a:txBody>
                    <a:bodyPr/>
                    <a:lstStyle/>
                    <a:p>
                      <a:pPr algn="l" rtl="0" eaLnBrk="0">
                        <a:lnSpc>
                          <a:spcPct val="100000"/>
                        </a:lnSpc>
                      </a:pPr>
                      <a:endParaRPr lang="en-US" altLang="en-US" sz="600" dirty="0"/>
                    </a:p>
                    <a:p>
                      <a:pPr marL="161290" algn="l" rtl="0" eaLnBrk="0">
                        <a:lnSpc>
                          <a:spcPct val="86000"/>
                        </a:lnSpc>
                      </a:pPr>
                      <a:r>
                        <a:rPr sz="1400" b="1" kern="0" spc="-30" dirty="0">
                          <a:solidFill>
                            <a:srgbClr val="000000">
                              <a:alpha val="100000"/>
                            </a:srgbClr>
                          </a:solidFill>
                          <a:cs typeface="Microsoft YaHei UI" panose="020B0503020204020204" charset="-122"/>
                        </a:rPr>
                        <a:t>BI支撑平台</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bl>
          </a:graphicData>
        </a:graphic>
      </p:graphicFrame>
      <p:graphicFrame>
        <p:nvGraphicFramePr>
          <p:cNvPr id="5334" name="table 5334"/>
          <p:cNvGraphicFramePr>
            <a:graphicFrameLocks noGrp="1"/>
          </p:cNvGraphicFramePr>
          <p:nvPr>
            <p:custDataLst>
              <p:tags r:id="rId37"/>
            </p:custDataLst>
          </p:nvPr>
        </p:nvGraphicFramePr>
        <p:xfrm>
          <a:off x="6591046" y="2744470"/>
          <a:ext cx="1094105" cy="300354"/>
        </p:xfrm>
        <a:graphic>
          <a:graphicData uri="http://schemas.openxmlformats.org/drawingml/2006/table">
            <a:tbl>
              <a:tblPr>
                <a:solidFill>
                  <a:srgbClr val="FFC000"/>
                </a:solidFill>
              </a:tblPr>
              <a:tblGrid>
                <a:gridCol w="1094105"/>
              </a:tblGrid>
              <a:tr h="287654">
                <a:tc>
                  <a:txBody>
                    <a:bodyPr/>
                    <a:lstStyle/>
                    <a:p>
                      <a:pPr algn="l" rtl="0" eaLnBrk="0">
                        <a:lnSpc>
                          <a:spcPct val="119000"/>
                        </a:lnSpc>
                      </a:pPr>
                      <a:endParaRPr lang="en-US" altLang="en-US" sz="500" dirty="0"/>
                    </a:p>
                    <a:p>
                      <a:pPr marL="192405" algn="l" rtl="0" eaLnBrk="0">
                        <a:lnSpc>
                          <a:spcPct val="95000"/>
                        </a:lnSpc>
                        <a:spcBef>
                          <a:spcPts val="5"/>
                        </a:spcBef>
                      </a:pPr>
                      <a:r>
                        <a:rPr sz="1400" b="1" kern="0" spc="-10" dirty="0">
                          <a:solidFill>
                            <a:srgbClr val="000000">
                              <a:alpha val="100000"/>
                            </a:srgbClr>
                          </a:solidFill>
                          <a:cs typeface="微软雅黑" panose="020B0503020204020204" charset="-122"/>
                        </a:rPr>
                        <a:t>数据仓库</a:t>
                      </a:r>
                      <a:endParaRPr lang="en-US" altLang="en-US" sz="1400" dirty="0"/>
                    </a:p>
                  </a:txBody>
                  <a:tcPr marL="0" marR="0" marT="0" marB="0" vert="horz">
                    <a:lnL w="12700" cap="flat" cmpd="sng" algn="ctr">
                      <a:solidFill>
                        <a:srgbClr val="BC8C00"/>
                      </a:solidFill>
                      <a:prstDash val="solid"/>
                      <a:round/>
                      <a:headEnd type="none" w="med" len="med"/>
                      <a:tailEnd type="none" w="med" len="med"/>
                    </a:lnL>
                    <a:lnR w="12700" cap="flat" cmpd="sng" algn="ctr">
                      <a:solidFill>
                        <a:srgbClr val="BC8C00"/>
                      </a:solidFill>
                      <a:prstDash val="solid"/>
                      <a:round/>
                      <a:headEnd type="none" w="med" len="med"/>
                      <a:tailEnd type="none" w="med" len="med"/>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solidFill>
                      <a:srgbClr val="FFC000"/>
                    </a:solidFill>
                  </a:tcPr>
                </a:tc>
              </a:tr>
            </a:tbl>
          </a:graphicData>
        </a:graphic>
      </p:graphicFrame>
      <p:graphicFrame>
        <p:nvGraphicFramePr>
          <p:cNvPr id="5336" name="table 5336"/>
          <p:cNvGraphicFramePr>
            <a:graphicFrameLocks noGrp="1"/>
          </p:cNvGraphicFramePr>
          <p:nvPr>
            <p:custDataLst>
              <p:tags r:id="rId38"/>
            </p:custDataLst>
          </p:nvPr>
        </p:nvGraphicFramePr>
        <p:xfrm>
          <a:off x="6979666" y="4792726"/>
          <a:ext cx="772794" cy="219710"/>
        </p:xfrm>
        <a:graphic>
          <a:graphicData uri="http://schemas.openxmlformats.org/drawingml/2006/table">
            <a:tbl>
              <a:tblPr>
                <a:solidFill>
                  <a:srgbClr val="FFC000"/>
                </a:solidFill>
              </a:tblPr>
              <a:tblGrid>
                <a:gridCol w="772794"/>
              </a:tblGrid>
              <a:tr h="207010">
                <a:tc>
                  <a:txBody>
                    <a:bodyPr/>
                    <a:lstStyle/>
                    <a:p>
                      <a:pPr algn="l" rtl="0" eaLnBrk="0">
                        <a:lnSpc>
                          <a:spcPct val="196000"/>
                        </a:lnSpc>
                      </a:pPr>
                      <a:endParaRPr lang="en-US" altLang="en-US" sz="100" dirty="0"/>
                    </a:p>
                    <a:p>
                      <a:pPr marL="120015" algn="l" rtl="0" eaLnBrk="0">
                        <a:lnSpc>
                          <a:spcPct val="86000"/>
                        </a:lnSpc>
                      </a:pPr>
                      <a:r>
                        <a:rPr sz="1400" b="1" kern="0" spc="-10" dirty="0">
                          <a:solidFill>
                            <a:srgbClr val="000000">
                              <a:alpha val="100000"/>
                            </a:srgbClr>
                          </a:solidFill>
                          <a:cs typeface="微软雅黑" panose="020B0503020204020204" charset="-122"/>
                        </a:rPr>
                        <a:t>数据源</a:t>
                      </a:r>
                      <a:endParaRPr lang="en-US" altLang="en-US" sz="1400" dirty="0"/>
                    </a:p>
                  </a:txBody>
                  <a:tcPr marL="0" marR="0" marT="0" marB="0" vert="horz">
                    <a:lnL w="12700" cap="flat" cmpd="sng" algn="ctr">
                      <a:solidFill>
                        <a:srgbClr val="BC8C00"/>
                      </a:solidFill>
                      <a:prstDash val="solid"/>
                      <a:round/>
                      <a:headEnd type="none" w="med" len="med"/>
                      <a:tailEnd type="none" w="med" len="med"/>
                    </a:lnL>
                    <a:lnR w="12700" cap="flat" cmpd="sng" algn="ctr">
                      <a:solidFill>
                        <a:srgbClr val="BC8C00"/>
                      </a:solidFill>
                      <a:prstDash val="solid"/>
                      <a:round/>
                      <a:headEnd type="none" w="med" len="med"/>
                      <a:tailEnd type="none" w="med" len="med"/>
                    </a:lnR>
                    <a:lnT w="12700" cap="flat" cmpd="sng" algn="ctr">
                      <a:solidFill>
                        <a:srgbClr val="BC8C00"/>
                      </a:solidFill>
                      <a:prstDash val="solid"/>
                      <a:round/>
                      <a:headEnd type="none" w="med" len="med"/>
                      <a:tailEnd type="none" w="med" len="med"/>
                    </a:lnT>
                    <a:lnB w="12700" cap="flat" cmpd="sng" algn="ctr">
                      <a:solidFill>
                        <a:srgbClr val="BC8C00"/>
                      </a:solidFill>
                      <a:prstDash val="solid"/>
                      <a:round/>
                      <a:headEnd type="none" w="med" len="med"/>
                      <a:tailEnd type="none" w="med" len="med"/>
                    </a:lnB>
                    <a:solidFill>
                      <a:srgbClr val="FFC000"/>
                    </a:solidFill>
                  </a:tcPr>
                </a:tc>
              </a:tr>
            </a:tbl>
          </a:graphicData>
        </a:graphic>
      </p:graphicFrame>
      <p:sp>
        <p:nvSpPr>
          <p:cNvPr id="5338" name="textbox 5338"/>
          <p:cNvSpPr/>
          <p:nvPr>
            <p:custDataLst>
              <p:tags r:id="rId39"/>
            </p:custDataLst>
          </p:nvPr>
        </p:nvSpPr>
        <p:spPr>
          <a:xfrm>
            <a:off x="4354247" y="2530754"/>
            <a:ext cx="193039" cy="716280"/>
          </a:xfrm>
          <a:prstGeom prst="rect">
            <a:avLst/>
          </a:prstGeom>
        </p:spPr>
        <p:txBody>
          <a:bodyPr vert="eaVert"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0000"/>
              </a:lnSpc>
            </a:pPr>
            <a:r>
              <a:rPr sz="1200" kern="0" spc="150" dirty="0">
                <a:solidFill>
                  <a:schemeClr val="dk1"/>
                </a:solidFill>
                <a:cs typeface="宋体" panose="02010600030101010101" pitchFamily="2" charset="-122"/>
              </a:rPr>
              <a:t>指标管理</a:t>
            </a:r>
            <a:endParaRPr lang="en-US" altLang="en-US" sz="1200" kern="0" spc="150" dirty="0">
              <a:solidFill>
                <a:schemeClr val="dk1"/>
              </a:solidFill>
              <a:cs typeface="宋体" panose="02010600030101010101" pitchFamily="2" charset="-122"/>
            </a:endParaRPr>
          </a:p>
        </p:txBody>
      </p:sp>
      <p:sp>
        <p:nvSpPr>
          <p:cNvPr id="5340" name="rect"/>
          <p:cNvSpPr/>
          <p:nvPr/>
        </p:nvSpPr>
        <p:spPr>
          <a:xfrm>
            <a:off x="4152900" y="2176017"/>
            <a:ext cx="3832859" cy="12700"/>
          </a:xfrm>
          <a:prstGeom prst="rect">
            <a:avLst/>
          </a:prstGeom>
          <a:solidFill>
            <a:schemeClr val="accent3">
              <a:alpha val="100000"/>
            </a:schemeClr>
          </a:solidFill>
          <a:ln cap="flat">
            <a:noFill/>
            <a:prstDash val="solid"/>
            <a:miter lim="0"/>
          </a:ln>
        </p:spPr>
        <p:txBody>
          <a:bodyPr rtlCol="0"/>
          <a:lstStyle/>
          <a:p>
            <a:pPr algn="ctr"/>
            <a:endParaRPr lang="zh-CN" altLang="en-US"/>
          </a:p>
        </p:txBody>
      </p:sp>
    </p:spTree>
    <p:custDataLst>
      <p:tags r:id="rId40"/>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8" name="group 628"/>
          <p:cNvGrpSpPr/>
          <p:nvPr/>
        </p:nvGrpSpPr>
        <p:grpSpPr>
          <a:xfrm rot="21600000">
            <a:off x="3259582" y="2502153"/>
            <a:ext cx="107188" cy="2908300"/>
            <a:chOff x="0" y="0"/>
            <a:chExt cx="107188" cy="2908300"/>
          </a:xfrm>
        </p:grpSpPr>
        <p:sp>
          <p:nvSpPr>
            <p:cNvPr id="5342" name="path"/>
            <p:cNvSpPr/>
            <p:nvPr/>
          </p:nvSpPr>
          <p:spPr>
            <a:xfrm>
              <a:off x="6350" y="6350"/>
              <a:ext cx="94488" cy="2895600"/>
            </a:xfrm>
            <a:custGeom>
              <a:avLst/>
              <a:gdLst/>
              <a:ahLst/>
              <a:cxnLst/>
              <a:rect l="0" t="0" r="0" b="0"/>
              <a:pathLst>
                <a:path w="148" h="4560">
                  <a:moveTo>
                    <a:pt x="0" y="4560"/>
                  </a:moveTo>
                  <a:lnTo>
                    <a:pt x="148" y="4560"/>
                  </a:lnTo>
                  <a:lnTo>
                    <a:pt x="148" y="0"/>
                  </a:lnTo>
                  <a:lnTo>
                    <a:pt x="0" y="0"/>
                  </a:lnTo>
                  <a:lnTo>
                    <a:pt x="0" y="4560"/>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5344" name="path"/>
            <p:cNvSpPr/>
            <p:nvPr/>
          </p:nvSpPr>
          <p:spPr>
            <a:xfrm>
              <a:off x="0" y="0"/>
              <a:ext cx="107188" cy="2908300"/>
            </a:xfrm>
            <a:custGeom>
              <a:avLst/>
              <a:gdLst/>
              <a:ahLst/>
              <a:cxnLst/>
              <a:rect l="0" t="0" r="0" b="0"/>
              <a:pathLst>
                <a:path w="168" h="4580">
                  <a:moveTo>
                    <a:pt x="10" y="4570"/>
                  </a:moveTo>
                  <a:lnTo>
                    <a:pt x="158" y="4570"/>
                  </a:lnTo>
                  <a:lnTo>
                    <a:pt x="158" y="10"/>
                  </a:lnTo>
                  <a:lnTo>
                    <a:pt x="10" y="10"/>
                  </a:lnTo>
                  <a:lnTo>
                    <a:pt x="10" y="4570"/>
                  </a:lnTo>
                  <a:close/>
                </a:path>
              </a:pathLst>
            </a:custGeom>
            <a:noFill/>
            <a:ln w="12700" cap="flat">
              <a:solidFill>
                <a:srgbClr val="5B9BD5">
                  <a:alpha val="100000"/>
                </a:srgbClr>
              </a:solidFill>
              <a:prstDash val="solid"/>
              <a:miter lim="1000000"/>
            </a:ln>
          </p:spPr>
          <p:txBody>
            <a:bodyPr rtlCol="0"/>
            <a:lstStyle/>
            <a:p>
              <a:pPr algn="ctr"/>
              <a:endParaRPr lang="zh-CN" altLang="en-US"/>
            </a:p>
          </p:txBody>
        </p:sp>
      </p:grpSp>
      <p:graphicFrame>
        <p:nvGraphicFramePr>
          <p:cNvPr id="5346" name="table 5346"/>
          <p:cNvGraphicFramePr>
            <a:graphicFrameLocks noGrp="1"/>
          </p:cNvGraphicFramePr>
          <p:nvPr>
            <p:custDataLst>
              <p:tags r:id="rId1"/>
            </p:custDataLst>
          </p:nvPr>
        </p:nvGraphicFramePr>
        <p:xfrm>
          <a:off x="752852" y="2863469"/>
          <a:ext cx="10669269" cy="1891030"/>
        </p:xfrm>
        <a:graphic>
          <a:graphicData uri="http://schemas.openxmlformats.org/drawingml/2006/table">
            <a:tbl>
              <a:tblPr/>
              <a:tblGrid>
                <a:gridCol w="10669269"/>
              </a:tblGrid>
              <a:tr h="798830">
                <a:tc>
                  <a:txBody>
                    <a:bodyPr/>
                    <a:lstStyle/>
                    <a:p>
                      <a:pPr algn="l" rtl="0" eaLnBrk="0">
                        <a:lnSpc>
                          <a:spcPct val="100000"/>
                        </a:lnSpc>
                      </a:pPr>
                      <a:endParaRPr lang="en-US" altLang="en-US" sz="1000" dirty="0"/>
                    </a:p>
                  </a:txBody>
                  <a:tcPr marL="0" marR="0" marT="0" marB="0" vert="horz">
                    <a:lnL>
                      <a:noFill/>
                    </a:lnL>
                    <a:lnR>
                      <a:noFill/>
                    </a:lnR>
                    <a:lnT w="9525" cap="flat" cmpd="sng" algn="ctr">
                      <a:solidFill>
                        <a:srgbClr val="5B9BD5"/>
                      </a:solidFill>
                      <a:prstDash val="solid"/>
                      <a:round/>
                      <a:headEnd type="none" w="med" len="med"/>
                      <a:tailEnd type="none" w="med" len="med"/>
                    </a:lnT>
                    <a:lnB w="19050" cap="flat" cmpd="sng" algn="ctr">
                      <a:solidFill>
                        <a:srgbClr val="5B9BD5"/>
                      </a:solidFill>
                      <a:prstDash val="solid"/>
                      <a:round/>
                      <a:headEnd type="none" w="med" len="med"/>
                      <a:tailEnd type="none" w="med" len="med"/>
                    </a:lnB>
                  </a:tcPr>
                </a:tc>
              </a:tr>
              <a:tr h="1092200">
                <a:tc>
                  <a:txBody>
                    <a:bodyPr/>
                    <a:lstStyle/>
                    <a:p>
                      <a:pPr algn="l" rtl="0" eaLnBrk="0">
                        <a:lnSpc>
                          <a:spcPct val="100000"/>
                        </a:lnSpc>
                      </a:pPr>
                      <a:endParaRPr lang="en-US" altLang="en-US" sz="1000" dirty="0"/>
                    </a:p>
                  </a:txBody>
                  <a:tcPr marL="0" marR="0" marT="0" marB="0" vert="horz">
                    <a:lnL>
                      <a:noFill/>
                    </a:lnL>
                    <a:lnR>
                      <a:noFill/>
                    </a:lnR>
                    <a:lnT w="19050" cap="flat" cmpd="sng" algn="ctr">
                      <a:solidFill>
                        <a:srgbClr val="5B9BD5"/>
                      </a:solidFill>
                      <a:prstDash val="solid"/>
                      <a:round/>
                      <a:headEnd type="none" w="med" len="med"/>
                      <a:tailEnd type="none" w="med" len="med"/>
                    </a:lnT>
                    <a:lnB w="9525" cap="flat" cmpd="sng" algn="ctr">
                      <a:solidFill>
                        <a:srgbClr val="5B9BD5"/>
                      </a:solidFill>
                      <a:prstDash val="solid"/>
                      <a:round/>
                      <a:headEnd type="none" w="med" len="med"/>
                      <a:tailEnd type="none" w="med" len="med"/>
                    </a:lnB>
                  </a:tcPr>
                </a:tc>
              </a:tr>
            </a:tbl>
          </a:graphicData>
        </a:graphic>
      </p:graphicFrame>
      <p:sp>
        <p:nvSpPr>
          <p:cNvPr id="5350" name="path"/>
          <p:cNvSpPr/>
          <p:nvPr/>
        </p:nvSpPr>
        <p:spPr>
          <a:xfrm>
            <a:off x="11054696" y="1261413"/>
            <a:ext cx="100457" cy="138457"/>
          </a:xfrm>
          <a:custGeom>
            <a:avLst/>
            <a:gdLst/>
            <a:ahLst/>
            <a:cxnLst/>
            <a:rect l="0" t="0" r="0" b="0"/>
            <a:pathLst>
              <a:path w="158" h="218">
                <a:moveTo>
                  <a:pt x="9" y="214"/>
                </a:moveTo>
                <a:lnTo>
                  <a:pt x="79" y="3"/>
                </a:lnTo>
                <a:lnTo>
                  <a:pt x="148" y="214"/>
                </a:lnTo>
              </a:path>
            </a:pathLst>
          </a:custGeom>
          <a:noFill/>
          <a:ln w="12700" cap="flat">
            <a:solidFill>
              <a:srgbClr val="41719C">
                <a:alpha val="100000"/>
              </a:srgbClr>
            </a:solidFill>
            <a:prstDash val="solid"/>
            <a:miter lim="1000000"/>
          </a:ln>
        </p:spPr>
        <p:txBody>
          <a:bodyPr rtlCol="0"/>
          <a:lstStyle/>
          <a:p>
            <a:pPr algn="ctr"/>
            <a:endParaRPr lang="zh-CN" altLang="en-US"/>
          </a:p>
        </p:txBody>
      </p:sp>
      <p:pic>
        <p:nvPicPr>
          <p:cNvPr id="5354" name="picture 5354"/>
          <p:cNvPicPr>
            <a:picLocks noChangeAspect="1"/>
          </p:cNvPicPr>
          <p:nvPr>
            <p:custDataLst>
              <p:tags r:id="rId2"/>
            </p:custDataLst>
          </p:nvPr>
        </p:nvPicPr>
        <p:blipFill>
          <a:blip r:embed="rId3"/>
          <a:stretch>
            <a:fillRect/>
          </a:stretch>
        </p:blipFill>
        <p:spPr>
          <a:xfrm rot="21600000">
            <a:off x="2723387" y="1263396"/>
            <a:ext cx="8629523" cy="399288"/>
          </a:xfrm>
          <a:prstGeom prst="rect">
            <a:avLst/>
          </a:prstGeom>
        </p:spPr>
      </p:pic>
      <p:sp>
        <p:nvSpPr>
          <p:cNvPr id="5356" name="textbox 5356"/>
          <p:cNvSpPr/>
          <p:nvPr>
            <p:custDataLst>
              <p:tags r:id="rId4"/>
            </p:custDataLst>
          </p:nvPr>
        </p:nvSpPr>
        <p:spPr>
          <a:xfrm>
            <a:off x="932847" y="3269354"/>
            <a:ext cx="1775460" cy="1042669"/>
          </a:xfrm>
          <a:prstGeom prst="rect">
            <a:avLst/>
          </a:prstGeom>
        </p:spPr>
        <p:txBody>
          <a:bodyPr vert="horz" wrap="square" lIns="0" tIns="0" rIns="0" bIns="0">
            <a:normAutofit/>
          </a:bodyPr>
          <a:lstStyle/>
          <a:p>
            <a:pPr algn="l" rtl="0" eaLnBrk="0">
              <a:lnSpc>
                <a:spcPct val="79000"/>
              </a:lnSpc>
            </a:pPr>
            <a:endParaRPr lang="en-US" altLang="en-US" sz="100" dirty="0">
              <a:solidFill>
                <a:schemeClr val="dk1"/>
              </a:solidFill>
            </a:endParaRPr>
          </a:p>
          <a:p>
            <a:pPr marL="57785" algn="l" rtl="0" eaLnBrk="0">
              <a:lnSpc>
                <a:spcPct val="98000"/>
              </a:lnSpc>
            </a:pPr>
            <a:r>
              <a:rPr sz="1400" b="1" kern="0" spc="0" dirty="0">
                <a:solidFill>
                  <a:schemeClr val="dk1"/>
                </a:solidFill>
                <a:cs typeface="微软雅黑" panose="020B0503020204020204" charset="-122"/>
              </a:rPr>
              <a:t>技术线：数据仓搭建</a:t>
            </a:r>
            <a:endParaRPr lang="en-US" altLang="en-US" sz="1400" dirty="0">
              <a:solidFill>
                <a:schemeClr val="dk1"/>
              </a:solidFill>
            </a:endParaRPr>
          </a:p>
          <a:p>
            <a:pPr algn="l" rtl="0" eaLnBrk="0">
              <a:lnSpc>
                <a:spcPct val="109000"/>
              </a:lnSpc>
            </a:pPr>
            <a:endParaRPr lang="en-US" altLang="en-US" sz="1000" dirty="0">
              <a:solidFill>
                <a:schemeClr val="dk1"/>
              </a:solidFill>
            </a:endParaRPr>
          </a:p>
          <a:p>
            <a:pPr algn="l" rtl="0" eaLnBrk="0">
              <a:lnSpc>
                <a:spcPct val="109000"/>
              </a:lnSpc>
            </a:pPr>
            <a:endParaRPr lang="en-US" altLang="en-US" sz="1000" dirty="0">
              <a:solidFill>
                <a:schemeClr val="dk1"/>
              </a:solidFill>
            </a:endParaRPr>
          </a:p>
          <a:p>
            <a:pPr algn="l" rtl="0" eaLnBrk="0">
              <a:lnSpc>
                <a:spcPct val="118000"/>
              </a:lnSpc>
            </a:pPr>
            <a:endParaRPr lang="en-US" altLang="en-US" sz="300" dirty="0">
              <a:solidFill>
                <a:schemeClr val="dk1"/>
              </a:solidFill>
            </a:endParaRPr>
          </a:p>
          <a:p>
            <a:pPr marL="30480" indent="-17780" algn="l" rtl="0" eaLnBrk="0">
              <a:lnSpc>
                <a:spcPct val="99000"/>
              </a:lnSpc>
              <a:spcBef>
                <a:spcPts val="0"/>
              </a:spcBef>
            </a:pPr>
            <a:r>
              <a:rPr sz="1400" b="1" kern="0" spc="-100" dirty="0">
                <a:solidFill>
                  <a:schemeClr val="dk1"/>
                </a:solidFill>
                <a:cs typeface="微软雅黑" panose="020B0503020204020204" charset="-122"/>
              </a:rPr>
              <a:t>指标管理平台：指标、</a:t>
            </a:r>
            <a:r>
              <a:rPr sz="1400" b="1" kern="0" spc="20" dirty="0">
                <a:solidFill>
                  <a:schemeClr val="dk1"/>
                </a:solidFill>
                <a:cs typeface="微软雅黑" panose="020B0503020204020204" charset="-122"/>
              </a:rPr>
              <a:t>   </a:t>
            </a:r>
            <a:r>
              <a:rPr sz="1400" b="1" kern="0" spc="-30" dirty="0">
                <a:solidFill>
                  <a:schemeClr val="dk1"/>
                </a:solidFill>
                <a:cs typeface="微软雅黑" panose="020B0503020204020204" charset="-122"/>
              </a:rPr>
              <a:t>目标值管理</a:t>
            </a:r>
            <a:endParaRPr lang="en-US" altLang="en-US" sz="1400" b="1" kern="0" spc="-30" dirty="0">
              <a:solidFill>
                <a:schemeClr val="dk1"/>
              </a:solidFill>
              <a:cs typeface="微软雅黑" panose="020B0503020204020204" charset="-122"/>
            </a:endParaRPr>
          </a:p>
        </p:txBody>
      </p:sp>
      <p:sp>
        <p:nvSpPr>
          <p:cNvPr id="5358" name="textbox 5358"/>
          <p:cNvSpPr/>
          <p:nvPr>
            <p:custDataLst>
              <p:tags r:id="rId5"/>
            </p:custDataLst>
          </p:nvPr>
        </p:nvSpPr>
        <p:spPr>
          <a:xfrm>
            <a:off x="6099048" y="5664708"/>
            <a:ext cx="3368675" cy="307975"/>
          </a:xfrm>
          <a:prstGeom prst="rect">
            <a:avLst/>
          </a:prstGeom>
          <a:solidFill>
            <a:schemeClr val="accent1"/>
          </a:solidFill>
        </p:spPr>
        <p:txBody>
          <a:bodyPr vert="horz" wrap="square" lIns="0" tIns="0" rIns="0" bIns="0">
            <a:normAutofit/>
          </a:bodyPr>
          <a:lstStyle/>
          <a:p>
            <a:pPr algn="l" rtl="0" eaLnBrk="0">
              <a:lnSpc>
                <a:spcPct val="119000"/>
              </a:lnSpc>
            </a:pPr>
            <a:endParaRPr lang="en-US" altLang="en-US" sz="400" dirty="0">
              <a:solidFill>
                <a:schemeClr val="tx1"/>
              </a:solidFill>
            </a:endParaRPr>
          </a:p>
          <a:p>
            <a:pPr marL="452120" algn="l" rtl="0" eaLnBrk="0">
              <a:lnSpc>
                <a:spcPct val="97000"/>
              </a:lnSpc>
              <a:spcBef>
                <a:spcPts val="0"/>
              </a:spcBef>
            </a:pPr>
            <a:r>
              <a:rPr sz="1400" kern="0" spc="0" dirty="0">
                <a:solidFill>
                  <a:schemeClr val="tx1"/>
                </a:solidFill>
                <a:cs typeface="微软雅黑" panose="020B0503020204020204" charset="-122"/>
              </a:rPr>
              <a:t>报表数据模型设计、开发&amp;测试</a:t>
            </a:r>
            <a:endParaRPr lang="en-US" altLang="en-US" sz="1400" kern="0" spc="0" dirty="0">
              <a:solidFill>
                <a:schemeClr val="tx1"/>
              </a:solidFill>
              <a:cs typeface="微软雅黑" panose="020B0503020204020204" charset="-122"/>
            </a:endParaRPr>
          </a:p>
        </p:txBody>
      </p:sp>
      <p:pic>
        <p:nvPicPr>
          <p:cNvPr id="5360" name="picture 5360"/>
          <p:cNvPicPr>
            <a:picLocks noChangeAspect="1"/>
          </p:cNvPicPr>
          <p:nvPr>
            <p:custDataLst>
              <p:tags r:id="rId6"/>
            </p:custDataLst>
          </p:nvPr>
        </p:nvPicPr>
        <p:blipFill>
          <a:blip r:embed="rId7"/>
          <a:stretch>
            <a:fillRect/>
          </a:stretch>
        </p:blipFill>
        <p:spPr>
          <a:xfrm rot="21600000">
            <a:off x="9104376" y="5067300"/>
            <a:ext cx="1815083" cy="524256"/>
          </a:xfrm>
          <a:prstGeom prst="rect">
            <a:avLst/>
          </a:prstGeom>
        </p:spPr>
      </p:pic>
      <p:graphicFrame>
        <p:nvGraphicFramePr>
          <p:cNvPr id="5362" name="table 5362"/>
          <p:cNvGraphicFramePr>
            <a:graphicFrameLocks noGrp="1"/>
          </p:cNvGraphicFramePr>
          <p:nvPr>
            <p:custDataLst>
              <p:tags r:id="rId8"/>
            </p:custDataLst>
          </p:nvPr>
        </p:nvGraphicFramePr>
        <p:xfrm>
          <a:off x="9099613" y="5062537"/>
          <a:ext cx="1824355" cy="533400"/>
        </p:xfrm>
        <a:graphic>
          <a:graphicData uri="http://schemas.openxmlformats.org/drawingml/2006/table">
            <a:tbl>
              <a:tblPr/>
              <a:tblGrid>
                <a:gridCol w="1824355"/>
              </a:tblGrid>
              <a:tr h="523875">
                <a:tc>
                  <a:txBody>
                    <a:bodyPr/>
                    <a:lstStyle/>
                    <a:p>
                      <a:pPr algn="l" rtl="0" eaLnBrk="0">
                        <a:lnSpc>
                          <a:spcPct val="101000"/>
                        </a:lnSpc>
                      </a:pPr>
                      <a:endParaRPr lang="en-US" altLang="en-US" sz="500" dirty="0"/>
                    </a:p>
                    <a:p>
                      <a:pPr marL="558800" indent="-445770" algn="l" rtl="0" eaLnBrk="0">
                        <a:lnSpc>
                          <a:spcPct val="99000"/>
                        </a:lnSpc>
                        <a:spcBef>
                          <a:spcPts val="5"/>
                        </a:spcBef>
                      </a:pPr>
                      <a:r>
                        <a:rPr sz="1400" kern="0" spc="0" dirty="0">
                          <a:solidFill>
                            <a:srgbClr val="000000">
                              <a:alpha val="100000"/>
                            </a:srgbClr>
                          </a:solidFill>
                          <a:cs typeface="微软雅黑" panose="020B0503020204020204" charset="-122"/>
                        </a:rPr>
                        <a:t>持续试点、培训、推   </a:t>
                      </a:r>
                      <a:r>
                        <a:rPr sz="1400" kern="0" spc="-10" dirty="0">
                          <a:solidFill>
                            <a:srgbClr val="000000">
                              <a:alpha val="100000"/>
                            </a:srgbClr>
                          </a:solidFill>
                          <a:cs typeface="微软雅黑" panose="020B0503020204020204" charset="-122"/>
                        </a:rPr>
                        <a:t>广、反馈</a:t>
                      </a:r>
                      <a:endParaRPr lang="en-US" altLang="en-US" sz="1400" dirty="0"/>
                    </a:p>
                  </a:txBody>
                  <a:tcPr marL="0" marR="0" marT="0" marB="0" vert="horz">
                    <a:lnL w="9525" cap="flat" cmpd="sng" algn="ctr">
                      <a:solidFill>
                        <a:srgbClr val="7F7F7F"/>
                      </a:solidFill>
                      <a:prstDash val="dash"/>
                      <a:round/>
                      <a:headEnd type="none" w="med" len="med"/>
                      <a:tailEnd type="none" w="med" len="med"/>
                    </a:lnL>
                    <a:lnR w="9525" cap="flat" cmpd="sng" algn="ctr">
                      <a:solidFill>
                        <a:srgbClr val="7F7F7F"/>
                      </a:solidFill>
                      <a:prstDash val="dash"/>
                      <a:round/>
                      <a:headEnd type="none" w="med" len="med"/>
                      <a:tailEnd type="none" w="med" len="med"/>
                    </a:lnR>
                    <a:lnT w="9525" cap="flat" cmpd="sng" algn="ctr">
                      <a:solidFill>
                        <a:srgbClr val="7F7F7F"/>
                      </a:solidFill>
                      <a:prstDash val="dash"/>
                      <a:round/>
                      <a:headEnd type="none" w="med" len="med"/>
                      <a:tailEnd type="none" w="med" len="med"/>
                    </a:lnT>
                    <a:lnB w="9525" cap="flat" cmpd="sng" algn="ctr">
                      <a:solidFill>
                        <a:srgbClr val="7F7F7F"/>
                      </a:solidFill>
                      <a:prstDash val="dash"/>
                      <a:round/>
                      <a:headEnd type="none" w="med" len="med"/>
                      <a:tailEnd type="none" w="med" len="med"/>
                    </a:lnB>
                  </a:tcPr>
                </a:tc>
              </a:tr>
            </a:tbl>
          </a:graphicData>
        </a:graphic>
      </p:graphicFrame>
      <p:graphicFrame>
        <p:nvGraphicFramePr>
          <p:cNvPr id="5366" name="table 5366"/>
          <p:cNvGraphicFramePr>
            <a:graphicFrameLocks noGrp="1"/>
          </p:cNvGraphicFramePr>
          <p:nvPr>
            <p:custDataLst>
              <p:tags r:id="rId9"/>
            </p:custDataLst>
          </p:nvPr>
        </p:nvGraphicFramePr>
        <p:xfrm>
          <a:off x="3075241" y="2169985"/>
          <a:ext cx="1350010" cy="565150"/>
        </p:xfrm>
        <a:graphic>
          <a:graphicData uri="http://schemas.openxmlformats.org/drawingml/2006/table">
            <a:tbl>
              <a:tblPr/>
              <a:tblGrid>
                <a:gridCol w="1350010"/>
              </a:tblGrid>
              <a:tr h="555625">
                <a:tc>
                  <a:txBody>
                    <a:bodyPr/>
                    <a:lstStyle/>
                    <a:p>
                      <a:pPr algn="l" rtl="0" eaLnBrk="0">
                        <a:lnSpc>
                          <a:spcPct val="114000"/>
                        </a:lnSpc>
                      </a:pPr>
                      <a:endParaRPr lang="en-US" altLang="en-US" sz="400" dirty="0"/>
                    </a:p>
                    <a:p>
                      <a:pPr marL="185420" algn="l" rtl="0" eaLnBrk="0">
                        <a:lnSpc>
                          <a:spcPct val="98000"/>
                        </a:lnSpc>
                        <a:spcBef>
                          <a:spcPts val="5"/>
                        </a:spcBef>
                      </a:pPr>
                      <a:r>
                        <a:rPr sz="1100" kern="0" spc="0" dirty="0">
                          <a:solidFill>
                            <a:srgbClr val="000000">
                              <a:alpha val="100000"/>
                            </a:srgbClr>
                          </a:solidFill>
                          <a:cs typeface="微软雅黑" panose="020B0503020204020204" charset="-122"/>
                        </a:rPr>
                        <a:t>核心指标库梳理</a:t>
                      </a:r>
                      <a:endParaRPr lang="en-US" altLang="en-US" sz="1100" dirty="0"/>
                    </a:p>
                    <a:p>
                      <a:pPr marL="466090" indent="-260985" algn="l" rtl="0" eaLnBrk="0">
                        <a:lnSpc>
                          <a:spcPct val="96000"/>
                        </a:lnSpc>
                        <a:spcBef>
                          <a:spcPts val="20"/>
                        </a:spcBef>
                      </a:pPr>
                      <a:r>
                        <a:rPr sz="1100" kern="0" spc="-90" dirty="0">
                          <a:solidFill>
                            <a:srgbClr val="000000">
                              <a:alpha val="100000"/>
                            </a:srgbClr>
                          </a:solidFill>
                          <a:cs typeface="微软雅黑" panose="020B0503020204020204" charset="-122"/>
                        </a:rPr>
                        <a:t>（依赖数据管理组</a:t>
                      </a:r>
                      <a:r>
                        <a:rPr sz="1100" kern="0" spc="0" dirty="0">
                          <a:solidFill>
                            <a:srgbClr val="000000">
                              <a:alpha val="100000"/>
                            </a:srgbClr>
                          </a:solidFill>
                          <a:cs typeface="微软雅黑" panose="020B0503020204020204" charset="-122"/>
                        </a:rPr>
                        <a:t>    </a:t>
                      </a:r>
                      <a:r>
                        <a:rPr sz="1100" kern="0" spc="-50" dirty="0">
                          <a:solidFill>
                            <a:srgbClr val="000000">
                              <a:alpha val="100000"/>
                            </a:srgbClr>
                          </a:solidFill>
                          <a:cs typeface="微软雅黑" panose="020B0503020204020204" charset="-122"/>
                        </a:rPr>
                        <a:t>输入）</a:t>
                      </a:r>
                      <a:endParaRPr lang="en-US" altLang="en-US" sz="11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8E5"/>
                    </a:solidFill>
                  </a:tcPr>
                </a:tc>
              </a:tr>
            </a:tbl>
          </a:graphicData>
        </a:graphic>
      </p:graphicFrame>
      <p:graphicFrame>
        <p:nvGraphicFramePr>
          <p:cNvPr id="5368" name="table 5368"/>
          <p:cNvGraphicFramePr>
            <a:graphicFrameLocks noGrp="1"/>
          </p:cNvGraphicFramePr>
          <p:nvPr>
            <p:custDataLst>
              <p:tags r:id="rId10"/>
            </p:custDataLst>
          </p:nvPr>
        </p:nvGraphicFramePr>
        <p:xfrm>
          <a:off x="4442269" y="2159317"/>
          <a:ext cx="2602864" cy="260350"/>
        </p:xfrm>
        <a:graphic>
          <a:graphicData uri="http://schemas.openxmlformats.org/drawingml/2006/table">
            <a:tbl>
              <a:tblPr/>
              <a:tblGrid>
                <a:gridCol w="2602864"/>
              </a:tblGrid>
              <a:tr h="250825">
                <a:tc>
                  <a:txBody>
                    <a:bodyPr/>
                    <a:lstStyle/>
                    <a:p>
                      <a:pPr algn="l" rtl="0" eaLnBrk="0">
                        <a:lnSpc>
                          <a:spcPct val="117000"/>
                        </a:lnSpc>
                      </a:pPr>
                      <a:endParaRPr lang="en-US" altLang="en-US" sz="400" dirty="0"/>
                    </a:p>
                    <a:p>
                      <a:pPr marL="672465" algn="l" rtl="0" eaLnBrk="0">
                        <a:lnSpc>
                          <a:spcPct val="97000"/>
                        </a:lnSpc>
                        <a:spcBef>
                          <a:spcPts val="5"/>
                        </a:spcBef>
                      </a:pPr>
                      <a:r>
                        <a:rPr sz="1100" kern="0" spc="0" dirty="0">
                          <a:solidFill>
                            <a:srgbClr val="000000">
                              <a:alpha val="100000"/>
                            </a:srgbClr>
                          </a:solidFill>
                          <a:cs typeface="微软雅黑" panose="020B0503020204020204" charset="-122"/>
                        </a:rPr>
                        <a:t>公司指标库持续梳理</a:t>
                      </a:r>
                      <a:endParaRPr lang="en-US" altLang="en-US" sz="11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8E5"/>
                    </a:solidFill>
                  </a:tcPr>
                </a:tc>
              </a:tr>
            </a:tbl>
          </a:graphicData>
        </a:graphic>
      </p:graphicFrame>
      <p:sp>
        <p:nvSpPr>
          <p:cNvPr id="5370" name="textbox 5370"/>
          <p:cNvSpPr/>
          <p:nvPr>
            <p:custDataLst>
              <p:tags r:id="rId11"/>
            </p:custDataLst>
          </p:nvPr>
        </p:nvSpPr>
        <p:spPr>
          <a:xfrm>
            <a:off x="10930127" y="5050535"/>
            <a:ext cx="631190" cy="954405"/>
          </a:xfrm>
          <a:prstGeom prst="rect">
            <a:avLst/>
          </a:prstGeom>
          <a:solidFill>
            <a:schemeClr val="accent1"/>
          </a:solidFill>
        </p:spPr>
        <p:txBody>
          <a:bodyPr vert="horz" wrap="square" lIns="0" tIns="0" rIns="0" bIns="0">
            <a:normAutofit/>
          </a:bodyPr>
          <a:lstStyle/>
          <a:p>
            <a:pPr algn="l" rtl="0" eaLnBrk="0">
              <a:lnSpc>
                <a:spcPct val="103000"/>
              </a:lnSpc>
            </a:pPr>
            <a:endParaRPr lang="en-US" altLang="en-US" sz="500" dirty="0">
              <a:solidFill>
                <a:schemeClr val="tx1"/>
              </a:solidFill>
            </a:endParaRPr>
          </a:p>
          <a:p>
            <a:pPr marL="130810" algn="l" rtl="0" eaLnBrk="0">
              <a:lnSpc>
                <a:spcPct val="66000"/>
              </a:lnSpc>
              <a:spcBef>
                <a:spcPts val="0"/>
              </a:spcBef>
            </a:pPr>
            <a:r>
              <a:rPr sz="1400" kern="0" spc="-10" dirty="0">
                <a:solidFill>
                  <a:schemeClr val="tx1"/>
                </a:solidFill>
                <a:cs typeface="微软雅黑" panose="020B0503020204020204" charset="-122"/>
              </a:rPr>
              <a:t>V1.0</a:t>
            </a:r>
            <a:endParaRPr lang="en-US" altLang="en-US" sz="1400" dirty="0">
              <a:solidFill>
                <a:schemeClr val="tx1"/>
              </a:solidFill>
            </a:endParaRPr>
          </a:p>
          <a:p>
            <a:pPr marL="140970" algn="l" rtl="0" eaLnBrk="0">
              <a:lnSpc>
                <a:spcPts val="2020"/>
              </a:lnSpc>
            </a:pPr>
            <a:r>
              <a:rPr sz="1400" kern="0" spc="-10" dirty="0">
                <a:solidFill>
                  <a:schemeClr val="tx1"/>
                </a:solidFill>
                <a:cs typeface="微软雅黑" panose="020B0503020204020204" charset="-122"/>
              </a:rPr>
              <a:t>管理</a:t>
            </a:r>
            <a:endParaRPr lang="en-US" altLang="en-US" sz="1400" dirty="0">
              <a:solidFill>
                <a:schemeClr val="tx1"/>
              </a:solidFill>
            </a:endParaRPr>
          </a:p>
          <a:p>
            <a:pPr marL="140970" algn="l" rtl="0" eaLnBrk="0">
              <a:lnSpc>
                <a:spcPct val="99000"/>
              </a:lnSpc>
              <a:spcBef>
                <a:spcPts val="15"/>
              </a:spcBef>
            </a:pPr>
            <a:r>
              <a:rPr sz="1400" kern="0" spc="-10" dirty="0">
                <a:solidFill>
                  <a:schemeClr val="tx1"/>
                </a:solidFill>
                <a:cs typeface="微软雅黑" panose="020B0503020204020204" charset="-122"/>
              </a:rPr>
              <a:t>视图</a:t>
            </a:r>
            <a:endParaRPr lang="en-US" altLang="en-US" sz="1400" dirty="0">
              <a:solidFill>
                <a:schemeClr val="tx1"/>
              </a:solidFill>
            </a:endParaRPr>
          </a:p>
          <a:p>
            <a:pPr marL="142875" algn="l" rtl="0" eaLnBrk="0">
              <a:lnSpc>
                <a:spcPts val="1845"/>
              </a:lnSpc>
            </a:pPr>
            <a:r>
              <a:rPr sz="1400" kern="0" spc="-20" dirty="0">
                <a:solidFill>
                  <a:schemeClr val="tx1"/>
                </a:solidFill>
                <a:cs typeface="微软雅黑" panose="020B0503020204020204" charset="-122"/>
              </a:rPr>
              <a:t>上线</a:t>
            </a:r>
            <a:endParaRPr lang="en-US" altLang="en-US" sz="1400" kern="0" spc="-20" dirty="0">
              <a:solidFill>
                <a:schemeClr val="tx1"/>
              </a:solidFill>
              <a:cs typeface="微软雅黑" panose="020B0503020204020204" charset="-122"/>
            </a:endParaRPr>
          </a:p>
        </p:txBody>
      </p:sp>
      <p:sp>
        <p:nvSpPr>
          <p:cNvPr id="5372" name="textbox 5372"/>
          <p:cNvSpPr/>
          <p:nvPr>
            <p:custDataLst>
              <p:tags r:id="rId12"/>
            </p:custDataLst>
          </p:nvPr>
        </p:nvSpPr>
        <p:spPr>
          <a:xfrm>
            <a:off x="986998" y="5263127"/>
            <a:ext cx="1325244" cy="446405"/>
          </a:xfrm>
          <a:prstGeom prst="rect">
            <a:avLst/>
          </a:prstGeom>
        </p:spPr>
        <p:txBody>
          <a:bodyPr vert="horz" wrap="square" lIns="0" tIns="0" rIns="0" bIns="0">
            <a:normAutofit/>
          </a:bodyPr>
          <a:lstStyle/>
          <a:p>
            <a:pPr algn="l" rtl="0" eaLnBrk="0">
              <a:lnSpc>
                <a:spcPct val="70000"/>
              </a:lnSpc>
            </a:pPr>
            <a:endParaRPr lang="en-US" altLang="en-US" sz="100" dirty="0">
              <a:solidFill>
                <a:schemeClr val="dk1"/>
              </a:solidFill>
            </a:endParaRPr>
          </a:p>
          <a:p>
            <a:pPr marL="12700" indent="13335" algn="l" rtl="0" eaLnBrk="0">
              <a:lnSpc>
                <a:spcPct val="99000"/>
              </a:lnSpc>
            </a:pPr>
            <a:r>
              <a:rPr sz="1400" b="1" kern="0" spc="-20" dirty="0">
                <a:solidFill>
                  <a:schemeClr val="dk1"/>
                </a:solidFill>
                <a:cs typeface="微软雅黑" panose="020B0503020204020204" charset="-122"/>
              </a:rPr>
              <a:t>BI:报表、管理驾</a:t>
            </a:r>
            <a:r>
              <a:rPr sz="1400" b="1" kern="0" spc="50" dirty="0">
                <a:solidFill>
                  <a:schemeClr val="dk1"/>
                </a:solidFill>
                <a:cs typeface="微软雅黑" panose="020B0503020204020204" charset="-122"/>
              </a:rPr>
              <a:t> </a:t>
            </a:r>
            <a:r>
              <a:rPr sz="1400" b="1" kern="0" spc="-10" dirty="0">
                <a:solidFill>
                  <a:schemeClr val="dk1"/>
                </a:solidFill>
                <a:cs typeface="微软雅黑" panose="020B0503020204020204" charset="-122"/>
              </a:rPr>
              <a:t>驶舱开发</a:t>
            </a:r>
            <a:endParaRPr lang="en-US" altLang="en-US" sz="1400" b="1" kern="0" spc="-10" dirty="0">
              <a:solidFill>
                <a:schemeClr val="dk1"/>
              </a:solidFill>
              <a:cs typeface="微软雅黑" panose="020B0503020204020204" charset="-122"/>
            </a:endParaRPr>
          </a:p>
        </p:txBody>
      </p:sp>
      <p:sp>
        <p:nvSpPr>
          <p:cNvPr id="5374" name="textbox 5374"/>
          <p:cNvSpPr/>
          <p:nvPr>
            <p:custDataLst>
              <p:tags r:id="rId13"/>
            </p:custDataLst>
          </p:nvPr>
        </p:nvSpPr>
        <p:spPr>
          <a:xfrm>
            <a:off x="9476231" y="5664708"/>
            <a:ext cx="1463675" cy="307975"/>
          </a:xfrm>
          <a:prstGeom prst="rect">
            <a:avLst/>
          </a:prstGeom>
          <a:solidFill>
            <a:schemeClr val="accent1"/>
          </a:solidFill>
        </p:spPr>
        <p:txBody>
          <a:bodyPr vert="horz" wrap="square" lIns="0" tIns="0" rIns="0" bIns="0">
            <a:normAutofit/>
          </a:bodyPr>
          <a:lstStyle/>
          <a:p>
            <a:pPr algn="l" rtl="0" eaLnBrk="0">
              <a:lnSpc>
                <a:spcPct val="120000"/>
              </a:lnSpc>
            </a:pPr>
            <a:endParaRPr lang="en-US" altLang="en-US" sz="400" dirty="0">
              <a:solidFill>
                <a:schemeClr val="tx1"/>
              </a:solidFill>
            </a:endParaRPr>
          </a:p>
          <a:p>
            <a:pPr marL="379095" algn="l" rtl="0" eaLnBrk="0">
              <a:lnSpc>
                <a:spcPct val="97000"/>
              </a:lnSpc>
            </a:pPr>
            <a:r>
              <a:rPr sz="1400" kern="0" spc="-10" dirty="0">
                <a:solidFill>
                  <a:schemeClr val="tx1"/>
                </a:solidFill>
                <a:cs typeface="微软雅黑" panose="020B0503020204020204" charset="-122"/>
              </a:rPr>
              <a:t>视图联通</a:t>
            </a:r>
            <a:endParaRPr lang="en-US" altLang="en-US" sz="1400" kern="0" spc="-10" dirty="0">
              <a:solidFill>
                <a:schemeClr val="tx1"/>
              </a:solidFill>
              <a:cs typeface="微软雅黑" panose="020B0503020204020204" charset="-122"/>
            </a:endParaRPr>
          </a:p>
        </p:txBody>
      </p:sp>
      <p:graphicFrame>
        <p:nvGraphicFramePr>
          <p:cNvPr id="5376" name="table 5376"/>
          <p:cNvGraphicFramePr>
            <a:graphicFrameLocks noGrp="1"/>
          </p:cNvGraphicFramePr>
          <p:nvPr>
            <p:custDataLst>
              <p:tags r:id="rId14"/>
            </p:custDataLst>
          </p:nvPr>
        </p:nvGraphicFramePr>
        <p:xfrm>
          <a:off x="4451413" y="2448877"/>
          <a:ext cx="1665604" cy="269875"/>
        </p:xfrm>
        <a:graphic>
          <a:graphicData uri="http://schemas.openxmlformats.org/drawingml/2006/table">
            <a:tbl>
              <a:tblPr/>
              <a:tblGrid>
                <a:gridCol w="1665604"/>
              </a:tblGrid>
              <a:tr h="260350">
                <a:tc>
                  <a:txBody>
                    <a:bodyPr/>
                    <a:lstStyle/>
                    <a:p>
                      <a:pPr algn="l" rtl="0" eaLnBrk="0">
                        <a:lnSpc>
                          <a:spcPct val="115000"/>
                        </a:lnSpc>
                      </a:pPr>
                      <a:endParaRPr lang="en-US" altLang="en-US" sz="400" dirty="0"/>
                    </a:p>
                    <a:p>
                      <a:pPr marL="91440" algn="l" rtl="0" eaLnBrk="0">
                        <a:lnSpc>
                          <a:spcPct val="95000"/>
                        </a:lnSpc>
                        <a:spcBef>
                          <a:spcPts val="0"/>
                        </a:spcBef>
                      </a:pPr>
                      <a:r>
                        <a:rPr sz="1100" kern="0" spc="0" dirty="0">
                          <a:solidFill>
                            <a:srgbClr val="000000">
                              <a:alpha val="100000"/>
                            </a:srgbClr>
                          </a:solidFill>
                          <a:cs typeface="微软雅黑" panose="020B0503020204020204" charset="-122"/>
                        </a:rPr>
                        <a:t>管理驾驶舱(数据线下化</a:t>
                      </a:r>
                      <a:r>
                        <a:rPr sz="1100" kern="0" spc="-10" dirty="0">
                          <a:solidFill>
                            <a:srgbClr val="000000">
                              <a:alpha val="100000"/>
                            </a:srgbClr>
                          </a:solidFill>
                          <a:cs typeface="微软雅黑" panose="020B0503020204020204" charset="-122"/>
                        </a:rPr>
                        <a:t>)</a:t>
                      </a:r>
                      <a:endParaRPr lang="en-US" altLang="en-US" sz="1100" dirty="0"/>
                    </a:p>
                  </a:txBody>
                  <a:tcPr marL="0" marR="0" marT="0" marB="0" vert="horz">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8E5"/>
                    </a:solidFill>
                  </a:tcPr>
                </a:tc>
              </a:tr>
            </a:tbl>
          </a:graphicData>
        </a:graphic>
      </p:graphicFrame>
      <p:sp>
        <p:nvSpPr>
          <p:cNvPr id="5378" name="textbox 5378"/>
          <p:cNvSpPr/>
          <p:nvPr>
            <p:custDataLst>
              <p:tags r:id="rId15"/>
            </p:custDataLst>
          </p:nvPr>
        </p:nvSpPr>
        <p:spPr>
          <a:xfrm>
            <a:off x="5332475" y="5285232"/>
            <a:ext cx="1454150" cy="307975"/>
          </a:xfrm>
          <a:prstGeom prst="rect">
            <a:avLst/>
          </a:prstGeom>
          <a:solidFill>
            <a:schemeClr val="accent1"/>
          </a:solidFill>
        </p:spPr>
        <p:txBody>
          <a:bodyPr vert="horz" wrap="square" lIns="0" tIns="0" rIns="0" bIns="0">
            <a:normAutofit/>
          </a:bodyPr>
          <a:lstStyle/>
          <a:p>
            <a:pPr algn="l" rtl="0" eaLnBrk="0">
              <a:lnSpc>
                <a:spcPct val="118000"/>
              </a:lnSpc>
            </a:pPr>
            <a:endParaRPr lang="en-US" altLang="en-US" sz="400" dirty="0">
              <a:solidFill>
                <a:schemeClr val="tx1"/>
              </a:solidFill>
            </a:endParaRPr>
          </a:p>
          <a:p>
            <a:pPr marL="374015" algn="l" rtl="0" eaLnBrk="0">
              <a:lnSpc>
                <a:spcPct val="98000"/>
              </a:lnSpc>
              <a:spcBef>
                <a:spcPts val="5"/>
              </a:spcBef>
            </a:pPr>
            <a:r>
              <a:rPr sz="1400" kern="0" spc="-10" dirty="0">
                <a:solidFill>
                  <a:schemeClr val="tx1"/>
                </a:solidFill>
                <a:cs typeface="微软雅黑" panose="020B0503020204020204" charset="-122"/>
              </a:rPr>
              <a:t>需求设计</a:t>
            </a:r>
            <a:endParaRPr lang="en-US" altLang="en-US" sz="1400" kern="0" spc="-10" dirty="0">
              <a:solidFill>
                <a:schemeClr val="tx1"/>
              </a:solidFill>
              <a:cs typeface="微软雅黑" panose="020B0503020204020204" charset="-122"/>
            </a:endParaRPr>
          </a:p>
        </p:txBody>
      </p:sp>
      <p:sp>
        <p:nvSpPr>
          <p:cNvPr id="5380" name="textbox 5380"/>
          <p:cNvSpPr/>
          <p:nvPr>
            <p:custDataLst>
              <p:tags r:id="rId16"/>
            </p:custDataLst>
          </p:nvPr>
        </p:nvSpPr>
        <p:spPr>
          <a:xfrm>
            <a:off x="4175759" y="5285232"/>
            <a:ext cx="1129664" cy="307975"/>
          </a:xfrm>
          <a:prstGeom prst="rect">
            <a:avLst/>
          </a:prstGeom>
          <a:solidFill>
            <a:schemeClr val="accent1"/>
          </a:solidFill>
        </p:spPr>
        <p:txBody>
          <a:bodyPr vert="horz" wrap="square" lIns="0" tIns="0" rIns="0" bIns="0">
            <a:normAutofit/>
          </a:bodyPr>
          <a:lstStyle/>
          <a:p>
            <a:pPr algn="l" rtl="0" eaLnBrk="0">
              <a:lnSpc>
                <a:spcPct val="119000"/>
              </a:lnSpc>
            </a:pPr>
            <a:endParaRPr lang="en-US" altLang="en-US" sz="400" dirty="0">
              <a:solidFill>
                <a:schemeClr val="tx1"/>
              </a:solidFill>
            </a:endParaRPr>
          </a:p>
          <a:p>
            <a:pPr marL="212090" algn="l" rtl="0" eaLnBrk="0">
              <a:lnSpc>
                <a:spcPct val="98000"/>
              </a:lnSpc>
              <a:spcBef>
                <a:spcPts val="5"/>
              </a:spcBef>
            </a:pPr>
            <a:r>
              <a:rPr sz="1400" kern="0" spc="-10" dirty="0">
                <a:solidFill>
                  <a:schemeClr val="tx1"/>
                </a:solidFill>
                <a:cs typeface="微软雅黑" panose="020B0503020204020204" charset="-122"/>
              </a:rPr>
              <a:t>需求调研</a:t>
            </a:r>
            <a:endParaRPr lang="en-US" altLang="en-US" sz="1400" kern="0" spc="-10" dirty="0">
              <a:solidFill>
                <a:schemeClr val="tx1"/>
              </a:solidFill>
              <a:cs typeface="微软雅黑" panose="020B0503020204020204" charset="-122"/>
            </a:endParaRPr>
          </a:p>
        </p:txBody>
      </p:sp>
      <p:sp>
        <p:nvSpPr>
          <p:cNvPr id="5382" name="textbox 5382"/>
          <p:cNvSpPr/>
          <p:nvPr>
            <p:custDataLst>
              <p:tags r:id="rId17"/>
            </p:custDataLst>
          </p:nvPr>
        </p:nvSpPr>
        <p:spPr>
          <a:xfrm>
            <a:off x="3869435" y="3265932"/>
            <a:ext cx="1236344" cy="277495"/>
          </a:xfrm>
          <a:prstGeom prst="rect">
            <a:avLst/>
          </a:prstGeom>
          <a:solidFill>
            <a:schemeClr val="accent5"/>
          </a:solidFill>
        </p:spPr>
        <p:txBody>
          <a:bodyPr vert="horz" wrap="square" lIns="0" tIns="0" rIns="0" bIns="0">
            <a:normAutofit/>
          </a:bodyPr>
          <a:lstStyle/>
          <a:p>
            <a:pPr algn="l" rtl="0" eaLnBrk="0">
              <a:lnSpc>
                <a:spcPct val="112000"/>
              </a:lnSpc>
            </a:pPr>
            <a:endParaRPr lang="en-US" altLang="en-US" sz="400" dirty="0">
              <a:solidFill>
                <a:schemeClr val="tx1"/>
              </a:solidFill>
            </a:endParaRPr>
          </a:p>
          <a:p>
            <a:pPr marL="92710" algn="l" rtl="0" eaLnBrk="0">
              <a:lnSpc>
                <a:spcPct val="97000"/>
              </a:lnSpc>
              <a:spcBef>
                <a:spcPts val="0"/>
              </a:spcBef>
            </a:pPr>
            <a:r>
              <a:rPr sz="1200" kern="0" spc="-10" dirty="0">
                <a:solidFill>
                  <a:schemeClr val="tx1"/>
                </a:solidFill>
                <a:cs typeface="微软雅黑" panose="020B0503020204020204" charset="-122"/>
              </a:rPr>
              <a:t>技术&amp;数据准备</a:t>
            </a:r>
            <a:endParaRPr lang="en-US" altLang="en-US" sz="1200" kern="0" spc="-10" dirty="0">
              <a:solidFill>
                <a:schemeClr val="tx1"/>
              </a:solidFill>
              <a:cs typeface="微软雅黑" panose="020B0503020204020204" charset="-122"/>
            </a:endParaRPr>
          </a:p>
        </p:txBody>
      </p:sp>
      <p:sp>
        <p:nvSpPr>
          <p:cNvPr id="5384" name="textbox 5384"/>
          <p:cNvSpPr/>
          <p:nvPr>
            <p:custDataLst>
              <p:tags r:id="rId18"/>
            </p:custDataLst>
          </p:nvPr>
        </p:nvSpPr>
        <p:spPr>
          <a:xfrm>
            <a:off x="977653" y="2336412"/>
            <a:ext cx="1715135" cy="234315"/>
          </a:xfrm>
          <a:prstGeom prst="rect">
            <a:avLst/>
          </a:prstGeom>
        </p:spPr>
        <p:txBody>
          <a:bodyPr vert="horz" wrap="square" lIns="0" tIns="0" rIns="0" bIns="0">
            <a:normAutofit/>
          </a:bodyPr>
          <a:lstStyle/>
          <a:p>
            <a:pPr algn="l" rtl="0" eaLnBrk="0">
              <a:lnSpc>
                <a:spcPct val="79000"/>
              </a:lnSpc>
            </a:pPr>
            <a:endParaRPr lang="en-US" altLang="en-US" sz="100" dirty="0">
              <a:solidFill>
                <a:schemeClr val="dk1"/>
              </a:solidFill>
            </a:endParaRPr>
          </a:p>
          <a:p>
            <a:pPr marL="12700" algn="l" rtl="0" eaLnBrk="0">
              <a:lnSpc>
                <a:spcPct val="98000"/>
              </a:lnSpc>
            </a:pPr>
            <a:r>
              <a:rPr sz="1400" b="1" kern="0" spc="0" dirty="0">
                <a:solidFill>
                  <a:schemeClr val="dk1"/>
                </a:solidFill>
                <a:cs typeface="微软雅黑" panose="020B0503020204020204" charset="-122"/>
              </a:rPr>
              <a:t>指标梳理 &amp; 数据</a:t>
            </a:r>
            <a:r>
              <a:rPr sz="1400" b="1" kern="0" spc="-10" dirty="0">
                <a:solidFill>
                  <a:schemeClr val="dk1"/>
                </a:solidFill>
                <a:cs typeface="微软雅黑" panose="020B0503020204020204" charset="-122"/>
              </a:rPr>
              <a:t>看板</a:t>
            </a:r>
            <a:endParaRPr lang="en-US" altLang="en-US" sz="1400" b="1" kern="0" spc="-10" dirty="0">
              <a:solidFill>
                <a:schemeClr val="dk1"/>
              </a:solidFill>
              <a:cs typeface="微软雅黑" panose="020B0503020204020204" charset="-122"/>
            </a:endParaRPr>
          </a:p>
        </p:txBody>
      </p:sp>
      <p:sp>
        <p:nvSpPr>
          <p:cNvPr id="5386" name="textbox 5386"/>
          <p:cNvSpPr/>
          <p:nvPr>
            <p:custDataLst>
              <p:tags r:id="rId19"/>
            </p:custDataLst>
          </p:nvPr>
        </p:nvSpPr>
        <p:spPr>
          <a:xfrm>
            <a:off x="6160008" y="3265932"/>
            <a:ext cx="1090294" cy="277495"/>
          </a:xfrm>
          <a:prstGeom prst="rect">
            <a:avLst/>
          </a:prstGeom>
          <a:solidFill>
            <a:schemeClr val="accent5"/>
          </a:solidFill>
        </p:spPr>
        <p:txBody>
          <a:bodyPr vert="horz" wrap="square" lIns="0" tIns="0" rIns="0" bIns="0">
            <a:normAutofit/>
          </a:bodyPr>
          <a:lstStyle/>
          <a:p>
            <a:pPr algn="l" rtl="0" eaLnBrk="0">
              <a:lnSpc>
                <a:spcPct val="112000"/>
              </a:lnSpc>
            </a:pPr>
            <a:endParaRPr lang="en-US" altLang="en-US" sz="400" dirty="0">
              <a:solidFill>
                <a:schemeClr val="tx1"/>
              </a:solidFill>
            </a:endParaRPr>
          </a:p>
          <a:p>
            <a:pPr marL="165735" algn="l" rtl="0" eaLnBrk="0">
              <a:lnSpc>
                <a:spcPct val="97000"/>
              </a:lnSpc>
              <a:spcBef>
                <a:spcPts val="0"/>
              </a:spcBef>
            </a:pPr>
            <a:r>
              <a:rPr sz="1200" kern="0" spc="-10" dirty="0">
                <a:solidFill>
                  <a:schemeClr val="tx1"/>
                </a:solidFill>
                <a:cs typeface="微软雅黑" panose="020B0503020204020204" charset="-122"/>
              </a:rPr>
              <a:t>数据仓应用</a:t>
            </a:r>
            <a:endParaRPr lang="en-US" altLang="en-US" sz="1200" kern="0" spc="-10" dirty="0">
              <a:solidFill>
                <a:schemeClr val="tx1"/>
              </a:solidFill>
              <a:cs typeface="微软雅黑" panose="020B0503020204020204" charset="-122"/>
            </a:endParaRPr>
          </a:p>
        </p:txBody>
      </p:sp>
      <p:sp>
        <p:nvSpPr>
          <p:cNvPr id="5388" name="textbox 5388"/>
          <p:cNvSpPr/>
          <p:nvPr>
            <p:custDataLst>
              <p:tags r:id="rId20"/>
            </p:custDataLst>
          </p:nvPr>
        </p:nvSpPr>
        <p:spPr>
          <a:xfrm>
            <a:off x="5140452" y="3268979"/>
            <a:ext cx="1010919" cy="277495"/>
          </a:xfrm>
          <a:prstGeom prst="rect">
            <a:avLst/>
          </a:prstGeom>
          <a:solidFill>
            <a:schemeClr val="accent5"/>
          </a:solidFill>
        </p:spPr>
        <p:txBody>
          <a:bodyPr vert="horz" wrap="square" lIns="0" tIns="0" rIns="0" bIns="0">
            <a:normAutofit/>
          </a:bodyPr>
          <a:lstStyle/>
          <a:p>
            <a:pPr algn="l" rtl="0" eaLnBrk="0">
              <a:lnSpc>
                <a:spcPct val="113000"/>
              </a:lnSpc>
            </a:pPr>
            <a:endParaRPr lang="en-US" altLang="en-US" sz="400" dirty="0">
              <a:solidFill>
                <a:schemeClr val="tx1"/>
              </a:solidFill>
            </a:endParaRPr>
          </a:p>
          <a:p>
            <a:pPr marL="124460" algn="l" rtl="0" eaLnBrk="0">
              <a:lnSpc>
                <a:spcPct val="97000"/>
              </a:lnSpc>
              <a:spcBef>
                <a:spcPts val="0"/>
              </a:spcBef>
            </a:pPr>
            <a:r>
              <a:rPr sz="1200" kern="0" spc="-10" dirty="0">
                <a:solidFill>
                  <a:schemeClr val="tx1"/>
                </a:solidFill>
                <a:cs typeface="微软雅黑" panose="020B0503020204020204" charset="-122"/>
              </a:rPr>
              <a:t>数据仓搭建</a:t>
            </a:r>
            <a:endParaRPr lang="en-US" altLang="en-US" sz="1200" kern="0" spc="-10" dirty="0">
              <a:solidFill>
                <a:schemeClr val="tx1"/>
              </a:solidFill>
              <a:cs typeface="微软雅黑" panose="020B0503020204020204" charset="-122"/>
            </a:endParaRPr>
          </a:p>
        </p:txBody>
      </p:sp>
      <p:sp>
        <p:nvSpPr>
          <p:cNvPr id="5390" name="textbox 5390"/>
          <p:cNvSpPr/>
          <p:nvPr>
            <p:custDataLst>
              <p:tags r:id="rId21"/>
            </p:custDataLst>
          </p:nvPr>
        </p:nvSpPr>
        <p:spPr>
          <a:xfrm>
            <a:off x="5673852" y="4091940"/>
            <a:ext cx="969644" cy="277495"/>
          </a:xfrm>
          <a:prstGeom prst="rect">
            <a:avLst/>
          </a:prstGeom>
          <a:solidFill>
            <a:schemeClr val="accent2"/>
          </a:solidFill>
        </p:spPr>
        <p:txBody>
          <a:bodyPr vert="horz" wrap="square" lIns="0" tIns="0" rIns="0" bIns="0">
            <a:normAutofit/>
          </a:bodyPr>
          <a:lstStyle/>
          <a:p>
            <a:pPr algn="l" rtl="0" eaLnBrk="0">
              <a:lnSpc>
                <a:spcPct val="114000"/>
              </a:lnSpc>
            </a:pPr>
            <a:endParaRPr lang="en-US" altLang="en-US" sz="400" dirty="0">
              <a:solidFill>
                <a:schemeClr val="tx1"/>
              </a:solidFill>
            </a:endParaRPr>
          </a:p>
          <a:p>
            <a:pPr marL="116205" algn="l" rtl="0" eaLnBrk="0">
              <a:lnSpc>
                <a:spcPct val="97000"/>
              </a:lnSpc>
              <a:spcBef>
                <a:spcPts val="0"/>
              </a:spcBef>
            </a:pPr>
            <a:r>
              <a:rPr sz="1200" kern="0" spc="-10" dirty="0">
                <a:solidFill>
                  <a:schemeClr val="tx1"/>
                </a:solidFill>
                <a:cs typeface="微软雅黑" panose="020B0503020204020204" charset="-122"/>
              </a:rPr>
              <a:t>开发&amp;测试</a:t>
            </a:r>
            <a:endParaRPr lang="en-US" altLang="en-US" sz="1200" kern="0" spc="-10" dirty="0">
              <a:solidFill>
                <a:schemeClr val="tx1"/>
              </a:solidFill>
              <a:cs typeface="微软雅黑" panose="020B0503020204020204" charset="-122"/>
            </a:endParaRPr>
          </a:p>
        </p:txBody>
      </p:sp>
      <p:grpSp>
        <p:nvGrpSpPr>
          <p:cNvPr id="630" name="group 630"/>
          <p:cNvGrpSpPr/>
          <p:nvPr/>
        </p:nvGrpSpPr>
        <p:grpSpPr>
          <a:xfrm rot="21600000">
            <a:off x="4050791" y="1562514"/>
            <a:ext cx="644652" cy="409541"/>
            <a:chOff x="0" y="0"/>
            <a:chExt cx="644652" cy="409541"/>
          </a:xfrm>
        </p:grpSpPr>
        <p:grpSp>
          <p:nvGrpSpPr>
            <p:cNvPr id="632" name="group 632"/>
            <p:cNvGrpSpPr/>
            <p:nvPr/>
          </p:nvGrpSpPr>
          <p:grpSpPr>
            <a:xfrm rot="21600000">
              <a:off x="0" y="0"/>
              <a:ext cx="644652" cy="409541"/>
              <a:chOff x="0" y="0"/>
              <a:chExt cx="644652" cy="409541"/>
            </a:xfrm>
          </p:grpSpPr>
          <p:sp>
            <p:nvSpPr>
              <p:cNvPr id="5392" name="path"/>
              <p:cNvSpPr/>
              <p:nvPr/>
            </p:nvSpPr>
            <p:spPr>
              <a:xfrm>
                <a:off x="0" y="81881"/>
                <a:ext cx="644652" cy="327659"/>
              </a:xfrm>
              <a:custGeom>
                <a:avLst/>
                <a:gdLst/>
                <a:ahLst/>
                <a:cxnLst/>
                <a:rect l="0" t="0" r="0" b="0"/>
                <a:pathLst>
                  <a:path w="1015" h="515">
                    <a:moveTo>
                      <a:pt x="0" y="515"/>
                    </a:moveTo>
                    <a:lnTo>
                      <a:pt x="1015" y="515"/>
                    </a:lnTo>
                    <a:lnTo>
                      <a:pt x="1015" y="0"/>
                    </a:lnTo>
                    <a:lnTo>
                      <a:pt x="0" y="0"/>
                    </a:lnTo>
                    <a:lnTo>
                      <a:pt x="0" y="515"/>
                    </a:lnTo>
                    <a:close/>
                  </a:path>
                </a:pathLst>
              </a:custGeom>
              <a:solidFill>
                <a:schemeClr val="accent6">
                  <a:alpha val="100000"/>
                </a:schemeClr>
              </a:solidFill>
              <a:ln cap="flat">
                <a:noFill/>
                <a:prstDash val="solid"/>
                <a:miter lim="0"/>
              </a:ln>
            </p:spPr>
            <p:txBody>
              <a:bodyPr rtlCol="0"/>
              <a:lstStyle/>
              <a:p>
                <a:pPr algn="ctr"/>
                <a:endParaRPr lang="zh-CN" altLang="en-US"/>
              </a:p>
            </p:txBody>
          </p:sp>
          <p:sp>
            <p:nvSpPr>
              <p:cNvPr id="5394" name="path"/>
              <p:cNvSpPr/>
              <p:nvPr/>
            </p:nvSpPr>
            <p:spPr>
              <a:xfrm>
                <a:off x="261747" y="0"/>
                <a:ext cx="240028" cy="93150"/>
              </a:xfrm>
              <a:custGeom>
                <a:avLst/>
                <a:gdLst/>
                <a:ahLst/>
                <a:cxnLst/>
                <a:rect l="0" t="0" r="0" b="0"/>
                <a:pathLst>
                  <a:path w="377" h="146">
                    <a:moveTo>
                      <a:pt x="372" y="138"/>
                    </a:moveTo>
                    <a:lnTo>
                      <a:pt x="188" y="8"/>
                    </a:lnTo>
                    <a:lnTo>
                      <a:pt x="5" y="138"/>
                    </a:lnTo>
                  </a:path>
                </a:pathLst>
              </a:custGeom>
              <a:noFill/>
              <a:ln w="12700" cap="flat">
                <a:solidFill>
                  <a:srgbClr val="41719C">
                    <a:alpha val="100000"/>
                  </a:srgbClr>
                </a:solidFill>
                <a:prstDash val="solid"/>
                <a:miter lim="1000000"/>
              </a:ln>
            </p:spPr>
            <p:txBody>
              <a:bodyPr rtlCol="0"/>
              <a:lstStyle/>
              <a:p>
                <a:pPr algn="ctr"/>
                <a:endParaRPr lang="zh-CN" altLang="en-US"/>
              </a:p>
            </p:txBody>
          </p:sp>
        </p:grpSp>
        <p:sp>
          <p:nvSpPr>
            <p:cNvPr id="5396" name="textbox 5396"/>
            <p:cNvSpPr/>
            <p:nvPr>
              <p:custDataLst>
                <p:tags r:id="rId22"/>
              </p:custDataLst>
            </p:nvPr>
          </p:nvSpPr>
          <p:spPr>
            <a:xfrm>
              <a:off x="-12700" y="-12700"/>
              <a:ext cx="670559" cy="458469"/>
            </a:xfrm>
            <a:prstGeom prst="rect">
              <a:avLst/>
            </a:prstGeom>
          </p:spPr>
          <p:txBody>
            <a:bodyPr vert="horz" wrap="square" lIns="0" tIns="0" rIns="0" bIns="0">
              <a:normAutofit/>
            </a:bodyPr>
            <a:lstStyle/>
            <a:p>
              <a:pPr algn="l" rtl="0" eaLnBrk="0">
                <a:lnSpc>
                  <a:spcPct val="115000"/>
                </a:lnSpc>
              </a:pPr>
              <a:endParaRPr lang="en-US" altLang="en-US" sz="1000" dirty="0">
                <a:solidFill>
                  <a:schemeClr val="dk1"/>
                </a:solidFill>
              </a:endParaRPr>
            </a:p>
            <a:p>
              <a:pPr marL="107315" algn="l" rtl="0" eaLnBrk="0">
                <a:lnSpc>
                  <a:spcPct val="97000"/>
                </a:lnSpc>
                <a:spcBef>
                  <a:spcPts val="5"/>
                </a:spcBef>
              </a:pPr>
              <a:r>
                <a:rPr sz="1800" kern="0" spc="-10" dirty="0">
                  <a:solidFill>
                    <a:schemeClr val="dk1"/>
                  </a:solidFill>
                  <a:cs typeface="微软雅黑" panose="020B0503020204020204" charset="-122"/>
                </a:rPr>
                <a:t>启动</a:t>
              </a:r>
              <a:endParaRPr lang="en-US" altLang="en-US" sz="1800" kern="0" spc="-10" dirty="0">
                <a:solidFill>
                  <a:schemeClr val="dk1"/>
                </a:solidFill>
                <a:cs typeface="微软雅黑" panose="020B0503020204020204" charset="-122"/>
              </a:endParaRPr>
            </a:p>
          </p:txBody>
        </p:sp>
      </p:grpSp>
      <p:sp>
        <p:nvSpPr>
          <p:cNvPr id="5398" name="textbox 5398"/>
          <p:cNvSpPr/>
          <p:nvPr>
            <p:custDataLst>
              <p:tags r:id="rId23"/>
            </p:custDataLst>
          </p:nvPr>
        </p:nvSpPr>
        <p:spPr>
          <a:xfrm>
            <a:off x="4707635" y="4091940"/>
            <a:ext cx="944880" cy="277495"/>
          </a:xfrm>
          <a:prstGeom prst="rect">
            <a:avLst/>
          </a:prstGeom>
          <a:solidFill>
            <a:schemeClr val="accent2"/>
          </a:solidFill>
        </p:spPr>
        <p:txBody>
          <a:bodyPr vert="horz" wrap="square" lIns="0" tIns="0" rIns="0" bIns="0">
            <a:normAutofit/>
          </a:bodyPr>
          <a:lstStyle/>
          <a:p>
            <a:pPr algn="l" rtl="0" eaLnBrk="0">
              <a:lnSpc>
                <a:spcPct val="114000"/>
              </a:lnSpc>
            </a:pPr>
            <a:endParaRPr lang="en-US" altLang="en-US" sz="400" dirty="0">
              <a:solidFill>
                <a:schemeClr val="tx1"/>
              </a:solidFill>
            </a:endParaRPr>
          </a:p>
          <a:p>
            <a:pPr marL="170815" algn="l" rtl="0" eaLnBrk="0">
              <a:lnSpc>
                <a:spcPct val="97000"/>
              </a:lnSpc>
              <a:spcBef>
                <a:spcPts val="5"/>
              </a:spcBef>
            </a:pPr>
            <a:r>
              <a:rPr sz="1200" kern="0" spc="-10" dirty="0">
                <a:solidFill>
                  <a:schemeClr val="tx1"/>
                </a:solidFill>
                <a:cs typeface="微软雅黑" panose="020B0503020204020204" charset="-122"/>
              </a:rPr>
              <a:t>需求设计</a:t>
            </a:r>
            <a:endParaRPr lang="en-US" altLang="en-US" sz="1200" kern="0" spc="-10" dirty="0">
              <a:solidFill>
                <a:schemeClr val="tx1"/>
              </a:solidFill>
              <a:cs typeface="微软雅黑" panose="020B0503020204020204" charset="-122"/>
            </a:endParaRPr>
          </a:p>
        </p:txBody>
      </p:sp>
      <p:sp>
        <p:nvSpPr>
          <p:cNvPr id="5400" name="textbox 5400"/>
          <p:cNvSpPr/>
          <p:nvPr>
            <p:custDataLst>
              <p:tags r:id="rId24"/>
            </p:custDataLst>
          </p:nvPr>
        </p:nvSpPr>
        <p:spPr>
          <a:xfrm>
            <a:off x="3793235" y="4093464"/>
            <a:ext cx="889000" cy="277495"/>
          </a:xfrm>
          <a:prstGeom prst="rect">
            <a:avLst/>
          </a:prstGeom>
          <a:solidFill>
            <a:schemeClr val="accent2"/>
          </a:solidFill>
        </p:spPr>
        <p:txBody>
          <a:bodyPr vert="horz" wrap="square" lIns="0" tIns="0" rIns="0" bIns="0">
            <a:normAutofit/>
          </a:bodyPr>
          <a:lstStyle/>
          <a:p>
            <a:pPr algn="l" rtl="0" eaLnBrk="0">
              <a:lnSpc>
                <a:spcPct val="113000"/>
              </a:lnSpc>
            </a:pPr>
            <a:endParaRPr lang="en-US" altLang="en-US" sz="400" dirty="0">
              <a:solidFill>
                <a:schemeClr val="tx1"/>
              </a:solidFill>
            </a:endParaRPr>
          </a:p>
          <a:p>
            <a:pPr marL="142875" algn="l" rtl="0" eaLnBrk="0">
              <a:lnSpc>
                <a:spcPct val="98000"/>
              </a:lnSpc>
              <a:spcBef>
                <a:spcPts val="0"/>
              </a:spcBef>
            </a:pPr>
            <a:r>
              <a:rPr sz="1200" kern="0" spc="-10" dirty="0">
                <a:solidFill>
                  <a:schemeClr val="tx1"/>
                </a:solidFill>
                <a:cs typeface="微软雅黑" panose="020B0503020204020204" charset="-122"/>
              </a:rPr>
              <a:t>需求调研</a:t>
            </a:r>
            <a:endParaRPr lang="en-US" altLang="en-US" sz="1200" kern="0" spc="-10" dirty="0">
              <a:solidFill>
                <a:schemeClr val="tx1"/>
              </a:solidFill>
              <a:cs typeface="微软雅黑" panose="020B0503020204020204" charset="-122"/>
            </a:endParaRPr>
          </a:p>
        </p:txBody>
      </p:sp>
      <p:sp>
        <p:nvSpPr>
          <p:cNvPr id="5402" name="textbox 5402"/>
          <p:cNvSpPr/>
          <p:nvPr>
            <p:custDataLst>
              <p:tags r:id="rId25"/>
            </p:custDataLst>
          </p:nvPr>
        </p:nvSpPr>
        <p:spPr>
          <a:xfrm>
            <a:off x="6664452" y="4096511"/>
            <a:ext cx="501650" cy="415290"/>
          </a:xfrm>
          <a:prstGeom prst="rect">
            <a:avLst/>
          </a:prstGeom>
          <a:solidFill>
            <a:schemeClr val="accent2"/>
          </a:solidFill>
        </p:spPr>
        <p:txBody>
          <a:bodyPr vert="horz" wrap="square" lIns="0" tIns="0" rIns="0" bIns="0"/>
          <a:lstStyle/>
          <a:p>
            <a:pPr algn="l" rtl="0" eaLnBrk="0">
              <a:lnSpc>
                <a:spcPct val="121000"/>
              </a:lnSpc>
            </a:pPr>
            <a:endParaRPr lang="en-US" altLang="en-US" sz="400" dirty="0">
              <a:solidFill>
                <a:schemeClr val="tx1"/>
              </a:solidFill>
            </a:endParaRPr>
          </a:p>
          <a:p>
            <a:pPr marL="101600" indent="1270" algn="l" rtl="0" eaLnBrk="0">
              <a:lnSpc>
                <a:spcPct val="98000"/>
              </a:lnSpc>
              <a:spcBef>
                <a:spcPts val="5"/>
              </a:spcBef>
            </a:pPr>
            <a:r>
              <a:rPr sz="1200" kern="0" spc="-10" dirty="0">
                <a:solidFill>
                  <a:schemeClr val="tx1"/>
                </a:solidFill>
                <a:cs typeface="微软雅黑" panose="020B0503020204020204" charset="-122"/>
              </a:rPr>
              <a:t>v1.0</a:t>
            </a:r>
            <a:r>
              <a:rPr sz="1200" kern="0" spc="0" dirty="0">
                <a:solidFill>
                  <a:schemeClr val="tx1"/>
                </a:solidFill>
                <a:cs typeface="微软雅黑" panose="020B0503020204020204" charset="-122"/>
              </a:rPr>
              <a:t>   </a:t>
            </a:r>
            <a:r>
              <a:rPr sz="1200" kern="0" spc="-20" dirty="0">
                <a:solidFill>
                  <a:schemeClr val="tx1"/>
                </a:solidFill>
                <a:cs typeface="微软雅黑" panose="020B0503020204020204" charset="-122"/>
              </a:rPr>
              <a:t>上线</a:t>
            </a:r>
            <a:endParaRPr lang="en-US" altLang="en-US" sz="1200" kern="0" spc="-20" dirty="0">
              <a:solidFill>
                <a:schemeClr val="tx1"/>
              </a:solidFill>
              <a:cs typeface="微软雅黑" panose="020B0503020204020204" charset="-122"/>
            </a:endParaRPr>
          </a:p>
        </p:txBody>
      </p:sp>
      <p:grpSp>
        <p:nvGrpSpPr>
          <p:cNvPr id="634" name="group 634"/>
          <p:cNvGrpSpPr/>
          <p:nvPr/>
        </p:nvGrpSpPr>
        <p:grpSpPr>
          <a:xfrm rot="21600000">
            <a:off x="3259582" y="5338653"/>
            <a:ext cx="1050207" cy="152236"/>
            <a:chOff x="0" y="0"/>
            <a:chExt cx="1050207" cy="152236"/>
          </a:xfrm>
        </p:grpSpPr>
        <p:sp>
          <p:nvSpPr>
            <p:cNvPr id="5404" name="path"/>
            <p:cNvSpPr/>
            <p:nvPr/>
          </p:nvSpPr>
          <p:spPr>
            <a:xfrm>
              <a:off x="6350" y="4490"/>
              <a:ext cx="1039367" cy="143255"/>
            </a:xfrm>
            <a:custGeom>
              <a:avLst/>
              <a:gdLst/>
              <a:ahLst/>
              <a:cxnLst/>
              <a:rect l="0" t="0" r="0" b="0"/>
              <a:pathLst>
                <a:path w="1636" h="225">
                  <a:moveTo>
                    <a:pt x="0" y="56"/>
                  </a:moveTo>
                  <a:lnTo>
                    <a:pt x="1523" y="56"/>
                  </a:lnTo>
                  <a:lnTo>
                    <a:pt x="1523" y="0"/>
                  </a:lnTo>
                  <a:lnTo>
                    <a:pt x="1636" y="112"/>
                  </a:lnTo>
                  <a:lnTo>
                    <a:pt x="1523" y="225"/>
                  </a:lnTo>
                  <a:lnTo>
                    <a:pt x="1523" y="169"/>
                  </a:lnTo>
                  <a:lnTo>
                    <a:pt x="0" y="169"/>
                  </a:lnTo>
                  <a:lnTo>
                    <a:pt x="0" y="56"/>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5406" name="path"/>
            <p:cNvSpPr/>
            <p:nvPr/>
          </p:nvSpPr>
          <p:spPr>
            <a:xfrm>
              <a:off x="0" y="0"/>
              <a:ext cx="1050207" cy="152236"/>
            </a:xfrm>
            <a:custGeom>
              <a:avLst/>
              <a:gdLst/>
              <a:ahLst/>
              <a:cxnLst/>
              <a:rect l="0" t="0" r="0" b="0"/>
              <a:pathLst>
                <a:path w="1653" h="239">
                  <a:moveTo>
                    <a:pt x="10" y="63"/>
                  </a:moveTo>
                  <a:lnTo>
                    <a:pt x="1533" y="63"/>
                  </a:lnTo>
                  <a:lnTo>
                    <a:pt x="1533" y="7"/>
                  </a:lnTo>
                  <a:lnTo>
                    <a:pt x="1646" y="119"/>
                  </a:lnTo>
                  <a:lnTo>
                    <a:pt x="1533" y="232"/>
                  </a:lnTo>
                  <a:lnTo>
                    <a:pt x="1533" y="176"/>
                  </a:lnTo>
                  <a:lnTo>
                    <a:pt x="10" y="176"/>
                  </a:lnTo>
                  <a:lnTo>
                    <a:pt x="10" y="63"/>
                  </a:lnTo>
                  <a:close/>
                </a:path>
              </a:pathLst>
            </a:custGeom>
            <a:noFill/>
            <a:ln w="12700" cap="flat">
              <a:solidFill>
                <a:srgbClr val="5B9BD5">
                  <a:alpha val="100000"/>
                </a:srgbClr>
              </a:solidFill>
              <a:prstDash val="solid"/>
              <a:miter lim="800000"/>
            </a:ln>
          </p:spPr>
          <p:txBody>
            <a:bodyPr rtlCol="0"/>
            <a:lstStyle/>
            <a:p>
              <a:pPr algn="ctr"/>
              <a:endParaRPr lang="zh-CN" altLang="en-US"/>
            </a:p>
          </p:txBody>
        </p:sp>
      </p:grpSp>
      <p:sp>
        <p:nvSpPr>
          <p:cNvPr id="5408" name="path"/>
          <p:cNvSpPr/>
          <p:nvPr/>
        </p:nvSpPr>
        <p:spPr>
          <a:xfrm>
            <a:off x="787906" y="1997836"/>
            <a:ext cx="10646667" cy="12192"/>
          </a:xfrm>
          <a:custGeom>
            <a:avLst/>
            <a:gdLst/>
            <a:ahLst/>
            <a:cxnLst/>
            <a:rect l="0" t="0" r="0" b="0"/>
            <a:pathLst>
              <a:path w="16766" h="19">
                <a:moveTo>
                  <a:pt x="0" y="5"/>
                </a:moveTo>
                <a:lnTo>
                  <a:pt x="16766" y="14"/>
                </a:lnTo>
              </a:path>
            </a:pathLst>
          </a:custGeom>
          <a:noFill/>
          <a:ln w="6350" cap="flat">
            <a:solidFill>
              <a:srgbClr val="5B9BD5">
                <a:alpha val="100000"/>
              </a:srgbClr>
            </a:solidFill>
            <a:prstDash val="solid"/>
            <a:miter lim="800000"/>
          </a:ln>
        </p:spPr>
        <p:txBody>
          <a:bodyPr rtlCol="0"/>
          <a:lstStyle/>
          <a:p>
            <a:pPr algn="ctr"/>
            <a:endParaRPr lang="zh-CN" altLang="en-US"/>
          </a:p>
        </p:txBody>
      </p:sp>
      <p:grpSp>
        <p:nvGrpSpPr>
          <p:cNvPr id="636" name="group 636"/>
          <p:cNvGrpSpPr/>
          <p:nvPr/>
        </p:nvGrpSpPr>
        <p:grpSpPr>
          <a:xfrm rot="21600000">
            <a:off x="3354070" y="4154506"/>
            <a:ext cx="436035" cy="150712"/>
            <a:chOff x="0" y="0"/>
            <a:chExt cx="436035" cy="150712"/>
          </a:xfrm>
        </p:grpSpPr>
        <p:sp>
          <p:nvSpPr>
            <p:cNvPr id="5410" name="path"/>
            <p:cNvSpPr/>
            <p:nvPr/>
          </p:nvSpPr>
          <p:spPr>
            <a:xfrm>
              <a:off x="6350" y="4490"/>
              <a:ext cx="425195" cy="141732"/>
            </a:xfrm>
            <a:custGeom>
              <a:avLst/>
              <a:gdLst/>
              <a:ahLst/>
              <a:cxnLst/>
              <a:rect l="0" t="0" r="0" b="0"/>
              <a:pathLst>
                <a:path w="669" h="223">
                  <a:moveTo>
                    <a:pt x="0" y="55"/>
                  </a:moveTo>
                  <a:lnTo>
                    <a:pt x="557" y="55"/>
                  </a:lnTo>
                  <a:lnTo>
                    <a:pt x="557" y="0"/>
                  </a:lnTo>
                  <a:lnTo>
                    <a:pt x="669" y="111"/>
                  </a:lnTo>
                  <a:lnTo>
                    <a:pt x="557" y="223"/>
                  </a:lnTo>
                  <a:lnTo>
                    <a:pt x="557" y="167"/>
                  </a:lnTo>
                  <a:lnTo>
                    <a:pt x="0" y="167"/>
                  </a:lnTo>
                  <a:lnTo>
                    <a:pt x="0" y="55"/>
                  </a:lnTo>
                  <a:close/>
                </a:path>
              </a:pathLst>
            </a:custGeom>
            <a:solidFill>
              <a:schemeClr val="accent3">
                <a:alpha val="100000"/>
              </a:schemeClr>
            </a:solidFill>
            <a:ln cap="flat">
              <a:noFill/>
              <a:prstDash val="solid"/>
              <a:miter lim="0"/>
            </a:ln>
          </p:spPr>
          <p:txBody>
            <a:bodyPr rtlCol="0"/>
            <a:lstStyle/>
            <a:p>
              <a:pPr algn="ctr"/>
              <a:endParaRPr lang="zh-CN" altLang="en-US"/>
            </a:p>
          </p:txBody>
        </p:sp>
        <p:sp>
          <p:nvSpPr>
            <p:cNvPr id="5412" name="path"/>
            <p:cNvSpPr/>
            <p:nvPr/>
          </p:nvSpPr>
          <p:spPr>
            <a:xfrm>
              <a:off x="0" y="0"/>
              <a:ext cx="436035" cy="150712"/>
            </a:xfrm>
            <a:custGeom>
              <a:avLst/>
              <a:gdLst/>
              <a:ahLst/>
              <a:cxnLst/>
              <a:rect l="0" t="0" r="0" b="0"/>
              <a:pathLst>
                <a:path w="686" h="237">
                  <a:moveTo>
                    <a:pt x="10" y="62"/>
                  </a:moveTo>
                  <a:lnTo>
                    <a:pt x="567" y="62"/>
                  </a:lnTo>
                  <a:lnTo>
                    <a:pt x="567" y="7"/>
                  </a:lnTo>
                  <a:lnTo>
                    <a:pt x="679" y="118"/>
                  </a:lnTo>
                  <a:lnTo>
                    <a:pt x="567" y="230"/>
                  </a:lnTo>
                  <a:lnTo>
                    <a:pt x="567" y="174"/>
                  </a:lnTo>
                  <a:lnTo>
                    <a:pt x="10" y="174"/>
                  </a:lnTo>
                  <a:lnTo>
                    <a:pt x="10" y="62"/>
                  </a:lnTo>
                  <a:close/>
                </a:path>
              </a:pathLst>
            </a:custGeom>
            <a:noFill/>
            <a:ln w="12700" cap="flat">
              <a:solidFill>
                <a:srgbClr val="5B9BD5">
                  <a:alpha val="100000"/>
                </a:srgbClr>
              </a:solidFill>
              <a:prstDash val="solid"/>
              <a:miter lim="800000"/>
            </a:ln>
          </p:spPr>
          <p:txBody>
            <a:bodyPr rtlCol="0"/>
            <a:lstStyle/>
            <a:p>
              <a:pPr algn="ctr"/>
              <a:endParaRPr lang="zh-CN" altLang="en-US"/>
            </a:p>
          </p:txBody>
        </p:sp>
      </p:grpSp>
      <p:sp>
        <p:nvSpPr>
          <p:cNvPr id="5414" name="path"/>
          <p:cNvSpPr/>
          <p:nvPr/>
        </p:nvSpPr>
        <p:spPr>
          <a:xfrm>
            <a:off x="6856538" y="1526208"/>
            <a:ext cx="243713" cy="141635"/>
          </a:xfrm>
          <a:custGeom>
            <a:avLst/>
            <a:gdLst/>
            <a:ahLst/>
            <a:cxnLst/>
            <a:rect l="0" t="0" r="0" b="0"/>
            <a:pathLst>
              <a:path w="383" h="223">
                <a:moveTo>
                  <a:pt x="304" y="3"/>
                </a:moveTo>
                <a:lnTo>
                  <a:pt x="374" y="214"/>
                </a:lnTo>
                <a:lnTo>
                  <a:pt x="191" y="84"/>
                </a:lnTo>
                <a:lnTo>
                  <a:pt x="9" y="214"/>
                </a:lnTo>
                <a:lnTo>
                  <a:pt x="79" y="3"/>
                </a:lnTo>
              </a:path>
            </a:pathLst>
          </a:custGeom>
          <a:noFill/>
          <a:ln w="12700" cap="flat">
            <a:solidFill>
              <a:srgbClr val="41719C">
                <a:alpha val="100000"/>
              </a:srgbClr>
            </a:solidFill>
            <a:prstDash val="solid"/>
            <a:miter lim="1000000"/>
          </a:ln>
        </p:spPr>
        <p:txBody>
          <a:bodyPr rtlCol="0"/>
          <a:lstStyle/>
          <a:p>
            <a:pPr algn="ctr"/>
            <a:endParaRPr lang="zh-CN" altLang="en-US"/>
          </a:p>
        </p:txBody>
      </p:sp>
      <p:sp>
        <p:nvSpPr>
          <p:cNvPr id="5416" name="path"/>
          <p:cNvSpPr/>
          <p:nvPr/>
        </p:nvSpPr>
        <p:spPr>
          <a:xfrm>
            <a:off x="5999600" y="1563790"/>
            <a:ext cx="240043" cy="93393"/>
          </a:xfrm>
          <a:custGeom>
            <a:avLst/>
            <a:gdLst/>
            <a:ahLst/>
            <a:cxnLst/>
            <a:rect l="0" t="0" r="0" b="0"/>
            <a:pathLst>
              <a:path w="378" h="147">
                <a:moveTo>
                  <a:pt x="372" y="138"/>
                </a:moveTo>
                <a:lnTo>
                  <a:pt x="189" y="8"/>
                </a:lnTo>
                <a:lnTo>
                  <a:pt x="5" y="138"/>
                </a:lnTo>
              </a:path>
            </a:pathLst>
          </a:custGeom>
          <a:noFill/>
          <a:ln w="12700" cap="flat">
            <a:solidFill>
              <a:srgbClr val="41719C">
                <a:alpha val="100000"/>
              </a:srgbClr>
            </a:solidFill>
            <a:prstDash val="solid"/>
            <a:miter lim="800000"/>
          </a:ln>
        </p:spPr>
        <p:txBody>
          <a:bodyPr rtlCol="0"/>
          <a:lstStyle/>
          <a:p>
            <a:pPr algn="ctr"/>
            <a:endParaRPr lang="zh-CN" altLang="en-US"/>
          </a:p>
        </p:txBody>
      </p:sp>
      <p:sp>
        <p:nvSpPr>
          <p:cNvPr id="3" name="标题 2"/>
          <p:cNvSpPr>
            <a:spLocks noGrp="1"/>
          </p:cNvSpPr>
          <p:nvPr>
            <p:ph type="title"/>
            <p:custDataLst>
              <p:tags r:id="rId26"/>
            </p:custDataLst>
          </p:nvPr>
        </p:nvSpPr>
        <p:spPr>
          <a:xfrm>
            <a:off x="3264535" y="543515"/>
            <a:ext cx="10800000" cy="720000"/>
          </a:xfrm>
        </p:spPr>
        <p:txBody>
          <a:bodyPr vert="horz" lIns="0" tIns="0" rIns="0" bIns="0" rtlCol="0" anchor="b">
            <a:normAutofit fontScale="90000"/>
          </a:bodyPr>
          <a:lstStyle>
            <a:lvl1pPr>
              <a:defRPr sz="3200"/>
            </a:lvl1pPr>
          </a:lstStyle>
          <a:p>
            <a:pPr lvl="0" algn="l">
              <a:buClrTx/>
              <a:buSzTx/>
              <a:buFontTx/>
            </a:pPr>
            <a:endParaRPr lang="zh-CN" altLang="en-US" dirty="0">
              <a:sym typeface="+mn-ea"/>
            </a:endParaRPr>
          </a:p>
          <a:p>
            <a:pPr lvl="0" algn="l">
              <a:buClrTx/>
              <a:buSzTx/>
              <a:buFontTx/>
            </a:pPr>
            <a:r>
              <a:rPr lang="zh-CN" altLang="en-US" sz="2200" dirty="0">
                <a:sym typeface="+mn-ea"/>
              </a:rPr>
              <a:t>5月                   6月                 7月                    8月                     9月</a:t>
            </a:r>
            <a:endParaRPr lang="zh-CN" altLang="en-US" sz="2200" dirty="0">
              <a:sym typeface="+mn-ea"/>
            </a:endParaRPr>
          </a:p>
        </p:txBody>
      </p:sp>
      <p:sp>
        <p:nvSpPr>
          <p:cNvPr id="2" name="文本框 1"/>
          <p:cNvSpPr txBox="1"/>
          <p:nvPr/>
        </p:nvSpPr>
        <p:spPr>
          <a:xfrm>
            <a:off x="568325" y="128270"/>
            <a:ext cx="6096000" cy="675640"/>
          </a:xfrm>
          <a:prstGeom prst="rect">
            <a:avLst/>
          </a:prstGeom>
          <a:noFill/>
        </p:spPr>
        <p:txBody>
          <a:bodyPr wrap="square" rtlCol="0" anchor="t">
            <a:spAutoFit/>
          </a:bodyPr>
          <a:p>
            <a:pPr lvl="0" algn="l">
              <a:buClrTx/>
              <a:buSzTx/>
              <a:buFontTx/>
            </a:pPr>
            <a:endParaRPr lang="zh-CN" altLang="en-US" dirty="0">
              <a:sym typeface="+mn-ea"/>
            </a:endParaRPr>
          </a:p>
          <a:p>
            <a:pPr lvl="0" algn="l">
              <a:buClrTx/>
              <a:buSzTx/>
              <a:buFontTx/>
            </a:pPr>
            <a:r>
              <a:rPr sz="2000" b="1" kern="0" spc="-150" dirty="0">
                <a:solidFill>
                  <a:schemeClr val="dk1"/>
                </a:solidFill>
                <a:cs typeface="微软雅黑" panose="020B0503020204020204" charset="-122"/>
                <a:sym typeface="+mn-ea"/>
              </a:rPr>
              <a:t>BI项目建议实施路径</a:t>
            </a:r>
            <a:endParaRPr lang="zh-CN" altLang="en-US" sz="2000" b="1" kern="0" spc="-150" dirty="0" smtClean="0">
              <a:solidFill>
                <a:schemeClr val="dk1"/>
              </a:solidFill>
              <a:cs typeface="微软雅黑" panose="020B0503020204020204" charset="-122"/>
              <a:sym typeface="+mn-ea"/>
            </a:endParaRPr>
          </a:p>
        </p:txBody>
      </p:sp>
    </p:spTree>
    <p:custDataLst>
      <p:tags r:id="rId27"/>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8" name="group 638"/>
          <p:cNvGrpSpPr/>
          <p:nvPr/>
        </p:nvGrpSpPr>
        <p:grpSpPr>
          <a:xfrm rot="21600000">
            <a:off x="5730240" y="1822704"/>
            <a:ext cx="4518659" cy="390143"/>
            <a:chOff x="0" y="0"/>
            <a:chExt cx="4518659" cy="390143"/>
          </a:xfrm>
        </p:grpSpPr>
        <p:sp>
          <p:nvSpPr>
            <p:cNvPr id="5418" name="rect"/>
            <p:cNvSpPr/>
            <p:nvPr/>
          </p:nvSpPr>
          <p:spPr>
            <a:xfrm>
              <a:off x="4571" y="0"/>
              <a:ext cx="4514088"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5420" name="textbox 5420"/>
            <p:cNvSpPr/>
            <p:nvPr>
              <p:custDataLst>
                <p:tags r:id="rId1"/>
              </p:custDataLst>
            </p:nvPr>
          </p:nvSpPr>
          <p:spPr>
            <a:xfrm>
              <a:off x="1313183" y="58642"/>
              <a:ext cx="2314575" cy="321309"/>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97000"/>
                </a:lnSpc>
              </a:pPr>
              <a:r>
                <a:rPr sz="2000" kern="0" spc="0" dirty="0">
                  <a:solidFill>
                    <a:schemeClr val="dk1"/>
                  </a:solidFill>
                  <a:cs typeface="微软雅黑" panose="020B0503020204020204" charset="-122"/>
                </a:rPr>
                <a:t>项目进展与工作方法</a:t>
              </a:r>
              <a:endParaRPr lang="en-US" altLang="en-US" sz="2000" kern="0" spc="0" dirty="0">
                <a:solidFill>
                  <a:schemeClr val="dk1"/>
                </a:solidFill>
                <a:cs typeface="微软雅黑" panose="020B0503020204020204" charset="-122"/>
              </a:endParaRPr>
            </a:p>
          </p:txBody>
        </p:sp>
        <p:pic>
          <p:nvPicPr>
            <p:cNvPr id="5422" name="picture 5422"/>
            <p:cNvPicPr>
              <a:picLocks noChangeAspect="1"/>
            </p:cNvPicPr>
            <p:nvPr>
              <p:custDataLst>
                <p:tags r:id="rId2"/>
              </p:custDataLst>
            </p:nvPr>
          </p:nvPicPr>
          <p:blipFill>
            <a:blip r:embed="rId3"/>
            <a:stretch>
              <a:fillRect/>
            </a:stretch>
          </p:blipFill>
          <p:spPr>
            <a:xfrm rot="21600000">
              <a:off x="0" y="0"/>
              <a:ext cx="798576" cy="390143"/>
            </a:xfrm>
            <a:prstGeom prst="rect">
              <a:avLst/>
            </a:prstGeom>
          </p:spPr>
        </p:pic>
      </p:grpSp>
      <p:grpSp>
        <p:nvGrpSpPr>
          <p:cNvPr id="640" name="group 640"/>
          <p:cNvGrpSpPr/>
          <p:nvPr/>
        </p:nvGrpSpPr>
        <p:grpSpPr>
          <a:xfrm rot="21600000">
            <a:off x="5737859" y="5084064"/>
            <a:ext cx="4511040" cy="390144"/>
            <a:chOff x="0" y="0"/>
            <a:chExt cx="4511040" cy="390144"/>
          </a:xfrm>
        </p:grpSpPr>
        <p:sp>
          <p:nvSpPr>
            <p:cNvPr id="5424" name="rect"/>
            <p:cNvSpPr/>
            <p:nvPr/>
          </p:nvSpPr>
          <p:spPr>
            <a:xfrm>
              <a:off x="4572" y="0"/>
              <a:ext cx="4506467" cy="385571"/>
            </a:xfrm>
            <a:prstGeom prst="rect">
              <a:avLst/>
            </a:prstGeom>
            <a:solidFill>
              <a:schemeClr val="accent2">
                <a:alpha val="100000"/>
              </a:schemeClr>
            </a:solidFill>
            <a:ln cap="flat">
              <a:noFill/>
              <a:prstDash val="solid"/>
              <a:miter lim="0"/>
            </a:ln>
          </p:spPr>
          <p:txBody>
            <a:bodyPr rtlCol="0"/>
            <a:lstStyle/>
            <a:p>
              <a:pPr algn="ctr"/>
              <a:endParaRPr lang="zh-CN" altLang="en-US"/>
            </a:p>
          </p:txBody>
        </p:sp>
        <p:sp>
          <p:nvSpPr>
            <p:cNvPr id="5426" name="textbox 5426"/>
            <p:cNvSpPr/>
            <p:nvPr>
              <p:custDataLst>
                <p:tags r:id="rId4"/>
              </p:custDataLst>
            </p:nvPr>
          </p:nvSpPr>
          <p:spPr>
            <a:xfrm>
              <a:off x="1185429" y="60166"/>
              <a:ext cx="2564129"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下一步工作方法和计划</a:t>
              </a:r>
              <a:endParaRPr lang="en-US" altLang="en-US" sz="2000" kern="0" spc="-10" dirty="0">
                <a:solidFill>
                  <a:schemeClr val="dk1"/>
                </a:solidFill>
                <a:cs typeface="微软雅黑" panose="020B0503020204020204" charset="-122"/>
              </a:endParaRPr>
            </a:p>
          </p:txBody>
        </p:sp>
        <p:pic>
          <p:nvPicPr>
            <p:cNvPr id="5428" name="picture 5428"/>
            <p:cNvPicPr>
              <a:picLocks noChangeAspect="1"/>
            </p:cNvPicPr>
            <p:nvPr>
              <p:custDataLst>
                <p:tags r:id="rId5"/>
              </p:custDataLst>
            </p:nvPr>
          </p:nvPicPr>
          <p:blipFill>
            <a:blip r:embed="rId6"/>
            <a:stretch>
              <a:fillRect/>
            </a:stretch>
          </p:blipFill>
          <p:spPr>
            <a:xfrm rot="21600000">
              <a:off x="0" y="0"/>
              <a:ext cx="797052" cy="390144"/>
            </a:xfrm>
            <a:prstGeom prst="rect">
              <a:avLst/>
            </a:prstGeom>
          </p:spPr>
        </p:pic>
      </p:grpSp>
      <p:grpSp>
        <p:nvGrpSpPr>
          <p:cNvPr id="642" name="group 642"/>
          <p:cNvGrpSpPr/>
          <p:nvPr/>
        </p:nvGrpSpPr>
        <p:grpSpPr>
          <a:xfrm rot="21600000">
            <a:off x="5730240" y="4416552"/>
            <a:ext cx="4512564" cy="388620"/>
            <a:chOff x="0" y="0"/>
            <a:chExt cx="4512564" cy="388620"/>
          </a:xfrm>
        </p:grpSpPr>
        <p:sp>
          <p:nvSpPr>
            <p:cNvPr id="5430" name="rect"/>
            <p:cNvSpPr/>
            <p:nvPr/>
          </p:nvSpPr>
          <p:spPr>
            <a:xfrm>
              <a:off x="4571" y="0"/>
              <a:ext cx="4507992" cy="385572"/>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5432" name="textbox 5432"/>
            <p:cNvSpPr/>
            <p:nvPr>
              <p:custDataLst>
                <p:tags r:id="rId7"/>
              </p:custDataLst>
            </p:nvPr>
          </p:nvSpPr>
          <p:spPr>
            <a:xfrm>
              <a:off x="1691900" y="58896"/>
              <a:ext cx="1549400" cy="323215"/>
            </a:xfrm>
            <a:prstGeom prst="rect">
              <a:avLst/>
            </a:prstGeom>
          </p:spPr>
          <p:txBody>
            <a:bodyPr vert="horz" wrap="square" lIns="0" tIns="0" rIns="0" bIns="0"/>
            <a:lstStyle/>
            <a:p>
              <a:pPr algn="l" rtl="0" eaLnBrk="0">
                <a:lnSpc>
                  <a:spcPct val="75000"/>
                </a:lnSpc>
              </a:pPr>
              <a:endParaRPr lang="en-US" altLang="en-US" sz="100" dirty="0">
                <a:solidFill>
                  <a:schemeClr val="dk1"/>
                </a:solidFill>
              </a:endParaRPr>
            </a:p>
            <a:p>
              <a:pPr marL="12700" algn="l" rtl="0" eaLnBrk="0">
                <a:lnSpc>
                  <a:spcPct val="98000"/>
                </a:lnSpc>
              </a:pPr>
              <a:r>
                <a:rPr sz="2000" kern="0" spc="-10" dirty="0">
                  <a:solidFill>
                    <a:schemeClr val="dk1"/>
                  </a:solidFill>
                  <a:cs typeface="微软雅黑" panose="020B0503020204020204" charset="-122"/>
                </a:rPr>
                <a:t>框架体系设计</a:t>
              </a:r>
              <a:endParaRPr lang="en-US" altLang="en-US" sz="2000" kern="0" spc="-10" dirty="0">
                <a:solidFill>
                  <a:schemeClr val="dk1"/>
                </a:solidFill>
                <a:cs typeface="微软雅黑" panose="020B0503020204020204" charset="-122"/>
              </a:endParaRPr>
            </a:p>
          </p:txBody>
        </p:sp>
        <p:pic>
          <p:nvPicPr>
            <p:cNvPr id="5434" name="picture 5434"/>
            <p:cNvPicPr>
              <a:picLocks noChangeAspect="1"/>
            </p:cNvPicPr>
            <p:nvPr>
              <p:custDataLst>
                <p:tags r:id="rId8"/>
              </p:custDataLst>
            </p:nvPr>
          </p:nvPicPr>
          <p:blipFill>
            <a:blip r:embed="rId9"/>
            <a:stretch>
              <a:fillRect/>
            </a:stretch>
          </p:blipFill>
          <p:spPr>
            <a:xfrm rot="21600000">
              <a:off x="0" y="0"/>
              <a:ext cx="797052" cy="388619"/>
            </a:xfrm>
            <a:prstGeom prst="rect">
              <a:avLst/>
            </a:prstGeom>
          </p:spPr>
        </p:pic>
      </p:grpSp>
      <p:grpSp>
        <p:nvGrpSpPr>
          <p:cNvPr id="644" name="group 644"/>
          <p:cNvGrpSpPr/>
          <p:nvPr/>
        </p:nvGrpSpPr>
        <p:grpSpPr>
          <a:xfrm rot="21600000">
            <a:off x="5730240" y="2471928"/>
            <a:ext cx="4512564" cy="388619"/>
            <a:chOff x="0" y="0"/>
            <a:chExt cx="4512564" cy="388619"/>
          </a:xfrm>
        </p:grpSpPr>
        <p:sp>
          <p:nvSpPr>
            <p:cNvPr id="5436" name="rect"/>
            <p:cNvSpPr/>
            <p:nvPr/>
          </p:nvSpPr>
          <p:spPr>
            <a:xfrm>
              <a:off x="4571" y="0"/>
              <a:ext cx="4507992" cy="385571"/>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5438" name="textbox 5438"/>
            <p:cNvSpPr/>
            <p:nvPr>
              <p:custDataLst>
                <p:tags r:id="rId10"/>
              </p:custDataLst>
            </p:nvPr>
          </p:nvSpPr>
          <p:spPr>
            <a:xfrm>
              <a:off x="1309122" y="58261"/>
              <a:ext cx="2312670" cy="322579"/>
            </a:xfrm>
            <a:prstGeom prst="rect">
              <a:avLst/>
            </a:prstGeom>
          </p:spPr>
          <p:txBody>
            <a:bodyPr vert="horz" wrap="square" lIns="0" tIns="0" rIns="0" bIns="0"/>
            <a:lstStyle/>
            <a:p>
              <a:pPr algn="l" rtl="0" eaLnBrk="0">
                <a:lnSpc>
                  <a:spcPct val="90000"/>
                </a:lnSpc>
              </a:pPr>
              <a:endParaRPr lang="en-US" altLang="en-US" sz="100" dirty="0">
                <a:solidFill>
                  <a:schemeClr val="dk1"/>
                </a:solidFill>
              </a:endParaRPr>
            </a:p>
            <a:p>
              <a:pPr marL="12700" algn="l" rtl="0" eaLnBrk="0">
                <a:lnSpc>
                  <a:spcPct val="97000"/>
                </a:lnSpc>
              </a:pPr>
              <a:r>
                <a:rPr sz="2000" kern="0" spc="-10" dirty="0">
                  <a:solidFill>
                    <a:schemeClr val="dk1"/>
                  </a:solidFill>
                  <a:cs typeface="微软雅黑" panose="020B0503020204020204" charset="-122"/>
                </a:rPr>
                <a:t>现状分析及初步建议</a:t>
              </a:r>
              <a:endParaRPr lang="en-US" altLang="en-US" sz="2000" kern="0" spc="-10" dirty="0">
                <a:solidFill>
                  <a:schemeClr val="dk1"/>
                </a:solidFill>
                <a:cs typeface="微软雅黑" panose="020B0503020204020204" charset="-122"/>
              </a:endParaRPr>
            </a:p>
          </p:txBody>
        </p:sp>
        <p:pic>
          <p:nvPicPr>
            <p:cNvPr id="5440" name="picture 5440"/>
            <p:cNvPicPr>
              <a:picLocks noChangeAspect="1"/>
            </p:cNvPicPr>
            <p:nvPr>
              <p:custDataLst>
                <p:tags r:id="rId11"/>
              </p:custDataLst>
            </p:nvPr>
          </p:nvPicPr>
          <p:blipFill>
            <a:blip r:embed="rId12"/>
            <a:stretch>
              <a:fillRect/>
            </a:stretch>
          </p:blipFill>
          <p:spPr>
            <a:xfrm rot="21600000">
              <a:off x="0" y="0"/>
              <a:ext cx="797052" cy="388619"/>
            </a:xfrm>
            <a:prstGeom prst="rect">
              <a:avLst/>
            </a:prstGeom>
          </p:spPr>
        </p:pic>
      </p:grpSp>
      <p:grpSp>
        <p:nvGrpSpPr>
          <p:cNvPr id="646" name="group 646"/>
          <p:cNvGrpSpPr/>
          <p:nvPr/>
        </p:nvGrpSpPr>
        <p:grpSpPr>
          <a:xfrm rot="21600000">
            <a:off x="6527292" y="3764279"/>
            <a:ext cx="3721607" cy="387095"/>
            <a:chOff x="0" y="0"/>
            <a:chExt cx="3721607" cy="387095"/>
          </a:xfrm>
        </p:grpSpPr>
        <p:sp>
          <p:nvSpPr>
            <p:cNvPr id="5442" name="rect"/>
            <p:cNvSpPr/>
            <p:nvPr/>
          </p:nvSpPr>
          <p:spPr>
            <a:xfrm>
              <a:off x="47243" y="0"/>
              <a:ext cx="3674364" cy="387095"/>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5444" name="picture 5444"/>
            <p:cNvPicPr>
              <a:picLocks noChangeAspect="1"/>
            </p:cNvPicPr>
            <p:nvPr>
              <p:custDataLst>
                <p:tags r:id="rId13"/>
              </p:custDataLst>
            </p:nvPr>
          </p:nvPicPr>
          <p:blipFill>
            <a:blip r:embed="rId14"/>
            <a:stretch>
              <a:fillRect/>
            </a:stretch>
          </p:blipFill>
          <p:spPr>
            <a:xfrm rot="21600000">
              <a:off x="0" y="4572"/>
              <a:ext cx="612647" cy="367283"/>
            </a:xfrm>
            <a:prstGeom prst="rect">
              <a:avLst/>
            </a:prstGeom>
          </p:spPr>
        </p:pic>
        <p:sp>
          <p:nvSpPr>
            <p:cNvPr id="5446" name="textbox 5446"/>
            <p:cNvSpPr/>
            <p:nvPr>
              <p:custDataLst>
                <p:tags r:id="rId15"/>
              </p:custDataLst>
            </p:nvPr>
          </p:nvSpPr>
          <p:spPr>
            <a:xfrm>
              <a:off x="1672255" y="48266"/>
              <a:ext cx="834389" cy="25971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840"/>
                </a:lnSpc>
              </a:pPr>
              <a:r>
                <a:rPr sz="1500" kern="0" spc="80" dirty="0">
                  <a:solidFill>
                    <a:schemeClr val="dk1"/>
                  </a:solidFill>
                  <a:cs typeface="微软雅黑" panose="020B0503020204020204" charset="-122"/>
                </a:rPr>
                <a:t>数据治理</a:t>
              </a:r>
              <a:endParaRPr lang="en-US" altLang="en-US" sz="1500" kern="0" spc="80" dirty="0">
                <a:solidFill>
                  <a:schemeClr val="dk1"/>
                </a:solidFill>
                <a:cs typeface="微软雅黑" panose="020B0503020204020204" charset="-122"/>
              </a:endParaRPr>
            </a:p>
          </p:txBody>
        </p:sp>
      </p:grpSp>
      <p:grpSp>
        <p:nvGrpSpPr>
          <p:cNvPr id="648" name="group 648"/>
          <p:cNvGrpSpPr/>
          <p:nvPr/>
        </p:nvGrpSpPr>
        <p:grpSpPr>
          <a:xfrm rot="21600000">
            <a:off x="6534911" y="2923032"/>
            <a:ext cx="3713988" cy="373379"/>
            <a:chOff x="0" y="0"/>
            <a:chExt cx="3713988" cy="373379"/>
          </a:xfrm>
        </p:grpSpPr>
        <p:sp>
          <p:nvSpPr>
            <p:cNvPr id="5448" name="rect"/>
            <p:cNvSpPr/>
            <p:nvPr/>
          </p:nvSpPr>
          <p:spPr>
            <a:xfrm>
              <a:off x="3047" y="0"/>
              <a:ext cx="3710940" cy="373379"/>
            </a:xfrm>
            <a:prstGeom prst="rect">
              <a:avLst/>
            </a:prstGeom>
            <a:solidFill>
              <a:schemeClr val="accent1">
                <a:alpha val="100000"/>
              </a:schemeClr>
            </a:solidFill>
            <a:ln cap="flat">
              <a:noFill/>
              <a:prstDash val="solid"/>
              <a:miter lim="0"/>
            </a:ln>
          </p:spPr>
          <p:txBody>
            <a:bodyPr rtlCol="0"/>
            <a:lstStyle/>
            <a:p>
              <a:pPr algn="ctr"/>
              <a:endParaRPr lang="zh-CN" altLang="en-US"/>
            </a:p>
          </p:txBody>
        </p:sp>
        <p:pic>
          <p:nvPicPr>
            <p:cNvPr id="5450" name="picture 5450"/>
            <p:cNvPicPr>
              <a:picLocks noChangeAspect="1"/>
            </p:cNvPicPr>
            <p:nvPr>
              <p:custDataLst>
                <p:tags r:id="rId16"/>
              </p:custDataLst>
            </p:nvPr>
          </p:nvPicPr>
          <p:blipFill>
            <a:blip r:embed="rId17"/>
            <a:stretch>
              <a:fillRect/>
            </a:stretch>
          </p:blipFill>
          <p:spPr>
            <a:xfrm rot="21600000">
              <a:off x="0" y="3047"/>
              <a:ext cx="612647" cy="368808"/>
            </a:xfrm>
            <a:prstGeom prst="rect">
              <a:avLst/>
            </a:prstGeom>
          </p:spPr>
        </p:pic>
        <p:sp>
          <p:nvSpPr>
            <p:cNvPr id="5452" name="textbox 5452"/>
            <p:cNvSpPr/>
            <p:nvPr>
              <p:custDataLst>
                <p:tags r:id="rId18"/>
              </p:custDataLst>
            </p:nvPr>
          </p:nvSpPr>
          <p:spPr>
            <a:xfrm>
              <a:off x="1829613" y="80730"/>
              <a:ext cx="493394" cy="227329"/>
            </a:xfrm>
            <a:prstGeom prst="rect">
              <a:avLst/>
            </a:prstGeom>
          </p:spPr>
          <p:txBody>
            <a:bodyPr vert="horz" wrap="square" lIns="0" tIns="0" rIns="0" bIns="0"/>
            <a:lstStyle/>
            <a:p>
              <a:pPr algn="l" rtl="0" eaLnBrk="0">
                <a:lnSpc>
                  <a:spcPct val="86000"/>
                </a:lnSpc>
              </a:pPr>
              <a:endParaRPr lang="en-US" altLang="en-US" sz="100" dirty="0">
                <a:solidFill>
                  <a:schemeClr val="dk1"/>
                </a:solidFill>
              </a:endParaRPr>
            </a:p>
            <a:p>
              <a:pPr marL="12700" algn="l" rtl="0" eaLnBrk="0">
                <a:lnSpc>
                  <a:spcPct val="88000"/>
                </a:lnSpc>
              </a:pPr>
              <a:r>
                <a:rPr sz="1500" kern="0" spc="20" dirty="0">
                  <a:solidFill>
                    <a:schemeClr val="dk1"/>
                  </a:solidFill>
                  <a:cs typeface="微软雅黑" panose="020B0503020204020204" charset="-122"/>
                </a:rPr>
                <a:t>PMO</a:t>
              </a:r>
              <a:endParaRPr lang="en-US" altLang="en-US" sz="1500" kern="0" spc="20" dirty="0">
                <a:solidFill>
                  <a:schemeClr val="dk1"/>
                </a:solidFill>
                <a:cs typeface="微软雅黑" panose="020B0503020204020204" charset="-122"/>
              </a:endParaRPr>
            </a:p>
          </p:txBody>
        </p:sp>
      </p:grpSp>
      <p:sp>
        <p:nvSpPr>
          <p:cNvPr id="5454" name="rect"/>
          <p:cNvSpPr/>
          <p:nvPr/>
        </p:nvSpPr>
        <p:spPr>
          <a:xfrm>
            <a:off x="6542531" y="3343655"/>
            <a:ext cx="3710940" cy="373379"/>
          </a:xfrm>
          <a:prstGeom prst="rect">
            <a:avLst/>
          </a:prstGeom>
          <a:solidFill>
            <a:schemeClr val="accent1">
              <a:alpha val="100000"/>
            </a:schemeClr>
          </a:solidFill>
          <a:ln cap="flat">
            <a:noFill/>
            <a:prstDash val="solid"/>
            <a:miter lim="0"/>
          </a:ln>
        </p:spPr>
        <p:txBody>
          <a:bodyPr rtlCol="0"/>
          <a:lstStyle/>
          <a:p>
            <a:pPr algn="ctr"/>
            <a:endParaRPr lang="zh-CN" altLang="en-US"/>
          </a:p>
        </p:txBody>
      </p:sp>
      <p:sp>
        <p:nvSpPr>
          <p:cNvPr id="5456" name="textbox 5456"/>
          <p:cNvSpPr/>
          <p:nvPr>
            <p:custDataLst>
              <p:tags r:id="rId19"/>
            </p:custDataLst>
          </p:nvPr>
        </p:nvSpPr>
        <p:spPr>
          <a:xfrm>
            <a:off x="2369741" y="3210832"/>
            <a:ext cx="1443355" cy="894714"/>
          </a:xfrm>
          <a:prstGeom prst="rect">
            <a:avLst/>
          </a:prstGeom>
        </p:spPr>
        <p:txBody>
          <a:bodyPr vert="horz" wrap="square" lIns="0" tIns="0" rIns="0" bIns="0"/>
          <a:lstStyle/>
          <a:p>
            <a:pPr algn="l" rtl="0" eaLnBrk="0">
              <a:lnSpc>
                <a:spcPct val="77000"/>
              </a:lnSpc>
            </a:pPr>
            <a:endParaRPr lang="en-US" altLang="en-US" sz="100" dirty="0">
              <a:solidFill>
                <a:schemeClr val="dk1"/>
              </a:solidFill>
            </a:endParaRPr>
          </a:p>
          <a:p>
            <a:pPr algn="r" rtl="0" eaLnBrk="0">
              <a:lnSpc>
                <a:spcPct val="93000"/>
              </a:lnSpc>
            </a:pPr>
            <a:r>
              <a:rPr sz="2200" b="1" kern="0" spc="-130" dirty="0">
                <a:solidFill>
                  <a:schemeClr val="dk1"/>
                </a:solidFill>
                <a:cs typeface="Arial" panose="020B0604020202020204"/>
              </a:rPr>
              <a:t>C</a:t>
            </a:r>
            <a:r>
              <a:rPr sz="2200" b="1" kern="0" spc="-120" dirty="0">
                <a:solidFill>
                  <a:schemeClr val="dk1"/>
                </a:solidFill>
                <a:cs typeface="Arial" panose="020B0604020202020204"/>
              </a:rPr>
              <a:t>ONTENT</a:t>
            </a:r>
            <a:r>
              <a:rPr sz="2200" b="1" kern="0" spc="-110" dirty="0">
                <a:solidFill>
                  <a:schemeClr val="dk1"/>
                </a:solidFill>
                <a:cs typeface="Arial" panose="020B0604020202020204"/>
              </a:rPr>
              <a:t>S</a:t>
            </a:r>
            <a:endParaRPr lang="en-US" altLang="en-US" sz="2200" dirty="0">
              <a:solidFill>
                <a:schemeClr val="dk1"/>
              </a:solidFill>
            </a:endParaRPr>
          </a:p>
          <a:p>
            <a:pPr marL="376555" algn="l" rtl="0" eaLnBrk="0">
              <a:lnSpc>
                <a:spcPts val="4395"/>
              </a:lnSpc>
            </a:pPr>
            <a:r>
              <a:rPr sz="3200" kern="0" spc="-150" dirty="0">
                <a:ln w="11625" cap="flat" cmpd="sng">
                  <a:solidFill>
                    <a:srgbClr val="000000">
                      <a:alpha val="100000"/>
                    </a:srgbClr>
                  </a:solidFill>
                  <a:prstDash val="solid"/>
                  <a:miter lim="10"/>
                </a:ln>
                <a:solidFill>
                  <a:schemeClr val="dk1"/>
                </a:solidFill>
                <a:cs typeface="微软雅黑" panose="020B0503020204020204" charset="-122"/>
              </a:rPr>
              <a:t>目录</a:t>
            </a:r>
            <a:endParaRPr lang="en-US" altLang="en-US" sz="3200" kern="0" spc="-150" dirty="0">
              <a:ln w="11625" cap="flat" cmpd="sng">
                <a:solidFill>
                  <a:srgbClr val="000000">
                    <a:alpha val="100000"/>
                  </a:srgbClr>
                </a:solidFill>
                <a:prstDash val="solid"/>
                <a:miter lim="10"/>
              </a:ln>
              <a:solidFill>
                <a:schemeClr val="dk1"/>
              </a:solidFill>
              <a:cs typeface="微软雅黑" panose="020B0503020204020204" charset="-122"/>
            </a:endParaRPr>
          </a:p>
        </p:txBody>
      </p:sp>
      <p:sp>
        <p:nvSpPr>
          <p:cNvPr id="5462" name="path"/>
          <p:cNvSpPr/>
          <p:nvPr/>
        </p:nvSpPr>
        <p:spPr>
          <a:xfrm>
            <a:off x="512056" y="671957"/>
            <a:ext cx="9374775" cy="29972"/>
          </a:xfrm>
          <a:custGeom>
            <a:avLst/>
            <a:gdLst/>
            <a:ahLst/>
            <a:cxnLst/>
            <a:rect l="0" t="0" r="0" b="0"/>
            <a:pathLst>
              <a:path w="14763" h="47">
                <a:moveTo>
                  <a:pt x="0" y="42"/>
                </a:moveTo>
                <a:lnTo>
                  <a:pt x="14763" y="5"/>
                </a:lnTo>
              </a:path>
            </a:pathLst>
          </a:custGeom>
          <a:noFill/>
          <a:ln w="6350" cap="flat">
            <a:solidFill>
              <a:srgbClr val="7F7F7F">
                <a:alpha val="100000"/>
              </a:srgbClr>
            </a:solidFill>
            <a:prstDash val="solid"/>
            <a:miter lim="1000000"/>
          </a:ln>
        </p:spPr>
        <p:txBody>
          <a:bodyPr rtlCol="0"/>
          <a:lstStyle/>
          <a:p>
            <a:pPr algn="ctr"/>
            <a:endParaRPr lang="zh-CN" altLang="en-US"/>
          </a:p>
        </p:txBody>
      </p:sp>
      <p:grpSp>
        <p:nvGrpSpPr>
          <p:cNvPr id="650" name="group 650"/>
          <p:cNvGrpSpPr/>
          <p:nvPr/>
        </p:nvGrpSpPr>
        <p:grpSpPr>
          <a:xfrm rot="21600000">
            <a:off x="6537959" y="3348228"/>
            <a:ext cx="612647" cy="367283"/>
            <a:chOff x="0" y="0"/>
            <a:chExt cx="612647" cy="367283"/>
          </a:xfrm>
        </p:grpSpPr>
        <p:pic>
          <p:nvPicPr>
            <p:cNvPr id="5464" name="picture 5464"/>
            <p:cNvPicPr>
              <a:picLocks noChangeAspect="1"/>
            </p:cNvPicPr>
            <p:nvPr>
              <p:custDataLst>
                <p:tags r:id="rId20"/>
              </p:custDataLst>
            </p:nvPr>
          </p:nvPicPr>
          <p:blipFill>
            <a:blip r:embed="rId21"/>
            <a:stretch>
              <a:fillRect/>
            </a:stretch>
          </p:blipFill>
          <p:spPr>
            <a:xfrm rot="21600000">
              <a:off x="0" y="0"/>
              <a:ext cx="612647" cy="367283"/>
            </a:xfrm>
            <a:prstGeom prst="rect">
              <a:avLst/>
            </a:prstGeom>
          </p:spPr>
        </p:pic>
        <p:sp>
          <p:nvSpPr>
            <p:cNvPr id="5466" name="textbox 5466"/>
            <p:cNvSpPr/>
            <p:nvPr>
              <p:custDataLst>
                <p:tags r:id="rId22"/>
              </p:custDataLst>
            </p:nvPr>
          </p:nvSpPr>
          <p:spPr>
            <a:xfrm>
              <a:off x="-12700" y="-12700"/>
              <a:ext cx="638175" cy="436244"/>
            </a:xfrm>
            <a:prstGeom prst="rect">
              <a:avLst/>
            </a:prstGeom>
          </p:spPr>
          <p:txBody>
            <a:bodyPr vert="horz" wrap="square" lIns="0" tIns="0" rIns="0" bIns="0">
              <a:normAutofit/>
            </a:bodyPr>
            <a:lstStyle/>
            <a:p>
              <a:pPr algn="l" rtl="0" eaLnBrk="0">
                <a:lnSpc>
                  <a:spcPct val="100000"/>
                </a:lnSpc>
              </a:pPr>
              <a:endParaRPr lang="en-US" altLang="en-US" sz="700" dirty="0">
                <a:solidFill>
                  <a:schemeClr val="lt1"/>
                </a:solidFill>
              </a:endParaRPr>
            </a:p>
            <a:p>
              <a:pPr marL="154940" algn="l" rtl="0" eaLnBrk="0">
                <a:lnSpc>
                  <a:spcPct val="88000"/>
                </a:lnSpc>
                <a:spcBef>
                  <a:spcPts val="0"/>
                </a:spcBef>
              </a:pPr>
              <a:r>
                <a:rPr sz="1500" kern="0" spc="10" dirty="0">
                  <a:solidFill>
                    <a:schemeClr val="lt1"/>
                  </a:solidFill>
                  <a:cs typeface="微软雅黑" panose="020B0503020204020204" charset="-122"/>
                </a:rPr>
                <a:t>2.2</a:t>
              </a:r>
              <a:endParaRPr lang="en-US" altLang="en-US" sz="1500" kern="0" spc="10" dirty="0">
                <a:solidFill>
                  <a:schemeClr val="lt1"/>
                </a:solidFill>
                <a:cs typeface="微软雅黑" panose="020B0503020204020204" charset="-122"/>
              </a:endParaRPr>
            </a:p>
          </p:txBody>
        </p:sp>
      </p:grpSp>
      <p:sp>
        <p:nvSpPr>
          <p:cNvPr id="5468" name="path"/>
          <p:cNvSpPr/>
          <p:nvPr/>
        </p:nvSpPr>
        <p:spPr>
          <a:xfrm>
            <a:off x="4646421" y="1033271"/>
            <a:ext cx="12700" cy="5220005"/>
          </a:xfrm>
          <a:custGeom>
            <a:avLst/>
            <a:gdLst/>
            <a:ahLst/>
            <a:cxnLst/>
            <a:rect l="0" t="0" r="0" b="0"/>
            <a:pathLst>
              <a:path w="20" h="8220">
                <a:moveTo>
                  <a:pt x="10" y="0"/>
                </a:moveTo>
                <a:lnTo>
                  <a:pt x="10" y="8220"/>
                </a:lnTo>
              </a:path>
            </a:pathLst>
          </a:custGeom>
          <a:noFill/>
          <a:ln w="12700" cap="flat">
            <a:solidFill>
              <a:srgbClr val="000000">
                <a:alpha val="100000"/>
              </a:srgbClr>
            </a:solidFill>
            <a:prstDash val="solid"/>
            <a:miter lim="1000000"/>
          </a:ln>
        </p:spPr>
        <p:txBody>
          <a:bodyPr rtlCol="0"/>
          <a:lstStyle/>
          <a:p>
            <a:pPr algn="ctr"/>
            <a:endParaRPr lang="zh-CN" altLang="en-US"/>
          </a:p>
        </p:txBody>
      </p:sp>
      <p:sp>
        <p:nvSpPr>
          <p:cNvPr id="5470" name="textbox 5470"/>
          <p:cNvSpPr/>
          <p:nvPr>
            <p:custDataLst>
              <p:tags r:id="rId23"/>
            </p:custDataLst>
          </p:nvPr>
        </p:nvSpPr>
        <p:spPr>
          <a:xfrm>
            <a:off x="8402245" y="3436546"/>
            <a:ext cx="415290" cy="224790"/>
          </a:xfrm>
          <a:prstGeom prst="rect">
            <a:avLst/>
          </a:prstGeom>
        </p:spPr>
        <p:txBody>
          <a:bodyPr vert="horz" wrap="square" lIns="0" tIns="0" rIns="0" bIns="0"/>
          <a:lstStyle/>
          <a:p>
            <a:pPr algn="l" rtl="0" eaLnBrk="0">
              <a:lnSpc>
                <a:spcPct val="84000"/>
              </a:lnSpc>
            </a:pPr>
            <a:endParaRPr lang="en-US" altLang="en-US" sz="100" dirty="0">
              <a:solidFill>
                <a:schemeClr val="dk1"/>
              </a:solidFill>
            </a:endParaRPr>
          </a:p>
          <a:p>
            <a:pPr marL="12700" algn="l" rtl="0" eaLnBrk="0">
              <a:lnSpc>
                <a:spcPct val="87000"/>
              </a:lnSpc>
            </a:pPr>
            <a:r>
              <a:rPr sz="1500" kern="0" spc="-20" dirty="0">
                <a:solidFill>
                  <a:schemeClr val="dk1"/>
                </a:solidFill>
                <a:cs typeface="微软雅黑" panose="020B0503020204020204" charset="-122"/>
              </a:rPr>
              <a:t>BTIT</a:t>
            </a:r>
            <a:endParaRPr lang="en-US" altLang="en-US" sz="1500" kern="0" spc="-20" dirty="0">
              <a:solidFill>
                <a:schemeClr val="dk1"/>
              </a:solidFill>
              <a:cs typeface="微软雅黑" panose="020B0503020204020204" charset="-122"/>
            </a:endParaRPr>
          </a:p>
        </p:txBody>
      </p:sp>
      <p:sp>
        <p:nvSpPr>
          <p:cNvPr id="5472" name="textbox 5472"/>
          <p:cNvSpPr/>
          <p:nvPr>
            <p:custDataLst>
              <p:tags r:id="rId24"/>
            </p:custDataLst>
          </p:nvPr>
        </p:nvSpPr>
        <p:spPr>
          <a:xfrm>
            <a:off x="5965867" y="5129047"/>
            <a:ext cx="221615" cy="360679"/>
          </a:xfrm>
          <a:prstGeom prst="rect">
            <a:avLst/>
          </a:prstGeom>
        </p:spPr>
        <p:txBody>
          <a:bodyPr vert="horz" wrap="square" lIns="0" tIns="0" rIns="0" bIns="0"/>
          <a:lstStyle/>
          <a:p>
            <a:pPr algn="l" rtl="0" eaLnBrk="0">
              <a:lnSpc>
                <a:spcPct val="73000"/>
              </a:lnSpc>
            </a:pPr>
            <a:endParaRPr lang="en-US" altLang="en-US" sz="100" dirty="0">
              <a:solidFill>
                <a:schemeClr val="lt1"/>
              </a:solidFill>
            </a:endParaRPr>
          </a:p>
          <a:p>
            <a:pPr marL="12700" algn="l" rtl="0" eaLnBrk="0">
              <a:lnSpc>
                <a:spcPct val="85000"/>
              </a:lnSpc>
            </a:pPr>
            <a:r>
              <a:rPr sz="2600" kern="0" spc="0" dirty="0">
                <a:solidFill>
                  <a:schemeClr val="lt1"/>
                </a:solidFill>
                <a:cs typeface="微软雅黑" panose="020B0503020204020204" charset="-122"/>
              </a:rPr>
              <a:t>4</a:t>
            </a:r>
            <a:endParaRPr lang="en-US" altLang="en-US" sz="2600" kern="0" spc="0" dirty="0">
              <a:solidFill>
                <a:schemeClr val="lt1"/>
              </a:solidFill>
              <a:cs typeface="微软雅黑" panose="020B0503020204020204" charset="-122"/>
            </a:endParaRPr>
          </a:p>
        </p:txBody>
      </p:sp>
      <p:sp>
        <p:nvSpPr>
          <p:cNvPr id="5474" name="textbox 5474"/>
          <p:cNvSpPr/>
          <p:nvPr>
            <p:custDataLst>
              <p:tags r:id="rId25"/>
            </p:custDataLst>
          </p:nvPr>
        </p:nvSpPr>
        <p:spPr>
          <a:xfrm>
            <a:off x="5975541" y="2510838"/>
            <a:ext cx="204470" cy="365125"/>
          </a:xfrm>
          <a:prstGeom prst="rect">
            <a:avLst/>
          </a:prstGeom>
        </p:spPr>
        <p:txBody>
          <a:bodyPr vert="horz" wrap="square" lIns="0" tIns="0" rIns="0" bIns="0"/>
          <a:lstStyle/>
          <a:p>
            <a:pPr algn="l" rtl="0" eaLnBrk="0">
              <a:lnSpc>
                <a:spcPct val="75000"/>
              </a:lnSpc>
            </a:pPr>
            <a:endParaRPr lang="en-US" altLang="en-US" sz="100" dirty="0">
              <a:solidFill>
                <a:schemeClr val="lt1"/>
              </a:solidFill>
            </a:endParaRPr>
          </a:p>
          <a:p>
            <a:pPr algn="r" rtl="0" eaLnBrk="0">
              <a:lnSpc>
                <a:spcPct val="86000"/>
              </a:lnSpc>
            </a:pPr>
            <a:r>
              <a:rPr sz="2600" kern="0" spc="-130" dirty="0">
                <a:solidFill>
                  <a:schemeClr val="lt1"/>
                </a:solidFill>
                <a:cs typeface="微软雅黑" panose="020B0503020204020204" charset="-122"/>
              </a:rPr>
              <a:t>2</a:t>
            </a:r>
            <a:endParaRPr lang="en-US" altLang="en-US" sz="2600" kern="0" spc="-130" dirty="0">
              <a:solidFill>
                <a:schemeClr val="lt1"/>
              </a:solidFill>
              <a:cs typeface="微软雅黑" panose="020B0503020204020204" charset="-122"/>
            </a:endParaRPr>
          </a:p>
        </p:txBody>
      </p:sp>
      <p:sp>
        <p:nvSpPr>
          <p:cNvPr id="5476" name="textbox 5476"/>
          <p:cNvSpPr/>
          <p:nvPr>
            <p:custDataLst>
              <p:tags r:id="rId26"/>
            </p:custDataLst>
          </p:nvPr>
        </p:nvSpPr>
        <p:spPr>
          <a:xfrm>
            <a:off x="5979623" y="4455863"/>
            <a:ext cx="200660" cy="362584"/>
          </a:xfrm>
          <a:prstGeom prst="rect">
            <a:avLst/>
          </a:prstGeom>
        </p:spPr>
        <p:txBody>
          <a:bodyPr vert="horz" wrap="square" lIns="0" tIns="0" rIns="0" bIns="0"/>
          <a:lstStyle/>
          <a:p>
            <a:pPr algn="l" rtl="0" eaLnBrk="0">
              <a:lnSpc>
                <a:spcPct val="92000"/>
              </a:lnSpc>
            </a:pPr>
            <a:endParaRPr lang="en-US" altLang="en-US" sz="100" dirty="0">
              <a:solidFill>
                <a:schemeClr val="lt1"/>
              </a:solidFill>
            </a:endParaRPr>
          </a:p>
          <a:p>
            <a:pPr algn="r" rtl="0" eaLnBrk="0">
              <a:lnSpc>
                <a:spcPct val="88000"/>
              </a:lnSpc>
            </a:pPr>
            <a:r>
              <a:rPr sz="2500" kern="0" spc="-100" dirty="0">
                <a:solidFill>
                  <a:schemeClr val="lt1"/>
                </a:solidFill>
                <a:cs typeface="微软雅黑" panose="020B0503020204020204" charset="-122"/>
              </a:rPr>
              <a:t>3</a:t>
            </a:r>
            <a:endParaRPr lang="en-US" altLang="en-US" sz="2500" kern="0" spc="-100" dirty="0">
              <a:solidFill>
                <a:schemeClr val="lt1"/>
              </a:solidFill>
              <a:cs typeface="微软雅黑" panose="020B0503020204020204" charset="-122"/>
            </a:endParaRPr>
          </a:p>
        </p:txBody>
      </p:sp>
      <p:sp>
        <p:nvSpPr>
          <p:cNvPr id="5478" name="textbox 5478"/>
          <p:cNvSpPr/>
          <p:nvPr>
            <p:custDataLst>
              <p:tags r:id="rId27"/>
            </p:custDataLst>
          </p:nvPr>
        </p:nvSpPr>
        <p:spPr>
          <a:xfrm>
            <a:off x="6667825" y="3007524"/>
            <a:ext cx="300354" cy="227965"/>
          </a:xfrm>
          <a:prstGeom prst="rect">
            <a:avLst/>
          </a:prstGeom>
        </p:spPr>
        <p:txBody>
          <a:bodyPr vert="horz" wrap="square" lIns="0" tIns="0" rIns="0" bIns="0"/>
          <a:lstStyle/>
          <a:p>
            <a:pPr algn="l" rtl="0" eaLnBrk="0">
              <a:lnSpc>
                <a:spcPct val="77000"/>
              </a:lnSpc>
            </a:pPr>
            <a:endParaRPr lang="en-US" altLang="en-US" sz="100" dirty="0">
              <a:solidFill>
                <a:schemeClr val="lt1"/>
              </a:solidFill>
            </a:endParaRPr>
          </a:p>
          <a:p>
            <a:pPr marL="12700" algn="l" rtl="0" eaLnBrk="0">
              <a:lnSpc>
                <a:spcPct val="89000"/>
              </a:lnSpc>
            </a:pPr>
            <a:r>
              <a:rPr sz="1500" kern="0" spc="10" dirty="0">
                <a:solidFill>
                  <a:schemeClr val="lt1"/>
                </a:solidFill>
                <a:cs typeface="微软雅黑" panose="020B0503020204020204" charset="-122"/>
              </a:rPr>
              <a:t>2.1</a:t>
            </a:r>
            <a:endParaRPr lang="en-US" altLang="en-US" sz="1500" kern="0" spc="10" dirty="0">
              <a:solidFill>
                <a:schemeClr val="lt1"/>
              </a:solidFill>
              <a:cs typeface="微软雅黑" panose="020B0503020204020204" charset="-122"/>
            </a:endParaRPr>
          </a:p>
        </p:txBody>
      </p:sp>
      <p:sp>
        <p:nvSpPr>
          <p:cNvPr id="5480" name="textbox 5480"/>
          <p:cNvSpPr/>
          <p:nvPr>
            <p:custDataLst>
              <p:tags r:id="rId28"/>
            </p:custDataLst>
          </p:nvPr>
        </p:nvSpPr>
        <p:spPr>
          <a:xfrm>
            <a:off x="5991740" y="1860642"/>
            <a:ext cx="188595" cy="360679"/>
          </a:xfrm>
          <a:prstGeom prst="rect">
            <a:avLst/>
          </a:prstGeom>
        </p:spPr>
        <p:txBody>
          <a:bodyPr vert="horz" wrap="square" lIns="0" tIns="0" rIns="0" bIns="0"/>
          <a:lstStyle/>
          <a:p>
            <a:pPr algn="l" rtl="0" eaLnBrk="0">
              <a:lnSpc>
                <a:spcPct val="72000"/>
              </a:lnSpc>
            </a:pPr>
            <a:endParaRPr lang="en-US" altLang="en-US" sz="100" dirty="0">
              <a:solidFill>
                <a:schemeClr val="lt1"/>
              </a:solidFill>
            </a:endParaRPr>
          </a:p>
          <a:p>
            <a:pPr algn="r" rtl="0" eaLnBrk="0">
              <a:lnSpc>
                <a:spcPct val="92000"/>
              </a:lnSpc>
            </a:pPr>
            <a:r>
              <a:rPr sz="2400" kern="0" spc="-140" dirty="0">
                <a:solidFill>
                  <a:schemeClr val="lt1"/>
                </a:solidFill>
                <a:cs typeface="微软雅黑" panose="020B0503020204020204" charset="-122"/>
              </a:rPr>
              <a:t>1</a:t>
            </a:r>
            <a:endParaRPr lang="en-US" altLang="en-US" sz="2400" kern="0" spc="-140" dirty="0">
              <a:solidFill>
                <a:schemeClr val="lt1"/>
              </a:solidFill>
              <a:cs typeface="微软雅黑" panose="020B0503020204020204" charset="-122"/>
            </a:endParaRPr>
          </a:p>
        </p:txBody>
      </p:sp>
      <p:sp>
        <p:nvSpPr>
          <p:cNvPr id="5482" name="textbox 5482"/>
          <p:cNvSpPr/>
          <p:nvPr>
            <p:custDataLst>
              <p:tags r:id="rId29"/>
            </p:custDataLst>
          </p:nvPr>
        </p:nvSpPr>
        <p:spPr>
          <a:xfrm>
            <a:off x="6701463" y="3844331"/>
            <a:ext cx="267970" cy="205104"/>
          </a:xfrm>
          <a:prstGeom prst="rect">
            <a:avLst/>
          </a:prstGeom>
        </p:spPr>
        <p:txBody>
          <a:bodyPr vert="horz" wrap="square" lIns="0" tIns="0" rIns="0" bIns="0"/>
          <a:lstStyle/>
          <a:p>
            <a:pPr algn="l" rtl="0" eaLnBrk="0">
              <a:lnSpc>
                <a:spcPct val="86000"/>
              </a:lnSpc>
            </a:pPr>
            <a:endParaRPr lang="en-US" altLang="en-US" sz="100" dirty="0">
              <a:solidFill>
                <a:schemeClr val="lt1"/>
              </a:solidFill>
            </a:endParaRPr>
          </a:p>
          <a:p>
            <a:pPr marL="12700" algn="l" rtl="0" eaLnBrk="0">
              <a:lnSpc>
                <a:spcPct val="84000"/>
              </a:lnSpc>
            </a:pPr>
            <a:r>
              <a:rPr sz="1400" kern="0" spc="-40" dirty="0">
                <a:solidFill>
                  <a:schemeClr val="lt1"/>
                </a:solidFill>
                <a:cs typeface="微软雅黑" panose="020B0503020204020204" charset="-122"/>
              </a:rPr>
              <a:t>2.3</a:t>
            </a:r>
            <a:endParaRPr lang="en-US" altLang="en-US" sz="1400" kern="0" spc="-40" dirty="0">
              <a:solidFill>
                <a:schemeClr val="lt1"/>
              </a:solidFill>
              <a:cs typeface="微软雅黑" panose="020B0503020204020204" charset="-122"/>
            </a:endParaRPr>
          </a:p>
        </p:txBody>
      </p:sp>
    </p:spTree>
    <p:custDataLst>
      <p:tags r:id="rId30"/>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84" name="picture 5484"/>
          <p:cNvPicPr>
            <a:picLocks noChangeAspect="1"/>
          </p:cNvPicPr>
          <p:nvPr>
            <p:custDataLst>
              <p:tags r:id="rId1"/>
            </p:custDataLst>
          </p:nvPr>
        </p:nvPicPr>
        <p:blipFill>
          <a:blip r:embed="rId2"/>
          <a:stretch>
            <a:fillRect/>
          </a:stretch>
        </p:blipFill>
        <p:spPr>
          <a:xfrm rot="21600000">
            <a:off x="978408" y="3418332"/>
            <a:ext cx="9259823" cy="2784347"/>
          </a:xfrm>
          <a:prstGeom prst="rect">
            <a:avLst/>
          </a:prstGeom>
        </p:spPr>
      </p:pic>
      <p:sp>
        <p:nvSpPr>
          <p:cNvPr id="5486" name="textbox 5486"/>
          <p:cNvSpPr/>
          <p:nvPr>
            <p:custDataLst>
              <p:tags r:id="rId3"/>
            </p:custDataLst>
          </p:nvPr>
        </p:nvSpPr>
        <p:spPr>
          <a:xfrm>
            <a:off x="4461103" y="913155"/>
            <a:ext cx="111760" cy="179070"/>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ct val="84000"/>
              </a:lnSpc>
            </a:pPr>
            <a:r>
              <a:rPr sz="1200" b="1" kern="0" spc="-10" dirty="0">
                <a:solidFill>
                  <a:schemeClr val="dk1"/>
                </a:solidFill>
                <a:cs typeface="微软雅黑" panose="020B0503020204020204" charset="-122"/>
              </a:rPr>
              <a:t>6</a:t>
            </a:r>
            <a:endParaRPr lang="en-US" altLang="en-US" sz="1200" b="1" kern="0" spc="-10" dirty="0">
              <a:solidFill>
                <a:schemeClr val="dk1"/>
              </a:solidFill>
              <a:cs typeface="微软雅黑" panose="020B0503020204020204" charset="-122"/>
            </a:endParaRPr>
          </a:p>
        </p:txBody>
      </p:sp>
      <p:pic>
        <p:nvPicPr>
          <p:cNvPr id="5488" name="picture 5488"/>
          <p:cNvPicPr>
            <a:picLocks noChangeAspect="1"/>
          </p:cNvPicPr>
          <p:nvPr>
            <p:custDataLst>
              <p:tags r:id="rId4"/>
            </p:custDataLst>
          </p:nvPr>
        </p:nvPicPr>
        <p:blipFill>
          <a:blip r:embed="rId5"/>
          <a:stretch>
            <a:fillRect/>
          </a:stretch>
        </p:blipFill>
        <p:spPr>
          <a:xfrm rot="21600000">
            <a:off x="6603492" y="1889759"/>
            <a:ext cx="1755647" cy="76200"/>
          </a:xfrm>
          <a:prstGeom prst="rect">
            <a:avLst/>
          </a:prstGeom>
        </p:spPr>
      </p:pic>
      <p:sp>
        <p:nvSpPr>
          <p:cNvPr id="5490" name="path"/>
          <p:cNvSpPr/>
          <p:nvPr/>
        </p:nvSpPr>
        <p:spPr>
          <a:xfrm>
            <a:off x="4596383" y="1368552"/>
            <a:ext cx="2036064" cy="672084"/>
          </a:xfrm>
          <a:custGeom>
            <a:avLst/>
            <a:gdLst/>
            <a:ahLst/>
            <a:cxnLst/>
            <a:rect l="0" t="0" r="0" b="0"/>
            <a:pathLst>
              <a:path w="3206" h="1058">
                <a:moveTo>
                  <a:pt x="0" y="335"/>
                </a:moveTo>
                <a:lnTo>
                  <a:pt x="3206" y="335"/>
                </a:lnTo>
                <a:lnTo>
                  <a:pt x="3206" y="0"/>
                </a:lnTo>
                <a:lnTo>
                  <a:pt x="0" y="0"/>
                </a:lnTo>
                <a:lnTo>
                  <a:pt x="0" y="335"/>
                </a:lnTo>
                <a:close/>
              </a:path>
              <a:path w="3206" h="1058">
                <a:moveTo>
                  <a:pt x="0" y="691"/>
                </a:moveTo>
                <a:lnTo>
                  <a:pt x="3206" y="691"/>
                </a:lnTo>
                <a:lnTo>
                  <a:pt x="3206" y="355"/>
                </a:lnTo>
                <a:lnTo>
                  <a:pt x="0" y="355"/>
                </a:lnTo>
                <a:lnTo>
                  <a:pt x="0" y="691"/>
                </a:lnTo>
                <a:close/>
              </a:path>
              <a:path w="3206" h="1058">
                <a:moveTo>
                  <a:pt x="0" y="1058"/>
                </a:moveTo>
                <a:lnTo>
                  <a:pt x="3206" y="1058"/>
                </a:lnTo>
                <a:lnTo>
                  <a:pt x="3206" y="715"/>
                </a:lnTo>
                <a:lnTo>
                  <a:pt x="0" y="715"/>
                </a:lnTo>
                <a:lnTo>
                  <a:pt x="0" y="1058"/>
                </a:lnTo>
                <a:close/>
              </a:path>
              <a:path w="3206" h="1058">
                <a:moveTo>
                  <a:pt x="19" y="1055"/>
                </a:moveTo>
                <a:lnTo>
                  <a:pt x="2867" y="1055"/>
                </a:lnTo>
                <a:lnTo>
                  <a:pt x="2867" y="717"/>
                </a:lnTo>
                <a:lnTo>
                  <a:pt x="19" y="717"/>
                </a:lnTo>
                <a:lnTo>
                  <a:pt x="19" y="1055"/>
                </a:lnTo>
                <a:close/>
              </a:path>
            </a:pathLst>
          </a:custGeom>
          <a:solidFill>
            <a:srgbClr val="A6A6A6">
              <a:alpha val="100000"/>
            </a:srgbClr>
          </a:solidFill>
          <a:ln cap="flat">
            <a:noFill/>
            <a:prstDash val="solid"/>
            <a:miter lim="0"/>
          </a:ln>
        </p:spPr>
        <p:txBody>
          <a:bodyPr rtlCol="0"/>
          <a:lstStyle/>
          <a:p>
            <a:pPr algn="ctr"/>
            <a:endParaRPr lang="zh-CN" altLang="en-US"/>
          </a:p>
        </p:txBody>
      </p:sp>
      <p:pic>
        <p:nvPicPr>
          <p:cNvPr id="5492" name="picture 5492"/>
          <p:cNvPicPr>
            <a:picLocks noChangeAspect="1"/>
          </p:cNvPicPr>
          <p:nvPr>
            <p:custDataLst>
              <p:tags r:id="rId6"/>
            </p:custDataLst>
          </p:nvPr>
        </p:nvPicPr>
        <p:blipFill>
          <a:blip r:embed="rId7"/>
          <a:stretch>
            <a:fillRect/>
          </a:stretch>
        </p:blipFill>
        <p:spPr>
          <a:xfrm rot="21600000">
            <a:off x="1143749" y="1123188"/>
            <a:ext cx="9480816" cy="126491"/>
          </a:xfrm>
          <a:prstGeom prst="rect">
            <a:avLst/>
          </a:prstGeom>
        </p:spPr>
      </p:pic>
      <p:grpSp>
        <p:nvGrpSpPr>
          <p:cNvPr id="652" name="group 652"/>
          <p:cNvGrpSpPr/>
          <p:nvPr/>
        </p:nvGrpSpPr>
        <p:grpSpPr>
          <a:xfrm rot="21600000">
            <a:off x="1770887" y="3043428"/>
            <a:ext cx="8458200" cy="213359"/>
            <a:chOff x="0" y="0"/>
            <a:chExt cx="8458200" cy="213359"/>
          </a:xfrm>
        </p:grpSpPr>
        <p:pic>
          <p:nvPicPr>
            <p:cNvPr id="5494" name="picture 5494"/>
            <p:cNvPicPr>
              <a:picLocks noChangeAspect="1"/>
            </p:cNvPicPr>
            <p:nvPr>
              <p:custDataLst>
                <p:tags r:id="rId8"/>
              </p:custDataLst>
            </p:nvPr>
          </p:nvPicPr>
          <p:blipFill>
            <a:blip r:embed="rId9"/>
            <a:stretch>
              <a:fillRect/>
            </a:stretch>
          </p:blipFill>
          <p:spPr>
            <a:xfrm rot="21600000">
              <a:off x="0" y="0"/>
              <a:ext cx="8458200" cy="213359"/>
            </a:xfrm>
            <a:prstGeom prst="rect">
              <a:avLst/>
            </a:prstGeom>
          </p:spPr>
        </p:pic>
        <p:sp>
          <p:nvSpPr>
            <p:cNvPr id="5496" name="textbox 5496"/>
            <p:cNvSpPr/>
            <p:nvPr>
              <p:custDataLst>
                <p:tags r:id="rId10"/>
              </p:custDataLst>
            </p:nvPr>
          </p:nvSpPr>
          <p:spPr>
            <a:xfrm>
              <a:off x="-12700" y="-12700"/>
              <a:ext cx="8483600" cy="247015"/>
            </a:xfrm>
            <a:prstGeom prst="rect">
              <a:avLst/>
            </a:prstGeom>
          </p:spPr>
          <p:txBody>
            <a:bodyPr vert="horz" wrap="square" lIns="0" tIns="0" rIns="0" bIns="0">
              <a:normAutofit/>
            </a:bodyPr>
            <a:lstStyle/>
            <a:p>
              <a:pPr algn="l" rtl="0" eaLnBrk="0">
                <a:lnSpc>
                  <a:spcPct val="103000"/>
                </a:lnSpc>
              </a:pPr>
              <a:endParaRPr lang="en-US" altLang="en-US" sz="400" dirty="0">
                <a:solidFill>
                  <a:schemeClr val="dk1"/>
                </a:solidFill>
              </a:endParaRPr>
            </a:p>
            <a:p>
              <a:pPr marL="3256915" algn="l" rtl="0" eaLnBrk="0">
                <a:lnSpc>
                  <a:spcPts val="1120"/>
                </a:lnSpc>
                <a:spcBef>
                  <a:spcPts val="0"/>
                </a:spcBef>
              </a:pPr>
              <a:r>
                <a:rPr sz="900" kern="0" spc="70" dirty="0">
                  <a:solidFill>
                    <a:schemeClr val="dk1"/>
                  </a:solidFill>
                  <a:cs typeface="Arial" panose="020B0604020202020204"/>
                </a:rPr>
                <a:t>2-3</a:t>
              </a:r>
              <a:r>
                <a:rPr sz="900" kern="0" spc="70" dirty="0">
                  <a:solidFill>
                    <a:schemeClr val="dk1"/>
                  </a:solidFill>
                  <a:cs typeface="微软雅黑" panose="020B0503020204020204" charset="-122"/>
                </a:rPr>
                <a:t>个业务重点</a:t>
              </a:r>
              <a:r>
                <a:rPr sz="900" kern="0" spc="0" dirty="0">
                  <a:solidFill>
                    <a:schemeClr val="dk1"/>
                  </a:solidFill>
                  <a:cs typeface="Arial" panose="020B0604020202020204"/>
                </a:rPr>
                <a:t>IT</a:t>
              </a:r>
              <a:r>
                <a:rPr sz="900" kern="0" spc="70" dirty="0">
                  <a:solidFill>
                    <a:schemeClr val="dk1"/>
                  </a:solidFill>
                  <a:cs typeface="微软雅黑" panose="020B0503020204020204" charset="-122"/>
                </a:rPr>
                <a:t>项目</a:t>
              </a:r>
              <a:r>
                <a:rPr sz="900" kern="0" spc="60" dirty="0">
                  <a:solidFill>
                    <a:schemeClr val="dk1"/>
                  </a:solidFill>
                  <a:cs typeface="微软雅黑" panose="020B0503020204020204" charset="-122"/>
                </a:rPr>
                <a:t>（</a:t>
              </a:r>
              <a:r>
                <a:rPr sz="900" kern="0" spc="0" dirty="0">
                  <a:solidFill>
                    <a:schemeClr val="dk1"/>
                  </a:solidFill>
                  <a:cs typeface="Arial" panose="020B0604020202020204"/>
                </a:rPr>
                <a:t>PMO</a:t>
              </a:r>
              <a:r>
                <a:rPr sz="900" kern="0" spc="60" dirty="0">
                  <a:solidFill>
                    <a:schemeClr val="dk1"/>
                  </a:solidFill>
                  <a:cs typeface="微软雅黑" panose="020B0503020204020204" charset="-122"/>
                </a:rPr>
                <a:t>管理）</a:t>
              </a:r>
              <a:endParaRPr lang="en-US" altLang="en-US" sz="900" kern="0" spc="60" dirty="0">
                <a:solidFill>
                  <a:schemeClr val="dk1"/>
                </a:solidFill>
                <a:cs typeface="微软雅黑" panose="020B0503020204020204" charset="-122"/>
              </a:endParaRPr>
            </a:p>
          </p:txBody>
        </p:sp>
      </p:grpSp>
      <p:grpSp>
        <p:nvGrpSpPr>
          <p:cNvPr id="654" name="group 654"/>
          <p:cNvGrpSpPr/>
          <p:nvPr/>
        </p:nvGrpSpPr>
        <p:grpSpPr>
          <a:xfrm rot="21600000">
            <a:off x="4328159" y="1228344"/>
            <a:ext cx="582168" cy="144780"/>
            <a:chOff x="0" y="0"/>
            <a:chExt cx="582168" cy="144780"/>
          </a:xfrm>
        </p:grpSpPr>
        <p:sp>
          <p:nvSpPr>
            <p:cNvPr id="5498" name="path"/>
            <p:cNvSpPr/>
            <p:nvPr/>
          </p:nvSpPr>
          <p:spPr>
            <a:xfrm>
              <a:off x="0" y="0"/>
              <a:ext cx="582168" cy="144780"/>
            </a:xfrm>
            <a:custGeom>
              <a:avLst/>
              <a:gdLst/>
              <a:ahLst/>
              <a:cxnLst/>
              <a:rect l="0" t="0" r="0" b="0"/>
              <a:pathLst>
                <a:path w="916" h="228">
                  <a:moveTo>
                    <a:pt x="0" y="114"/>
                  </a:moveTo>
                  <a:lnTo>
                    <a:pt x="458" y="0"/>
                  </a:lnTo>
                  <a:lnTo>
                    <a:pt x="916" y="114"/>
                  </a:lnTo>
                  <a:lnTo>
                    <a:pt x="458" y="228"/>
                  </a:lnTo>
                  <a:lnTo>
                    <a:pt x="0" y="114"/>
                  </a:lnTo>
                  <a:close/>
                </a:path>
              </a:pathLst>
            </a:custGeom>
            <a:solidFill>
              <a:srgbClr val="000000">
                <a:alpha val="100000"/>
              </a:srgbClr>
            </a:solidFill>
            <a:ln cap="flat">
              <a:noFill/>
              <a:prstDash val="solid"/>
              <a:miter lim="0"/>
            </a:ln>
          </p:spPr>
          <p:txBody>
            <a:bodyPr rtlCol="0"/>
            <a:lstStyle/>
            <a:p>
              <a:pPr algn="ctr"/>
              <a:endParaRPr lang="zh-CN" altLang="en-US"/>
            </a:p>
          </p:txBody>
        </p:sp>
        <p:sp>
          <p:nvSpPr>
            <p:cNvPr id="5500" name="textbox 5500"/>
            <p:cNvSpPr/>
            <p:nvPr>
              <p:custDataLst>
                <p:tags r:id="rId11"/>
              </p:custDataLst>
            </p:nvPr>
          </p:nvSpPr>
          <p:spPr>
            <a:xfrm>
              <a:off x="-12700" y="-12700"/>
              <a:ext cx="607694" cy="197485"/>
            </a:xfrm>
            <a:prstGeom prst="rect">
              <a:avLst/>
            </a:prstGeom>
          </p:spPr>
          <p:txBody>
            <a:bodyPr vert="horz" wrap="square" lIns="0" tIns="0" rIns="0" bIns="0">
              <a:normAutofit/>
            </a:bodyPr>
            <a:lstStyle/>
            <a:p>
              <a:pPr algn="l" rtl="0" eaLnBrk="0">
                <a:lnSpc>
                  <a:spcPct val="103000"/>
                </a:lnSpc>
              </a:pPr>
              <a:endParaRPr lang="en-US" altLang="en-US" sz="300" dirty="0">
                <a:solidFill>
                  <a:schemeClr val="lt1"/>
                </a:solidFill>
              </a:endParaRPr>
            </a:p>
            <a:p>
              <a:pPr marL="241935" algn="l" rtl="0" eaLnBrk="0">
                <a:lnSpc>
                  <a:spcPct val="79000"/>
                </a:lnSpc>
                <a:spcBef>
                  <a:spcPts val="5"/>
                </a:spcBef>
              </a:pPr>
              <a:r>
                <a:rPr sz="900" b="1" kern="0" spc="30" dirty="0">
                  <a:solidFill>
                    <a:schemeClr val="lt1"/>
                  </a:solidFill>
                  <a:cs typeface="Calibri" panose="020F0502020204030204"/>
                </a:rPr>
                <a:t>T1</a:t>
              </a:r>
              <a:endParaRPr lang="en-US" altLang="en-US" sz="900" b="1" kern="0" spc="30" dirty="0">
                <a:solidFill>
                  <a:schemeClr val="lt1"/>
                </a:solidFill>
                <a:cs typeface="Calibri" panose="020F0502020204030204"/>
              </a:endParaRPr>
            </a:p>
          </p:txBody>
        </p:sp>
      </p:grpSp>
      <p:grpSp>
        <p:nvGrpSpPr>
          <p:cNvPr id="656" name="group 656"/>
          <p:cNvGrpSpPr/>
          <p:nvPr/>
        </p:nvGrpSpPr>
        <p:grpSpPr>
          <a:xfrm rot="21600000">
            <a:off x="6542531" y="1133855"/>
            <a:ext cx="582168" cy="252984"/>
            <a:chOff x="0" y="0"/>
            <a:chExt cx="582168" cy="252984"/>
          </a:xfrm>
        </p:grpSpPr>
        <p:grpSp>
          <p:nvGrpSpPr>
            <p:cNvPr id="658" name="group 658"/>
            <p:cNvGrpSpPr/>
            <p:nvPr/>
          </p:nvGrpSpPr>
          <p:grpSpPr>
            <a:xfrm rot="21600000">
              <a:off x="0" y="0"/>
              <a:ext cx="582168" cy="252984"/>
              <a:chOff x="0" y="0"/>
              <a:chExt cx="582168" cy="252984"/>
            </a:xfrm>
          </p:grpSpPr>
          <p:sp>
            <p:nvSpPr>
              <p:cNvPr id="5502" name="path"/>
              <p:cNvSpPr/>
              <p:nvPr/>
            </p:nvSpPr>
            <p:spPr>
              <a:xfrm>
                <a:off x="94488" y="0"/>
                <a:ext cx="347472" cy="108203"/>
              </a:xfrm>
              <a:custGeom>
                <a:avLst/>
                <a:gdLst/>
                <a:ahLst/>
                <a:cxnLst/>
                <a:rect l="0" t="0" r="0" b="0"/>
                <a:pathLst>
                  <a:path w="547" h="170">
                    <a:moveTo>
                      <a:pt x="0" y="65"/>
                    </a:moveTo>
                    <a:lnTo>
                      <a:pt x="209" y="65"/>
                    </a:lnTo>
                    <a:lnTo>
                      <a:pt x="273" y="0"/>
                    </a:lnTo>
                    <a:lnTo>
                      <a:pt x="338" y="65"/>
                    </a:lnTo>
                    <a:lnTo>
                      <a:pt x="547" y="65"/>
                    </a:lnTo>
                    <a:lnTo>
                      <a:pt x="378" y="105"/>
                    </a:lnTo>
                    <a:lnTo>
                      <a:pt x="442" y="170"/>
                    </a:lnTo>
                    <a:lnTo>
                      <a:pt x="273" y="130"/>
                    </a:lnTo>
                    <a:lnTo>
                      <a:pt x="104" y="170"/>
                    </a:lnTo>
                    <a:lnTo>
                      <a:pt x="169" y="105"/>
                    </a:lnTo>
                    <a:lnTo>
                      <a:pt x="0" y="65"/>
                    </a:lnTo>
                    <a:close/>
                  </a:path>
                </a:pathLst>
              </a:custGeom>
              <a:solidFill>
                <a:schemeClr val="accent2">
                  <a:alpha val="100000"/>
                </a:schemeClr>
              </a:solidFill>
              <a:ln cap="flat">
                <a:noFill/>
                <a:prstDash val="solid"/>
                <a:miter lim="0"/>
              </a:ln>
            </p:spPr>
            <p:txBody>
              <a:bodyPr rtlCol="0"/>
              <a:lstStyle/>
              <a:p>
                <a:pPr algn="ctr"/>
                <a:endParaRPr lang="zh-CN" altLang="en-US"/>
              </a:p>
            </p:txBody>
          </p:sp>
          <p:sp>
            <p:nvSpPr>
              <p:cNvPr id="5504" name="path"/>
              <p:cNvSpPr/>
              <p:nvPr/>
            </p:nvSpPr>
            <p:spPr>
              <a:xfrm>
                <a:off x="0" y="108203"/>
                <a:ext cx="582168" cy="144780"/>
              </a:xfrm>
              <a:custGeom>
                <a:avLst/>
                <a:gdLst/>
                <a:ahLst/>
                <a:cxnLst/>
                <a:rect l="0" t="0" r="0" b="0"/>
                <a:pathLst>
                  <a:path w="916" h="228">
                    <a:moveTo>
                      <a:pt x="0" y="114"/>
                    </a:moveTo>
                    <a:lnTo>
                      <a:pt x="458" y="0"/>
                    </a:lnTo>
                    <a:lnTo>
                      <a:pt x="916" y="114"/>
                    </a:lnTo>
                    <a:lnTo>
                      <a:pt x="458" y="228"/>
                    </a:lnTo>
                    <a:lnTo>
                      <a:pt x="0" y="114"/>
                    </a:lnTo>
                    <a:close/>
                  </a:path>
                </a:pathLst>
              </a:custGeom>
              <a:solidFill>
                <a:srgbClr val="000000">
                  <a:alpha val="100000"/>
                </a:srgbClr>
              </a:solidFill>
              <a:ln cap="flat">
                <a:noFill/>
                <a:prstDash val="solid"/>
                <a:miter lim="0"/>
              </a:ln>
            </p:spPr>
            <p:txBody>
              <a:bodyPr rtlCol="0"/>
              <a:lstStyle/>
              <a:p>
                <a:pPr algn="ctr"/>
                <a:endParaRPr lang="zh-CN" altLang="en-US"/>
              </a:p>
            </p:txBody>
          </p:sp>
        </p:grpSp>
        <p:sp>
          <p:nvSpPr>
            <p:cNvPr id="5506" name="textbox 5506"/>
            <p:cNvSpPr/>
            <p:nvPr>
              <p:custDataLst>
                <p:tags r:id="rId12"/>
              </p:custDataLst>
            </p:nvPr>
          </p:nvSpPr>
          <p:spPr>
            <a:xfrm>
              <a:off x="-12700" y="-12700"/>
              <a:ext cx="607694" cy="306070"/>
            </a:xfrm>
            <a:prstGeom prst="rect">
              <a:avLst/>
            </a:prstGeom>
          </p:spPr>
          <p:txBody>
            <a:bodyPr vert="horz" wrap="square" lIns="0" tIns="0" rIns="0" bIns="0">
              <a:normAutofit/>
            </a:bodyPr>
            <a:lstStyle/>
            <a:p>
              <a:pPr algn="l" rtl="0" eaLnBrk="0">
                <a:lnSpc>
                  <a:spcPct val="102000"/>
                </a:lnSpc>
              </a:pPr>
              <a:endParaRPr lang="en-US" altLang="en-US" sz="1000" dirty="0">
                <a:solidFill>
                  <a:schemeClr val="lt1"/>
                </a:solidFill>
              </a:endParaRPr>
            </a:p>
            <a:p>
              <a:pPr marL="242570" algn="l" rtl="0" eaLnBrk="0">
                <a:lnSpc>
                  <a:spcPct val="79000"/>
                </a:lnSpc>
              </a:pPr>
              <a:r>
                <a:rPr sz="900" b="1" kern="0" spc="30" dirty="0">
                  <a:solidFill>
                    <a:schemeClr val="lt1"/>
                  </a:solidFill>
                  <a:cs typeface="Calibri" panose="020F0502020204030204"/>
                </a:rPr>
                <a:t>T2</a:t>
              </a:r>
              <a:endParaRPr lang="en-US" altLang="en-US" sz="900" b="1" kern="0" spc="30" dirty="0">
                <a:solidFill>
                  <a:schemeClr val="lt1"/>
                </a:solidFill>
                <a:cs typeface="Calibri" panose="020F0502020204030204"/>
              </a:endParaRPr>
            </a:p>
          </p:txBody>
        </p:sp>
      </p:grpSp>
      <p:sp>
        <p:nvSpPr>
          <p:cNvPr id="5508" name="textbox 5508"/>
          <p:cNvSpPr/>
          <p:nvPr>
            <p:custDataLst>
              <p:tags r:id="rId13"/>
            </p:custDataLst>
          </p:nvPr>
        </p:nvSpPr>
        <p:spPr>
          <a:xfrm>
            <a:off x="2727960" y="2790444"/>
            <a:ext cx="7501255" cy="213359"/>
          </a:xfrm>
          <a:prstGeom prst="rect">
            <a:avLst/>
          </a:prstGeom>
          <a:solidFill>
            <a:srgbClr val="A6A6A6"/>
          </a:solidFill>
        </p:spPr>
        <p:txBody>
          <a:bodyPr vert="horz" wrap="square" lIns="0" tIns="0" rIns="0" bIns="0">
            <a:normAutofit/>
          </a:bodyPr>
          <a:lstStyle/>
          <a:p>
            <a:pPr algn="l" rtl="0" eaLnBrk="0">
              <a:lnSpc>
                <a:spcPct val="109000"/>
              </a:lnSpc>
            </a:pPr>
            <a:endParaRPr lang="en-US" altLang="en-US" sz="300" dirty="0">
              <a:solidFill>
                <a:schemeClr val="dk1"/>
              </a:solidFill>
            </a:endParaRPr>
          </a:p>
          <a:p>
            <a:pPr marL="2846070" algn="l" rtl="0" eaLnBrk="0">
              <a:lnSpc>
                <a:spcPts val="1120"/>
              </a:lnSpc>
              <a:spcBef>
                <a:spcPts val="0"/>
              </a:spcBef>
            </a:pPr>
            <a:r>
              <a:rPr sz="900" kern="0" spc="10" dirty="0">
                <a:solidFill>
                  <a:schemeClr val="dk1"/>
                </a:solidFill>
                <a:cs typeface="微软雅黑" panose="020B0503020204020204" charset="-122"/>
              </a:rPr>
              <a:t>数据治理项目</a:t>
            </a:r>
            <a:r>
              <a:rPr sz="900" kern="0" spc="50" dirty="0">
                <a:solidFill>
                  <a:schemeClr val="dk1"/>
                </a:solidFill>
                <a:cs typeface="微软雅黑" panose="020B0503020204020204" charset="-122"/>
              </a:rPr>
              <a:t>   </a:t>
            </a:r>
            <a:r>
              <a:rPr sz="900" kern="0" spc="10" dirty="0">
                <a:solidFill>
                  <a:schemeClr val="dk1"/>
                </a:solidFill>
                <a:cs typeface="微软雅黑" panose="020B0503020204020204" charset="-122"/>
              </a:rPr>
              <a:t>（原色</a:t>
            </a:r>
            <a:r>
              <a:rPr sz="900" kern="0" spc="0" dirty="0">
                <a:solidFill>
                  <a:schemeClr val="dk1"/>
                </a:solidFill>
                <a:cs typeface="微软雅黑" panose="020B0503020204020204" charset="-122"/>
              </a:rPr>
              <a:t>主导项目）</a:t>
            </a:r>
            <a:endParaRPr lang="en-US" altLang="en-US" sz="900" kern="0" spc="0" dirty="0">
              <a:solidFill>
                <a:schemeClr val="dk1"/>
              </a:solidFill>
              <a:cs typeface="微软雅黑" panose="020B0503020204020204" charset="-122"/>
            </a:endParaRPr>
          </a:p>
        </p:txBody>
      </p:sp>
      <p:sp>
        <p:nvSpPr>
          <p:cNvPr id="5510" name="textbox 5510"/>
          <p:cNvSpPr/>
          <p:nvPr/>
        </p:nvSpPr>
        <p:spPr>
          <a:xfrm>
            <a:off x="4596383" y="2542032"/>
            <a:ext cx="2036445" cy="213359"/>
          </a:xfrm>
          <a:prstGeom prst="rect">
            <a:avLst/>
          </a:prstGeom>
          <a:solidFill>
            <a:schemeClr val="accent1"/>
          </a:solidFill>
        </p:spPr>
        <p:txBody>
          <a:bodyPr vert="horz" wrap="square" lIns="0" tIns="0" rIns="0" bIns="0"/>
          <a:lstStyle/>
          <a:p/>
        </p:txBody>
      </p:sp>
      <p:pic>
        <p:nvPicPr>
          <p:cNvPr id="5512" name="picture 5512"/>
          <p:cNvPicPr>
            <a:picLocks noChangeAspect="1"/>
          </p:cNvPicPr>
          <p:nvPr>
            <p:custDataLst>
              <p:tags r:id="rId14"/>
            </p:custDataLst>
          </p:nvPr>
        </p:nvPicPr>
        <p:blipFill>
          <a:blip r:embed="rId15"/>
          <a:stretch>
            <a:fillRect/>
          </a:stretch>
        </p:blipFill>
        <p:spPr>
          <a:xfrm rot="21600000">
            <a:off x="4373879" y="2610611"/>
            <a:ext cx="262128" cy="76200"/>
          </a:xfrm>
          <a:prstGeom prst="rect">
            <a:avLst/>
          </a:prstGeom>
        </p:spPr>
      </p:pic>
      <p:sp>
        <p:nvSpPr>
          <p:cNvPr id="5514" name="textbox 5514"/>
          <p:cNvSpPr/>
          <p:nvPr>
            <p:custDataLst>
              <p:tags r:id="rId16"/>
            </p:custDataLst>
          </p:nvPr>
        </p:nvSpPr>
        <p:spPr>
          <a:xfrm>
            <a:off x="6850380" y="2590800"/>
            <a:ext cx="1811020" cy="213359"/>
          </a:xfrm>
          <a:prstGeom prst="rect">
            <a:avLst/>
          </a:prstGeom>
          <a:solidFill>
            <a:schemeClr val="accent1"/>
          </a:solidFill>
        </p:spPr>
        <p:txBody>
          <a:bodyPr vert="horz" wrap="square" lIns="0" tIns="0" rIns="0" bIns="0">
            <a:normAutofit/>
          </a:bodyPr>
          <a:lstStyle/>
          <a:p>
            <a:pPr algn="l" rtl="0" eaLnBrk="0">
              <a:lnSpc>
                <a:spcPct val="109000"/>
              </a:lnSpc>
            </a:pPr>
            <a:endParaRPr lang="en-US" altLang="en-US" sz="300" dirty="0">
              <a:solidFill>
                <a:schemeClr val="tx1"/>
              </a:solidFill>
            </a:endParaRPr>
          </a:p>
          <a:p>
            <a:pPr marL="207645" algn="l" rtl="0" eaLnBrk="0">
              <a:lnSpc>
                <a:spcPts val="1150"/>
              </a:lnSpc>
              <a:spcBef>
                <a:spcPts val="0"/>
              </a:spcBef>
            </a:pPr>
            <a:r>
              <a:rPr sz="900" kern="0" spc="80" dirty="0">
                <a:solidFill>
                  <a:schemeClr val="tx1"/>
                </a:solidFill>
                <a:cs typeface="微软雅黑" panose="020B0503020204020204" charset="-122"/>
              </a:rPr>
              <a:t>2.5</a:t>
            </a:r>
            <a:r>
              <a:rPr sz="900" kern="0" spc="200" dirty="0">
                <a:solidFill>
                  <a:schemeClr val="tx1"/>
                </a:solidFill>
                <a:cs typeface="微软雅黑" panose="020B0503020204020204" charset="-122"/>
              </a:rPr>
              <a:t> </a:t>
            </a:r>
            <a:r>
              <a:rPr sz="900" kern="0" spc="0" dirty="0">
                <a:solidFill>
                  <a:schemeClr val="tx1"/>
                </a:solidFill>
                <a:cs typeface="微软雅黑" panose="020B0503020204020204" charset="-122"/>
              </a:rPr>
              <a:t>PMO</a:t>
            </a:r>
            <a:r>
              <a:rPr sz="900" kern="0" spc="80" dirty="0">
                <a:solidFill>
                  <a:schemeClr val="tx1"/>
                </a:solidFill>
                <a:cs typeface="微软雅黑" panose="020B0503020204020204" charset="-122"/>
              </a:rPr>
              <a:t>能力培养和建设</a:t>
            </a:r>
            <a:endParaRPr lang="en-US" altLang="en-US" sz="900" kern="0" spc="80" dirty="0">
              <a:solidFill>
                <a:schemeClr val="tx1"/>
              </a:solidFill>
              <a:cs typeface="微软雅黑" panose="020B0503020204020204" charset="-122"/>
            </a:endParaRPr>
          </a:p>
        </p:txBody>
      </p:sp>
      <p:pic>
        <p:nvPicPr>
          <p:cNvPr id="5516" name="picture 5516"/>
          <p:cNvPicPr>
            <a:picLocks noChangeAspect="1"/>
          </p:cNvPicPr>
          <p:nvPr>
            <p:custDataLst>
              <p:tags r:id="rId17"/>
            </p:custDataLst>
          </p:nvPr>
        </p:nvPicPr>
        <p:blipFill>
          <a:blip r:embed="rId18"/>
          <a:stretch>
            <a:fillRect/>
          </a:stretch>
        </p:blipFill>
        <p:spPr>
          <a:xfrm rot="21600000">
            <a:off x="6632447" y="2351659"/>
            <a:ext cx="247269" cy="302895"/>
          </a:xfrm>
          <a:prstGeom prst="rect">
            <a:avLst/>
          </a:prstGeom>
        </p:spPr>
      </p:pic>
      <p:sp>
        <p:nvSpPr>
          <p:cNvPr id="5518" name="textbox 5518"/>
          <p:cNvSpPr/>
          <p:nvPr/>
        </p:nvSpPr>
        <p:spPr>
          <a:xfrm>
            <a:off x="4596383" y="2293620"/>
            <a:ext cx="2036445" cy="213359"/>
          </a:xfrm>
          <a:prstGeom prst="rect">
            <a:avLst/>
          </a:prstGeom>
          <a:solidFill>
            <a:schemeClr val="accent1"/>
          </a:solidFill>
        </p:spPr>
        <p:txBody>
          <a:bodyPr vert="horz" wrap="square" lIns="0" tIns="0" rIns="0" bIns="0"/>
          <a:lstStyle/>
          <a:p/>
        </p:txBody>
      </p:sp>
      <p:pic>
        <p:nvPicPr>
          <p:cNvPr id="5520" name="picture 5520"/>
          <p:cNvPicPr>
            <a:picLocks noChangeAspect="1"/>
          </p:cNvPicPr>
          <p:nvPr>
            <p:custDataLst>
              <p:tags r:id="rId19"/>
            </p:custDataLst>
          </p:nvPr>
        </p:nvPicPr>
        <p:blipFill>
          <a:blip r:embed="rId20"/>
          <a:stretch>
            <a:fillRect/>
          </a:stretch>
        </p:blipFill>
        <p:spPr>
          <a:xfrm rot="21600000">
            <a:off x="4384548" y="2350008"/>
            <a:ext cx="239267" cy="76200"/>
          </a:xfrm>
          <a:prstGeom prst="rect">
            <a:avLst/>
          </a:prstGeom>
        </p:spPr>
      </p:pic>
      <p:sp>
        <p:nvSpPr>
          <p:cNvPr id="5522" name="path"/>
          <p:cNvSpPr/>
          <p:nvPr/>
        </p:nvSpPr>
        <p:spPr>
          <a:xfrm>
            <a:off x="4387595" y="1133855"/>
            <a:ext cx="348996" cy="109728"/>
          </a:xfrm>
          <a:custGeom>
            <a:avLst/>
            <a:gdLst/>
            <a:ahLst/>
            <a:cxnLst/>
            <a:rect l="0" t="0" r="0" b="0"/>
            <a:pathLst>
              <a:path w="549" h="172">
                <a:moveTo>
                  <a:pt x="0" y="66"/>
                </a:moveTo>
                <a:lnTo>
                  <a:pt x="210" y="66"/>
                </a:lnTo>
                <a:lnTo>
                  <a:pt x="274" y="0"/>
                </a:lnTo>
                <a:lnTo>
                  <a:pt x="339" y="66"/>
                </a:lnTo>
                <a:lnTo>
                  <a:pt x="549" y="66"/>
                </a:lnTo>
                <a:lnTo>
                  <a:pt x="379" y="106"/>
                </a:lnTo>
                <a:lnTo>
                  <a:pt x="444" y="172"/>
                </a:lnTo>
                <a:lnTo>
                  <a:pt x="274" y="132"/>
                </a:lnTo>
                <a:lnTo>
                  <a:pt x="105" y="172"/>
                </a:lnTo>
                <a:lnTo>
                  <a:pt x="169" y="106"/>
                </a:lnTo>
                <a:lnTo>
                  <a:pt x="0" y="66"/>
                </a:lnTo>
                <a:close/>
              </a:path>
            </a:pathLst>
          </a:custGeom>
          <a:solidFill>
            <a:schemeClr val="accent2">
              <a:alpha val="100000"/>
            </a:schemeClr>
          </a:solidFill>
          <a:ln cap="flat">
            <a:noFill/>
            <a:prstDash val="solid"/>
            <a:miter lim="0"/>
          </a:ln>
        </p:spPr>
        <p:txBody>
          <a:bodyPr rtlCol="0"/>
          <a:lstStyle/>
          <a:p>
            <a:pPr algn="ctr"/>
            <a:endParaRPr lang="zh-CN" altLang="en-US"/>
          </a:p>
        </p:txBody>
      </p:sp>
      <p:pic>
        <p:nvPicPr>
          <p:cNvPr id="5524" name="picture 5524"/>
          <p:cNvPicPr>
            <a:picLocks noChangeAspect="1"/>
          </p:cNvPicPr>
          <p:nvPr>
            <p:custDataLst>
              <p:tags r:id="rId21"/>
            </p:custDataLst>
          </p:nvPr>
        </p:nvPicPr>
        <p:blipFill>
          <a:blip r:embed="rId22"/>
          <a:stretch>
            <a:fillRect/>
          </a:stretch>
        </p:blipFill>
        <p:spPr>
          <a:xfrm rot="21600000">
            <a:off x="4315967" y="1640966"/>
            <a:ext cx="307847" cy="76200"/>
          </a:xfrm>
          <a:prstGeom prst="rect">
            <a:avLst/>
          </a:prstGeom>
        </p:spPr>
      </p:pic>
      <p:pic>
        <p:nvPicPr>
          <p:cNvPr id="5526" name="picture 5526"/>
          <p:cNvPicPr>
            <a:picLocks noChangeAspect="1"/>
          </p:cNvPicPr>
          <p:nvPr>
            <p:custDataLst>
              <p:tags r:id="rId23"/>
            </p:custDataLst>
          </p:nvPr>
        </p:nvPicPr>
        <p:blipFill>
          <a:blip r:embed="rId24"/>
          <a:stretch>
            <a:fillRect/>
          </a:stretch>
        </p:blipFill>
        <p:spPr>
          <a:xfrm rot="21600000">
            <a:off x="4349495" y="1551432"/>
            <a:ext cx="2499360" cy="76200"/>
          </a:xfrm>
          <a:prstGeom prst="rect">
            <a:avLst/>
          </a:prstGeom>
        </p:spPr>
      </p:pic>
      <p:pic>
        <p:nvPicPr>
          <p:cNvPr id="5528" name="picture 5528"/>
          <p:cNvPicPr>
            <a:picLocks noChangeAspect="1"/>
          </p:cNvPicPr>
          <p:nvPr>
            <p:custDataLst>
              <p:tags r:id="rId25"/>
            </p:custDataLst>
          </p:nvPr>
        </p:nvPicPr>
        <p:blipFill>
          <a:blip r:embed="rId26"/>
          <a:stretch>
            <a:fillRect/>
          </a:stretch>
        </p:blipFill>
        <p:spPr>
          <a:xfrm rot="21600000">
            <a:off x="4329557" y="1451609"/>
            <a:ext cx="295783" cy="76200"/>
          </a:xfrm>
          <a:prstGeom prst="rect">
            <a:avLst/>
          </a:prstGeom>
        </p:spPr>
      </p:pic>
      <p:pic>
        <p:nvPicPr>
          <p:cNvPr id="5530" name="picture 5530"/>
          <p:cNvPicPr>
            <a:picLocks noChangeAspect="1"/>
          </p:cNvPicPr>
          <p:nvPr>
            <p:custDataLst>
              <p:tags r:id="rId27"/>
            </p:custDataLst>
          </p:nvPr>
        </p:nvPicPr>
        <p:blipFill>
          <a:blip r:embed="rId28"/>
          <a:stretch>
            <a:fillRect/>
          </a:stretch>
        </p:blipFill>
        <p:spPr>
          <a:xfrm rot="21600000">
            <a:off x="4384421" y="1906270"/>
            <a:ext cx="251586" cy="76072"/>
          </a:xfrm>
          <a:prstGeom prst="rect">
            <a:avLst/>
          </a:prstGeom>
        </p:spPr>
      </p:pic>
      <p:graphicFrame>
        <p:nvGraphicFramePr>
          <p:cNvPr id="5532" name="table 5532"/>
          <p:cNvGraphicFramePr>
            <a:graphicFrameLocks noGrp="1"/>
          </p:cNvGraphicFramePr>
          <p:nvPr>
            <p:custDataLst>
              <p:tags r:id="rId29"/>
            </p:custDataLst>
          </p:nvPr>
        </p:nvGraphicFramePr>
        <p:xfrm>
          <a:off x="4515358" y="844041"/>
          <a:ext cx="2307589" cy="2517775"/>
        </p:xfrm>
        <a:graphic>
          <a:graphicData uri="http://schemas.openxmlformats.org/drawingml/2006/table">
            <a:tbl>
              <a:tblPr/>
              <a:tblGrid>
                <a:gridCol w="2307589"/>
              </a:tblGrid>
              <a:tr h="2505075">
                <a:tc>
                  <a:txBody>
                    <a:bodyPr/>
                    <a:lstStyle/>
                    <a:p>
                      <a:pPr algn="l" rtl="0" eaLnBrk="0">
                        <a:lnSpc>
                          <a:spcPct val="124000"/>
                        </a:lnSpc>
                      </a:pPr>
                      <a:endParaRPr lang="en-US" altLang="en-US" sz="400" dirty="0"/>
                    </a:p>
                    <a:p>
                      <a:pPr marL="49530" algn="l" rtl="0" eaLnBrk="0">
                        <a:lnSpc>
                          <a:spcPct val="97000"/>
                        </a:lnSpc>
                        <a:spcBef>
                          <a:spcPts val="5"/>
                        </a:spcBef>
                      </a:pPr>
                      <a:r>
                        <a:rPr sz="1200" b="1" kern="0" spc="-10" dirty="0">
                          <a:solidFill>
                            <a:srgbClr val="000000">
                              <a:alpha val="100000"/>
                            </a:srgbClr>
                          </a:solidFill>
                          <a:cs typeface="微软雅黑" panose="020B0503020204020204" charset="-122"/>
                        </a:rPr>
                        <a:t>月                           </a:t>
                      </a:r>
                      <a:r>
                        <a:rPr sz="1200" b="1" kern="0" spc="-20" dirty="0">
                          <a:solidFill>
                            <a:srgbClr val="000000">
                              <a:alpha val="100000"/>
                            </a:srgbClr>
                          </a:solidFill>
                          <a:cs typeface="微软雅黑" panose="020B0503020204020204" charset="-122"/>
                        </a:rPr>
                        <a:t>    7月</a:t>
                      </a:r>
                      <a:endParaRPr lang="en-US" altLang="en-US" sz="1200" dirty="0"/>
                    </a:p>
                    <a:p>
                      <a:pPr algn="l" rtl="0" eaLnBrk="0">
                        <a:lnSpc>
                          <a:spcPct val="188000"/>
                        </a:lnSpc>
                      </a:pPr>
                      <a:endParaRPr lang="en-US" altLang="en-US" sz="1000" dirty="0"/>
                    </a:p>
                    <a:p>
                      <a:pPr marL="575310" algn="l" rtl="0" eaLnBrk="0">
                        <a:lnSpc>
                          <a:spcPct val="98000"/>
                        </a:lnSpc>
                        <a:spcBef>
                          <a:spcPts val="270"/>
                        </a:spcBef>
                      </a:pPr>
                      <a:r>
                        <a:rPr sz="900" kern="0" spc="90" dirty="0">
                          <a:solidFill>
                            <a:srgbClr val="000000">
                              <a:alpha val="100000"/>
                            </a:srgbClr>
                          </a:solidFill>
                          <a:cs typeface="微软雅黑" panose="020B0503020204020204" charset="-122"/>
                        </a:rPr>
                        <a:t>1.4</a:t>
                      </a:r>
                      <a:r>
                        <a:rPr sz="900" kern="0" spc="0" dirty="0">
                          <a:solidFill>
                            <a:srgbClr val="000000">
                              <a:alpha val="100000"/>
                            </a:srgbClr>
                          </a:solidFill>
                          <a:cs typeface="微软雅黑" panose="020B0503020204020204" charset="-122"/>
                        </a:rPr>
                        <a:t>BTIT</a:t>
                      </a:r>
                      <a:r>
                        <a:rPr sz="900" kern="0" spc="90" dirty="0">
                          <a:solidFill>
                            <a:srgbClr val="000000">
                              <a:alpha val="100000"/>
                            </a:srgbClr>
                          </a:solidFill>
                          <a:cs typeface="微软雅黑" panose="020B0503020204020204" charset="-122"/>
                        </a:rPr>
                        <a:t>组织和职责</a:t>
                      </a:r>
                      <a:endParaRPr lang="en-US" altLang="en-US" sz="900" dirty="0"/>
                    </a:p>
                    <a:p>
                      <a:pPr marL="555625" algn="l" rtl="0" eaLnBrk="0">
                        <a:lnSpc>
                          <a:spcPts val="1780"/>
                        </a:lnSpc>
                      </a:pPr>
                      <a:r>
                        <a:rPr sz="900" kern="0" spc="70" dirty="0">
                          <a:solidFill>
                            <a:srgbClr val="000000">
                              <a:alpha val="100000"/>
                            </a:srgbClr>
                          </a:solidFill>
                          <a:cs typeface="微软雅黑" panose="020B0503020204020204" charset="-122"/>
                        </a:rPr>
                        <a:t>1.5</a:t>
                      </a:r>
                      <a:r>
                        <a:rPr sz="900" kern="0" spc="190" dirty="0">
                          <a:solidFill>
                            <a:srgbClr val="000000">
                              <a:alpha val="100000"/>
                            </a:srgbClr>
                          </a:solidFill>
                          <a:cs typeface="微软雅黑" panose="020B0503020204020204" charset="-122"/>
                        </a:rPr>
                        <a:t> </a:t>
                      </a:r>
                      <a:r>
                        <a:rPr sz="900" kern="0" spc="0" dirty="0">
                          <a:solidFill>
                            <a:srgbClr val="000000">
                              <a:alpha val="100000"/>
                            </a:srgbClr>
                          </a:solidFill>
                          <a:cs typeface="微软雅黑" panose="020B0503020204020204" charset="-122"/>
                        </a:rPr>
                        <a:t>BTIT</a:t>
                      </a:r>
                      <a:r>
                        <a:rPr sz="900" kern="0" spc="70" dirty="0">
                          <a:solidFill>
                            <a:srgbClr val="000000">
                              <a:alpha val="100000"/>
                            </a:srgbClr>
                          </a:solidFill>
                          <a:cs typeface="微软雅黑" panose="020B0503020204020204" charset="-122"/>
                        </a:rPr>
                        <a:t>流程和规则</a:t>
                      </a:r>
                      <a:endParaRPr lang="en-US" altLang="en-US" sz="900" dirty="0"/>
                    </a:p>
                    <a:p>
                      <a:pPr marL="390525" algn="l" rtl="0" eaLnBrk="0">
                        <a:lnSpc>
                          <a:spcPts val="1815"/>
                        </a:lnSpc>
                      </a:pPr>
                      <a:r>
                        <a:rPr sz="900" kern="0" spc="70" dirty="0">
                          <a:solidFill>
                            <a:srgbClr val="000000">
                              <a:alpha val="100000"/>
                            </a:srgbClr>
                          </a:solidFill>
                          <a:cs typeface="微软雅黑" panose="020B0503020204020204" charset="-122"/>
                        </a:rPr>
                        <a:t>1.6</a:t>
                      </a:r>
                      <a:r>
                        <a:rPr sz="900" kern="0" spc="200" dirty="0">
                          <a:solidFill>
                            <a:srgbClr val="000000">
                              <a:alpha val="100000"/>
                            </a:srgbClr>
                          </a:solidFill>
                          <a:cs typeface="微软雅黑" panose="020B0503020204020204" charset="-122"/>
                        </a:rPr>
                        <a:t> </a:t>
                      </a:r>
                      <a:r>
                        <a:rPr sz="900" kern="0" spc="0" dirty="0">
                          <a:solidFill>
                            <a:srgbClr val="000000">
                              <a:alpha val="100000"/>
                            </a:srgbClr>
                          </a:solidFill>
                          <a:cs typeface="微软雅黑" panose="020B0503020204020204" charset="-122"/>
                        </a:rPr>
                        <a:t>BTIT</a:t>
                      </a:r>
                      <a:r>
                        <a:rPr sz="900" kern="0" spc="70" dirty="0">
                          <a:solidFill>
                            <a:srgbClr val="000000">
                              <a:alpha val="100000"/>
                            </a:srgbClr>
                          </a:solidFill>
                          <a:cs typeface="微软雅黑" panose="020B0503020204020204" charset="-122"/>
                        </a:rPr>
                        <a:t>能力差距分析</a:t>
                      </a:r>
                      <a:endParaRPr lang="en-US" altLang="en-US" sz="900" dirty="0"/>
                    </a:p>
                  </a:txBody>
                  <a:tcPr marL="0" marR="0" marT="0" marB="0" vert="horz">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r>
            </a:tbl>
          </a:graphicData>
        </a:graphic>
      </p:graphicFrame>
      <p:sp>
        <p:nvSpPr>
          <p:cNvPr id="5536" name="textbox 5536"/>
          <p:cNvSpPr/>
          <p:nvPr>
            <p:custDataLst>
              <p:tags r:id="rId30"/>
            </p:custDataLst>
          </p:nvPr>
        </p:nvSpPr>
        <p:spPr>
          <a:xfrm>
            <a:off x="347471" y="1408176"/>
            <a:ext cx="1061085" cy="1330960"/>
          </a:xfrm>
          <a:prstGeom prst="rect">
            <a:avLst/>
          </a:prstGeom>
          <a:solidFill>
            <a:srgbClr val="A6A6A6"/>
          </a:solidFill>
        </p:spPr>
        <p:txBody>
          <a:bodyPr vert="horz" wrap="square" lIns="0" tIns="0" rIns="0" bIns="0">
            <a:normAutofit/>
          </a:bodyPr>
          <a:lstStyle/>
          <a:p>
            <a:pPr algn="l" rtl="0" eaLnBrk="0">
              <a:lnSpc>
                <a:spcPct val="114000"/>
              </a:lnSpc>
            </a:pPr>
            <a:endParaRPr lang="en-US" altLang="en-US" sz="1000" dirty="0">
              <a:solidFill>
                <a:schemeClr val="dk1"/>
              </a:solidFill>
            </a:endParaRPr>
          </a:p>
          <a:p>
            <a:pPr algn="l" rtl="0" eaLnBrk="0">
              <a:lnSpc>
                <a:spcPct val="114000"/>
              </a:lnSpc>
            </a:pPr>
            <a:endParaRPr lang="en-US" altLang="en-US" sz="1000" dirty="0">
              <a:solidFill>
                <a:schemeClr val="dk1"/>
              </a:solidFill>
            </a:endParaRPr>
          </a:p>
          <a:p>
            <a:pPr algn="l" rtl="0" eaLnBrk="0">
              <a:lnSpc>
                <a:spcPct val="114000"/>
              </a:lnSpc>
            </a:pPr>
            <a:endParaRPr lang="en-US" altLang="en-US" sz="1000" dirty="0">
              <a:solidFill>
                <a:schemeClr val="dk1"/>
              </a:solidFill>
            </a:endParaRPr>
          </a:p>
          <a:p>
            <a:pPr algn="l" rtl="0" eaLnBrk="0">
              <a:lnSpc>
                <a:spcPct val="115000"/>
              </a:lnSpc>
            </a:pPr>
            <a:endParaRPr lang="en-US" altLang="en-US" sz="1000" dirty="0">
              <a:solidFill>
                <a:schemeClr val="dk1"/>
              </a:solidFill>
            </a:endParaRPr>
          </a:p>
          <a:p>
            <a:pPr algn="l" rtl="0" eaLnBrk="0">
              <a:lnSpc>
                <a:spcPct val="8000"/>
              </a:lnSpc>
            </a:pPr>
            <a:endParaRPr lang="en-US" altLang="en-US" sz="100" dirty="0">
              <a:solidFill>
                <a:schemeClr val="dk1"/>
              </a:solidFill>
            </a:endParaRPr>
          </a:p>
          <a:p>
            <a:pPr marL="78740" algn="l" rtl="0" eaLnBrk="0">
              <a:lnSpc>
                <a:spcPts val="1265"/>
              </a:lnSpc>
            </a:pPr>
            <a:r>
              <a:rPr sz="900" kern="0" spc="20" dirty="0">
                <a:solidFill>
                  <a:schemeClr val="dk1"/>
                </a:solidFill>
                <a:cs typeface="微软雅黑" panose="020B0503020204020204" charset="-122"/>
              </a:rPr>
              <a:t>BTIT</a:t>
            </a:r>
            <a:r>
              <a:rPr sz="900" kern="0" spc="180" dirty="0">
                <a:solidFill>
                  <a:schemeClr val="dk1"/>
                </a:solidFill>
                <a:cs typeface="微软雅黑" panose="020B0503020204020204" charset="-122"/>
              </a:rPr>
              <a:t> </a:t>
            </a:r>
            <a:r>
              <a:rPr sz="900" kern="0" spc="20" dirty="0">
                <a:solidFill>
                  <a:schemeClr val="dk1"/>
                </a:solidFill>
                <a:cs typeface="微软雅黑" panose="020B0503020204020204" charset="-122"/>
              </a:rPr>
              <a:t>&amp;</a:t>
            </a:r>
            <a:r>
              <a:rPr sz="900" kern="0" spc="140" dirty="0">
                <a:solidFill>
                  <a:schemeClr val="dk1"/>
                </a:solidFill>
                <a:cs typeface="微软雅黑" panose="020B0503020204020204" charset="-122"/>
              </a:rPr>
              <a:t> </a:t>
            </a:r>
            <a:r>
              <a:rPr sz="900" kern="0" spc="20" dirty="0">
                <a:solidFill>
                  <a:schemeClr val="dk1"/>
                </a:solidFill>
                <a:cs typeface="微软雅黑" panose="020B0503020204020204" charset="-122"/>
              </a:rPr>
              <a:t>PMO</a:t>
            </a:r>
            <a:endParaRPr lang="en-US" altLang="en-US" sz="900" kern="0" spc="20" dirty="0">
              <a:solidFill>
                <a:schemeClr val="dk1"/>
              </a:solidFill>
              <a:cs typeface="微软雅黑" panose="020B0503020204020204" charset="-122"/>
            </a:endParaRPr>
          </a:p>
        </p:txBody>
      </p:sp>
      <p:grpSp>
        <p:nvGrpSpPr>
          <p:cNvPr id="660" name="group 660"/>
          <p:cNvGrpSpPr/>
          <p:nvPr/>
        </p:nvGrpSpPr>
        <p:grpSpPr>
          <a:xfrm rot="21600000">
            <a:off x="1726691" y="1417319"/>
            <a:ext cx="804672" cy="1330452"/>
            <a:chOff x="0" y="0"/>
            <a:chExt cx="804672" cy="1330452"/>
          </a:xfrm>
        </p:grpSpPr>
        <p:pic>
          <p:nvPicPr>
            <p:cNvPr id="5538" name="picture 5538"/>
            <p:cNvPicPr>
              <a:picLocks noChangeAspect="1"/>
            </p:cNvPicPr>
            <p:nvPr>
              <p:custDataLst>
                <p:tags r:id="rId31"/>
              </p:custDataLst>
            </p:nvPr>
          </p:nvPicPr>
          <p:blipFill>
            <a:blip r:embed="rId32"/>
            <a:stretch>
              <a:fillRect/>
            </a:stretch>
          </p:blipFill>
          <p:spPr>
            <a:xfrm rot="21600000">
              <a:off x="0" y="0"/>
              <a:ext cx="804672" cy="1330452"/>
            </a:xfrm>
            <a:prstGeom prst="rect">
              <a:avLst/>
            </a:prstGeom>
          </p:spPr>
        </p:pic>
        <p:sp>
          <p:nvSpPr>
            <p:cNvPr id="5540" name="textbox 5540"/>
            <p:cNvSpPr/>
            <p:nvPr>
              <p:custDataLst>
                <p:tags r:id="rId33"/>
              </p:custDataLst>
            </p:nvPr>
          </p:nvSpPr>
          <p:spPr>
            <a:xfrm>
              <a:off x="-12700" y="-12700"/>
              <a:ext cx="830580" cy="1368425"/>
            </a:xfrm>
            <a:prstGeom prst="rect">
              <a:avLst/>
            </a:prstGeom>
          </p:spPr>
          <p:txBody>
            <a:bodyPr vert="horz" wrap="square" lIns="0" tIns="0" rIns="0" bIns="0">
              <a:normAutofit/>
            </a:bodyPr>
            <a:lstStyle/>
            <a:p>
              <a:pPr algn="l" rtl="0" eaLnBrk="0">
                <a:lnSpc>
                  <a:spcPct val="119000"/>
                </a:lnSpc>
              </a:pPr>
              <a:endParaRPr lang="en-US" altLang="en-US" sz="1000" dirty="0">
                <a:solidFill>
                  <a:schemeClr val="dk1"/>
                </a:solidFill>
              </a:endParaRPr>
            </a:p>
            <a:p>
              <a:pPr algn="l" rtl="0" eaLnBrk="0">
                <a:lnSpc>
                  <a:spcPct val="119000"/>
                </a:lnSpc>
              </a:pPr>
              <a:endParaRPr lang="en-US" altLang="en-US" sz="1000" dirty="0">
                <a:solidFill>
                  <a:schemeClr val="dk1"/>
                </a:solidFill>
              </a:endParaRPr>
            </a:p>
            <a:p>
              <a:pPr algn="l" rtl="0" eaLnBrk="0">
                <a:lnSpc>
                  <a:spcPct val="119000"/>
                </a:lnSpc>
              </a:pPr>
              <a:endParaRPr lang="en-US" altLang="en-US" sz="1000" dirty="0">
                <a:solidFill>
                  <a:schemeClr val="dk1"/>
                </a:solidFill>
              </a:endParaRPr>
            </a:p>
            <a:p>
              <a:pPr algn="l" rtl="0" eaLnBrk="0">
                <a:lnSpc>
                  <a:spcPct val="8000"/>
                </a:lnSpc>
              </a:pPr>
              <a:endParaRPr lang="en-US" altLang="en-US" sz="100" dirty="0">
                <a:solidFill>
                  <a:schemeClr val="dk1"/>
                </a:solidFill>
              </a:endParaRPr>
            </a:p>
            <a:p>
              <a:pPr marL="163830" indent="-34290" algn="l" rtl="0" eaLnBrk="0">
                <a:lnSpc>
                  <a:spcPct val="109000"/>
                </a:lnSpc>
              </a:pPr>
              <a:r>
                <a:rPr sz="900" kern="0" spc="50" dirty="0">
                  <a:solidFill>
                    <a:schemeClr val="dk1"/>
                  </a:solidFill>
                  <a:cs typeface="微软雅黑" panose="020B0503020204020204" charset="-122"/>
                </a:rPr>
                <a:t>1.0 现状分</a:t>
              </a:r>
              <a:r>
                <a:rPr sz="900" kern="0" spc="-10" dirty="0">
                  <a:solidFill>
                    <a:schemeClr val="dk1"/>
                  </a:solidFill>
                  <a:cs typeface="微软雅黑" panose="020B0503020204020204" charset="-122"/>
                </a:rPr>
                <a:t>    </a:t>
              </a:r>
              <a:r>
                <a:rPr sz="900" kern="0" spc="90" dirty="0">
                  <a:solidFill>
                    <a:schemeClr val="dk1"/>
                  </a:solidFill>
                  <a:cs typeface="微软雅黑" panose="020B0503020204020204" charset="-122"/>
                </a:rPr>
                <a:t>析与调研</a:t>
              </a:r>
              <a:endParaRPr lang="en-US" altLang="en-US" sz="900" kern="0" spc="90" dirty="0">
                <a:solidFill>
                  <a:schemeClr val="dk1"/>
                </a:solidFill>
                <a:cs typeface="微软雅黑" panose="020B0503020204020204" charset="-122"/>
              </a:endParaRPr>
            </a:p>
          </p:txBody>
        </p:sp>
      </p:grpSp>
      <p:sp>
        <p:nvSpPr>
          <p:cNvPr id="5544" name="textbox 5544"/>
          <p:cNvSpPr/>
          <p:nvPr>
            <p:custDataLst>
              <p:tags r:id="rId34"/>
            </p:custDataLst>
          </p:nvPr>
        </p:nvSpPr>
        <p:spPr>
          <a:xfrm>
            <a:off x="825195" y="431952"/>
            <a:ext cx="2151379" cy="382270"/>
          </a:xfrm>
          <a:prstGeom prst="rect">
            <a:avLst/>
          </a:prstGeom>
        </p:spPr>
        <p:txBody>
          <a:bodyPr vert="horz" wrap="square" lIns="0" tIns="0" rIns="0" bIns="0"/>
          <a:lstStyle/>
          <a:p>
            <a:pPr algn="l" rtl="0" eaLnBrk="0">
              <a:lnSpc>
                <a:spcPct val="73000"/>
              </a:lnSpc>
            </a:pPr>
            <a:endParaRPr lang="en-US" altLang="en-US" sz="100" dirty="0">
              <a:solidFill>
                <a:schemeClr val="dk1"/>
              </a:solidFill>
            </a:endParaRPr>
          </a:p>
          <a:p>
            <a:pPr marL="12700" algn="l" rtl="0" eaLnBrk="0">
              <a:lnSpc>
                <a:spcPct val="98000"/>
              </a:lnSpc>
            </a:pPr>
            <a:r>
              <a:rPr sz="2400" b="1" kern="0" spc="-20" dirty="0">
                <a:solidFill>
                  <a:schemeClr val="dk1"/>
                </a:solidFill>
                <a:cs typeface="微软雅黑" panose="020B0503020204020204" charset="-122"/>
              </a:rPr>
              <a:t>下一步工作计划</a:t>
            </a:r>
            <a:endParaRPr lang="en-US" altLang="en-US" sz="2400" b="1" kern="0" spc="-20" dirty="0">
              <a:solidFill>
                <a:schemeClr val="dk1"/>
              </a:solidFill>
              <a:cs typeface="微软雅黑" panose="020B0503020204020204" charset="-122"/>
            </a:endParaRPr>
          </a:p>
        </p:txBody>
      </p:sp>
      <p:sp>
        <p:nvSpPr>
          <p:cNvPr id="5546" name="textbox 5546"/>
          <p:cNvSpPr/>
          <p:nvPr>
            <p:custDataLst>
              <p:tags r:id="rId35"/>
            </p:custDataLst>
          </p:nvPr>
        </p:nvSpPr>
        <p:spPr>
          <a:xfrm>
            <a:off x="2727960" y="2339339"/>
            <a:ext cx="1633854" cy="407034"/>
          </a:xfrm>
          <a:prstGeom prst="rect">
            <a:avLst/>
          </a:prstGeom>
          <a:solidFill>
            <a:schemeClr val="accent1"/>
          </a:solidFill>
        </p:spPr>
        <p:txBody>
          <a:bodyPr vert="horz" wrap="square" lIns="0" tIns="0" rIns="0" bIns="0">
            <a:normAutofit/>
          </a:bodyPr>
          <a:lstStyle/>
          <a:p>
            <a:pPr algn="l" rtl="0" eaLnBrk="0">
              <a:lnSpc>
                <a:spcPct val="107000"/>
              </a:lnSpc>
            </a:pPr>
            <a:endParaRPr lang="en-US" altLang="en-US" sz="900" dirty="0">
              <a:solidFill>
                <a:schemeClr val="tx1"/>
              </a:solidFill>
            </a:endParaRPr>
          </a:p>
          <a:p>
            <a:pPr marL="100965" algn="l" rtl="0" eaLnBrk="0">
              <a:lnSpc>
                <a:spcPts val="1145"/>
              </a:lnSpc>
              <a:spcBef>
                <a:spcPts val="5"/>
              </a:spcBef>
            </a:pPr>
            <a:r>
              <a:rPr sz="900" kern="0" spc="80" dirty="0">
                <a:solidFill>
                  <a:schemeClr val="tx1"/>
                </a:solidFill>
                <a:cs typeface="微软雅黑" panose="020B0503020204020204" charset="-122"/>
              </a:rPr>
              <a:t>2.1项目群管理制度与规</a:t>
            </a:r>
            <a:r>
              <a:rPr sz="900" kern="0" spc="70" dirty="0">
                <a:solidFill>
                  <a:schemeClr val="tx1"/>
                </a:solidFill>
                <a:cs typeface="微软雅黑" panose="020B0503020204020204" charset="-122"/>
              </a:rPr>
              <a:t>范</a:t>
            </a:r>
            <a:endParaRPr lang="en-US" altLang="en-US" sz="900" kern="0" spc="70" dirty="0">
              <a:solidFill>
                <a:schemeClr val="tx1"/>
              </a:solidFill>
              <a:cs typeface="微软雅黑" panose="020B0503020204020204" charset="-122"/>
            </a:endParaRPr>
          </a:p>
        </p:txBody>
      </p:sp>
      <p:sp>
        <p:nvSpPr>
          <p:cNvPr id="5548" name="textbox 5548"/>
          <p:cNvSpPr/>
          <p:nvPr>
            <p:custDataLst>
              <p:tags r:id="rId36"/>
            </p:custDataLst>
          </p:nvPr>
        </p:nvSpPr>
        <p:spPr>
          <a:xfrm>
            <a:off x="8671559" y="1405128"/>
            <a:ext cx="1557655" cy="347979"/>
          </a:xfrm>
          <a:prstGeom prst="rect">
            <a:avLst/>
          </a:prstGeom>
          <a:solidFill>
            <a:srgbClr val="A6A6A6"/>
          </a:solidFill>
        </p:spPr>
        <p:txBody>
          <a:bodyPr vert="horz" wrap="square" lIns="0" tIns="0" rIns="0" bIns="0">
            <a:normAutofit/>
          </a:bodyPr>
          <a:lstStyle/>
          <a:p>
            <a:pPr algn="l" rtl="0" eaLnBrk="0">
              <a:lnSpc>
                <a:spcPct val="110000"/>
              </a:lnSpc>
            </a:pPr>
            <a:endParaRPr lang="en-US" altLang="en-US" sz="700" dirty="0">
              <a:solidFill>
                <a:schemeClr val="dk1"/>
              </a:solidFill>
            </a:endParaRPr>
          </a:p>
          <a:p>
            <a:pPr marL="299720" algn="l" rtl="0" eaLnBrk="0">
              <a:lnSpc>
                <a:spcPts val="1150"/>
              </a:lnSpc>
            </a:pPr>
            <a:r>
              <a:rPr sz="900" kern="0" spc="70" dirty="0">
                <a:solidFill>
                  <a:schemeClr val="dk1"/>
                </a:solidFill>
                <a:cs typeface="微软雅黑" panose="020B0503020204020204" charset="-122"/>
              </a:rPr>
              <a:t>1.8</a:t>
            </a:r>
            <a:r>
              <a:rPr sz="900" kern="0" spc="150" dirty="0">
                <a:solidFill>
                  <a:schemeClr val="dk1"/>
                </a:solidFill>
                <a:cs typeface="微软雅黑" panose="020B0503020204020204" charset="-122"/>
              </a:rPr>
              <a:t> </a:t>
            </a:r>
            <a:r>
              <a:rPr sz="900" kern="0" spc="0" dirty="0">
                <a:solidFill>
                  <a:schemeClr val="dk1"/>
                </a:solidFill>
                <a:cs typeface="微软雅黑" panose="020B0503020204020204" charset="-122"/>
              </a:rPr>
              <a:t>BTIT</a:t>
            </a:r>
            <a:r>
              <a:rPr sz="900" kern="0" spc="70" dirty="0">
                <a:solidFill>
                  <a:schemeClr val="dk1"/>
                </a:solidFill>
                <a:cs typeface="微软雅黑" panose="020B0503020204020204" charset="-122"/>
              </a:rPr>
              <a:t>实施辅导</a:t>
            </a:r>
            <a:endParaRPr lang="en-US" altLang="en-US" sz="900" kern="0" spc="70" dirty="0">
              <a:solidFill>
                <a:schemeClr val="dk1"/>
              </a:solidFill>
              <a:cs typeface="微软雅黑" panose="020B0503020204020204" charset="-122"/>
            </a:endParaRPr>
          </a:p>
        </p:txBody>
      </p:sp>
      <p:sp>
        <p:nvSpPr>
          <p:cNvPr id="5550" name="textbox 5550"/>
          <p:cNvSpPr/>
          <p:nvPr>
            <p:custDataLst>
              <p:tags r:id="rId37"/>
            </p:custDataLst>
          </p:nvPr>
        </p:nvSpPr>
        <p:spPr>
          <a:xfrm>
            <a:off x="2727960" y="1412747"/>
            <a:ext cx="1598930" cy="320675"/>
          </a:xfrm>
          <a:prstGeom prst="rect">
            <a:avLst/>
          </a:prstGeom>
          <a:solidFill>
            <a:srgbClr val="A6A6A6"/>
          </a:solidFill>
        </p:spPr>
        <p:txBody>
          <a:bodyPr vert="horz" wrap="square" lIns="0" tIns="0" rIns="0" bIns="0">
            <a:normAutofit/>
          </a:bodyPr>
          <a:lstStyle/>
          <a:p>
            <a:pPr algn="l" rtl="0" eaLnBrk="0">
              <a:lnSpc>
                <a:spcPct val="112000"/>
              </a:lnSpc>
            </a:pPr>
            <a:endParaRPr lang="en-US" altLang="en-US" sz="600" dirty="0">
              <a:solidFill>
                <a:schemeClr val="dk1"/>
              </a:solidFill>
            </a:endParaRPr>
          </a:p>
          <a:p>
            <a:pPr marL="130175" algn="l" rtl="0" eaLnBrk="0">
              <a:lnSpc>
                <a:spcPts val="1150"/>
              </a:lnSpc>
              <a:spcBef>
                <a:spcPts val="5"/>
              </a:spcBef>
            </a:pPr>
            <a:r>
              <a:rPr sz="900" kern="0" spc="80" dirty="0">
                <a:solidFill>
                  <a:schemeClr val="dk1"/>
                </a:solidFill>
                <a:cs typeface="微软雅黑" panose="020B0503020204020204" charset="-122"/>
              </a:rPr>
              <a:t>1.1</a:t>
            </a:r>
            <a:r>
              <a:rPr sz="900" kern="0" spc="130" dirty="0">
                <a:solidFill>
                  <a:schemeClr val="dk1"/>
                </a:solidFill>
                <a:cs typeface="微软雅黑" panose="020B0503020204020204" charset="-122"/>
              </a:rPr>
              <a:t> </a:t>
            </a:r>
            <a:r>
              <a:rPr sz="900" kern="0" spc="0" dirty="0">
                <a:solidFill>
                  <a:schemeClr val="dk1"/>
                </a:solidFill>
                <a:cs typeface="微软雅黑" panose="020B0503020204020204" charset="-122"/>
              </a:rPr>
              <a:t>BTIT</a:t>
            </a:r>
            <a:r>
              <a:rPr sz="900" kern="0" spc="80" dirty="0">
                <a:solidFill>
                  <a:schemeClr val="dk1"/>
                </a:solidFill>
                <a:cs typeface="微软雅黑" panose="020B0503020204020204" charset="-122"/>
              </a:rPr>
              <a:t>原则和模式设计</a:t>
            </a:r>
            <a:endParaRPr lang="en-US" altLang="en-US" sz="900" kern="0" spc="80" dirty="0">
              <a:solidFill>
                <a:schemeClr val="dk1"/>
              </a:solidFill>
              <a:cs typeface="微软雅黑" panose="020B0503020204020204" charset="-122"/>
            </a:endParaRPr>
          </a:p>
        </p:txBody>
      </p:sp>
      <p:sp>
        <p:nvSpPr>
          <p:cNvPr id="5552" name="textbox 5552"/>
          <p:cNvSpPr/>
          <p:nvPr>
            <p:custDataLst>
              <p:tags r:id="rId38"/>
            </p:custDataLst>
          </p:nvPr>
        </p:nvSpPr>
        <p:spPr>
          <a:xfrm>
            <a:off x="347471" y="2782823"/>
            <a:ext cx="1071880" cy="474344"/>
          </a:xfrm>
          <a:prstGeom prst="rect">
            <a:avLst/>
          </a:prstGeom>
          <a:solidFill>
            <a:schemeClr val="accent1"/>
          </a:solidFill>
        </p:spPr>
        <p:txBody>
          <a:bodyPr vert="horz" wrap="square" lIns="0" tIns="0" rIns="0" bIns="0">
            <a:normAutofit/>
          </a:bodyPr>
          <a:lstStyle/>
          <a:p>
            <a:pPr algn="l" rtl="0" eaLnBrk="0">
              <a:lnSpc>
                <a:spcPct val="113000"/>
              </a:lnSpc>
            </a:pPr>
            <a:endParaRPr lang="en-US" altLang="en-US" sz="100" dirty="0">
              <a:solidFill>
                <a:schemeClr val="tx1"/>
              </a:solidFill>
            </a:endParaRPr>
          </a:p>
          <a:p>
            <a:pPr marL="342265" algn="l" rtl="0" eaLnBrk="0">
              <a:lnSpc>
                <a:spcPct val="98000"/>
              </a:lnSpc>
              <a:spcBef>
                <a:spcPts val="0"/>
              </a:spcBef>
            </a:pPr>
            <a:r>
              <a:rPr sz="900" kern="0" spc="80" dirty="0">
                <a:solidFill>
                  <a:schemeClr val="tx1"/>
                </a:solidFill>
                <a:cs typeface="微软雅黑" panose="020B0503020204020204" charset="-122"/>
              </a:rPr>
              <a:t>实施</a:t>
            </a:r>
            <a:endParaRPr lang="en-US" altLang="en-US" sz="900" dirty="0">
              <a:solidFill>
                <a:schemeClr val="tx1"/>
              </a:solidFill>
            </a:endParaRPr>
          </a:p>
          <a:p>
            <a:pPr marL="341630" algn="l" rtl="0" eaLnBrk="0">
              <a:lnSpc>
                <a:spcPts val="2100"/>
              </a:lnSpc>
            </a:pPr>
            <a:r>
              <a:rPr sz="900" kern="0" spc="80" dirty="0">
                <a:solidFill>
                  <a:schemeClr val="tx1"/>
                </a:solidFill>
                <a:cs typeface="微软雅黑" panose="020B0503020204020204" charset="-122"/>
              </a:rPr>
              <a:t>辅导</a:t>
            </a:r>
            <a:endParaRPr lang="en-US" altLang="en-US" sz="900" kern="0" spc="80" dirty="0">
              <a:solidFill>
                <a:schemeClr val="tx1"/>
              </a:solidFill>
              <a:cs typeface="微软雅黑" panose="020B0503020204020204" charset="-122"/>
            </a:endParaRPr>
          </a:p>
        </p:txBody>
      </p:sp>
      <p:sp>
        <p:nvSpPr>
          <p:cNvPr id="5554" name="textbox 5554"/>
          <p:cNvSpPr/>
          <p:nvPr>
            <p:custDataLst>
              <p:tags r:id="rId39"/>
            </p:custDataLst>
          </p:nvPr>
        </p:nvSpPr>
        <p:spPr>
          <a:xfrm>
            <a:off x="6880859" y="1412747"/>
            <a:ext cx="1437639" cy="330834"/>
          </a:xfrm>
          <a:prstGeom prst="rect">
            <a:avLst/>
          </a:prstGeom>
          <a:solidFill>
            <a:srgbClr val="A6A6A6"/>
          </a:solidFill>
        </p:spPr>
        <p:txBody>
          <a:bodyPr vert="horz" wrap="square" lIns="0" tIns="0" rIns="0" bIns="0">
            <a:normAutofit/>
          </a:bodyPr>
          <a:lstStyle/>
          <a:p>
            <a:pPr algn="l" rtl="0" eaLnBrk="0">
              <a:lnSpc>
                <a:spcPct val="102000"/>
              </a:lnSpc>
            </a:pPr>
            <a:endParaRPr lang="en-US" altLang="en-US" sz="700" dirty="0">
              <a:solidFill>
                <a:schemeClr val="dk1"/>
              </a:solidFill>
            </a:endParaRPr>
          </a:p>
          <a:p>
            <a:pPr marL="125095" algn="l" rtl="0" eaLnBrk="0">
              <a:lnSpc>
                <a:spcPts val="1155"/>
              </a:lnSpc>
              <a:spcBef>
                <a:spcPts val="0"/>
              </a:spcBef>
            </a:pPr>
            <a:r>
              <a:rPr sz="900" kern="0" spc="60" dirty="0">
                <a:solidFill>
                  <a:schemeClr val="dk1"/>
                </a:solidFill>
                <a:cs typeface="微软雅黑" panose="020B0503020204020204" charset="-122"/>
              </a:rPr>
              <a:t>1.7</a:t>
            </a:r>
            <a:r>
              <a:rPr sz="900" kern="0" spc="210" dirty="0">
                <a:solidFill>
                  <a:schemeClr val="dk1"/>
                </a:solidFill>
                <a:cs typeface="微软雅黑" panose="020B0503020204020204" charset="-122"/>
              </a:rPr>
              <a:t> </a:t>
            </a:r>
            <a:r>
              <a:rPr sz="900" kern="0" spc="0" dirty="0">
                <a:solidFill>
                  <a:schemeClr val="dk1"/>
                </a:solidFill>
                <a:cs typeface="微软雅黑" panose="020B0503020204020204" charset="-122"/>
              </a:rPr>
              <a:t>IT</a:t>
            </a:r>
            <a:r>
              <a:rPr sz="900" kern="0" spc="60" dirty="0">
                <a:solidFill>
                  <a:schemeClr val="dk1"/>
                </a:solidFill>
                <a:cs typeface="微软雅黑" panose="020B0503020204020204" charset="-122"/>
              </a:rPr>
              <a:t>转型和实施规划</a:t>
            </a:r>
            <a:endParaRPr lang="en-US" altLang="en-US" sz="900" kern="0" spc="60" dirty="0">
              <a:solidFill>
                <a:schemeClr val="dk1"/>
              </a:solidFill>
              <a:cs typeface="微软雅黑" panose="020B0503020204020204" charset="-122"/>
            </a:endParaRPr>
          </a:p>
        </p:txBody>
      </p:sp>
      <p:sp>
        <p:nvSpPr>
          <p:cNvPr id="5556" name="textbox 5556"/>
          <p:cNvSpPr/>
          <p:nvPr>
            <p:custDataLst>
              <p:tags r:id="rId40"/>
            </p:custDataLst>
          </p:nvPr>
        </p:nvSpPr>
        <p:spPr>
          <a:xfrm>
            <a:off x="8359140" y="1810511"/>
            <a:ext cx="1870075" cy="238125"/>
          </a:xfrm>
          <a:prstGeom prst="rect">
            <a:avLst/>
          </a:prstGeom>
          <a:solidFill>
            <a:srgbClr val="A6A6A6"/>
          </a:solidFill>
        </p:spPr>
        <p:txBody>
          <a:bodyPr vert="horz" wrap="square" lIns="0" tIns="0" rIns="0" bIns="0">
            <a:normAutofit/>
          </a:bodyPr>
          <a:lstStyle/>
          <a:p>
            <a:pPr algn="l" rtl="0" eaLnBrk="0">
              <a:lnSpc>
                <a:spcPct val="127000"/>
              </a:lnSpc>
            </a:pPr>
            <a:endParaRPr lang="en-US" altLang="en-US" sz="300" dirty="0">
              <a:solidFill>
                <a:schemeClr val="dk1"/>
              </a:solidFill>
            </a:endParaRPr>
          </a:p>
          <a:p>
            <a:pPr marL="186055" algn="l" rtl="0" eaLnBrk="0">
              <a:lnSpc>
                <a:spcPts val="1150"/>
              </a:lnSpc>
              <a:spcBef>
                <a:spcPts val="0"/>
              </a:spcBef>
            </a:pPr>
            <a:r>
              <a:rPr sz="900" kern="0" spc="80" dirty="0">
                <a:solidFill>
                  <a:schemeClr val="dk1"/>
                </a:solidFill>
                <a:cs typeface="微软雅黑" panose="020B0503020204020204" charset="-122"/>
              </a:rPr>
              <a:t>1.9 业务和</a:t>
            </a:r>
            <a:r>
              <a:rPr sz="900" kern="0" spc="0" dirty="0">
                <a:solidFill>
                  <a:schemeClr val="dk1"/>
                </a:solidFill>
                <a:cs typeface="微软雅黑" panose="020B0503020204020204" charset="-122"/>
              </a:rPr>
              <a:t>IT</a:t>
            </a:r>
            <a:r>
              <a:rPr sz="900" kern="0" spc="80" dirty="0">
                <a:solidFill>
                  <a:schemeClr val="dk1"/>
                </a:solidFill>
                <a:cs typeface="微软雅黑" panose="020B0503020204020204" charset="-122"/>
              </a:rPr>
              <a:t>能力培养和</a:t>
            </a:r>
            <a:r>
              <a:rPr sz="900" kern="0" spc="70" dirty="0">
                <a:solidFill>
                  <a:schemeClr val="dk1"/>
                </a:solidFill>
                <a:cs typeface="微软雅黑" panose="020B0503020204020204" charset="-122"/>
              </a:rPr>
              <a:t>建设</a:t>
            </a:r>
            <a:endParaRPr lang="en-US" altLang="en-US" sz="900" kern="0" spc="70" dirty="0">
              <a:solidFill>
                <a:schemeClr val="dk1"/>
              </a:solidFill>
              <a:cs typeface="微软雅黑" panose="020B0503020204020204" charset="-122"/>
            </a:endParaRPr>
          </a:p>
        </p:txBody>
      </p:sp>
      <p:sp>
        <p:nvSpPr>
          <p:cNvPr id="5558" name="textbox 5558"/>
          <p:cNvSpPr/>
          <p:nvPr>
            <p:custDataLst>
              <p:tags r:id="rId41"/>
            </p:custDataLst>
          </p:nvPr>
        </p:nvSpPr>
        <p:spPr>
          <a:xfrm>
            <a:off x="6867144" y="2296668"/>
            <a:ext cx="1824354" cy="213359"/>
          </a:xfrm>
          <a:prstGeom prst="rect">
            <a:avLst/>
          </a:prstGeom>
          <a:solidFill>
            <a:schemeClr val="accent1"/>
          </a:solidFill>
        </p:spPr>
        <p:txBody>
          <a:bodyPr vert="horz" wrap="square" lIns="0" tIns="0" rIns="0" bIns="0">
            <a:normAutofit/>
          </a:bodyPr>
          <a:lstStyle/>
          <a:p>
            <a:pPr algn="l" rtl="0" eaLnBrk="0">
              <a:lnSpc>
                <a:spcPct val="110000"/>
              </a:lnSpc>
            </a:pPr>
            <a:endParaRPr lang="en-US" altLang="en-US" sz="300" dirty="0">
              <a:solidFill>
                <a:schemeClr val="tx1"/>
              </a:solidFill>
            </a:endParaRPr>
          </a:p>
          <a:p>
            <a:pPr marL="261620" algn="l" rtl="0" eaLnBrk="0">
              <a:lnSpc>
                <a:spcPts val="1145"/>
              </a:lnSpc>
              <a:spcBef>
                <a:spcPts val="0"/>
              </a:spcBef>
            </a:pPr>
            <a:r>
              <a:rPr sz="900" kern="0" spc="70" dirty="0">
                <a:solidFill>
                  <a:schemeClr val="tx1"/>
                </a:solidFill>
                <a:cs typeface="微软雅黑" panose="020B0503020204020204" charset="-122"/>
              </a:rPr>
              <a:t>2.4 项目管控实施辅导</a:t>
            </a:r>
            <a:endParaRPr lang="en-US" altLang="en-US" sz="900" kern="0" spc="70" dirty="0">
              <a:solidFill>
                <a:schemeClr val="tx1"/>
              </a:solidFill>
              <a:cs typeface="微软雅黑" panose="020B0503020204020204" charset="-122"/>
            </a:endParaRPr>
          </a:p>
        </p:txBody>
      </p:sp>
      <p:sp>
        <p:nvSpPr>
          <p:cNvPr id="5560" name="textbox 5560"/>
          <p:cNvSpPr/>
          <p:nvPr>
            <p:custDataLst>
              <p:tags r:id="rId42"/>
            </p:custDataLst>
          </p:nvPr>
        </p:nvSpPr>
        <p:spPr>
          <a:xfrm>
            <a:off x="8901684" y="2456688"/>
            <a:ext cx="1327785" cy="287020"/>
          </a:xfrm>
          <a:prstGeom prst="rect">
            <a:avLst/>
          </a:prstGeom>
          <a:solidFill>
            <a:schemeClr val="accent1"/>
          </a:solidFill>
        </p:spPr>
        <p:txBody>
          <a:bodyPr vert="horz" wrap="square" lIns="0" tIns="0" rIns="0" bIns="0">
            <a:normAutofit/>
          </a:bodyPr>
          <a:lstStyle/>
          <a:p>
            <a:pPr algn="l" rtl="0" eaLnBrk="0">
              <a:lnSpc>
                <a:spcPct val="114000"/>
              </a:lnSpc>
            </a:pPr>
            <a:endParaRPr lang="en-US" altLang="en-US" sz="500" dirty="0">
              <a:solidFill>
                <a:schemeClr val="tx1"/>
              </a:solidFill>
            </a:endParaRPr>
          </a:p>
          <a:p>
            <a:pPr marL="245110" algn="l" rtl="0" eaLnBrk="0">
              <a:lnSpc>
                <a:spcPts val="1155"/>
              </a:lnSpc>
              <a:spcBef>
                <a:spcPts val="0"/>
              </a:spcBef>
            </a:pPr>
            <a:r>
              <a:rPr sz="900" kern="0" spc="60" dirty="0">
                <a:solidFill>
                  <a:schemeClr val="tx1"/>
                </a:solidFill>
                <a:cs typeface="微软雅黑" panose="020B0503020204020204" charset="-122"/>
              </a:rPr>
              <a:t>2.6 成熟度评估</a:t>
            </a:r>
            <a:endParaRPr lang="en-US" altLang="en-US" sz="900" kern="0" spc="60" dirty="0">
              <a:solidFill>
                <a:schemeClr val="tx1"/>
              </a:solidFill>
              <a:cs typeface="微软雅黑" panose="020B0503020204020204" charset="-122"/>
            </a:endParaRPr>
          </a:p>
        </p:txBody>
      </p:sp>
      <p:sp>
        <p:nvSpPr>
          <p:cNvPr id="5562" name="textbox 5562"/>
          <p:cNvSpPr/>
          <p:nvPr>
            <p:custDataLst>
              <p:tags r:id="rId43"/>
            </p:custDataLst>
          </p:nvPr>
        </p:nvSpPr>
        <p:spPr>
          <a:xfrm>
            <a:off x="2727960" y="1819655"/>
            <a:ext cx="1656714" cy="227329"/>
          </a:xfrm>
          <a:prstGeom prst="rect">
            <a:avLst/>
          </a:prstGeom>
          <a:solidFill>
            <a:srgbClr val="A6A6A6"/>
          </a:solidFill>
        </p:spPr>
        <p:txBody>
          <a:bodyPr vert="horz" wrap="square" lIns="0" tIns="0" rIns="0" bIns="0">
            <a:normAutofit/>
          </a:bodyPr>
          <a:lstStyle/>
          <a:p>
            <a:pPr algn="l" rtl="0" eaLnBrk="0">
              <a:lnSpc>
                <a:spcPct val="123000"/>
              </a:lnSpc>
            </a:pPr>
            <a:endParaRPr lang="en-US" altLang="en-US" sz="300" dirty="0">
              <a:solidFill>
                <a:schemeClr val="dk1"/>
              </a:solidFill>
            </a:endParaRPr>
          </a:p>
          <a:p>
            <a:pPr marL="158750" algn="l" rtl="0" eaLnBrk="0">
              <a:lnSpc>
                <a:spcPts val="1150"/>
              </a:lnSpc>
              <a:spcBef>
                <a:spcPts val="5"/>
              </a:spcBef>
            </a:pPr>
            <a:r>
              <a:rPr sz="900" kern="0" spc="80" dirty="0">
                <a:solidFill>
                  <a:schemeClr val="dk1"/>
                </a:solidFill>
                <a:cs typeface="微软雅黑" panose="020B0503020204020204" charset="-122"/>
              </a:rPr>
              <a:t>1.2</a:t>
            </a:r>
            <a:r>
              <a:rPr sz="900" kern="0" spc="130" dirty="0">
                <a:solidFill>
                  <a:schemeClr val="dk1"/>
                </a:solidFill>
                <a:cs typeface="微软雅黑" panose="020B0503020204020204" charset="-122"/>
              </a:rPr>
              <a:t> </a:t>
            </a:r>
            <a:r>
              <a:rPr sz="900" kern="0" spc="0" dirty="0">
                <a:solidFill>
                  <a:schemeClr val="dk1"/>
                </a:solidFill>
                <a:cs typeface="微软雅黑" panose="020B0503020204020204" charset="-122"/>
              </a:rPr>
              <a:t>BTIT</a:t>
            </a:r>
            <a:r>
              <a:rPr sz="900" kern="0" spc="80" dirty="0">
                <a:solidFill>
                  <a:schemeClr val="dk1"/>
                </a:solidFill>
                <a:cs typeface="微软雅黑" panose="020B0503020204020204" charset="-122"/>
              </a:rPr>
              <a:t>业务和能力模型</a:t>
            </a:r>
            <a:endParaRPr lang="en-US" altLang="en-US" sz="900" kern="0" spc="80" dirty="0">
              <a:solidFill>
                <a:schemeClr val="dk1"/>
              </a:solidFill>
              <a:cs typeface="微软雅黑" panose="020B0503020204020204" charset="-122"/>
            </a:endParaRPr>
          </a:p>
        </p:txBody>
      </p:sp>
      <p:sp>
        <p:nvSpPr>
          <p:cNvPr id="5564" name="textbox 5564"/>
          <p:cNvSpPr/>
          <p:nvPr>
            <p:custDataLst>
              <p:tags r:id="rId44"/>
            </p:custDataLst>
          </p:nvPr>
        </p:nvSpPr>
        <p:spPr>
          <a:xfrm>
            <a:off x="2727960" y="2068067"/>
            <a:ext cx="1656714" cy="215265"/>
          </a:xfrm>
          <a:prstGeom prst="rect">
            <a:avLst/>
          </a:prstGeom>
          <a:solidFill>
            <a:srgbClr val="A6A6A6"/>
          </a:solidFill>
        </p:spPr>
        <p:txBody>
          <a:bodyPr vert="horz" wrap="square" lIns="0" tIns="0" rIns="0" bIns="0">
            <a:normAutofit/>
          </a:bodyPr>
          <a:lstStyle/>
          <a:p>
            <a:pPr algn="l" rtl="0" eaLnBrk="0">
              <a:lnSpc>
                <a:spcPct val="112000"/>
              </a:lnSpc>
            </a:pPr>
            <a:endParaRPr lang="en-US" altLang="en-US" sz="300" dirty="0">
              <a:solidFill>
                <a:schemeClr val="dk1"/>
              </a:solidFill>
            </a:endParaRPr>
          </a:p>
          <a:p>
            <a:pPr marL="163195" algn="l" rtl="0" eaLnBrk="0">
              <a:lnSpc>
                <a:spcPts val="1155"/>
              </a:lnSpc>
            </a:pPr>
            <a:r>
              <a:rPr sz="900" kern="0" spc="70" dirty="0">
                <a:solidFill>
                  <a:schemeClr val="dk1"/>
                </a:solidFill>
                <a:cs typeface="微软雅黑" panose="020B0503020204020204" charset="-122"/>
              </a:rPr>
              <a:t>1.3 战略举措路径规划图</a:t>
            </a:r>
            <a:endParaRPr lang="en-US" altLang="en-US" sz="900" kern="0" spc="70" dirty="0">
              <a:solidFill>
                <a:schemeClr val="dk1"/>
              </a:solidFill>
              <a:cs typeface="微软雅黑" panose="020B0503020204020204" charset="-122"/>
            </a:endParaRPr>
          </a:p>
        </p:txBody>
      </p:sp>
      <p:pic>
        <p:nvPicPr>
          <p:cNvPr id="5566" name="picture 5566"/>
          <p:cNvPicPr>
            <a:picLocks noChangeAspect="1"/>
          </p:cNvPicPr>
          <p:nvPr>
            <p:custDataLst>
              <p:tags r:id="rId45"/>
            </p:custDataLst>
          </p:nvPr>
        </p:nvPicPr>
        <p:blipFill>
          <a:blip r:embed="rId46"/>
          <a:stretch>
            <a:fillRect/>
          </a:stretch>
        </p:blipFill>
        <p:spPr>
          <a:xfrm rot="21600000">
            <a:off x="7336663" y="1743455"/>
            <a:ext cx="268096" cy="559815"/>
          </a:xfrm>
          <a:prstGeom prst="rect">
            <a:avLst/>
          </a:prstGeom>
        </p:spPr>
      </p:pic>
      <p:sp>
        <p:nvSpPr>
          <p:cNvPr id="5568" name="textbox 5568"/>
          <p:cNvSpPr/>
          <p:nvPr>
            <p:custDataLst>
              <p:tags r:id="rId47"/>
            </p:custDataLst>
          </p:nvPr>
        </p:nvSpPr>
        <p:spPr>
          <a:xfrm>
            <a:off x="5095482" y="2330615"/>
            <a:ext cx="1047750" cy="172720"/>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155"/>
              </a:lnSpc>
            </a:pPr>
            <a:r>
              <a:rPr sz="900" kern="0" spc="80" dirty="0">
                <a:solidFill>
                  <a:schemeClr val="dk1"/>
                </a:solidFill>
                <a:cs typeface="微软雅黑" panose="020B0503020204020204" charset="-122"/>
              </a:rPr>
              <a:t>2.2</a:t>
            </a:r>
            <a:r>
              <a:rPr sz="900" kern="0" spc="160" dirty="0">
                <a:solidFill>
                  <a:schemeClr val="dk1"/>
                </a:solidFill>
                <a:cs typeface="微软雅黑" panose="020B0503020204020204" charset="-122"/>
              </a:rPr>
              <a:t> </a:t>
            </a:r>
            <a:r>
              <a:rPr sz="900" kern="0" spc="0" dirty="0">
                <a:solidFill>
                  <a:schemeClr val="dk1"/>
                </a:solidFill>
                <a:cs typeface="微软雅黑" panose="020B0503020204020204" charset="-122"/>
              </a:rPr>
              <a:t>PMO</a:t>
            </a:r>
            <a:r>
              <a:rPr sz="900" kern="0" spc="80" dirty="0">
                <a:solidFill>
                  <a:schemeClr val="dk1"/>
                </a:solidFill>
                <a:cs typeface="微软雅黑" panose="020B0503020204020204" charset="-122"/>
              </a:rPr>
              <a:t>组织设计</a:t>
            </a:r>
            <a:endParaRPr lang="en-US" altLang="en-US" sz="900" kern="0" spc="80" dirty="0">
              <a:solidFill>
                <a:schemeClr val="dk1"/>
              </a:solidFill>
              <a:cs typeface="微软雅黑" panose="020B0503020204020204" charset="-122"/>
            </a:endParaRPr>
          </a:p>
        </p:txBody>
      </p:sp>
      <p:sp>
        <p:nvSpPr>
          <p:cNvPr id="5570" name="textbox 5570"/>
          <p:cNvSpPr/>
          <p:nvPr>
            <p:custDataLst>
              <p:tags r:id="rId48"/>
            </p:custDataLst>
          </p:nvPr>
        </p:nvSpPr>
        <p:spPr>
          <a:xfrm>
            <a:off x="5095464" y="2579274"/>
            <a:ext cx="1047750" cy="17208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155"/>
              </a:lnSpc>
            </a:pPr>
            <a:r>
              <a:rPr sz="900" kern="0" spc="80" dirty="0">
                <a:solidFill>
                  <a:schemeClr val="dk1"/>
                </a:solidFill>
                <a:cs typeface="微软雅黑" panose="020B0503020204020204" charset="-122"/>
              </a:rPr>
              <a:t>2.3</a:t>
            </a:r>
            <a:r>
              <a:rPr sz="900" kern="0" spc="160" dirty="0">
                <a:solidFill>
                  <a:schemeClr val="dk1"/>
                </a:solidFill>
                <a:cs typeface="微软雅黑" panose="020B0503020204020204" charset="-122"/>
              </a:rPr>
              <a:t> </a:t>
            </a:r>
            <a:r>
              <a:rPr sz="900" kern="0" spc="0" dirty="0">
                <a:solidFill>
                  <a:schemeClr val="dk1"/>
                </a:solidFill>
                <a:cs typeface="微软雅黑" panose="020B0503020204020204" charset="-122"/>
              </a:rPr>
              <a:t>PMO</a:t>
            </a:r>
            <a:r>
              <a:rPr sz="900" kern="0" spc="80" dirty="0">
                <a:solidFill>
                  <a:schemeClr val="dk1"/>
                </a:solidFill>
                <a:cs typeface="微软雅黑" panose="020B0503020204020204" charset="-122"/>
              </a:rPr>
              <a:t>管控流程</a:t>
            </a:r>
            <a:endParaRPr lang="en-US" altLang="en-US" sz="900" kern="0" spc="80" dirty="0">
              <a:solidFill>
                <a:schemeClr val="dk1"/>
              </a:solidFill>
              <a:cs typeface="微软雅黑" panose="020B0503020204020204" charset="-122"/>
            </a:endParaRPr>
          </a:p>
        </p:txBody>
      </p:sp>
      <p:grpSp>
        <p:nvGrpSpPr>
          <p:cNvPr id="662" name="group 662"/>
          <p:cNvGrpSpPr/>
          <p:nvPr/>
        </p:nvGrpSpPr>
        <p:grpSpPr>
          <a:xfrm rot="21600000">
            <a:off x="9924288" y="1235964"/>
            <a:ext cx="582168" cy="144779"/>
            <a:chOff x="0" y="0"/>
            <a:chExt cx="582168" cy="144779"/>
          </a:xfrm>
        </p:grpSpPr>
        <p:sp>
          <p:nvSpPr>
            <p:cNvPr id="5572" name="path"/>
            <p:cNvSpPr/>
            <p:nvPr/>
          </p:nvSpPr>
          <p:spPr>
            <a:xfrm>
              <a:off x="0" y="0"/>
              <a:ext cx="582168" cy="144779"/>
            </a:xfrm>
            <a:custGeom>
              <a:avLst/>
              <a:gdLst/>
              <a:ahLst/>
              <a:cxnLst/>
              <a:rect l="0" t="0" r="0" b="0"/>
              <a:pathLst>
                <a:path w="916" h="227">
                  <a:moveTo>
                    <a:pt x="0" y="114"/>
                  </a:moveTo>
                  <a:lnTo>
                    <a:pt x="458" y="0"/>
                  </a:lnTo>
                  <a:lnTo>
                    <a:pt x="916" y="114"/>
                  </a:lnTo>
                  <a:lnTo>
                    <a:pt x="458" y="227"/>
                  </a:lnTo>
                  <a:lnTo>
                    <a:pt x="0" y="114"/>
                  </a:lnTo>
                  <a:close/>
                </a:path>
              </a:pathLst>
            </a:custGeom>
            <a:solidFill>
              <a:srgbClr val="000000">
                <a:alpha val="100000"/>
              </a:srgbClr>
            </a:solidFill>
            <a:ln cap="flat">
              <a:noFill/>
              <a:prstDash val="solid"/>
              <a:miter lim="0"/>
            </a:ln>
          </p:spPr>
          <p:txBody>
            <a:bodyPr rtlCol="0"/>
            <a:lstStyle/>
            <a:p>
              <a:pPr algn="ctr"/>
              <a:endParaRPr lang="zh-CN" altLang="en-US"/>
            </a:p>
          </p:txBody>
        </p:sp>
        <p:sp>
          <p:nvSpPr>
            <p:cNvPr id="5574" name="textbox 5574"/>
            <p:cNvSpPr/>
            <p:nvPr>
              <p:custDataLst>
                <p:tags r:id="rId49"/>
              </p:custDataLst>
            </p:nvPr>
          </p:nvSpPr>
          <p:spPr>
            <a:xfrm>
              <a:off x="-12700" y="-12700"/>
              <a:ext cx="607694" cy="196850"/>
            </a:xfrm>
            <a:prstGeom prst="rect">
              <a:avLst/>
            </a:prstGeom>
          </p:spPr>
          <p:txBody>
            <a:bodyPr vert="horz" wrap="square" lIns="0" tIns="0" rIns="0" bIns="0">
              <a:normAutofit/>
            </a:bodyPr>
            <a:lstStyle/>
            <a:p>
              <a:pPr algn="l" rtl="0" eaLnBrk="0">
                <a:lnSpc>
                  <a:spcPct val="104000"/>
                </a:lnSpc>
              </a:pPr>
              <a:endParaRPr lang="en-US" altLang="en-US" sz="300" dirty="0">
                <a:solidFill>
                  <a:schemeClr val="lt1"/>
                </a:solidFill>
              </a:endParaRPr>
            </a:p>
            <a:p>
              <a:pPr marL="242570" algn="l" rtl="0" eaLnBrk="0">
                <a:lnSpc>
                  <a:spcPct val="79000"/>
                </a:lnSpc>
              </a:pPr>
              <a:r>
                <a:rPr sz="900" b="1" kern="0" spc="30" dirty="0">
                  <a:solidFill>
                    <a:schemeClr val="lt1"/>
                  </a:solidFill>
                  <a:cs typeface="Calibri" panose="020F0502020204030204"/>
                </a:rPr>
                <a:t>T3</a:t>
              </a:r>
              <a:endParaRPr lang="en-US" altLang="en-US" sz="900" b="1" kern="0" spc="30" dirty="0">
                <a:solidFill>
                  <a:schemeClr val="lt1"/>
                </a:solidFill>
                <a:cs typeface="Calibri" panose="020F0502020204030204"/>
              </a:endParaRPr>
            </a:p>
          </p:txBody>
        </p:sp>
      </p:grpSp>
      <p:sp>
        <p:nvSpPr>
          <p:cNvPr id="5576" name="textbox 5576"/>
          <p:cNvSpPr/>
          <p:nvPr>
            <p:custDataLst>
              <p:tags r:id="rId50"/>
            </p:custDataLst>
          </p:nvPr>
        </p:nvSpPr>
        <p:spPr>
          <a:xfrm>
            <a:off x="1132128" y="906602"/>
            <a:ext cx="269875" cy="203834"/>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7000"/>
              </a:lnSpc>
            </a:pPr>
            <a:r>
              <a:rPr sz="1200" b="1" kern="0" spc="-20" dirty="0">
                <a:solidFill>
                  <a:schemeClr val="dk1"/>
                </a:solidFill>
                <a:cs typeface="微软雅黑" panose="020B0503020204020204" charset="-122"/>
              </a:rPr>
              <a:t>4月</a:t>
            </a:r>
            <a:endParaRPr lang="en-US" altLang="en-US" sz="1200" b="1" kern="0" spc="-20" dirty="0">
              <a:solidFill>
                <a:schemeClr val="dk1"/>
              </a:solidFill>
              <a:cs typeface="微软雅黑" panose="020B0503020204020204" charset="-122"/>
            </a:endParaRPr>
          </a:p>
        </p:txBody>
      </p:sp>
      <p:sp>
        <p:nvSpPr>
          <p:cNvPr id="5578" name="textbox 5578"/>
          <p:cNvSpPr/>
          <p:nvPr>
            <p:custDataLst>
              <p:tags r:id="rId51"/>
            </p:custDataLst>
          </p:nvPr>
        </p:nvSpPr>
        <p:spPr>
          <a:xfrm>
            <a:off x="7895005" y="906602"/>
            <a:ext cx="266065" cy="203834"/>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7000"/>
              </a:lnSpc>
            </a:pPr>
            <a:r>
              <a:rPr sz="1200" b="1" kern="0" spc="-30" dirty="0">
                <a:solidFill>
                  <a:schemeClr val="dk1"/>
                </a:solidFill>
                <a:cs typeface="微软雅黑" panose="020B0503020204020204" charset="-122"/>
              </a:rPr>
              <a:t>8月</a:t>
            </a:r>
            <a:endParaRPr lang="en-US" altLang="en-US" sz="1200" b="1" kern="0" spc="-30" dirty="0">
              <a:solidFill>
                <a:schemeClr val="dk1"/>
              </a:solidFill>
              <a:cs typeface="微软雅黑" panose="020B0503020204020204" charset="-122"/>
            </a:endParaRPr>
          </a:p>
        </p:txBody>
      </p:sp>
      <p:sp>
        <p:nvSpPr>
          <p:cNvPr id="5580" name="textbox 5580"/>
          <p:cNvSpPr/>
          <p:nvPr>
            <p:custDataLst>
              <p:tags r:id="rId52"/>
            </p:custDataLst>
          </p:nvPr>
        </p:nvSpPr>
        <p:spPr>
          <a:xfrm>
            <a:off x="9489999" y="906221"/>
            <a:ext cx="266065" cy="203834"/>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7000"/>
              </a:lnSpc>
            </a:pPr>
            <a:r>
              <a:rPr sz="1200" b="1" kern="0" spc="-30" dirty="0">
                <a:solidFill>
                  <a:schemeClr val="dk1"/>
                </a:solidFill>
                <a:cs typeface="微软雅黑" panose="020B0503020204020204" charset="-122"/>
              </a:rPr>
              <a:t>9月</a:t>
            </a:r>
            <a:endParaRPr lang="en-US" altLang="en-US" sz="1200" b="1" kern="0" spc="-30" dirty="0">
              <a:solidFill>
                <a:schemeClr val="dk1"/>
              </a:solidFill>
              <a:cs typeface="微软雅黑" panose="020B0503020204020204" charset="-122"/>
            </a:endParaRPr>
          </a:p>
        </p:txBody>
      </p:sp>
      <p:sp>
        <p:nvSpPr>
          <p:cNvPr id="5582" name="textbox 5582"/>
          <p:cNvSpPr/>
          <p:nvPr>
            <p:custDataLst>
              <p:tags r:id="rId53"/>
            </p:custDataLst>
          </p:nvPr>
        </p:nvSpPr>
        <p:spPr>
          <a:xfrm>
            <a:off x="2868015" y="906602"/>
            <a:ext cx="259715" cy="203834"/>
          </a:xfrm>
          <a:prstGeom prst="rect">
            <a:avLst/>
          </a:prstGeom>
        </p:spPr>
        <p:txBody>
          <a:bodyPr vert="horz" wrap="square" lIns="0" tIns="0" rIns="0" bIns="0">
            <a:normAutofit/>
          </a:bodyPr>
          <a:lstStyle/>
          <a:p>
            <a:pPr algn="l" rtl="0" eaLnBrk="0">
              <a:lnSpc>
                <a:spcPct val="89000"/>
              </a:lnSpc>
            </a:pPr>
            <a:endParaRPr lang="en-US" altLang="en-US" sz="100" dirty="0">
              <a:solidFill>
                <a:schemeClr val="dk1"/>
              </a:solidFill>
            </a:endParaRPr>
          </a:p>
          <a:p>
            <a:pPr marL="12700" algn="l" rtl="0" eaLnBrk="0">
              <a:lnSpc>
                <a:spcPct val="97000"/>
              </a:lnSpc>
            </a:pPr>
            <a:r>
              <a:rPr sz="1200" b="1" kern="0" spc="-60" dirty="0">
                <a:solidFill>
                  <a:schemeClr val="dk1"/>
                </a:solidFill>
                <a:cs typeface="微软雅黑" panose="020B0503020204020204" charset="-122"/>
              </a:rPr>
              <a:t>5月</a:t>
            </a:r>
            <a:endParaRPr lang="en-US" altLang="en-US" sz="1200" b="1" kern="0" spc="-60" dirty="0">
              <a:solidFill>
                <a:schemeClr val="dk1"/>
              </a:solidFill>
              <a:cs typeface="微软雅黑" panose="020B0503020204020204" charset="-122"/>
            </a:endParaRPr>
          </a:p>
        </p:txBody>
      </p:sp>
      <p:pic>
        <p:nvPicPr>
          <p:cNvPr id="5584" name="picture 5584"/>
          <p:cNvPicPr>
            <a:picLocks noChangeAspect="1"/>
          </p:cNvPicPr>
          <p:nvPr>
            <p:custDataLst>
              <p:tags r:id="rId54"/>
            </p:custDataLst>
          </p:nvPr>
        </p:nvPicPr>
        <p:blipFill>
          <a:blip r:embed="rId55"/>
          <a:stretch>
            <a:fillRect/>
          </a:stretch>
        </p:blipFill>
        <p:spPr>
          <a:xfrm rot="21600000">
            <a:off x="8317992" y="1527428"/>
            <a:ext cx="354075" cy="103378"/>
          </a:xfrm>
          <a:prstGeom prst="rect">
            <a:avLst/>
          </a:prstGeom>
        </p:spPr>
      </p:pic>
      <p:pic>
        <p:nvPicPr>
          <p:cNvPr id="5586" name="picture 5586"/>
          <p:cNvPicPr>
            <a:picLocks noChangeAspect="1"/>
          </p:cNvPicPr>
          <p:nvPr>
            <p:custDataLst>
              <p:tags r:id="rId56"/>
            </p:custDataLst>
          </p:nvPr>
        </p:nvPicPr>
        <p:blipFill>
          <a:blip r:embed="rId57"/>
          <a:stretch>
            <a:fillRect/>
          </a:stretch>
        </p:blipFill>
        <p:spPr>
          <a:xfrm rot="21600000">
            <a:off x="8660765" y="2641727"/>
            <a:ext cx="237362" cy="103378"/>
          </a:xfrm>
          <a:prstGeom prst="rect">
            <a:avLst/>
          </a:prstGeom>
        </p:spPr>
      </p:pic>
      <p:pic>
        <p:nvPicPr>
          <p:cNvPr id="5588" name="picture 5588"/>
          <p:cNvPicPr>
            <a:picLocks noChangeAspect="1"/>
          </p:cNvPicPr>
          <p:nvPr>
            <p:custDataLst>
              <p:tags r:id="rId58"/>
            </p:custDataLst>
          </p:nvPr>
        </p:nvPicPr>
        <p:blipFill>
          <a:blip r:embed="rId59"/>
          <a:stretch>
            <a:fillRect/>
          </a:stretch>
        </p:blipFill>
        <p:spPr>
          <a:xfrm rot="21600000">
            <a:off x="2531236" y="2475357"/>
            <a:ext cx="219710" cy="103378"/>
          </a:xfrm>
          <a:prstGeom prst="rect">
            <a:avLst/>
          </a:prstGeom>
        </p:spPr>
      </p:pic>
      <p:pic>
        <p:nvPicPr>
          <p:cNvPr id="5590" name="picture 5590"/>
          <p:cNvPicPr>
            <a:picLocks noChangeAspect="1"/>
          </p:cNvPicPr>
          <p:nvPr>
            <p:custDataLst>
              <p:tags r:id="rId60"/>
            </p:custDataLst>
          </p:nvPr>
        </p:nvPicPr>
        <p:blipFill>
          <a:blip r:embed="rId61"/>
          <a:stretch>
            <a:fillRect/>
          </a:stretch>
        </p:blipFill>
        <p:spPr>
          <a:xfrm rot="21600000">
            <a:off x="2552572" y="2138552"/>
            <a:ext cx="219710" cy="103378"/>
          </a:xfrm>
          <a:prstGeom prst="rect">
            <a:avLst/>
          </a:prstGeom>
        </p:spPr>
      </p:pic>
      <p:pic>
        <p:nvPicPr>
          <p:cNvPr id="5592" name="picture 5592"/>
          <p:cNvPicPr>
            <a:picLocks noChangeAspect="1"/>
          </p:cNvPicPr>
          <p:nvPr>
            <p:custDataLst>
              <p:tags r:id="rId62"/>
            </p:custDataLst>
          </p:nvPr>
        </p:nvPicPr>
        <p:blipFill>
          <a:blip r:embed="rId63"/>
          <a:stretch>
            <a:fillRect/>
          </a:stretch>
        </p:blipFill>
        <p:spPr>
          <a:xfrm rot="21600000">
            <a:off x="2531364" y="1521078"/>
            <a:ext cx="196976" cy="103378"/>
          </a:xfrm>
          <a:prstGeom prst="rect">
            <a:avLst/>
          </a:prstGeom>
        </p:spPr>
      </p:pic>
      <p:pic>
        <p:nvPicPr>
          <p:cNvPr id="5594" name="picture 5594"/>
          <p:cNvPicPr>
            <a:picLocks noChangeAspect="1"/>
          </p:cNvPicPr>
          <p:nvPr>
            <p:custDataLst>
              <p:tags r:id="rId64"/>
            </p:custDataLst>
          </p:nvPr>
        </p:nvPicPr>
        <p:blipFill>
          <a:blip r:embed="rId65"/>
          <a:stretch>
            <a:fillRect/>
          </a:stretch>
        </p:blipFill>
        <p:spPr>
          <a:xfrm rot="21600000">
            <a:off x="9287891" y="1717040"/>
            <a:ext cx="102616" cy="100838"/>
          </a:xfrm>
          <a:prstGeom prst="rect">
            <a:avLst/>
          </a:prstGeom>
        </p:spPr>
      </p:pic>
      <p:pic>
        <p:nvPicPr>
          <p:cNvPr id="5596" name="picture 5596"/>
          <p:cNvPicPr>
            <a:picLocks noChangeAspect="1"/>
          </p:cNvPicPr>
          <p:nvPr>
            <p:custDataLst>
              <p:tags r:id="rId66"/>
            </p:custDataLst>
          </p:nvPr>
        </p:nvPicPr>
        <p:blipFill>
          <a:blip r:embed="rId67"/>
          <a:stretch>
            <a:fillRect/>
          </a:stretch>
        </p:blipFill>
        <p:spPr>
          <a:xfrm rot="21600000">
            <a:off x="7752715" y="2511678"/>
            <a:ext cx="103378" cy="96139"/>
          </a:xfrm>
          <a:prstGeom prst="rect">
            <a:avLst/>
          </a:prstGeom>
        </p:spPr>
      </p:pic>
      <p:pic>
        <p:nvPicPr>
          <p:cNvPr id="5598" name="picture 5598"/>
          <p:cNvPicPr>
            <a:picLocks noChangeAspect="1"/>
          </p:cNvPicPr>
          <p:nvPr>
            <p:custDataLst>
              <p:tags r:id="rId68"/>
            </p:custDataLst>
          </p:nvPr>
        </p:nvPicPr>
        <p:blipFill>
          <a:blip r:embed="rId69"/>
          <a:stretch>
            <a:fillRect/>
          </a:stretch>
        </p:blipFill>
        <p:spPr>
          <a:xfrm rot="21600000">
            <a:off x="3462909" y="1728978"/>
            <a:ext cx="76072" cy="78485"/>
          </a:xfrm>
          <a:prstGeom prst="rect">
            <a:avLst/>
          </a:prstGeom>
        </p:spPr>
      </p:pic>
    </p:spTree>
    <p:custDataLst>
      <p:tags r:id="rId70"/>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0" name="path"/>
          <p:cNvSpPr/>
          <p:nvPr/>
        </p:nvSpPr>
        <p:spPr>
          <a:xfrm>
            <a:off x="7788973" y="5111305"/>
            <a:ext cx="1461896" cy="286893"/>
          </a:xfrm>
          <a:custGeom>
            <a:avLst/>
            <a:gdLst/>
            <a:ahLst/>
            <a:cxnLst/>
            <a:rect l="0" t="0" r="0" b="0"/>
            <a:pathLst>
              <a:path w="2302" h="451">
                <a:moveTo>
                  <a:pt x="7" y="444"/>
                </a:moveTo>
                <a:lnTo>
                  <a:pt x="2294" y="444"/>
                </a:lnTo>
                <a:lnTo>
                  <a:pt x="2294" y="7"/>
                </a:lnTo>
                <a:lnTo>
                  <a:pt x="7" y="7"/>
                </a:lnTo>
                <a:lnTo>
                  <a:pt x="7" y="444"/>
                </a:lnTo>
                <a:close/>
              </a:path>
            </a:pathLst>
          </a:custGeom>
          <a:noFill/>
          <a:ln w="9525" cap="flat">
            <a:solidFill>
              <a:srgbClr val="FFFFFF">
                <a:alpha val="100000"/>
              </a:srgbClr>
            </a:solidFill>
            <a:prstDash val="solid"/>
            <a:round/>
          </a:ln>
        </p:spPr>
        <p:txBody>
          <a:bodyPr rtlCol="0"/>
          <a:lstStyle/>
          <a:p>
            <a:pPr algn="ctr"/>
            <a:endParaRPr lang="zh-CN" altLang="en-US"/>
          </a:p>
        </p:txBody>
      </p:sp>
      <p:pic>
        <p:nvPicPr>
          <p:cNvPr id="5602" name="picture 5602"/>
          <p:cNvPicPr>
            <a:picLocks noChangeAspect="1"/>
          </p:cNvPicPr>
          <p:nvPr>
            <p:custDataLst>
              <p:tags r:id="rId1"/>
            </p:custDataLst>
          </p:nvPr>
        </p:nvPicPr>
        <p:blipFill>
          <a:blip r:embed="rId2"/>
          <a:stretch>
            <a:fillRect/>
          </a:stretch>
        </p:blipFill>
        <p:spPr>
          <a:xfrm rot="21600000">
            <a:off x="2226564" y="1260347"/>
            <a:ext cx="9129140" cy="228600"/>
          </a:xfrm>
          <a:prstGeom prst="rect">
            <a:avLst/>
          </a:prstGeom>
        </p:spPr>
      </p:pic>
      <p:grpSp>
        <p:nvGrpSpPr>
          <p:cNvPr id="664" name="group 664"/>
          <p:cNvGrpSpPr/>
          <p:nvPr/>
        </p:nvGrpSpPr>
        <p:grpSpPr>
          <a:xfrm rot="21600000">
            <a:off x="861060" y="1345691"/>
            <a:ext cx="10495280" cy="4538129"/>
            <a:chOff x="0" y="0"/>
            <a:chExt cx="10495280" cy="4538129"/>
          </a:xfrm>
        </p:grpSpPr>
        <p:sp>
          <p:nvSpPr>
            <p:cNvPr id="5604" name="path"/>
            <p:cNvSpPr/>
            <p:nvPr/>
          </p:nvSpPr>
          <p:spPr>
            <a:xfrm>
              <a:off x="0" y="0"/>
              <a:ext cx="10495280" cy="4538129"/>
            </a:xfrm>
            <a:custGeom>
              <a:avLst/>
              <a:gdLst/>
              <a:ahLst/>
              <a:cxnLst/>
              <a:rect l="0" t="0" r="0" b="0"/>
              <a:pathLst>
                <a:path w="16528" h="7146">
                  <a:moveTo>
                    <a:pt x="0" y="2661"/>
                  </a:moveTo>
                  <a:lnTo>
                    <a:pt x="16528" y="2661"/>
                  </a:lnTo>
                  <a:moveTo>
                    <a:pt x="0" y="5080"/>
                  </a:moveTo>
                  <a:lnTo>
                    <a:pt x="16528" y="5080"/>
                  </a:lnTo>
                  <a:moveTo>
                    <a:pt x="4240" y="9"/>
                  </a:moveTo>
                  <a:lnTo>
                    <a:pt x="4240" y="7146"/>
                  </a:lnTo>
                  <a:moveTo>
                    <a:pt x="10876" y="35"/>
                  </a:moveTo>
                  <a:lnTo>
                    <a:pt x="10876" y="7146"/>
                  </a:lnTo>
                  <a:moveTo>
                    <a:pt x="8668" y="0"/>
                  </a:moveTo>
                  <a:lnTo>
                    <a:pt x="8668" y="7146"/>
                  </a:lnTo>
                  <a:moveTo>
                    <a:pt x="6540" y="47"/>
                  </a:moveTo>
                  <a:lnTo>
                    <a:pt x="6540" y="7146"/>
                  </a:lnTo>
                  <a:moveTo>
                    <a:pt x="13180" y="117"/>
                  </a:moveTo>
                  <a:lnTo>
                    <a:pt x="13180" y="7146"/>
                  </a:lnTo>
                </a:path>
              </a:pathLst>
            </a:custGeom>
            <a:noFill/>
            <a:ln w="6350" cap="flat">
              <a:solidFill>
                <a:srgbClr val="FFC000">
                  <a:alpha val="100000"/>
                </a:srgbClr>
              </a:solidFill>
              <a:prstDash val="solid"/>
              <a:miter lim="800000"/>
            </a:ln>
          </p:spPr>
          <p:txBody>
            <a:bodyPr rtlCol="0"/>
            <a:lstStyle/>
            <a:p>
              <a:pPr algn="ctr"/>
              <a:endParaRPr lang="zh-CN" altLang="en-US"/>
            </a:p>
          </p:txBody>
        </p:sp>
        <p:sp>
          <p:nvSpPr>
            <p:cNvPr id="5606" name="path"/>
            <p:cNvSpPr/>
            <p:nvPr/>
          </p:nvSpPr>
          <p:spPr>
            <a:xfrm>
              <a:off x="5560885" y="2282761"/>
              <a:ext cx="1289685" cy="655701"/>
            </a:xfrm>
            <a:custGeom>
              <a:avLst/>
              <a:gdLst/>
              <a:ahLst/>
              <a:cxnLst/>
              <a:rect l="0" t="0" r="0" b="0"/>
              <a:pathLst>
                <a:path w="2031" h="1032">
                  <a:moveTo>
                    <a:pt x="2023" y="437"/>
                  </a:moveTo>
                  <a:lnTo>
                    <a:pt x="2023" y="19"/>
                  </a:lnTo>
                  <a:moveTo>
                    <a:pt x="7" y="1025"/>
                  </a:moveTo>
                  <a:lnTo>
                    <a:pt x="2004" y="1025"/>
                  </a:lnTo>
                  <a:lnTo>
                    <a:pt x="2004" y="7"/>
                  </a:lnTo>
                  <a:lnTo>
                    <a:pt x="7" y="7"/>
                  </a:lnTo>
                  <a:lnTo>
                    <a:pt x="7" y="1025"/>
                  </a:lnTo>
                  <a:close/>
                </a:path>
              </a:pathLst>
            </a:custGeom>
            <a:noFill/>
            <a:ln w="9525" cap="flat">
              <a:solidFill>
                <a:srgbClr val="FFFFFF">
                  <a:alpha val="100000"/>
                </a:srgbClr>
              </a:solidFill>
              <a:prstDash val="solid"/>
              <a:round/>
            </a:ln>
          </p:spPr>
          <p:txBody>
            <a:bodyPr rtlCol="0"/>
            <a:lstStyle/>
            <a:p>
              <a:pPr algn="ctr"/>
              <a:endParaRPr lang="zh-CN" altLang="en-US"/>
            </a:p>
          </p:txBody>
        </p:sp>
      </p:grpSp>
      <p:sp>
        <p:nvSpPr>
          <p:cNvPr id="5610" name="textbox 5610"/>
          <p:cNvSpPr/>
          <p:nvPr>
            <p:custDataLst>
              <p:tags r:id="rId3"/>
            </p:custDataLst>
          </p:nvPr>
        </p:nvSpPr>
        <p:spPr>
          <a:xfrm>
            <a:off x="2107918" y="1148873"/>
            <a:ext cx="9503409" cy="182879"/>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ts val="1235"/>
              </a:lnSpc>
            </a:pPr>
            <a:r>
              <a:rPr sz="1500" b="1" kern="0" spc="10" baseline="9000" dirty="0">
                <a:solidFill>
                  <a:schemeClr val="dk1"/>
                </a:solidFill>
                <a:cs typeface="微软雅黑" panose="020B0503020204020204" charset="-122"/>
              </a:rPr>
              <a:t>6.1(W8)</a:t>
            </a:r>
            <a:r>
              <a:rPr sz="900" b="1" kern="0" spc="10" dirty="0">
                <a:solidFill>
                  <a:schemeClr val="dk1"/>
                </a:solidFill>
                <a:cs typeface="微软雅黑" panose="020B0503020204020204" charset="-122"/>
              </a:rPr>
              <a:t>                        </a:t>
            </a:r>
            <a:r>
              <a:rPr sz="1500" b="1" kern="0" spc="10" baseline="9000" dirty="0">
                <a:solidFill>
                  <a:schemeClr val="dk1"/>
                </a:solidFill>
                <a:cs typeface="微软雅黑" panose="020B0503020204020204" charset="-122"/>
              </a:rPr>
              <a:t>6.8</a:t>
            </a:r>
            <a:r>
              <a:rPr sz="900" b="1" kern="0" spc="100" dirty="0">
                <a:solidFill>
                  <a:schemeClr val="dk1"/>
                </a:solidFill>
                <a:cs typeface="微软雅黑" panose="020B0503020204020204" charset="-122"/>
              </a:rPr>
              <a:t> </a:t>
            </a:r>
            <a:r>
              <a:rPr sz="1500" b="1" kern="0" spc="10" baseline="9000" dirty="0">
                <a:solidFill>
                  <a:schemeClr val="dk1"/>
                </a:solidFill>
                <a:cs typeface="微软雅黑" panose="020B0503020204020204" charset="-122"/>
              </a:rPr>
              <a:t>(W9)</a:t>
            </a:r>
            <a:r>
              <a:rPr sz="900" b="1" kern="0" spc="10" dirty="0">
                <a:solidFill>
                  <a:schemeClr val="dk1"/>
                </a:solidFill>
                <a:cs typeface="微软雅黑" panose="020B0503020204020204" charset="-122"/>
              </a:rPr>
              <a:t>                          </a:t>
            </a:r>
            <a:r>
              <a:rPr sz="1500" b="1" kern="0" spc="10" baseline="9000" dirty="0">
                <a:solidFill>
                  <a:schemeClr val="dk1"/>
                </a:solidFill>
                <a:cs typeface="微软雅黑" panose="020B0503020204020204" charset="-122"/>
              </a:rPr>
              <a:t>6.15</a:t>
            </a:r>
            <a:r>
              <a:rPr sz="900" b="1" kern="0" spc="110" dirty="0">
                <a:solidFill>
                  <a:schemeClr val="dk1"/>
                </a:solidFill>
                <a:cs typeface="微软雅黑" panose="020B0503020204020204" charset="-122"/>
              </a:rPr>
              <a:t> </a:t>
            </a:r>
            <a:r>
              <a:rPr sz="1500" b="1" kern="0" spc="10" baseline="9000" dirty="0">
                <a:solidFill>
                  <a:schemeClr val="dk1"/>
                </a:solidFill>
                <a:cs typeface="微软雅黑" panose="020B0503020204020204" charset="-122"/>
              </a:rPr>
              <a:t>(W10)</a:t>
            </a:r>
            <a:r>
              <a:rPr sz="900" b="1" kern="0" spc="10" dirty="0">
                <a:solidFill>
                  <a:schemeClr val="dk1"/>
                </a:solidFill>
                <a:cs typeface="微软雅黑" panose="020B0503020204020204" charset="-122"/>
              </a:rPr>
              <a:t>                   </a:t>
            </a:r>
            <a:r>
              <a:rPr sz="1500" b="1" kern="0" spc="10" baseline="2000" dirty="0">
                <a:solidFill>
                  <a:schemeClr val="dk1"/>
                </a:solidFill>
                <a:cs typeface="微软雅黑" panose="020B0503020204020204" charset="-122"/>
              </a:rPr>
              <a:t>6.22</a:t>
            </a:r>
            <a:r>
              <a:rPr sz="900" b="1" kern="0" spc="100" dirty="0">
                <a:solidFill>
                  <a:schemeClr val="dk1"/>
                </a:solidFill>
                <a:cs typeface="微软雅黑" panose="020B0503020204020204" charset="-122"/>
              </a:rPr>
              <a:t> </a:t>
            </a:r>
            <a:r>
              <a:rPr sz="1500" b="1" kern="0" spc="10" baseline="2000" dirty="0">
                <a:solidFill>
                  <a:schemeClr val="dk1"/>
                </a:solidFill>
                <a:cs typeface="微软雅黑" panose="020B0503020204020204" charset="-122"/>
              </a:rPr>
              <a:t>(W11)</a:t>
            </a:r>
            <a:r>
              <a:rPr sz="900" b="1" kern="0" spc="10" dirty="0">
                <a:solidFill>
                  <a:schemeClr val="dk1"/>
                </a:solidFill>
                <a:cs typeface="微软雅黑" panose="020B0503020204020204" charset="-122"/>
              </a:rPr>
              <a:t>                     6.29</a:t>
            </a:r>
            <a:r>
              <a:rPr sz="900" b="1" kern="0" spc="110" dirty="0">
                <a:solidFill>
                  <a:schemeClr val="dk1"/>
                </a:solidFill>
                <a:cs typeface="微软雅黑" panose="020B0503020204020204" charset="-122"/>
              </a:rPr>
              <a:t> </a:t>
            </a:r>
            <a:r>
              <a:rPr sz="900" b="1" kern="0" spc="10" dirty="0">
                <a:solidFill>
                  <a:schemeClr val="dk1"/>
                </a:solidFill>
                <a:cs typeface="微软雅黑" panose="020B0503020204020204" charset="-122"/>
              </a:rPr>
              <a:t>(W12)                 </a:t>
            </a:r>
            <a:r>
              <a:rPr sz="900" b="1" kern="0" spc="0" dirty="0">
                <a:solidFill>
                  <a:schemeClr val="dk1"/>
                </a:solidFill>
                <a:cs typeface="微软雅黑" panose="020B0503020204020204" charset="-122"/>
              </a:rPr>
              <a:t>    7.6</a:t>
            </a:r>
            <a:r>
              <a:rPr sz="900" b="1" kern="0" spc="110" dirty="0">
                <a:solidFill>
                  <a:schemeClr val="dk1"/>
                </a:solidFill>
                <a:cs typeface="微软雅黑" panose="020B0503020204020204" charset="-122"/>
              </a:rPr>
              <a:t> </a:t>
            </a:r>
            <a:r>
              <a:rPr sz="900" b="1" kern="0" spc="0" dirty="0">
                <a:solidFill>
                  <a:schemeClr val="dk1"/>
                </a:solidFill>
                <a:cs typeface="微软雅黑" panose="020B0503020204020204" charset="-122"/>
              </a:rPr>
              <a:t>(W13)                       </a:t>
            </a:r>
            <a:r>
              <a:rPr sz="1500" b="1" kern="0" spc="0" baseline="2000" dirty="0">
                <a:solidFill>
                  <a:schemeClr val="dk1"/>
                </a:solidFill>
                <a:cs typeface="微软雅黑" panose="020B0503020204020204" charset="-122"/>
              </a:rPr>
              <a:t>7.13(W14)</a:t>
            </a:r>
            <a:r>
              <a:rPr sz="900" b="1" kern="0" spc="0" dirty="0">
                <a:solidFill>
                  <a:schemeClr val="dk1"/>
                </a:solidFill>
                <a:cs typeface="微软雅黑" panose="020B0503020204020204" charset="-122"/>
              </a:rPr>
              <a:t>    </a:t>
            </a:r>
            <a:r>
              <a:rPr sz="1500" b="1" kern="0" spc="0" baseline="2000" dirty="0">
                <a:solidFill>
                  <a:schemeClr val="dk1"/>
                </a:solidFill>
                <a:cs typeface="微软雅黑" panose="020B0503020204020204" charset="-122"/>
              </a:rPr>
              <a:t>7.15</a:t>
            </a:r>
            <a:endParaRPr lang="en-US" altLang="en-US" sz="1500" b="1" kern="0" spc="0" baseline="2000" dirty="0">
              <a:solidFill>
                <a:schemeClr val="dk1"/>
              </a:solidFill>
              <a:cs typeface="微软雅黑" panose="020B0503020204020204" charset="-122"/>
            </a:endParaRPr>
          </a:p>
        </p:txBody>
      </p:sp>
      <p:graphicFrame>
        <p:nvGraphicFramePr>
          <p:cNvPr id="5612" name="table 5612"/>
          <p:cNvGraphicFramePr>
            <a:graphicFrameLocks noGrp="1"/>
          </p:cNvGraphicFramePr>
          <p:nvPr>
            <p:custDataLst>
              <p:tags r:id="rId4"/>
            </p:custDataLst>
          </p:nvPr>
        </p:nvGraphicFramePr>
        <p:xfrm>
          <a:off x="2116645" y="3636073"/>
          <a:ext cx="1278889" cy="840104"/>
        </p:xfrm>
        <a:graphic>
          <a:graphicData uri="http://schemas.openxmlformats.org/drawingml/2006/table">
            <a:tbl>
              <a:tblPr/>
              <a:tblGrid>
                <a:gridCol w="1278889"/>
              </a:tblGrid>
              <a:tr h="830579">
                <a:tc>
                  <a:txBody>
                    <a:bodyPr/>
                    <a:lstStyle/>
                    <a:p>
                      <a:pPr algn="l" rtl="0" eaLnBrk="0">
                        <a:lnSpc>
                          <a:spcPct val="100000"/>
                        </a:lnSpc>
                      </a:pPr>
                      <a:endParaRPr lang="en-US" altLang="en-US" sz="500" dirty="0"/>
                    </a:p>
                    <a:p>
                      <a:pPr marL="98425" indent="12700" algn="l" rtl="0" eaLnBrk="0">
                        <a:lnSpc>
                          <a:spcPct val="99000"/>
                        </a:lnSpc>
                        <a:spcBef>
                          <a:spcPts val="0"/>
                        </a:spcBef>
                      </a:pPr>
                      <a:r>
                        <a:rPr sz="1200" kern="0" spc="-50" dirty="0">
                          <a:solidFill>
                            <a:srgbClr val="000000">
                              <a:alpha val="100000"/>
                            </a:srgbClr>
                          </a:solidFill>
                          <a:cs typeface="微软雅黑" panose="020B0503020204020204" charset="-122"/>
                        </a:rPr>
                        <a:t>BTIT组织职责、</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制度、流程、模   板建立&amp;工具选</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定&amp;培训</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14" name="table 5614"/>
          <p:cNvGraphicFramePr>
            <a:graphicFrameLocks noGrp="1"/>
          </p:cNvGraphicFramePr>
          <p:nvPr>
            <p:custDataLst>
              <p:tags r:id="rId5"/>
            </p:custDataLst>
          </p:nvPr>
        </p:nvGraphicFramePr>
        <p:xfrm>
          <a:off x="3619309" y="3640645"/>
          <a:ext cx="1278890" cy="839470"/>
        </p:xfrm>
        <a:graphic>
          <a:graphicData uri="http://schemas.openxmlformats.org/drawingml/2006/table">
            <a:tbl>
              <a:tblPr/>
              <a:tblGrid>
                <a:gridCol w="1278890"/>
              </a:tblGrid>
              <a:tr h="829945">
                <a:tc>
                  <a:txBody>
                    <a:bodyPr/>
                    <a:lstStyle/>
                    <a:p>
                      <a:pPr algn="l" rtl="0" eaLnBrk="0">
                        <a:lnSpc>
                          <a:spcPct val="100000"/>
                        </a:lnSpc>
                      </a:pPr>
                      <a:endParaRPr lang="en-US" altLang="en-US" sz="500" dirty="0"/>
                    </a:p>
                    <a:p>
                      <a:pPr marL="98425" indent="12700" algn="l" rtl="0" eaLnBrk="0">
                        <a:lnSpc>
                          <a:spcPct val="99000"/>
                        </a:lnSpc>
                        <a:spcBef>
                          <a:spcPts val="5"/>
                        </a:spcBef>
                      </a:pPr>
                      <a:r>
                        <a:rPr sz="1200" kern="0" spc="-50" dirty="0">
                          <a:solidFill>
                            <a:srgbClr val="000000">
                              <a:alpha val="100000"/>
                            </a:srgbClr>
                          </a:solidFill>
                          <a:cs typeface="微软雅黑" panose="020B0503020204020204" charset="-122"/>
                        </a:rPr>
                        <a:t>BTIT组织职责、</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制度、流程、模   板建立&amp;工具选</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定&amp;培训</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16" name="table 5616"/>
          <p:cNvGraphicFramePr>
            <a:graphicFrameLocks noGrp="1"/>
          </p:cNvGraphicFramePr>
          <p:nvPr>
            <p:custDataLst>
              <p:tags r:id="rId6"/>
            </p:custDataLst>
          </p:nvPr>
        </p:nvGraphicFramePr>
        <p:xfrm>
          <a:off x="3640645" y="5108257"/>
          <a:ext cx="1276984" cy="656589"/>
        </p:xfrm>
        <a:graphic>
          <a:graphicData uri="http://schemas.openxmlformats.org/drawingml/2006/table">
            <a:tbl>
              <a:tblPr/>
              <a:tblGrid>
                <a:gridCol w="1276984"/>
              </a:tblGrid>
              <a:tr h="647064">
                <a:tc>
                  <a:txBody>
                    <a:bodyPr/>
                    <a:lstStyle/>
                    <a:p>
                      <a:pPr algn="l" rtl="0" eaLnBrk="0">
                        <a:lnSpc>
                          <a:spcPct val="123000"/>
                        </a:lnSpc>
                      </a:pPr>
                      <a:endParaRPr lang="en-US" altLang="en-US" sz="400" dirty="0"/>
                    </a:p>
                    <a:p>
                      <a:pPr marL="211455" algn="l" rtl="0" eaLnBrk="0">
                        <a:lnSpc>
                          <a:spcPct val="97000"/>
                        </a:lnSpc>
                        <a:spcBef>
                          <a:spcPts val="5"/>
                        </a:spcBef>
                      </a:pPr>
                      <a:r>
                        <a:rPr sz="1200" kern="0" spc="-10" dirty="0">
                          <a:solidFill>
                            <a:srgbClr val="000000">
                              <a:alpha val="100000"/>
                            </a:srgbClr>
                          </a:solidFill>
                          <a:cs typeface="微软雅黑" panose="020B0503020204020204" charset="-122"/>
                        </a:rPr>
                        <a:t>指标梳理&amp;</a:t>
                      </a:r>
                      <a:endParaRPr lang="en-US" altLang="en-US" sz="1200" dirty="0"/>
                    </a:p>
                    <a:p>
                      <a:pPr marL="41275" algn="l" rtl="0" eaLnBrk="0">
                        <a:lnSpc>
                          <a:spcPct val="97000"/>
                        </a:lnSpc>
                        <a:spcBef>
                          <a:spcPts val="40"/>
                        </a:spcBef>
                      </a:pPr>
                      <a:r>
                        <a:rPr sz="1200" kern="0" spc="-80" dirty="0">
                          <a:solidFill>
                            <a:srgbClr val="000000">
                              <a:alpha val="100000"/>
                            </a:srgbClr>
                          </a:solidFill>
                          <a:cs typeface="微软雅黑" panose="020B0503020204020204" charset="-122"/>
                        </a:rPr>
                        <a:t>开发测试&amp;大屏、</a:t>
                      </a:r>
                      <a:endParaRPr lang="en-US" altLang="en-US" sz="1200" dirty="0"/>
                    </a:p>
                    <a:p>
                      <a:pPr marL="131445" algn="l" rtl="0" eaLnBrk="0">
                        <a:lnSpc>
                          <a:spcPct val="97000"/>
                        </a:lnSpc>
                        <a:spcBef>
                          <a:spcPts val="45"/>
                        </a:spcBef>
                      </a:pPr>
                      <a:r>
                        <a:rPr sz="1200" kern="0" spc="-10" dirty="0">
                          <a:solidFill>
                            <a:srgbClr val="000000">
                              <a:alpha val="100000"/>
                            </a:srgbClr>
                          </a:solidFill>
                          <a:cs typeface="微软雅黑" panose="020B0503020204020204" charset="-122"/>
                        </a:rPr>
                        <a:t>手机APP上线</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18" name="table 5618"/>
          <p:cNvGraphicFramePr>
            <a:graphicFrameLocks noGrp="1"/>
          </p:cNvGraphicFramePr>
          <p:nvPr>
            <p:custDataLst>
              <p:tags r:id="rId7"/>
            </p:custDataLst>
          </p:nvPr>
        </p:nvGraphicFramePr>
        <p:xfrm>
          <a:off x="7875841" y="3610165"/>
          <a:ext cx="1278890" cy="655320"/>
        </p:xfrm>
        <a:graphic>
          <a:graphicData uri="http://schemas.openxmlformats.org/drawingml/2006/table">
            <a:tbl>
              <a:tblPr/>
              <a:tblGrid>
                <a:gridCol w="1278890"/>
              </a:tblGrid>
              <a:tr h="645795">
                <a:tc>
                  <a:txBody>
                    <a:bodyPr/>
                    <a:lstStyle/>
                    <a:p>
                      <a:pPr algn="l" rtl="0" eaLnBrk="0">
                        <a:lnSpc>
                          <a:spcPct val="120000"/>
                        </a:lnSpc>
                      </a:pPr>
                      <a:endParaRPr lang="en-US" altLang="en-US" sz="400" dirty="0"/>
                    </a:p>
                    <a:p>
                      <a:pPr marL="120650" algn="l" rtl="0" eaLnBrk="0">
                        <a:lnSpc>
                          <a:spcPct val="98000"/>
                        </a:lnSpc>
                        <a:spcBef>
                          <a:spcPts val="0"/>
                        </a:spcBef>
                      </a:pPr>
                      <a:r>
                        <a:rPr sz="1200" kern="0" spc="-30" dirty="0">
                          <a:solidFill>
                            <a:srgbClr val="000000">
                              <a:alpha val="100000"/>
                            </a:srgbClr>
                          </a:solidFill>
                          <a:cs typeface="微软雅黑" panose="020B0503020204020204" charset="-122"/>
                        </a:rPr>
                        <a:t>BTIT模块日常需</a:t>
                      </a:r>
                      <a:endParaRPr lang="en-US" altLang="en-US" sz="1200" dirty="0"/>
                    </a:p>
                    <a:p>
                      <a:pPr marL="108585" algn="l" rtl="0" eaLnBrk="0">
                        <a:lnSpc>
                          <a:spcPct val="97000"/>
                        </a:lnSpc>
                        <a:spcBef>
                          <a:spcPts val="35"/>
                        </a:spcBef>
                      </a:pPr>
                      <a:r>
                        <a:rPr sz="1200" kern="0" spc="-10" dirty="0">
                          <a:solidFill>
                            <a:srgbClr val="000000">
                              <a:alpha val="100000"/>
                            </a:srgbClr>
                          </a:solidFill>
                          <a:cs typeface="微软雅黑" panose="020B0503020204020204" charset="-122"/>
                        </a:rPr>
                        <a:t>求处理监控分析</a:t>
                      </a:r>
                      <a:endParaRPr lang="en-US" altLang="en-US" sz="1200" dirty="0"/>
                    </a:p>
                    <a:p>
                      <a:pPr marL="412750" algn="l" rtl="0" eaLnBrk="0">
                        <a:lnSpc>
                          <a:spcPct val="98000"/>
                        </a:lnSpc>
                        <a:spcBef>
                          <a:spcPts val="40"/>
                        </a:spcBef>
                      </a:pPr>
                      <a:r>
                        <a:rPr sz="1200" kern="0" spc="-10" dirty="0">
                          <a:solidFill>
                            <a:srgbClr val="000000">
                              <a:alpha val="100000"/>
                            </a:srgbClr>
                          </a:solidFill>
                          <a:cs typeface="微软雅黑" panose="020B0503020204020204" charset="-122"/>
                        </a:rPr>
                        <a:t>与报告</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20" name="table 5620"/>
          <p:cNvGraphicFramePr>
            <a:graphicFrameLocks noGrp="1"/>
          </p:cNvGraphicFramePr>
          <p:nvPr>
            <p:custDataLst>
              <p:tags r:id="rId8"/>
            </p:custDataLst>
          </p:nvPr>
        </p:nvGraphicFramePr>
        <p:xfrm>
          <a:off x="3608641" y="2197417"/>
          <a:ext cx="1276984" cy="655320"/>
        </p:xfrm>
        <a:graphic>
          <a:graphicData uri="http://schemas.openxmlformats.org/drawingml/2006/table">
            <a:tbl>
              <a:tblPr/>
              <a:tblGrid>
                <a:gridCol w="1276984"/>
              </a:tblGrid>
              <a:tr h="645795">
                <a:tc>
                  <a:txBody>
                    <a:bodyPr/>
                    <a:lstStyle/>
                    <a:p>
                      <a:pPr algn="l" rtl="0" eaLnBrk="0">
                        <a:lnSpc>
                          <a:spcPct val="120000"/>
                        </a:lnSpc>
                      </a:pPr>
                      <a:endParaRPr lang="en-US" altLang="en-US" sz="400" dirty="0"/>
                    </a:p>
                    <a:p>
                      <a:pPr marL="116205" algn="l" rtl="0" eaLnBrk="0">
                        <a:lnSpc>
                          <a:spcPct val="97000"/>
                        </a:lnSpc>
                        <a:spcBef>
                          <a:spcPts val="5"/>
                        </a:spcBef>
                      </a:pPr>
                      <a:r>
                        <a:rPr sz="1200" kern="0" spc="-10" dirty="0">
                          <a:solidFill>
                            <a:srgbClr val="000000">
                              <a:alpha val="100000"/>
                            </a:srgbClr>
                          </a:solidFill>
                          <a:cs typeface="微软雅黑" panose="020B0503020204020204" charset="-122"/>
                        </a:rPr>
                        <a:t>项目培训准备&amp;</a:t>
                      </a:r>
                      <a:endParaRPr lang="en-US" altLang="en-US" sz="1200" dirty="0"/>
                    </a:p>
                    <a:p>
                      <a:pPr marL="106045" algn="l" rtl="0" eaLnBrk="0">
                        <a:lnSpc>
                          <a:spcPct val="97000"/>
                        </a:lnSpc>
                        <a:spcBef>
                          <a:spcPts val="45"/>
                        </a:spcBef>
                      </a:pPr>
                      <a:r>
                        <a:rPr sz="1200" kern="0" spc="-10" dirty="0">
                          <a:solidFill>
                            <a:srgbClr val="000000">
                              <a:alpha val="100000"/>
                            </a:srgbClr>
                          </a:solidFill>
                          <a:cs typeface="微软雅黑" panose="020B0503020204020204" charset="-122"/>
                        </a:rPr>
                        <a:t>项目经理等级评</a:t>
                      </a:r>
                      <a:endParaRPr lang="en-US" altLang="en-US" sz="1200" dirty="0"/>
                    </a:p>
                    <a:p>
                      <a:pPr marL="410845" algn="l" rtl="0" eaLnBrk="0">
                        <a:lnSpc>
                          <a:spcPct val="98000"/>
                        </a:lnSpc>
                        <a:spcBef>
                          <a:spcPts val="40"/>
                        </a:spcBef>
                      </a:pPr>
                      <a:r>
                        <a:rPr sz="1200" kern="0" spc="-10" dirty="0">
                          <a:solidFill>
                            <a:srgbClr val="000000">
                              <a:alpha val="100000"/>
                            </a:srgbClr>
                          </a:solidFill>
                          <a:cs typeface="微软雅黑" panose="020B0503020204020204" charset="-122"/>
                        </a:rPr>
                        <a:t>估标准</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22" name="table 5622"/>
          <p:cNvGraphicFramePr>
            <a:graphicFrameLocks noGrp="1"/>
          </p:cNvGraphicFramePr>
          <p:nvPr>
            <p:custDataLst>
              <p:tags r:id="rId9"/>
            </p:custDataLst>
          </p:nvPr>
        </p:nvGraphicFramePr>
        <p:xfrm>
          <a:off x="5032057" y="3628453"/>
          <a:ext cx="1276984" cy="655320"/>
        </p:xfrm>
        <a:graphic>
          <a:graphicData uri="http://schemas.openxmlformats.org/drawingml/2006/table">
            <a:tbl>
              <a:tblPr/>
              <a:tblGrid>
                <a:gridCol w="1276984"/>
              </a:tblGrid>
              <a:tr h="645795">
                <a:tc>
                  <a:txBody>
                    <a:bodyPr/>
                    <a:lstStyle/>
                    <a:p>
                      <a:pPr algn="l" rtl="0" eaLnBrk="0">
                        <a:lnSpc>
                          <a:spcPct val="122000"/>
                        </a:lnSpc>
                      </a:pPr>
                      <a:endParaRPr lang="en-US" altLang="en-US" sz="400" dirty="0"/>
                    </a:p>
                    <a:p>
                      <a:pPr marL="98425" indent="12065" algn="l" rtl="0" eaLnBrk="0">
                        <a:lnSpc>
                          <a:spcPct val="99000"/>
                        </a:lnSpc>
                        <a:spcBef>
                          <a:spcPts val="0"/>
                        </a:spcBef>
                      </a:pPr>
                      <a:r>
                        <a:rPr sz="1200" kern="0" spc="-20" dirty="0">
                          <a:solidFill>
                            <a:srgbClr val="000000">
                              <a:alpha val="100000"/>
                            </a:srgbClr>
                          </a:solidFill>
                          <a:cs typeface="微软雅黑" panose="020B0503020204020204" charset="-122"/>
                        </a:rPr>
                        <a:t>BTIT流程、模板</a:t>
                      </a:r>
                      <a:r>
                        <a:rPr sz="1200" kern="0" spc="-3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建立优化&amp;日常</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需求处理</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24" name="table 5624"/>
          <p:cNvGraphicFramePr>
            <a:graphicFrameLocks noGrp="1"/>
          </p:cNvGraphicFramePr>
          <p:nvPr>
            <p:custDataLst>
              <p:tags r:id="rId10"/>
            </p:custDataLst>
          </p:nvPr>
        </p:nvGraphicFramePr>
        <p:xfrm>
          <a:off x="5062537" y="2186749"/>
          <a:ext cx="1278890" cy="629284"/>
        </p:xfrm>
        <a:graphic>
          <a:graphicData uri="http://schemas.openxmlformats.org/drawingml/2006/table">
            <a:tbl>
              <a:tblPr/>
              <a:tblGrid>
                <a:gridCol w="1278890"/>
              </a:tblGrid>
              <a:tr h="619759">
                <a:tc>
                  <a:txBody>
                    <a:bodyPr/>
                    <a:lstStyle/>
                    <a:p>
                      <a:pPr algn="l" rtl="0" eaLnBrk="0">
                        <a:lnSpc>
                          <a:spcPct val="120000"/>
                        </a:lnSpc>
                      </a:pPr>
                      <a:endParaRPr lang="en-US" altLang="en-US" sz="400" dirty="0"/>
                    </a:p>
                    <a:p>
                      <a:pPr marL="106680" algn="l" rtl="0" eaLnBrk="0">
                        <a:lnSpc>
                          <a:spcPct val="97000"/>
                        </a:lnSpc>
                        <a:spcBef>
                          <a:spcPts val="5"/>
                        </a:spcBef>
                      </a:pPr>
                      <a:r>
                        <a:rPr sz="1200" kern="0" spc="-10" dirty="0">
                          <a:solidFill>
                            <a:srgbClr val="000000">
                              <a:alpha val="100000"/>
                            </a:srgbClr>
                          </a:solidFill>
                          <a:cs typeface="微软雅黑" panose="020B0503020204020204" charset="-122"/>
                        </a:rPr>
                        <a:t>项目管理流程培</a:t>
                      </a:r>
                      <a:endParaRPr lang="en-US" altLang="en-US" sz="1200" dirty="0"/>
                    </a:p>
                    <a:p>
                      <a:pPr marL="335915" indent="-196215" algn="l" rtl="0" eaLnBrk="0">
                        <a:lnSpc>
                          <a:spcPct val="97000"/>
                        </a:lnSpc>
                        <a:spcBef>
                          <a:spcPts val="55"/>
                        </a:spcBef>
                      </a:pPr>
                      <a:r>
                        <a:rPr sz="1200" kern="0" spc="-10" dirty="0">
                          <a:solidFill>
                            <a:srgbClr val="000000">
                              <a:alpha val="100000"/>
                            </a:srgbClr>
                          </a:solidFill>
                          <a:cs typeface="微软雅黑" panose="020B0503020204020204" charset="-122"/>
                        </a:rPr>
                        <a:t>训完成（PM和</a:t>
                      </a:r>
                      <a:r>
                        <a:rPr sz="1200" kern="0" spc="0" dirty="0">
                          <a:solidFill>
                            <a:srgbClr val="000000">
                              <a:alpha val="100000"/>
                            </a:srgbClr>
                          </a:solidFill>
                          <a:cs typeface="微软雅黑" panose="020B0503020204020204" charset="-122"/>
                        </a:rPr>
                        <a:t>    </a:t>
                      </a:r>
                      <a:r>
                        <a:rPr sz="1200" kern="0" spc="-40" dirty="0">
                          <a:solidFill>
                            <a:srgbClr val="000000">
                              <a:alpha val="100000"/>
                            </a:srgbClr>
                          </a:solidFill>
                          <a:cs typeface="微软雅黑" panose="020B0503020204020204" charset="-122"/>
                        </a:rPr>
                        <a:t>发起人）</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sp>
        <p:nvSpPr>
          <p:cNvPr id="5628" name="textbox 5628"/>
          <p:cNvSpPr/>
          <p:nvPr>
            <p:custDataLst>
              <p:tags r:id="rId11"/>
            </p:custDataLst>
          </p:nvPr>
        </p:nvSpPr>
        <p:spPr>
          <a:xfrm>
            <a:off x="990168" y="441502"/>
            <a:ext cx="2729229" cy="291465"/>
          </a:xfrm>
          <a:prstGeom prst="rect">
            <a:avLst/>
          </a:prstGeom>
        </p:spPr>
        <p:txBody>
          <a:bodyPr vert="horz" wrap="square" lIns="0" tIns="0" rIns="0" bIns="0">
            <a:normAutofit/>
          </a:bodyPr>
          <a:lstStyle/>
          <a:p>
            <a:pPr algn="l" rtl="0" eaLnBrk="0">
              <a:lnSpc>
                <a:spcPct val="83000"/>
              </a:lnSpc>
            </a:pPr>
            <a:endParaRPr lang="en-US" altLang="en-US" sz="100" dirty="0">
              <a:solidFill>
                <a:schemeClr val="dk1"/>
              </a:solidFill>
            </a:endParaRPr>
          </a:p>
          <a:p>
            <a:pPr marL="12700" algn="l" rtl="0" eaLnBrk="0">
              <a:lnSpc>
                <a:spcPct val="97000"/>
              </a:lnSpc>
            </a:pPr>
            <a:r>
              <a:rPr sz="1800" b="1" kern="0" spc="-100" dirty="0">
                <a:solidFill>
                  <a:schemeClr val="dk1"/>
                </a:solidFill>
                <a:cs typeface="微软雅黑" panose="020B0503020204020204" charset="-122"/>
              </a:rPr>
              <a:t>下阶段主要工作时间节点：</a:t>
            </a:r>
            <a:endParaRPr lang="en-US" altLang="en-US" sz="1800" b="1" kern="0" spc="-100" dirty="0">
              <a:solidFill>
                <a:schemeClr val="dk1"/>
              </a:solidFill>
              <a:cs typeface="微软雅黑" panose="020B0503020204020204" charset="-122"/>
            </a:endParaRPr>
          </a:p>
        </p:txBody>
      </p:sp>
      <p:graphicFrame>
        <p:nvGraphicFramePr>
          <p:cNvPr id="5630" name="table 5630"/>
          <p:cNvGraphicFramePr>
            <a:graphicFrameLocks noGrp="1"/>
          </p:cNvGraphicFramePr>
          <p:nvPr>
            <p:custDataLst>
              <p:tags r:id="rId12"/>
            </p:custDataLst>
          </p:nvPr>
        </p:nvGraphicFramePr>
        <p:xfrm>
          <a:off x="2113597" y="5103685"/>
          <a:ext cx="1278889" cy="471169"/>
        </p:xfrm>
        <a:graphic>
          <a:graphicData uri="http://schemas.openxmlformats.org/drawingml/2006/table">
            <a:tbl>
              <a:tblPr/>
              <a:tblGrid>
                <a:gridCol w="1278889"/>
              </a:tblGrid>
              <a:tr h="461644">
                <a:tc>
                  <a:txBody>
                    <a:bodyPr/>
                    <a:lstStyle/>
                    <a:p>
                      <a:pPr algn="l" rtl="0" eaLnBrk="0">
                        <a:lnSpc>
                          <a:spcPct val="122000"/>
                        </a:lnSpc>
                      </a:pPr>
                      <a:endParaRPr lang="en-US" altLang="en-US" sz="400" dirty="0"/>
                    </a:p>
                    <a:p>
                      <a:pPr marL="270510" algn="l" rtl="0" eaLnBrk="0">
                        <a:lnSpc>
                          <a:spcPct val="89000"/>
                        </a:lnSpc>
                        <a:spcBef>
                          <a:spcPts val="0"/>
                        </a:spcBef>
                      </a:pPr>
                      <a:r>
                        <a:rPr sz="1200" kern="0" spc="-10" dirty="0">
                          <a:solidFill>
                            <a:srgbClr val="000000">
                              <a:alpha val="100000"/>
                            </a:srgbClr>
                          </a:solidFill>
                          <a:cs typeface="微软雅黑" panose="020B0503020204020204" charset="-122"/>
                        </a:rPr>
                        <a:t>指标梳理&amp;</a:t>
                      </a:r>
                      <a:endParaRPr lang="en-US" altLang="en-US" sz="1200" dirty="0"/>
                    </a:p>
                    <a:p>
                      <a:pPr marL="336550" algn="l" rtl="0" eaLnBrk="0">
                        <a:lnSpc>
                          <a:spcPts val="1565"/>
                        </a:lnSpc>
                      </a:pPr>
                      <a:r>
                        <a:rPr sz="1200" kern="0" spc="-10" dirty="0">
                          <a:solidFill>
                            <a:srgbClr val="000000">
                              <a:alpha val="100000"/>
                            </a:srgbClr>
                          </a:solidFill>
                          <a:cs typeface="微软雅黑" panose="020B0503020204020204" charset="-122"/>
                        </a:rPr>
                        <a:t>开发测试</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32" name="table 5632"/>
          <p:cNvGraphicFramePr>
            <a:graphicFrameLocks noGrp="1"/>
          </p:cNvGraphicFramePr>
          <p:nvPr>
            <p:custDataLst>
              <p:tags r:id="rId13"/>
            </p:custDataLst>
          </p:nvPr>
        </p:nvGraphicFramePr>
        <p:xfrm>
          <a:off x="5062537" y="5102161"/>
          <a:ext cx="1278890" cy="471169"/>
        </p:xfrm>
        <a:graphic>
          <a:graphicData uri="http://schemas.openxmlformats.org/drawingml/2006/table">
            <a:tbl>
              <a:tblPr/>
              <a:tblGrid>
                <a:gridCol w="1278890"/>
              </a:tblGrid>
              <a:tr h="461644">
                <a:tc>
                  <a:txBody>
                    <a:bodyPr/>
                    <a:lstStyle/>
                    <a:p>
                      <a:pPr algn="l" rtl="0" eaLnBrk="0">
                        <a:lnSpc>
                          <a:spcPct val="119000"/>
                        </a:lnSpc>
                      </a:pPr>
                      <a:endParaRPr lang="en-US" altLang="en-US" sz="400" dirty="0"/>
                    </a:p>
                    <a:p>
                      <a:pPr marL="133350" indent="-90805" algn="l" rtl="0" eaLnBrk="0">
                        <a:lnSpc>
                          <a:spcPct val="99000"/>
                        </a:lnSpc>
                        <a:spcBef>
                          <a:spcPts val="5"/>
                        </a:spcBef>
                      </a:pPr>
                      <a:r>
                        <a:rPr sz="1200" kern="0" spc="-60" dirty="0">
                          <a:solidFill>
                            <a:srgbClr val="000000">
                              <a:alpha val="100000"/>
                            </a:srgbClr>
                          </a:solidFill>
                          <a:cs typeface="微软雅黑" panose="020B0503020204020204" charset="-122"/>
                        </a:rPr>
                        <a:t>指标梳理&amp;大屏、 </a:t>
                      </a:r>
                      <a:r>
                        <a:rPr sz="1200" kern="0" spc="-7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手机APP上线</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34" name="table 5634"/>
          <p:cNvGraphicFramePr>
            <a:graphicFrameLocks noGrp="1"/>
          </p:cNvGraphicFramePr>
          <p:nvPr>
            <p:custDataLst>
              <p:tags r:id="rId14"/>
            </p:custDataLst>
          </p:nvPr>
        </p:nvGraphicFramePr>
        <p:xfrm>
          <a:off x="6452425" y="5108257"/>
          <a:ext cx="1278890" cy="471169"/>
        </p:xfrm>
        <a:graphic>
          <a:graphicData uri="http://schemas.openxmlformats.org/drawingml/2006/table">
            <a:tbl>
              <a:tblPr/>
              <a:tblGrid>
                <a:gridCol w="1278890"/>
              </a:tblGrid>
              <a:tr h="461644">
                <a:tc>
                  <a:txBody>
                    <a:bodyPr/>
                    <a:lstStyle/>
                    <a:p>
                      <a:pPr algn="l" rtl="0" eaLnBrk="0">
                        <a:lnSpc>
                          <a:spcPct val="124000"/>
                        </a:lnSpc>
                      </a:pPr>
                      <a:endParaRPr lang="en-US" altLang="en-US" sz="400" dirty="0"/>
                    </a:p>
                    <a:p>
                      <a:pPr marL="490220" indent="-376555" algn="l" rtl="0" eaLnBrk="0">
                        <a:lnSpc>
                          <a:spcPct val="99000"/>
                        </a:lnSpc>
                        <a:spcBef>
                          <a:spcPts val="5"/>
                        </a:spcBef>
                      </a:pPr>
                      <a:r>
                        <a:rPr sz="1200" kern="0" spc="-10" dirty="0">
                          <a:solidFill>
                            <a:srgbClr val="000000">
                              <a:alpha val="100000"/>
                            </a:srgbClr>
                          </a:solidFill>
                          <a:cs typeface="微软雅黑" panose="020B0503020204020204" charset="-122"/>
                        </a:rPr>
                        <a:t>大屏、手机APP   </a:t>
                      </a:r>
                      <a:r>
                        <a:rPr sz="1200" kern="0" spc="-20" dirty="0">
                          <a:solidFill>
                            <a:srgbClr val="000000">
                              <a:alpha val="100000"/>
                            </a:srgbClr>
                          </a:solidFill>
                          <a:cs typeface="微软雅黑" panose="020B0503020204020204" charset="-122"/>
                        </a:rPr>
                        <a:t>上线</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36" name="table 5636"/>
          <p:cNvGraphicFramePr>
            <a:graphicFrameLocks noGrp="1"/>
          </p:cNvGraphicFramePr>
          <p:nvPr>
            <p:custDataLst>
              <p:tags r:id="rId15"/>
            </p:custDataLst>
          </p:nvPr>
        </p:nvGraphicFramePr>
        <p:xfrm>
          <a:off x="2095309" y="2195893"/>
          <a:ext cx="1276985" cy="471170"/>
        </p:xfrm>
        <a:graphic>
          <a:graphicData uri="http://schemas.openxmlformats.org/drawingml/2006/table">
            <a:tbl>
              <a:tblPr/>
              <a:tblGrid>
                <a:gridCol w="1276985"/>
              </a:tblGrid>
              <a:tr h="461645">
                <a:tc>
                  <a:txBody>
                    <a:bodyPr/>
                    <a:lstStyle/>
                    <a:p>
                      <a:pPr algn="l" rtl="0" eaLnBrk="0">
                        <a:lnSpc>
                          <a:spcPct val="120000"/>
                        </a:lnSpc>
                      </a:pPr>
                      <a:endParaRPr lang="en-US" altLang="en-US" sz="400" dirty="0"/>
                    </a:p>
                    <a:p>
                      <a:pPr marL="106680" indent="74930" algn="l" rtl="0" eaLnBrk="0">
                        <a:lnSpc>
                          <a:spcPct val="99000"/>
                        </a:lnSpc>
                        <a:spcBef>
                          <a:spcPts val="0"/>
                        </a:spcBef>
                      </a:pPr>
                      <a:r>
                        <a:rPr sz="1200" kern="0" spc="-10" dirty="0">
                          <a:solidFill>
                            <a:srgbClr val="000000">
                              <a:alpha val="100000"/>
                            </a:srgbClr>
                          </a:solidFill>
                          <a:cs typeface="微软雅黑" panose="020B0503020204020204" charset="-122"/>
                        </a:rPr>
                        <a:t>项目流程模板</a:t>
                      </a:r>
                      <a:r>
                        <a:rPr sz="1200" kern="0" spc="0" dirty="0">
                          <a:solidFill>
                            <a:srgbClr val="000000">
                              <a:alpha val="100000"/>
                            </a:srgbClr>
                          </a:solidFill>
                          <a:cs typeface="微软雅黑" panose="020B0503020204020204" charset="-122"/>
                        </a:rPr>
                        <a:t>     </a:t>
                      </a:r>
                      <a:r>
                        <a:rPr sz="1200" kern="0" spc="-10" dirty="0">
                          <a:solidFill>
                            <a:srgbClr val="000000">
                              <a:alpha val="100000"/>
                            </a:srgbClr>
                          </a:solidFill>
                          <a:cs typeface="微软雅黑" panose="020B0503020204020204" charset="-122"/>
                        </a:rPr>
                        <a:t>全部输出、定稿</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38" name="table 5638"/>
          <p:cNvGraphicFramePr>
            <a:graphicFrameLocks noGrp="1"/>
          </p:cNvGraphicFramePr>
          <p:nvPr>
            <p:custDataLst>
              <p:tags r:id="rId16"/>
            </p:custDataLst>
          </p:nvPr>
        </p:nvGraphicFramePr>
        <p:xfrm>
          <a:off x="9564434" y="2195893"/>
          <a:ext cx="1276984" cy="452754"/>
        </p:xfrm>
        <a:graphic>
          <a:graphicData uri="http://schemas.openxmlformats.org/drawingml/2006/table">
            <a:tbl>
              <a:tblPr/>
              <a:tblGrid>
                <a:gridCol w="1276984"/>
              </a:tblGrid>
              <a:tr h="443229">
                <a:tc>
                  <a:txBody>
                    <a:bodyPr/>
                    <a:lstStyle/>
                    <a:p>
                      <a:pPr algn="l" rtl="0" eaLnBrk="0">
                        <a:lnSpc>
                          <a:spcPct val="119000"/>
                        </a:lnSpc>
                      </a:pPr>
                      <a:endParaRPr lang="en-US" altLang="en-US" sz="400" dirty="0"/>
                    </a:p>
                    <a:p>
                      <a:pPr marL="182245" indent="-63500" algn="l" rtl="0" eaLnBrk="0">
                        <a:lnSpc>
                          <a:spcPct val="99000"/>
                        </a:lnSpc>
                        <a:spcBef>
                          <a:spcPts val="0"/>
                        </a:spcBef>
                      </a:pPr>
                      <a:r>
                        <a:rPr sz="1200" kern="0" spc="-10" dirty="0">
                          <a:solidFill>
                            <a:srgbClr val="000000">
                              <a:alpha val="100000"/>
                            </a:srgbClr>
                          </a:solidFill>
                          <a:cs typeface="微软雅黑" panose="020B0503020204020204" charset="-122"/>
                        </a:rPr>
                        <a:t>重点项目辅导&amp;   第二阶段汇报</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sp>
        <p:nvSpPr>
          <p:cNvPr id="5640" name="textbox 5640"/>
          <p:cNvSpPr/>
          <p:nvPr>
            <p:custDataLst>
              <p:tags r:id="rId17"/>
            </p:custDataLst>
          </p:nvPr>
        </p:nvSpPr>
        <p:spPr>
          <a:xfrm>
            <a:off x="6517792" y="3690061"/>
            <a:ext cx="1090930" cy="569594"/>
          </a:xfrm>
          <a:prstGeom prst="rect">
            <a:avLst/>
          </a:prstGeom>
        </p:spPr>
        <p:txBody>
          <a:bodyPr vert="horz" wrap="square" lIns="0" tIns="0" rIns="0" bIns="0">
            <a:normAutofit/>
          </a:bodyPr>
          <a:lstStyle/>
          <a:p>
            <a:pPr algn="l" rtl="0" eaLnBrk="0">
              <a:lnSpc>
                <a:spcPct val="79000"/>
              </a:lnSpc>
            </a:pPr>
            <a:endParaRPr lang="en-US" altLang="en-US" sz="100" dirty="0">
              <a:solidFill>
                <a:schemeClr val="dk1"/>
              </a:solidFill>
            </a:endParaRPr>
          </a:p>
          <a:p>
            <a:pPr marL="24130" algn="l" rtl="0" eaLnBrk="0">
              <a:lnSpc>
                <a:spcPct val="98000"/>
              </a:lnSpc>
            </a:pPr>
            <a:r>
              <a:rPr sz="1200" kern="0" spc="-30" dirty="0">
                <a:solidFill>
                  <a:schemeClr val="dk1"/>
                </a:solidFill>
                <a:cs typeface="微软雅黑" panose="020B0503020204020204" charset="-122"/>
              </a:rPr>
              <a:t>BTIT模块日常需</a:t>
            </a:r>
            <a:endParaRPr lang="en-US" altLang="en-US" sz="1200" dirty="0">
              <a:solidFill>
                <a:schemeClr val="dk1"/>
              </a:solidFill>
            </a:endParaRPr>
          </a:p>
          <a:p>
            <a:pPr marL="12700" algn="l" rtl="0" eaLnBrk="0">
              <a:lnSpc>
                <a:spcPct val="97000"/>
              </a:lnSpc>
              <a:spcBef>
                <a:spcPts val="35"/>
              </a:spcBef>
            </a:pPr>
            <a:r>
              <a:rPr sz="1200" kern="0" spc="-10" dirty="0">
                <a:solidFill>
                  <a:schemeClr val="dk1"/>
                </a:solidFill>
                <a:cs typeface="微软雅黑" panose="020B0503020204020204" charset="-122"/>
              </a:rPr>
              <a:t>求处理监控分析</a:t>
            </a:r>
            <a:endParaRPr lang="en-US" altLang="en-US" sz="1200" dirty="0">
              <a:solidFill>
                <a:schemeClr val="dk1"/>
              </a:solidFill>
            </a:endParaRPr>
          </a:p>
          <a:p>
            <a:pPr marL="316865" algn="l" rtl="0" eaLnBrk="0">
              <a:lnSpc>
                <a:spcPct val="98000"/>
              </a:lnSpc>
              <a:spcBef>
                <a:spcPts val="35"/>
              </a:spcBef>
            </a:pPr>
            <a:r>
              <a:rPr sz="1200" kern="0" spc="-10" dirty="0">
                <a:solidFill>
                  <a:schemeClr val="dk1"/>
                </a:solidFill>
                <a:cs typeface="微软雅黑" panose="020B0503020204020204" charset="-122"/>
              </a:rPr>
              <a:t>与报告</a:t>
            </a:r>
            <a:endParaRPr lang="en-US" altLang="en-US" sz="1200" kern="0" spc="-10" dirty="0">
              <a:solidFill>
                <a:schemeClr val="dk1"/>
              </a:solidFill>
              <a:cs typeface="微软雅黑" panose="020B0503020204020204" charset="-122"/>
            </a:endParaRPr>
          </a:p>
        </p:txBody>
      </p:sp>
      <p:graphicFrame>
        <p:nvGraphicFramePr>
          <p:cNvPr id="5642" name="table 5642"/>
          <p:cNvGraphicFramePr>
            <a:graphicFrameLocks noGrp="1"/>
          </p:cNvGraphicFramePr>
          <p:nvPr>
            <p:custDataLst>
              <p:tags r:id="rId18"/>
            </p:custDataLst>
          </p:nvPr>
        </p:nvGraphicFramePr>
        <p:xfrm>
          <a:off x="796861" y="5103685"/>
          <a:ext cx="1276985" cy="364489"/>
        </p:xfrm>
        <a:graphic>
          <a:graphicData uri="http://schemas.openxmlformats.org/drawingml/2006/table">
            <a:tbl>
              <a:tblPr/>
              <a:tblGrid>
                <a:gridCol w="1276985"/>
              </a:tblGrid>
              <a:tr h="354964">
                <a:tc>
                  <a:txBody>
                    <a:bodyPr/>
                    <a:lstStyle/>
                    <a:p>
                      <a:pPr algn="l" rtl="0" eaLnBrk="0">
                        <a:lnSpc>
                          <a:spcPct val="110000"/>
                        </a:lnSpc>
                      </a:pPr>
                      <a:endParaRPr lang="en-US" altLang="en-US" sz="500" dirty="0"/>
                    </a:p>
                    <a:p>
                      <a:pPr marL="181610" algn="l" rtl="0" eaLnBrk="0">
                        <a:lnSpc>
                          <a:spcPct val="98000"/>
                        </a:lnSpc>
                        <a:spcBef>
                          <a:spcPts val="5"/>
                        </a:spcBef>
                      </a:pPr>
                      <a:r>
                        <a:rPr sz="1800" b="1" kern="0" spc="-10" dirty="0">
                          <a:solidFill>
                            <a:srgbClr val="000000">
                              <a:alpha val="100000"/>
                            </a:srgbClr>
                          </a:solidFill>
                          <a:cs typeface="微软雅黑" panose="020B0503020204020204" charset="-122"/>
                        </a:rPr>
                        <a:t>数据治理</a:t>
                      </a:r>
                      <a:endParaRPr lang="en-US" altLang="en-US" sz="18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44" name="table 5644"/>
          <p:cNvGraphicFramePr>
            <a:graphicFrameLocks noGrp="1"/>
          </p:cNvGraphicFramePr>
          <p:nvPr>
            <p:custDataLst>
              <p:tags r:id="rId19"/>
            </p:custDataLst>
          </p:nvPr>
        </p:nvGraphicFramePr>
        <p:xfrm>
          <a:off x="723709" y="2145601"/>
          <a:ext cx="1278889" cy="362584"/>
        </p:xfrm>
        <a:graphic>
          <a:graphicData uri="http://schemas.openxmlformats.org/drawingml/2006/table">
            <a:tbl>
              <a:tblPr/>
              <a:tblGrid>
                <a:gridCol w="1278889"/>
              </a:tblGrid>
              <a:tr h="353059">
                <a:tc>
                  <a:txBody>
                    <a:bodyPr/>
                    <a:lstStyle/>
                    <a:p>
                      <a:pPr algn="l" rtl="0" eaLnBrk="0">
                        <a:lnSpc>
                          <a:spcPct val="103000"/>
                        </a:lnSpc>
                      </a:pPr>
                      <a:endParaRPr lang="en-US" altLang="en-US" sz="600" dirty="0"/>
                    </a:p>
                    <a:p>
                      <a:pPr marL="371475" algn="l" rtl="0" eaLnBrk="0">
                        <a:lnSpc>
                          <a:spcPct val="84000"/>
                        </a:lnSpc>
                        <a:spcBef>
                          <a:spcPts val="5"/>
                        </a:spcBef>
                      </a:pPr>
                      <a:r>
                        <a:rPr sz="1800" b="1" kern="0" spc="-60" dirty="0">
                          <a:solidFill>
                            <a:srgbClr val="000000">
                              <a:alpha val="100000"/>
                            </a:srgbClr>
                          </a:solidFill>
                          <a:cs typeface="微软雅黑" panose="020B0503020204020204" charset="-122"/>
                        </a:rPr>
                        <a:t>PMO</a:t>
                      </a:r>
                      <a:endParaRPr lang="en-US" altLang="en-US" sz="18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46" name="table 5646"/>
          <p:cNvGraphicFramePr>
            <a:graphicFrameLocks noGrp="1"/>
          </p:cNvGraphicFramePr>
          <p:nvPr>
            <p:custDataLst>
              <p:tags r:id="rId20"/>
            </p:custDataLst>
          </p:nvPr>
        </p:nvGraphicFramePr>
        <p:xfrm>
          <a:off x="726757" y="3634549"/>
          <a:ext cx="1278890" cy="362585"/>
        </p:xfrm>
        <a:graphic>
          <a:graphicData uri="http://schemas.openxmlformats.org/drawingml/2006/table">
            <a:tbl>
              <a:tblPr/>
              <a:tblGrid>
                <a:gridCol w="1278890"/>
              </a:tblGrid>
              <a:tr h="353060">
                <a:tc>
                  <a:txBody>
                    <a:bodyPr/>
                    <a:lstStyle/>
                    <a:p>
                      <a:pPr algn="l" rtl="0" eaLnBrk="0">
                        <a:lnSpc>
                          <a:spcPct val="107000"/>
                        </a:lnSpc>
                      </a:pPr>
                      <a:endParaRPr lang="en-US" altLang="en-US" sz="600" dirty="0"/>
                    </a:p>
                    <a:p>
                      <a:pPr marL="402590" algn="l" rtl="0" eaLnBrk="0">
                        <a:lnSpc>
                          <a:spcPct val="83000"/>
                        </a:lnSpc>
                        <a:spcBef>
                          <a:spcPts val="0"/>
                        </a:spcBef>
                      </a:pPr>
                      <a:r>
                        <a:rPr sz="1800" b="1" kern="0" spc="-60" dirty="0">
                          <a:solidFill>
                            <a:srgbClr val="000000">
                              <a:alpha val="100000"/>
                            </a:srgbClr>
                          </a:solidFill>
                          <a:cs typeface="微软雅黑" panose="020B0503020204020204" charset="-122"/>
                        </a:rPr>
                        <a:t>BTIT</a:t>
                      </a:r>
                      <a:endParaRPr lang="en-US" altLang="en-US" sz="18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48" name="table 5648"/>
          <p:cNvGraphicFramePr>
            <a:graphicFrameLocks noGrp="1"/>
          </p:cNvGraphicFramePr>
          <p:nvPr>
            <p:custDataLst>
              <p:tags r:id="rId21"/>
            </p:custDataLst>
          </p:nvPr>
        </p:nvGraphicFramePr>
        <p:xfrm>
          <a:off x="9594913" y="5108257"/>
          <a:ext cx="1461769" cy="286385"/>
        </p:xfrm>
        <a:graphic>
          <a:graphicData uri="http://schemas.openxmlformats.org/drawingml/2006/table">
            <a:tbl>
              <a:tblPr/>
              <a:tblGrid>
                <a:gridCol w="1461769"/>
              </a:tblGrid>
              <a:tr h="276860">
                <a:tc>
                  <a:txBody>
                    <a:bodyPr/>
                    <a:lstStyle/>
                    <a:p>
                      <a:pPr algn="l" rtl="0" eaLnBrk="0">
                        <a:lnSpc>
                          <a:spcPct val="122000"/>
                        </a:lnSpc>
                      </a:pPr>
                      <a:endParaRPr lang="en-US" altLang="en-US" sz="400" dirty="0"/>
                    </a:p>
                    <a:p>
                      <a:pPr marL="274955" algn="l" rtl="0" eaLnBrk="0">
                        <a:lnSpc>
                          <a:spcPct val="97000"/>
                        </a:lnSpc>
                        <a:spcBef>
                          <a:spcPts val="5"/>
                        </a:spcBef>
                      </a:pPr>
                      <a:r>
                        <a:rPr sz="1200" kern="0" spc="-10" dirty="0">
                          <a:solidFill>
                            <a:srgbClr val="000000">
                              <a:alpha val="100000"/>
                            </a:srgbClr>
                          </a:solidFill>
                          <a:cs typeface="微软雅黑" panose="020B0503020204020204" charset="-122"/>
                        </a:rPr>
                        <a:t>第二阶段汇报</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50" name="table 5650"/>
          <p:cNvGraphicFramePr>
            <a:graphicFrameLocks noGrp="1"/>
          </p:cNvGraphicFramePr>
          <p:nvPr>
            <p:custDataLst>
              <p:tags r:id="rId22"/>
            </p:custDataLst>
          </p:nvPr>
        </p:nvGraphicFramePr>
        <p:xfrm>
          <a:off x="6469189" y="2195893"/>
          <a:ext cx="1276984" cy="286384"/>
        </p:xfrm>
        <a:graphic>
          <a:graphicData uri="http://schemas.openxmlformats.org/drawingml/2006/table">
            <a:tbl>
              <a:tblPr/>
              <a:tblGrid>
                <a:gridCol w="1276984"/>
              </a:tblGrid>
              <a:tr h="276859">
                <a:tc>
                  <a:txBody>
                    <a:bodyPr/>
                    <a:lstStyle/>
                    <a:p>
                      <a:pPr algn="l" rtl="0" eaLnBrk="0">
                        <a:lnSpc>
                          <a:spcPct val="121000"/>
                        </a:lnSpc>
                      </a:pPr>
                      <a:endParaRPr lang="en-US" altLang="en-US" sz="400" dirty="0"/>
                    </a:p>
                    <a:p>
                      <a:pPr marL="184150" algn="l" rtl="0" eaLnBrk="0">
                        <a:lnSpc>
                          <a:spcPct val="97000"/>
                        </a:lnSpc>
                        <a:spcBef>
                          <a:spcPts val="0"/>
                        </a:spcBef>
                      </a:pPr>
                      <a:r>
                        <a:rPr sz="1200" kern="0" spc="-10" dirty="0">
                          <a:solidFill>
                            <a:srgbClr val="000000">
                              <a:alpha val="100000"/>
                            </a:srgbClr>
                          </a:solidFill>
                          <a:cs typeface="微软雅黑" panose="020B0503020204020204" charset="-122"/>
                        </a:rPr>
                        <a:t>重点项目辅导</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52" name="table 5652"/>
          <p:cNvGraphicFramePr>
            <a:graphicFrameLocks noGrp="1"/>
          </p:cNvGraphicFramePr>
          <p:nvPr>
            <p:custDataLst>
              <p:tags r:id="rId23"/>
            </p:custDataLst>
          </p:nvPr>
        </p:nvGraphicFramePr>
        <p:xfrm>
          <a:off x="7863649" y="2195893"/>
          <a:ext cx="1276984" cy="286384"/>
        </p:xfrm>
        <a:graphic>
          <a:graphicData uri="http://schemas.openxmlformats.org/drawingml/2006/table">
            <a:tbl>
              <a:tblPr/>
              <a:tblGrid>
                <a:gridCol w="1276984"/>
              </a:tblGrid>
              <a:tr h="276859">
                <a:tc>
                  <a:txBody>
                    <a:bodyPr/>
                    <a:lstStyle/>
                    <a:p>
                      <a:pPr algn="l" rtl="0" eaLnBrk="0">
                        <a:lnSpc>
                          <a:spcPct val="121000"/>
                        </a:lnSpc>
                      </a:pPr>
                      <a:endParaRPr lang="en-US" altLang="en-US" sz="400" dirty="0"/>
                    </a:p>
                    <a:p>
                      <a:pPr marL="184150" algn="l" rtl="0" eaLnBrk="0">
                        <a:lnSpc>
                          <a:spcPct val="97000"/>
                        </a:lnSpc>
                        <a:spcBef>
                          <a:spcPts val="0"/>
                        </a:spcBef>
                      </a:pPr>
                      <a:r>
                        <a:rPr sz="1200" kern="0" spc="-10" dirty="0">
                          <a:solidFill>
                            <a:srgbClr val="000000">
                              <a:alpha val="100000"/>
                            </a:srgbClr>
                          </a:solidFill>
                          <a:cs typeface="微软雅黑" panose="020B0503020204020204" charset="-122"/>
                        </a:rPr>
                        <a:t>重点项目辅导</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graphicFrame>
        <p:nvGraphicFramePr>
          <p:cNvPr id="5654" name="table 5654"/>
          <p:cNvGraphicFramePr>
            <a:graphicFrameLocks noGrp="1"/>
          </p:cNvGraphicFramePr>
          <p:nvPr>
            <p:custDataLst>
              <p:tags r:id="rId24"/>
            </p:custDataLst>
          </p:nvPr>
        </p:nvGraphicFramePr>
        <p:xfrm>
          <a:off x="9564434" y="3628453"/>
          <a:ext cx="1276984" cy="274320"/>
        </p:xfrm>
        <a:graphic>
          <a:graphicData uri="http://schemas.openxmlformats.org/drawingml/2006/table">
            <a:tbl>
              <a:tblPr/>
              <a:tblGrid>
                <a:gridCol w="1276984"/>
              </a:tblGrid>
              <a:tr h="264795">
                <a:tc>
                  <a:txBody>
                    <a:bodyPr/>
                    <a:lstStyle/>
                    <a:p>
                      <a:pPr algn="l" rtl="0" eaLnBrk="0">
                        <a:lnSpc>
                          <a:spcPct val="122000"/>
                        </a:lnSpc>
                      </a:pPr>
                      <a:endParaRPr lang="en-US" altLang="en-US" sz="400" dirty="0"/>
                    </a:p>
                    <a:p>
                      <a:pPr marL="182245" algn="l" rtl="0" eaLnBrk="0">
                        <a:lnSpc>
                          <a:spcPct val="97000"/>
                        </a:lnSpc>
                        <a:spcBef>
                          <a:spcPts val="0"/>
                        </a:spcBef>
                      </a:pPr>
                      <a:r>
                        <a:rPr sz="1200" kern="0" spc="-10" dirty="0">
                          <a:solidFill>
                            <a:srgbClr val="000000">
                              <a:alpha val="100000"/>
                            </a:srgbClr>
                          </a:solidFill>
                          <a:cs typeface="微软雅黑" panose="020B0503020204020204" charset="-122"/>
                        </a:rPr>
                        <a:t>第二阶段汇报</a:t>
                      </a:r>
                      <a:endParaRPr lang="en-US" altLang="en-US" sz="1200" dirty="0"/>
                    </a:p>
                  </a:txBody>
                  <a:tcPr marL="0" marR="0" marT="0" marB="0" vert="horz">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r>
            </a:tbl>
          </a:graphicData>
        </a:graphic>
      </p:graphicFrame>
      <p:sp>
        <p:nvSpPr>
          <p:cNvPr id="5656" name="path"/>
          <p:cNvSpPr/>
          <p:nvPr/>
        </p:nvSpPr>
        <p:spPr>
          <a:xfrm>
            <a:off x="10526267" y="1313688"/>
            <a:ext cx="196596" cy="152400"/>
          </a:xfrm>
          <a:custGeom>
            <a:avLst/>
            <a:gdLst/>
            <a:ahLst/>
            <a:cxnLst/>
            <a:rect l="0" t="0" r="0" b="0"/>
            <a:pathLst>
              <a:path w="309" h="240">
                <a:moveTo>
                  <a:pt x="0" y="91"/>
                </a:moveTo>
                <a:lnTo>
                  <a:pt x="118" y="91"/>
                </a:lnTo>
                <a:lnTo>
                  <a:pt x="154" y="0"/>
                </a:lnTo>
                <a:lnTo>
                  <a:pt x="191" y="91"/>
                </a:lnTo>
                <a:lnTo>
                  <a:pt x="309" y="91"/>
                </a:lnTo>
                <a:lnTo>
                  <a:pt x="214" y="148"/>
                </a:lnTo>
                <a:lnTo>
                  <a:pt x="250" y="240"/>
                </a:lnTo>
                <a:lnTo>
                  <a:pt x="154" y="183"/>
                </a:lnTo>
                <a:lnTo>
                  <a:pt x="59" y="240"/>
                </a:lnTo>
                <a:lnTo>
                  <a:pt x="95" y="148"/>
                </a:lnTo>
                <a:lnTo>
                  <a:pt x="0" y="91"/>
                </a:lnTo>
                <a:close/>
              </a:path>
            </a:pathLst>
          </a:custGeom>
          <a:solidFill>
            <a:schemeClr val="accent1">
              <a:alpha val="100000"/>
            </a:schemeClr>
          </a:solidFill>
          <a:ln cap="flat">
            <a:noFill/>
            <a:prstDash val="solid"/>
            <a:miter lim="0"/>
          </a:ln>
        </p:spPr>
        <p:txBody>
          <a:bodyPr rtlCol="0"/>
          <a:lstStyle/>
          <a:p>
            <a:pPr algn="ctr"/>
            <a:endParaRPr lang="zh-CN" altLang="en-US"/>
          </a:p>
        </p:txBody>
      </p:sp>
    </p:spTree>
    <p:custDataLst>
      <p:tags r:id="rId25"/>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58" name="table 5658"/>
          <p:cNvGraphicFramePr>
            <a:graphicFrameLocks noGrp="1"/>
          </p:cNvGraphicFramePr>
          <p:nvPr>
            <p:custDataLst>
              <p:tags r:id="rId1"/>
            </p:custDataLst>
          </p:nvPr>
        </p:nvGraphicFramePr>
        <p:xfrm>
          <a:off x="849071" y="1096771"/>
          <a:ext cx="9187815" cy="4971414"/>
        </p:xfrm>
        <a:graphic>
          <a:graphicData uri="http://schemas.openxmlformats.org/drawingml/2006/table">
            <a:tbl>
              <a:tblPr/>
              <a:tblGrid>
                <a:gridCol w="991869"/>
                <a:gridCol w="2042795"/>
                <a:gridCol w="1176020"/>
                <a:gridCol w="2342514"/>
                <a:gridCol w="1330960"/>
                <a:gridCol w="1303655"/>
              </a:tblGrid>
              <a:tr h="649604">
                <a:tc>
                  <a:txBody>
                    <a:bodyPr/>
                    <a:lstStyle/>
                    <a:p>
                      <a:pPr algn="l" rtl="0" eaLnBrk="0">
                        <a:lnSpc>
                          <a:spcPct val="109000"/>
                        </a:lnSpc>
                      </a:pPr>
                      <a:endParaRPr lang="en-US" altLang="en-US" sz="500" dirty="0"/>
                    </a:p>
                    <a:p>
                      <a:pPr marL="107950" indent="635" algn="l" rtl="0" eaLnBrk="0">
                        <a:lnSpc>
                          <a:spcPct val="105000"/>
                        </a:lnSpc>
                        <a:spcBef>
                          <a:spcPts val="0"/>
                        </a:spcBef>
                      </a:pPr>
                      <a:r>
                        <a:rPr sz="1500" b="1" kern="0" spc="50" dirty="0">
                          <a:solidFill>
                            <a:srgbClr val="000000">
                              <a:alpha val="100000"/>
                            </a:srgbClr>
                          </a:solidFill>
                          <a:cs typeface="微软雅黑" panose="020B0503020204020204" charset="-122"/>
                        </a:rPr>
                        <a:t>问题/风</a:t>
                      </a:r>
                      <a:r>
                        <a:rPr sz="1500" b="1" kern="0" spc="0" dirty="0">
                          <a:solidFill>
                            <a:srgbClr val="000000">
                              <a:alpha val="100000"/>
                            </a:srgbClr>
                          </a:solidFill>
                          <a:cs typeface="微软雅黑" panose="020B0503020204020204" charset="-122"/>
                        </a:rPr>
                        <a:t>    险</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08000"/>
                        </a:lnSpc>
                      </a:pPr>
                      <a:endParaRPr lang="en-US" altLang="en-US" sz="500" dirty="0"/>
                    </a:p>
                    <a:p>
                      <a:pPr marL="94615" algn="l" rtl="0" eaLnBrk="0">
                        <a:lnSpc>
                          <a:spcPts val="1860"/>
                        </a:lnSpc>
                        <a:spcBef>
                          <a:spcPts val="5"/>
                        </a:spcBef>
                      </a:pPr>
                      <a:r>
                        <a:rPr sz="1500" b="1" kern="0" spc="80" dirty="0">
                          <a:solidFill>
                            <a:srgbClr val="000000">
                              <a:alpha val="100000"/>
                            </a:srgbClr>
                          </a:solidFill>
                          <a:cs typeface="微软雅黑" panose="020B0503020204020204" charset="-122"/>
                        </a:rPr>
                        <a:t>描述</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08000"/>
                        </a:lnSpc>
                      </a:pPr>
                      <a:endParaRPr lang="en-US" altLang="en-US" sz="500" dirty="0"/>
                    </a:p>
                    <a:p>
                      <a:pPr marL="94615" algn="l" rtl="0" eaLnBrk="0">
                        <a:lnSpc>
                          <a:spcPts val="1850"/>
                        </a:lnSpc>
                        <a:spcBef>
                          <a:spcPts val="5"/>
                        </a:spcBef>
                      </a:pPr>
                      <a:r>
                        <a:rPr sz="1500" b="1" kern="0" spc="80" dirty="0">
                          <a:solidFill>
                            <a:srgbClr val="000000">
                              <a:alpha val="100000"/>
                            </a:srgbClr>
                          </a:solidFill>
                          <a:cs typeface="微软雅黑" panose="020B0503020204020204" charset="-122"/>
                        </a:rPr>
                        <a:t>优先级</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08000"/>
                        </a:lnSpc>
                      </a:pPr>
                      <a:endParaRPr lang="en-US" altLang="en-US" sz="500" dirty="0"/>
                    </a:p>
                    <a:p>
                      <a:pPr marL="95250" algn="l" rtl="0" eaLnBrk="0">
                        <a:lnSpc>
                          <a:spcPts val="1855"/>
                        </a:lnSpc>
                        <a:spcBef>
                          <a:spcPts val="5"/>
                        </a:spcBef>
                      </a:pPr>
                      <a:r>
                        <a:rPr sz="1500" b="1" kern="0" spc="80" dirty="0">
                          <a:solidFill>
                            <a:srgbClr val="000000">
                              <a:alpha val="100000"/>
                            </a:srgbClr>
                          </a:solidFill>
                          <a:cs typeface="微软雅黑" panose="020B0503020204020204" charset="-122"/>
                        </a:rPr>
                        <a:t>应对措施</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08000"/>
                        </a:lnSpc>
                      </a:pPr>
                      <a:endParaRPr lang="en-US" altLang="en-US" sz="500" dirty="0"/>
                    </a:p>
                    <a:p>
                      <a:pPr marL="95250" algn="l" rtl="0" eaLnBrk="0">
                        <a:lnSpc>
                          <a:spcPts val="1855"/>
                        </a:lnSpc>
                        <a:spcBef>
                          <a:spcPts val="5"/>
                        </a:spcBef>
                      </a:pPr>
                      <a:r>
                        <a:rPr sz="1500" b="1" kern="0" spc="80" dirty="0">
                          <a:solidFill>
                            <a:srgbClr val="000000">
                              <a:alpha val="100000"/>
                            </a:srgbClr>
                          </a:solidFill>
                          <a:cs typeface="微软雅黑" panose="020B0503020204020204" charset="-122"/>
                        </a:rPr>
                        <a:t>负责人</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l" rtl="0" eaLnBrk="0">
                        <a:lnSpc>
                          <a:spcPct val="110000"/>
                        </a:lnSpc>
                      </a:pPr>
                      <a:endParaRPr lang="en-US" altLang="en-US" sz="500" dirty="0"/>
                    </a:p>
                    <a:p>
                      <a:pPr marL="103505" indent="-6985" algn="l" rtl="0" eaLnBrk="0">
                        <a:lnSpc>
                          <a:spcPct val="105000"/>
                        </a:lnSpc>
                      </a:pPr>
                      <a:r>
                        <a:rPr sz="1500" b="1" kern="0" spc="80" dirty="0">
                          <a:solidFill>
                            <a:srgbClr val="000000">
                              <a:alpha val="100000"/>
                            </a:srgbClr>
                          </a:solidFill>
                          <a:cs typeface="微软雅黑" panose="020B0503020204020204" charset="-122"/>
                        </a:rPr>
                        <a:t>计划完成时</a:t>
                      </a:r>
                      <a:r>
                        <a:rPr sz="1500" b="1" kern="0" spc="0" dirty="0">
                          <a:solidFill>
                            <a:srgbClr val="000000">
                              <a:alpha val="100000"/>
                            </a:srgbClr>
                          </a:solidFill>
                          <a:cs typeface="微软雅黑" panose="020B0503020204020204" charset="-122"/>
                        </a:rPr>
                        <a:t>    间</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r h="1049019">
                <a:tc>
                  <a:txBody>
                    <a:bodyPr/>
                    <a:lstStyle/>
                    <a:p>
                      <a:pPr algn="l" rtl="0" eaLnBrk="0">
                        <a:lnSpc>
                          <a:spcPct val="100000"/>
                        </a:lnSpc>
                      </a:pPr>
                      <a:endParaRPr lang="en-US" altLang="en-US" sz="400" dirty="0"/>
                    </a:p>
                    <a:p>
                      <a:pPr marL="112395" algn="l" rtl="0" eaLnBrk="0">
                        <a:lnSpc>
                          <a:spcPct val="84000"/>
                        </a:lnSpc>
                      </a:pPr>
                      <a:r>
                        <a:rPr sz="1400" kern="0" spc="-30" dirty="0">
                          <a:solidFill>
                            <a:srgbClr val="000000">
                              <a:alpha val="100000"/>
                            </a:srgbClr>
                          </a:solidFill>
                          <a:cs typeface="Calibri" panose="020F0502020204030204"/>
                        </a:rPr>
                        <a:t>IT</a:t>
                      </a:r>
                      <a:r>
                        <a:rPr sz="1400" kern="0" spc="-30" dirty="0">
                          <a:solidFill>
                            <a:srgbClr val="000000">
                              <a:alpha val="100000"/>
                            </a:srgbClr>
                          </a:solidFill>
                          <a:cs typeface="宋体" panose="02010600030101010101" pitchFamily="2" charset="-122"/>
                        </a:rPr>
                        <a:t>资源问</a:t>
                      </a:r>
                      <a:endParaRPr lang="en-US" altLang="en-US" sz="1400" dirty="0"/>
                    </a:p>
                    <a:p>
                      <a:pPr marL="104775" algn="l" rtl="0" eaLnBrk="0">
                        <a:lnSpc>
                          <a:spcPts val="1890"/>
                        </a:lnSpc>
                      </a:pPr>
                      <a:r>
                        <a:rPr sz="1400" kern="0" spc="-10" dirty="0">
                          <a:solidFill>
                            <a:srgbClr val="000000">
                              <a:alpha val="100000"/>
                            </a:srgbClr>
                          </a:solidFill>
                          <a:cs typeface="宋体" panose="02010600030101010101" pitchFamily="2" charset="-122"/>
                        </a:rPr>
                        <a:t>题</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500" dirty="0"/>
                    </a:p>
                    <a:p>
                      <a:pPr marL="100330" indent="-1270" algn="l" rtl="0" eaLnBrk="0">
                        <a:lnSpc>
                          <a:spcPct val="96000"/>
                        </a:lnSpc>
                        <a:spcBef>
                          <a:spcPts val="5"/>
                        </a:spcBef>
                      </a:pPr>
                      <a:r>
                        <a:rPr sz="1400" kern="0" spc="-40" dirty="0">
                          <a:solidFill>
                            <a:srgbClr val="000000">
                              <a:alpha val="100000"/>
                            </a:srgbClr>
                          </a:solidFill>
                          <a:cs typeface="宋体" panose="02010600030101010101" pitchFamily="2" charset="-122"/>
                        </a:rPr>
                        <a:t>全程时效，场站管理、</a:t>
                      </a:r>
                      <a:r>
                        <a:rPr sz="1400" kern="0" spc="10" dirty="0">
                          <a:solidFill>
                            <a:srgbClr val="000000">
                              <a:alpha val="100000"/>
                            </a:srgbClr>
                          </a:solidFill>
                          <a:cs typeface="宋体" panose="02010600030101010101" pitchFamily="2" charset="-122"/>
                        </a:rPr>
                        <a:t>   </a:t>
                      </a:r>
                      <a:r>
                        <a:rPr sz="1400" kern="0" spc="-60" dirty="0">
                          <a:solidFill>
                            <a:srgbClr val="000000">
                              <a:alpha val="100000"/>
                            </a:srgbClr>
                          </a:solidFill>
                          <a:cs typeface="宋体" panose="02010600030101010101" pitchFamily="2" charset="-122"/>
                        </a:rPr>
                        <a:t>路由升级都在</a:t>
                      </a:r>
                      <a:r>
                        <a:rPr sz="1400" kern="0" spc="-60" dirty="0">
                          <a:solidFill>
                            <a:srgbClr val="000000">
                              <a:alpha val="100000"/>
                            </a:srgbClr>
                          </a:solidFill>
                          <a:cs typeface="Calibri" panose="020F0502020204030204"/>
                        </a:rPr>
                        <a:t>6</a:t>
                      </a:r>
                      <a:r>
                        <a:rPr sz="1400" kern="0" spc="-60" dirty="0">
                          <a:solidFill>
                            <a:srgbClr val="000000">
                              <a:alpha val="100000"/>
                            </a:srgbClr>
                          </a:solidFill>
                          <a:cs typeface="宋体" panose="02010600030101010101" pitchFamily="2" charset="-122"/>
                        </a:rPr>
                        <a:t>月上线，  </a:t>
                      </a:r>
                      <a:r>
                        <a:rPr sz="1400" kern="0" spc="-10" dirty="0">
                          <a:solidFill>
                            <a:srgbClr val="000000">
                              <a:alpha val="100000"/>
                            </a:srgbClr>
                          </a:solidFill>
                          <a:cs typeface="Calibri" panose="020F0502020204030204"/>
                        </a:rPr>
                        <a:t>IT</a:t>
                      </a:r>
                      <a:r>
                        <a:rPr sz="1400" kern="0" spc="-10" dirty="0">
                          <a:solidFill>
                            <a:srgbClr val="000000">
                              <a:alpha val="100000"/>
                            </a:srgbClr>
                          </a:solidFill>
                          <a:cs typeface="宋体" panose="02010600030101010101" pitchFamily="2" charset="-122"/>
                        </a:rPr>
                        <a:t>数据组开发资源紧张</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5000"/>
                        </a:lnSpc>
                      </a:pPr>
                      <a:endParaRPr lang="en-US" altLang="en-US" sz="600" dirty="0"/>
                    </a:p>
                    <a:p>
                      <a:pPr marL="100965" algn="l" rtl="0" eaLnBrk="0">
                        <a:lnSpc>
                          <a:spcPct val="74000"/>
                        </a:lnSpc>
                        <a:spcBef>
                          <a:spcPts val="5"/>
                        </a:spcBef>
                      </a:pPr>
                      <a:r>
                        <a:rPr sz="1400" kern="0" spc="-20" dirty="0">
                          <a:solidFill>
                            <a:srgbClr val="000000">
                              <a:alpha val="100000"/>
                            </a:srgbClr>
                          </a:solidFill>
                          <a:cs typeface="Calibri" panose="020F0502020204030204"/>
                        </a:rPr>
                        <a:t>3</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400" dirty="0"/>
                    </a:p>
                    <a:p>
                      <a:pPr marL="99060" algn="l" rtl="0" eaLnBrk="0">
                        <a:lnSpc>
                          <a:spcPct val="84000"/>
                        </a:lnSpc>
                      </a:pPr>
                      <a:r>
                        <a:rPr sz="1400" kern="0" spc="-10" dirty="0">
                          <a:solidFill>
                            <a:srgbClr val="000000">
                              <a:alpha val="100000"/>
                            </a:srgbClr>
                          </a:solidFill>
                          <a:cs typeface="宋体" panose="02010600030101010101" pitchFamily="2" charset="-122"/>
                        </a:rPr>
                        <a:t>找周总协调</a:t>
                      </a:r>
                      <a:r>
                        <a:rPr sz="1400" kern="0" spc="-10" dirty="0">
                          <a:solidFill>
                            <a:srgbClr val="000000">
                              <a:alpha val="100000"/>
                            </a:srgbClr>
                          </a:solidFill>
                          <a:cs typeface="Calibri" panose="020F0502020204030204"/>
                        </a:rPr>
                        <a:t>IT</a:t>
                      </a:r>
                      <a:r>
                        <a:rPr sz="1400" kern="0" spc="-10" dirty="0">
                          <a:solidFill>
                            <a:srgbClr val="000000">
                              <a:alpha val="100000"/>
                            </a:srgbClr>
                          </a:solidFill>
                          <a:cs typeface="宋体" panose="02010600030101010101" pitchFamily="2" charset="-122"/>
                        </a:rPr>
                        <a:t>资源</a:t>
                      </a:r>
                      <a:endParaRPr lang="en-US" altLang="en-US" sz="1400" dirty="0"/>
                    </a:p>
                    <a:p>
                      <a:pPr marL="99695" algn="l" rtl="0" eaLnBrk="0">
                        <a:lnSpc>
                          <a:spcPts val="1880"/>
                        </a:lnSpc>
                      </a:pPr>
                      <a:r>
                        <a:rPr sz="1400" kern="0" spc="-10" dirty="0">
                          <a:solidFill>
                            <a:srgbClr val="000000">
                              <a:alpha val="100000"/>
                            </a:srgbClr>
                          </a:solidFill>
                          <a:cs typeface="宋体" panose="02010600030101010101" pitchFamily="2" charset="-122"/>
                        </a:rPr>
                        <a:t>增加外包人员</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400" dirty="0"/>
                    </a:p>
                    <a:p>
                      <a:pPr marL="100965" algn="l" rtl="0" eaLnBrk="0">
                        <a:lnSpc>
                          <a:spcPct val="95000"/>
                        </a:lnSpc>
                        <a:spcBef>
                          <a:spcPts val="5"/>
                        </a:spcBef>
                      </a:pPr>
                      <a:r>
                        <a:rPr sz="1400" kern="0" spc="-20" dirty="0">
                          <a:solidFill>
                            <a:srgbClr val="000000">
                              <a:alpha val="100000"/>
                            </a:srgbClr>
                          </a:solidFill>
                          <a:cs typeface="宋体" panose="02010600030101010101" pitchFamily="2" charset="-122"/>
                        </a:rPr>
                        <a:t>数据组</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3000"/>
                        </a:lnSpc>
                      </a:pPr>
                      <a:endParaRPr lang="en-US" altLang="en-US" sz="500" dirty="0"/>
                    </a:p>
                    <a:p>
                      <a:pPr marL="102870" algn="l" rtl="0" eaLnBrk="0">
                        <a:lnSpc>
                          <a:spcPct val="92000"/>
                        </a:lnSpc>
                        <a:spcBef>
                          <a:spcPts val="0"/>
                        </a:spcBef>
                      </a:pPr>
                      <a:r>
                        <a:rPr sz="1400" kern="0" spc="-20" dirty="0">
                          <a:solidFill>
                            <a:srgbClr val="000000">
                              <a:alpha val="100000"/>
                            </a:srgbClr>
                          </a:solidFill>
                          <a:cs typeface="Calibri" panose="020F0502020204030204"/>
                        </a:rPr>
                        <a:t>20XX/6/10</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98320">
                <a:tc>
                  <a:txBody>
                    <a:bodyPr/>
                    <a:lstStyle/>
                    <a:p>
                      <a:pPr algn="l" rtl="0" eaLnBrk="0">
                        <a:lnSpc>
                          <a:spcPct val="107000"/>
                        </a:lnSpc>
                      </a:pPr>
                      <a:endParaRPr lang="en-US" altLang="en-US" sz="400" dirty="0"/>
                    </a:p>
                    <a:p>
                      <a:pPr marL="106045" indent="6350" algn="l" rtl="0" eaLnBrk="0">
                        <a:lnSpc>
                          <a:spcPct val="98000"/>
                        </a:lnSpc>
                        <a:spcBef>
                          <a:spcPts val="5"/>
                        </a:spcBef>
                      </a:pPr>
                      <a:r>
                        <a:rPr sz="1400" kern="0" spc="-40" dirty="0">
                          <a:solidFill>
                            <a:srgbClr val="000000">
                              <a:alpha val="100000"/>
                            </a:srgbClr>
                          </a:solidFill>
                          <a:cs typeface="Calibri" panose="020F0502020204030204"/>
                        </a:rPr>
                        <a:t>PMO</a:t>
                      </a:r>
                      <a:r>
                        <a:rPr sz="1400" kern="0" spc="70" dirty="0">
                          <a:solidFill>
                            <a:srgbClr val="000000">
                              <a:alpha val="100000"/>
                            </a:srgbClr>
                          </a:solidFill>
                          <a:cs typeface="Calibri" panose="020F0502020204030204"/>
                        </a:rPr>
                        <a:t> </a:t>
                      </a:r>
                      <a:r>
                        <a:rPr sz="1400" kern="0" spc="-40" dirty="0">
                          <a:solidFill>
                            <a:srgbClr val="000000">
                              <a:alpha val="100000"/>
                            </a:srgbClr>
                          </a:solidFill>
                          <a:cs typeface="宋体" panose="02010600030101010101" pitchFamily="2" charset="-122"/>
                        </a:rPr>
                        <a:t>项目</a:t>
                      </a:r>
                      <a:r>
                        <a:rPr sz="1400" kern="0" spc="0" dirty="0">
                          <a:solidFill>
                            <a:srgbClr val="000000">
                              <a:alpha val="100000"/>
                            </a:srgbClr>
                          </a:solidFill>
                          <a:cs typeface="宋体" panose="02010600030101010101" pitchFamily="2" charset="-122"/>
                        </a:rPr>
                        <a:t>  </a:t>
                      </a:r>
                      <a:r>
                        <a:rPr sz="1400" kern="0" spc="-20" dirty="0">
                          <a:solidFill>
                            <a:srgbClr val="000000">
                              <a:alpha val="100000"/>
                            </a:srgbClr>
                          </a:solidFill>
                          <a:cs typeface="宋体" panose="02010600030101010101" pitchFamily="2" charset="-122"/>
                        </a:rPr>
                        <a:t>辅导落地</a:t>
                      </a:r>
                      <a:r>
                        <a:rPr sz="1400" kern="0" spc="0" dirty="0">
                          <a:solidFill>
                            <a:srgbClr val="000000">
                              <a:alpha val="100000"/>
                            </a:srgbClr>
                          </a:solidFill>
                          <a:cs typeface="宋体" panose="02010600030101010101" pitchFamily="2" charset="-122"/>
                        </a:rPr>
                        <a:t>   </a:t>
                      </a:r>
                      <a:r>
                        <a:rPr sz="1400" kern="0" spc="-20" dirty="0">
                          <a:solidFill>
                            <a:srgbClr val="000000">
                              <a:alpha val="100000"/>
                            </a:srgbClr>
                          </a:solidFill>
                          <a:cs typeface="宋体" panose="02010600030101010101" pitchFamily="2" charset="-122"/>
                        </a:rPr>
                        <a:t>效果</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6000"/>
                        </a:lnSpc>
                      </a:pPr>
                      <a:endParaRPr lang="en-US" altLang="en-US" sz="400" dirty="0"/>
                    </a:p>
                    <a:p>
                      <a:pPr marL="97790" indent="2540" algn="l" rtl="0" eaLnBrk="0">
                        <a:lnSpc>
                          <a:spcPct val="99000"/>
                        </a:lnSpc>
                        <a:spcBef>
                          <a:spcPts val="5"/>
                        </a:spcBef>
                      </a:pPr>
                      <a:r>
                        <a:rPr sz="1400" kern="0" spc="-10" dirty="0">
                          <a:solidFill>
                            <a:srgbClr val="000000">
                              <a:alpha val="100000"/>
                            </a:srgbClr>
                          </a:solidFill>
                          <a:cs typeface="Calibri" panose="020F0502020204030204"/>
                        </a:rPr>
                        <a:t>6</a:t>
                      </a:r>
                      <a:r>
                        <a:rPr sz="1400" kern="0" spc="-10" dirty="0">
                          <a:solidFill>
                            <a:srgbClr val="000000">
                              <a:alpha val="100000"/>
                            </a:srgbClr>
                          </a:solidFill>
                          <a:cs typeface="宋体" panose="02010600030101010101" pitchFamily="2" charset="-122"/>
                        </a:rPr>
                        <a:t>月下旬开始对所有进</a:t>
                      </a:r>
                      <a:r>
                        <a:rPr sz="1400" kern="0" spc="1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行中的项目进行落地辅</a:t>
                      </a:r>
                      <a:r>
                        <a:rPr sz="1400" kern="0" spc="2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导，落地效果受限于项</a:t>
                      </a:r>
                      <a:r>
                        <a:rPr sz="1400" kern="0" spc="2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目组对流程体系的理解</a:t>
                      </a:r>
                      <a:r>
                        <a:rPr sz="1400" kern="0" spc="2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和接受程度、人员能力</a:t>
                      </a:r>
                      <a:r>
                        <a:rPr sz="1400" kern="0" spc="2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及管控的力度</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700" dirty="0"/>
                    </a:p>
                    <a:p>
                      <a:pPr marL="102235" algn="l" rtl="0" eaLnBrk="0">
                        <a:lnSpc>
                          <a:spcPct val="77000"/>
                        </a:lnSpc>
                      </a:pPr>
                      <a:r>
                        <a:rPr sz="1500" kern="0" spc="-20" dirty="0">
                          <a:solidFill>
                            <a:srgbClr val="000000">
                              <a:alpha val="100000"/>
                            </a:srgbClr>
                          </a:solidFill>
                          <a:cs typeface="Calibri" panose="020F0502020204030204"/>
                        </a:rPr>
                        <a:t>3</a:t>
                      </a:r>
                      <a:endParaRPr lang="en-US" altLang="en-US" sz="15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1000"/>
                        </a:lnSpc>
                      </a:pPr>
                      <a:endParaRPr lang="en-US" altLang="en-US" sz="500" dirty="0"/>
                    </a:p>
                    <a:p>
                      <a:pPr marL="99695" indent="1270" algn="l" rtl="0" eaLnBrk="0">
                        <a:lnSpc>
                          <a:spcPct val="94000"/>
                        </a:lnSpc>
                        <a:spcBef>
                          <a:spcPts val="0"/>
                        </a:spcBef>
                      </a:pPr>
                      <a:r>
                        <a:rPr sz="1400" kern="0" spc="-10" dirty="0">
                          <a:solidFill>
                            <a:srgbClr val="000000">
                              <a:alpha val="100000"/>
                            </a:srgbClr>
                          </a:solidFill>
                          <a:cs typeface="Arial" panose="020B0604020202020204"/>
                        </a:rPr>
                        <a:t>•</a:t>
                      </a:r>
                      <a:r>
                        <a:rPr sz="1400" kern="0" spc="70" dirty="0">
                          <a:solidFill>
                            <a:srgbClr val="000000">
                              <a:alpha val="100000"/>
                            </a:srgbClr>
                          </a:solidFill>
                          <a:cs typeface="Arial" panose="020B0604020202020204"/>
                        </a:rPr>
                        <a:t>    </a:t>
                      </a:r>
                      <a:r>
                        <a:rPr sz="1400" kern="0" spc="-10" dirty="0">
                          <a:solidFill>
                            <a:srgbClr val="000000">
                              <a:alpha val="100000"/>
                            </a:srgbClr>
                          </a:solidFill>
                          <a:cs typeface="宋体" panose="02010600030101010101" pitchFamily="2" charset="-122"/>
                        </a:rPr>
                        <a:t>项目的流程评审必</a:t>
                      </a:r>
                      <a:r>
                        <a:rPr sz="1400" kern="0" spc="-20" dirty="0">
                          <a:solidFill>
                            <a:srgbClr val="000000">
                              <a:alpha val="100000"/>
                            </a:srgbClr>
                          </a:solidFill>
                          <a:cs typeface="宋体" panose="02010600030101010101" pitchFamily="2" charset="-122"/>
                        </a:rPr>
                        <a:t>须慎</a:t>
                      </a:r>
                      <a:r>
                        <a:rPr sz="1400" kern="0" spc="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重考虑和得到充分认可</a:t>
                      </a:r>
                      <a:endParaRPr lang="en-US" altLang="en-US" sz="1400" dirty="0"/>
                    </a:p>
                    <a:p>
                      <a:pPr marL="98425" indent="3175" algn="l" rtl="0" eaLnBrk="0">
                        <a:lnSpc>
                          <a:spcPct val="96000"/>
                        </a:lnSpc>
                        <a:spcBef>
                          <a:spcPts val="215"/>
                        </a:spcBef>
                      </a:pPr>
                      <a:r>
                        <a:rPr sz="1400" kern="0" spc="-10" dirty="0">
                          <a:solidFill>
                            <a:srgbClr val="000000">
                              <a:alpha val="100000"/>
                            </a:srgbClr>
                          </a:solidFill>
                          <a:cs typeface="Arial" panose="020B0604020202020204"/>
                        </a:rPr>
                        <a:t>•</a:t>
                      </a:r>
                      <a:r>
                        <a:rPr sz="1400" kern="0" spc="70" dirty="0">
                          <a:solidFill>
                            <a:srgbClr val="000000">
                              <a:alpha val="100000"/>
                            </a:srgbClr>
                          </a:solidFill>
                          <a:cs typeface="Arial" panose="020B0604020202020204"/>
                        </a:rPr>
                        <a:t>    </a:t>
                      </a:r>
                      <a:r>
                        <a:rPr sz="1400" kern="0" spc="-10" dirty="0">
                          <a:solidFill>
                            <a:srgbClr val="000000">
                              <a:alpha val="100000"/>
                            </a:srgbClr>
                          </a:solidFill>
                          <a:cs typeface="宋体" panose="02010600030101010101" pitchFamily="2" charset="-122"/>
                        </a:rPr>
                        <a:t>项目管理的培训要</a:t>
                      </a:r>
                      <a:r>
                        <a:rPr sz="1400" kern="0" spc="-20" dirty="0">
                          <a:solidFill>
                            <a:srgbClr val="000000">
                              <a:alpha val="100000"/>
                            </a:srgbClr>
                          </a:solidFill>
                          <a:cs typeface="宋体" panose="02010600030101010101" pitchFamily="2" charset="-122"/>
                        </a:rPr>
                        <a:t>有清</a:t>
                      </a:r>
                      <a:r>
                        <a:rPr sz="1400" kern="0" spc="0" dirty="0">
                          <a:solidFill>
                            <a:srgbClr val="000000">
                              <a:alpha val="100000"/>
                            </a:srgbClr>
                          </a:solidFill>
                          <a:cs typeface="宋体" panose="02010600030101010101" pitchFamily="2" charset="-122"/>
                        </a:rPr>
                        <a:t>   晰的考核指标以保证</a:t>
                      </a:r>
                      <a:r>
                        <a:rPr sz="1400" kern="0" spc="-10" dirty="0">
                          <a:solidFill>
                            <a:srgbClr val="000000">
                              <a:alpha val="100000"/>
                            </a:srgbClr>
                          </a:solidFill>
                          <a:cs typeface="宋体" panose="02010600030101010101" pitchFamily="2" charset="-122"/>
                        </a:rPr>
                        <a:t>流程的</a:t>
                      </a:r>
                      <a:r>
                        <a:rPr sz="1400" kern="0" spc="0" dirty="0">
                          <a:solidFill>
                            <a:srgbClr val="000000">
                              <a:alpha val="100000"/>
                            </a:srgbClr>
                          </a:solidFill>
                          <a:cs typeface="宋体" panose="02010600030101010101" pitchFamily="2" charset="-122"/>
                        </a:rPr>
                        <a:t>  </a:t>
                      </a:r>
                      <a:r>
                        <a:rPr sz="1400" kern="0" spc="-20" dirty="0">
                          <a:solidFill>
                            <a:srgbClr val="000000">
                              <a:alpha val="100000"/>
                            </a:srgbClr>
                          </a:solidFill>
                          <a:cs typeface="宋体" panose="02010600030101010101" pitchFamily="2" charset="-122"/>
                        </a:rPr>
                        <a:t>接受度</a:t>
                      </a:r>
                      <a:endParaRPr lang="en-US" altLang="en-US" sz="1400" dirty="0"/>
                    </a:p>
                    <a:p>
                      <a:pPr marL="101600" algn="l" rtl="0" eaLnBrk="0">
                        <a:lnSpc>
                          <a:spcPct val="96000"/>
                        </a:lnSpc>
                        <a:spcBef>
                          <a:spcPts val="200"/>
                        </a:spcBef>
                      </a:pPr>
                      <a:r>
                        <a:rPr sz="1400" kern="0" spc="-10" dirty="0">
                          <a:solidFill>
                            <a:srgbClr val="000000">
                              <a:alpha val="100000"/>
                            </a:srgbClr>
                          </a:solidFill>
                          <a:cs typeface="Arial" panose="020B0604020202020204"/>
                        </a:rPr>
                        <a:t>•</a:t>
                      </a:r>
                      <a:r>
                        <a:rPr sz="1400" kern="0" spc="60" dirty="0">
                          <a:solidFill>
                            <a:srgbClr val="000000">
                              <a:alpha val="100000"/>
                            </a:srgbClr>
                          </a:solidFill>
                          <a:cs typeface="Arial" panose="020B0604020202020204"/>
                        </a:rPr>
                        <a:t>    </a:t>
                      </a:r>
                      <a:r>
                        <a:rPr sz="1400" kern="0" spc="-10" dirty="0">
                          <a:solidFill>
                            <a:srgbClr val="000000">
                              <a:alpha val="100000"/>
                            </a:srgbClr>
                          </a:solidFill>
                          <a:cs typeface="宋体" panose="02010600030101010101" pitchFamily="2" charset="-122"/>
                        </a:rPr>
                        <a:t>项目复盘需要重点考</a:t>
                      </a:r>
                      <a:r>
                        <a:rPr sz="1400" kern="0" spc="-20" dirty="0">
                          <a:solidFill>
                            <a:srgbClr val="000000">
                              <a:alpha val="100000"/>
                            </a:srgbClr>
                          </a:solidFill>
                          <a:cs typeface="宋体" panose="02010600030101010101" pitchFamily="2" charset="-122"/>
                        </a:rPr>
                        <a:t>虑</a:t>
                      </a:r>
                      <a:r>
                        <a:rPr sz="1400" kern="0" spc="1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项目辅导中的问题，以不断</a:t>
                      </a:r>
                      <a:r>
                        <a:rPr sz="1400" kern="0" spc="30" dirty="0">
                          <a:solidFill>
                            <a:srgbClr val="000000">
                              <a:alpha val="100000"/>
                            </a:srgbClr>
                          </a:solidFill>
                          <a:cs typeface="宋体" panose="02010600030101010101" pitchFamily="2" charset="-122"/>
                        </a:rPr>
                        <a:t>  </a:t>
                      </a:r>
                      <a:r>
                        <a:rPr sz="1400" kern="0" spc="-10" dirty="0">
                          <a:solidFill>
                            <a:srgbClr val="000000">
                              <a:alpha val="100000"/>
                            </a:srgbClr>
                          </a:solidFill>
                          <a:cs typeface="宋体" panose="02010600030101010101" pitchFamily="2" charset="-122"/>
                        </a:rPr>
                        <a:t>改进优化流程体系</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400" dirty="0"/>
                    </a:p>
                    <a:p>
                      <a:pPr marL="107315" algn="l" rtl="0" eaLnBrk="0">
                        <a:lnSpc>
                          <a:spcPct val="95000"/>
                        </a:lnSpc>
                        <a:spcBef>
                          <a:spcPts val="0"/>
                        </a:spcBef>
                      </a:pPr>
                      <a:r>
                        <a:rPr sz="1400" kern="0" spc="-20" dirty="0">
                          <a:solidFill>
                            <a:srgbClr val="000000">
                              <a:alpha val="100000"/>
                            </a:srgbClr>
                          </a:solidFill>
                          <a:cs typeface="Calibri" panose="020F0502020204030204"/>
                        </a:rPr>
                        <a:t>PMO</a:t>
                      </a:r>
                      <a:r>
                        <a:rPr sz="1400" kern="0" spc="-20" dirty="0">
                          <a:solidFill>
                            <a:srgbClr val="000000">
                              <a:alpha val="100000"/>
                            </a:srgbClr>
                          </a:solidFill>
                          <a:cs typeface="宋体" panose="02010600030101010101" pitchFamily="2" charset="-122"/>
                        </a:rPr>
                        <a:t>项目组</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4000"/>
                        </a:lnSpc>
                      </a:pPr>
                      <a:endParaRPr lang="en-US" altLang="en-US" sz="500" dirty="0"/>
                    </a:p>
                    <a:p>
                      <a:pPr marL="102870" algn="l" rtl="0" eaLnBrk="0">
                        <a:lnSpc>
                          <a:spcPct val="92000"/>
                        </a:lnSpc>
                      </a:pPr>
                      <a:r>
                        <a:rPr sz="1400" kern="0" spc="-20" dirty="0">
                          <a:solidFill>
                            <a:srgbClr val="000000">
                              <a:alpha val="100000"/>
                            </a:srgbClr>
                          </a:solidFill>
                          <a:cs typeface="Calibri" panose="020F0502020204030204"/>
                        </a:rPr>
                        <a:t>20XX/09/14</a:t>
                      </a:r>
                      <a:endParaRPr lang="en-US" altLang="en-US" sz="1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4059">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40409">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eaLnBrk="0">
                        <a:lnSpc>
                          <a:spcPct val="100000"/>
                        </a:lnSpc>
                      </a:pPr>
                      <a:endParaRPr lang="en-US" altLang="en-US" sz="10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5662" name="picture 5662"/>
          <p:cNvPicPr>
            <a:picLocks noChangeAspect="1"/>
          </p:cNvPicPr>
          <p:nvPr>
            <p:custDataLst>
              <p:tags r:id="rId2"/>
            </p:custDataLst>
          </p:nvPr>
        </p:nvPicPr>
        <p:blipFill>
          <a:blip r:embed="rId3"/>
          <a:stretch>
            <a:fillRect/>
          </a:stretch>
        </p:blipFill>
        <p:spPr>
          <a:xfrm rot="21600000">
            <a:off x="10594847" y="304736"/>
            <a:ext cx="1318031" cy="1295209"/>
          </a:xfrm>
          <a:prstGeom prst="rect">
            <a:avLst/>
          </a:prstGeom>
        </p:spPr>
      </p:pic>
      <p:grpSp>
        <p:nvGrpSpPr>
          <p:cNvPr id="666" name="group 666"/>
          <p:cNvGrpSpPr/>
          <p:nvPr/>
        </p:nvGrpSpPr>
        <p:grpSpPr>
          <a:xfrm rot="21600000">
            <a:off x="10411950" y="159985"/>
            <a:ext cx="1593901" cy="1505526"/>
            <a:chOff x="0" y="0"/>
            <a:chExt cx="1593901" cy="1505526"/>
          </a:xfrm>
        </p:grpSpPr>
        <p:pic>
          <p:nvPicPr>
            <p:cNvPr id="5664" name="picture 5664"/>
            <p:cNvPicPr>
              <a:picLocks noChangeAspect="1"/>
            </p:cNvPicPr>
            <p:nvPr>
              <p:custDataLst>
                <p:tags r:id="rId4"/>
              </p:custDataLst>
            </p:nvPr>
          </p:nvPicPr>
          <p:blipFill>
            <a:blip r:embed="rId5"/>
            <a:stretch>
              <a:fillRect/>
            </a:stretch>
          </p:blipFill>
          <p:spPr>
            <a:xfrm rot="21600000">
              <a:off x="0" y="0"/>
              <a:ext cx="1593901" cy="1505526"/>
            </a:xfrm>
            <a:prstGeom prst="rect">
              <a:avLst/>
            </a:prstGeom>
          </p:spPr>
        </p:pic>
        <p:sp>
          <p:nvSpPr>
            <p:cNvPr id="5666" name="textbox 5666"/>
            <p:cNvSpPr/>
            <p:nvPr>
              <p:custDataLst>
                <p:tags r:id="rId6"/>
              </p:custDataLst>
            </p:nvPr>
          </p:nvSpPr>
          <p:spPr>
            <a:xfrm>
              <a:off x="292168" y="134679"/>
              <a:ext cx="118110" cy="1052194"/>
            </a:xfrm>
            <a:prstGeom prst="rect">
              <a:avLst/>
            </a:prstGeom>
          </p:spPr>
          <p:txBody>
            <a:bodyPr vert="horz" wrap="square" lIns="0" tIns="0" rIns="0" bIns="0"/>
            <a:lstStyle/>
            <a:p>
              <a:pPr algn="l" rtl="0" eaLnBrk="0">
                <a:lnSpc>
                  <a:spcPct val="81000"/>
                </a:lnSpc>
              </a:pPr>
              <a:endParaRPr lang="en-US" altLang="en-US" sz="100" dirty="0">
                <a:solidFill>
                  <a:schemeClr val="dk1"/>
                </a:solidFill>
              </a:endParaRPr>
            </a:p>
            <a:p>
              <a:pPr marL="12700" algn="l" rtl="0" eaLnBrk="0">
                <a:lnSpc>
                  <a:spcPct val="80000"/>
                </a:lnSpc>
              </a:pPr>
              <a:r>
                <a:rPr sz="1200" b="1" kern="0" spc="-10" dirty="0">
                  <a:solidFill>
                    <a:schemeClr val="dk1"/>
                  </a:solidFill>
                  <a:cs typeface="Arial" panose="020B0604020202020204"/>
                </a:rPr>
                <a:t>6</a:t>
              </a:r>
              <a:endParaRPr lang="en-US" altLang="en-US" sz="1200" dirty="0">
                <a:solidFill>
                  <a:schemeClr val="dk1"/>
                </a:solidFill>
              </a:endParaRPr>
            </a:p>
            <a:p>
              <a:pPr algn="l" rtl="0" eaLnBrk="0">
                <a:lnSpc>
                  <a:spcPct val="164000"/>
                </a:lnSpc>
              </a:pPr>
              <a:endParaRPr lang="en-US" altLang="en-US" sz="1000" dirty="0">
                <a:solidFill>
                  <a:schemeClr val="dk1"/>
                </a:solidFill>
              </a:endParaRPr>
            </a:p>
            <a:p>
              <a:pPr marL="22860" algn="l" rtl="0" eaLnBrk="0">
                <a:lnSpc>
                  <a:spcPct val="80000"/>
                </a:lnSpc>
                <a:spcBef>
                  <a:spcPts val="370"/>
                </a:spcBef>
              </a:pPr>
              <a:r>
                <a:rPr sz="1200" b="1" kern="0" spc="-10" dirty="0">
                  <a:solidFill>
                    <a:schemeClr val="dk1"/>
                  </a:solidFill>
                  <a:cs typeface="Arial" panose="020B0604020202020204"/>
                </a:rPr>
                <a:t>8</a:t>
              </a:r>
              <a:endParaRPr lang="en-US" altLang="en-US" sz="1200" dirty="0">
                <a:solidFill>
                  <a:schemeClr val="dk1"/>
                </a:solidFill>
              </a:endParaRPr>
            </a:p>
            <a:p>
              <a:pPr algn="l" rtl="0" eaLnBrk="0">
                <a:lnSpc>
                  <a:spcPct val="160000"/>
                </a:lnSpc>
              </a:pPr>
              <a:endParaRPr lang="en-US" altLang="en-US" sz="1000" dirty="0">
                <a:solidFill>
                  <a:schemeClr val="dk1"/>
                </a:solidFill>
              </a:endParaRPr>
            </a:p>
            <a:p>
              <a:pPr algn="l" rtl="0" eaLnBrk="0">
                <a:lnSpc>
                  <a:spcPct val="102000"/>
                </a:lnSpc>
              </a:pPr>
              <a:endParaRPr lang="en-US" altLang="en-US" sz="300" dirty="0">
                <a:solidFill>
                  <a:schemeClr val="dk1"/>
                </a:solidFill>
              </a:endParaRPr>
            </a:p>
            <a:p>
              <a:pPr marL="24765" algn="l" rtl="0" eaLnBrk="0">
                <a:lnSpc>
                  <a:spcPct val="80000"/>
                </a:lnSpc>
                <a:spcBef>
                  <a:spcPts val="0"/>
                </a:spcBef>
              </a:pPr>
              <a:r>
                <a:rPr sz="1200" b="1" kern="0" spc="-10" dirty="0">
                  <a:solidFill>
                    <a:schemeClr val="dk1"/>
                  </a:solidFill>
                  <a:cs typeface="Arial" panose="020B0604020202020204"/>
                </a:rPr>
                <a:t>9</a:t>
              </a:r>
              <a:endParaRPr lang="en-US" altLang="en-US" sz="1200" b="1" kern="0" spc="-10" dirty="0">
                <a:solidFill>
                  <a:schemeClr val="dk1"/>
                </a:solidFill>
                <a:cs typeface="Arial" panose="020B0604020202020204"/>
              </a:endParaRPr>
            </a:p>
          </p:txBody>
        </p:sp>
      </p:grpSp>
      <p:sp>
        <p:nvSpPr>
          <p:cNvPr id="5670" name="textbox 5670"/>
          <p:cNvSpPr/>
          <p:nvPr>
            <p:custDataLst>
              <p:tags r:id="rId7"/>
            </p:custDataLst>
          </p:nvPr>
        </p:nvSpPr>
        <p:spPr>
          <a:xfrm>
            <a:off x="10632237" y="1607667"/>
            <a:ext cx="1265555" cy="657225"/>
          </a:xfrm>
          <a:prstGeom prst="rect">
            <a:avLst/>
          </a:prstGeom>
        </p:spPr>
        <p:txBody>
          <a:bodyPr vert="horz" wrap="square" lIns="0" tIns="0" rIns="0" bIns="0"/>
          <a:lstStyle/>
          <a:p>
            <a:pPr algn="l" rtl="0" eaLnBrk="0">
              <a:lnSpc>
                <a:spcPct val="83000"/>
              </a:lnSpc>
            </a:pPr>
            <a:endParaRPr lang="en-US" altLang="en-US" sz="100" dirty="0">
              <a:solidFill>
                <a:schemeClr val="dk1"/>
              </a:solidFill>
            </a:endParaRPr>
          </a:p>
          <a:p>
            <a:pPr marL="12700" algn="l" rtl="0" eaLnBrk="0">
              <a:lnSpc>
                <a:spcPct val="81000"/>
              </a:lnSpc>
            </a:pPr>
            <a:r>
              <a:rPr sz="1200" b="1" kern="0" spc="-70" dirty="0">
                <a:solidFill>
                  <a:schemeClr val="dk1"/>
                </a:solidFill>
                <a:cs typeface="Arial" panose="020B0604020202020204"/>
              </a:rPr>
              <a:t>L</a:t>
            </a:r>
            <a:r>
              <a:rPr sz="1200" b="1" kern="0" spc="10" dirty="0">
                <a:solidFill>
                  <a:schemeClr val="dk1"/>
                </a:solidFill>
                <a:cs typeface="Arial" panose="020B0604020202020204"/>
              </a:rPr>
              <a:t>        </a:t>
            </a:r>
            <a:r>
              <a:rPr sz="1200" b="1" kern="0" spc="-70" dirty="0">
                <a:solidFill>
                  <a:schemeClr val="dk1"/>
                </a:solidFill>
                <a:cs typeface="Arial" panose="020B0604020202020204"/>
              </a:rPr>
              <a:t>M</a:t>
            </a:r>
            <a:r>
              <a:rPr sz="1200" b="1" kern="0" spc="40" dirty="0">
                <a:solidFill>
                  <a:schemeClr val="dk1"/>
                </a:solidFill>
                <a:cs typeface="Arial" panose="020B0604020202020204"/>
              </a:rPr>
              <a:t>       </a:t>
            </a:r>
            <a:r>
              <a:rPr sz="1200" b="1" kern="0" spc="-70" dirty="0">
                <a:solidFill>
                  <a:schemeClr val="dk1"/>
                </a:solidFill>
                <a:cs typeface="Arial" panose="020B0604020202020204"/>
              </a:rPr>
              <a:t>H</a:t>
            </a:r>
            <a:endParaRPr lang="en-US" altLang="en-US" sz="1200" dirty="0">
              <a:solidFill>
                <a:schemeClr val="dk1"/>
              </a:solidFill>
            </a:endParaRPr>
          </a:p>
          <a:p>
            <a:pPr algn="l" rtl="0" eaLnBrk="0">
              <a:lnSpc>
                <a:spcPct val="102000"/>
              </a:lnSpc>
            </a:pPr>
            <a:endParaRPr lang="en-US" altLang="en-US" sz="800" dirty="0">
              <a:solidFill>
                <a:schemeClr val="dk1"/>
              </a:solidFill>
            </a:endParaRPr>
          </a:p>
          <a:p>
            <a:pPr marL="874395" indent="-76200" algn="l" rtl="0" eaLnBrk="0">
              <a:lnSpc>
                <a:spcPct val="98000"/>
              </a:lnSpc>
              <a:spcBef>
                <a:spcPts val="5"/>
              </a:spcBef>
            </a:pPr>
            <a:r>
              <a:rPr sz="1200" kern="0" spc="-20" dirty="0">
                <a:ln w="4354" cap="flat" cmpd="sng">
                  <a:solidFill>
                    <a:srgbClr val="000000">
                      <a:alpha val="100000"/>
                    </a:srgbClr>
                  </a:solidFill>
                  <a:prstDash val="solid"/>
                  <a:miter lim="8"/>
                </a:ln>
                <a:solidFill>
                  <a:schemeClr val="dk1"/>
                </a:solidFill>
                <a:cs typeface="宋体" panose="02010600030101010101" pitchFamily="2" charset="-122"/>
              </a:rPr>
              <a:t>产生的</a:t>
            </a:r>
            <a:r>
              <a:rPr sz="1200" kern="0" spc="20" dirty="0">
                <a:solidFill>
                  <a:schemeClr val="dk1"/>
                </a:solidFill>
                <a:cs typeface="宋体" panose="02010600030101010101" pitchFamily="2" charset="-122"/>
              </a:rPr>
              <a:t> </a:t>
            </a:r>
            <a:r>
              <a:rPr sz="1200" kern="0" spc="-20" dirty="0">
                <a:ln w="4354" cap="flat" cmpd="sng">
                  <a:solidFill>
                    <a:srgbClr val="000000">
                      <a:alpha val="100000"/>
                    </a:srgbClr>
                  </a:solidFill>
                  <a:prstDash val="solid"/>
                  <a:miter lim="8"/>
                </a:ln>
                <a:solidFill>
                  <a:schemeClr val="dk1"/>
                </a:solidFill>
                <a:cs typeface="宋体" panose="02010600030101010101" pitchFamily="2" charset="-122"/>
              </a:rPr>
              <a:t>影响</a:t>
            </a:r>
            <a:endParaRPr lang="en-US" altLang="en-US" sz="1200" kern="0" spc="-20" dirty="0">
              <a:ln w="4354" cap="flat" cmpd="sng">
                <a:solidFill>
                  <a:srgbClr val="000000">
                    <a:alpha val="100000"/>
                  </a:srgbClr>
                </a:solidFill>
                <a:prstDash val="solid"/>
                <a:miter lim="8"/>
              </a:ln>
              <a:solidFill>
                <a:schemeClr val="dk1"/>
              </a:solidFill>
              <a:cs typeface="宋体" panose="02010600030101010101" pitchFamily="2" charset="-122"/>
            </a:endParaRPr>
          </a:p>
        </p:txBody>
      </p:sp>
      <p:sp>
        <p:nvSpPr>
          <p:cNvPr id="5674" name="textbox 5674"/>
          <p:cNvSpPr/>
          <p:nvPr>
            <p:custDataLst>
              <p:tags r:id="rId8"/>
            </p:custDataLst>
          </p:nvPr>
        </p:nvSpPr>
        <p:spPr>
          <a:xfrm>
            <a:off x="9685832" y="351942"/>
            <a:ext cx="478790" cy="383540"/>
          </a:xfrm>
          <a:prstGeom prst="rect">
            <a:avLst/>
          </a:prstGeom>
        </p:spPr>
        <p:txBody>
          <a:bodyPr vert="horz" wrap="square" lIns="0" tIns="0" rIns="0" bIns="0">
            <a:normAutofit/>
          </a:bodyPr>
          <a:lstStyle/>
          <a:p>
            <a:pPr algn="l" rtl="0" eaLnBrk="0">
              <a:lnSpc>
                <a:spcPct val="78000"/>
              </a:lnSpc>
            </a:pPr>
            <a:endParaRPr lang="en-US" altLang="en-US" sz="100" dirty="0">
              <a:solidFill>
                <a:schemeClr val="dk1"/>
              </a:solidFill>
            </a:endParaRPr>
          </a:p>
          <a:p>
            <a:pPr marL="12700" indent="635" algn="l" rtl="0" eaLnBrk="0">
              <a:lnSpc>
                <a:spcPct val="98000"/>
              </a:lnSpc>
            </a:pPr>
            <a:r>
              <a:rPr sz="1200" kern="0" spc="-20" dirty="0">
                <a:ln w="4354" cap="flat" cmpd="sng">
                  <a:solidFill>
                    <a:srgbClr val="000000">
                      <a:alpha val="100000"/>
                    </a:srgbClr>
                  </a:solidFill>
                  <a:prstDash val="solid"/>
                  <a:miter lim="8"/>
                </a:ln>
                <a:solidFill>
                  <a:schemeClr val="dk1"/>
                </a:solidFill>
                <a:cs typeface="宋体" panose="02010600030101010101" pitchFamily="2" charset="-122"/>
              </a:rPr>
              <a:t>发生的</a:t>
            </a:r>
            <a:r>
              <a:rPr sz="1200" kern="0" spc="0" dirty="0">
                <a:solidFill>
                  <a:schemeClr val="dk1"/>
                </a:solidFill>
                <a:cs typeface="宋体" panose="02010600030101010101" pitchFamily="2" charset="-122"/>
              </a:rPr>
              <a:t> </a:t>
            </a:r>
            <a:r>
              <a:rPr sz="1200" kern="0" spc="-20" dirty="0">
                <a:ln w="4354" cap="flat" cmpd="sng">
                  <a:solidFill>
                    <a:srgbClr val="000000">
                      <a:alpha val="100000"/>
                    </a:srgbClr>
                  </a:solidFill>
                  <a:prstDash val="solid"/>
                  <a:miter lim="8"/>
                </a:ln>
                <a:solidFill>
                  <a:schemeClr val="dk1"/>
                </a:solidFill>
                <a:cs typeface="宋体" panose="02010600030101010101" pitchFamily="2" charset="-122"/>
              </a:rPr>
              <a:t>可能性</a:t>
            </a:r>
            <a:endParaRPr lang="en-US" altLang="en-US" sz="1200" kern="0" spc="-20" dirty="0">
              <a:ln w="4354" cap="flat" cmpd="sng">
                <a:solidFill>
                  <a:srgbClr val="000000">
                    <a:alpha val="100000"/>
                  </a:srgbClr>
                </a:solidFill>
                <a:prstDash val="solid"/>
                <a:miter lim="8"/>
              </a:ln>
              <a:solidFill>
                <a:schemeClr val="dk1"/>
              </a:solidFill>
              <a:cs typeface="宋体" panose="02010600030101010101" pitchFamily="2" charset="-122"/>
            </a:endParaRPr>
          </a:p>
        </p:txBody>
      </p:sp>
      <p:sp>
        <p:nvSpPr>
          <p:cNvPr id="5676" name="textbox 5676"/>
          <p:cNvSpPr/>
          <p:nvPr>
            <p:custDataLst>
              <p:tags r:id="rId9"/>
            </p:custDataLst>
          </p:nvPr>
        </p:nvSpPr>
        <p:spPr>
          <a:xfrm>
            <a:off x="10207396" y="398119"/>
            <a:ext cx="141604" cy="990600"/>
          </a:xfrm>
          <a:prstGeom prst="rect">
            <a:avLst/>
          </a:prstGeom>
        </p:spPr>
        <p:txBody>
          <a:bodyPr vert="horz" wrap="square" lIns="0" tIns="0" rIns="0" bIns="0"/>
          <a:lstStyle/>
          <a:p>
            <a:pPr algn="l" rtl="0" eaLnBrk="0">
              <a:lnSpc>
                <a:spcPct val="79000"/>
              </a:lnSpc>
            </a:pPr>
            <a:endParaRPr lang="en-US" altLang="en-US" sz="100" dirty="0">
              <a:solidFill>
                <a:schemeClr val="dk1"/>
              </a:solidFill>
            </a:endParaRPr>
          </a:p>
          <a:p>
            <a:pPr marL="16510" algn="l" rtl="0" eaLnBrk="0">
              <a:lnSpc>
                <a:spcPct val="80000"/>
              </a:lnSpc>
            </a:pPr>
            <a:r>
              <a:rPr sz="1200" b="1" kern="0" spc="-10" dirty="0">
                <a:solidFill>
                  <a:schemeClr val="dk1"/>
                </a:solidFill>
                <a:cs typeface="Arial" panose="020B0604020202020204"/>
              </a:rPr>
              <a:t>H</a:t>
            </a:r>
            <a:endParaRPr lang="en-US" altLang="en-US" sz="1200" dirty="0">
              <a:solidFill>
                <a:schemeClr val="dk1"/>
              </a:solidFill>
            </a:endParaRPr>
          </a:p>
          <a:p>
            <a:pPr algn="l" rtl="0" eaLnBrk="0">
              <a:lnSpc>
                <a:spcPct val="127000"/>
              </a:lnSpc>
            </a:pPr>
            <a:endParaRPr lang="en-US" altLang="en-US" sz="1000" dirty="0">
              <a:solidFill>
                <a:schemeClr val="dk1"/>
              </a:solidFill>
            </a:endParaRPr>
          </a:p>
          <a:p>
            <a:pPr algn="r" rtl="0" eaLnBrk="0">
              <a:lnSpc>
                <a:spcPct val="80000"/>
              </a:lnSpc>
              <a:spcBef>
                <a:spcPts val="365"/>
              </a:spcBef>
            </a:pPr>
            <a:r>
              <a:rPr sz="1200" b="1" kern="0" spc="-20" dirty="0">
                <a:solidFill>
                  <a:schemeClr val="dk1"/>
                </a:solidFill>
                <a:cs typeface="Arial" panose="020B0604020202020204"/>
              </a:rPr>
              <a:t>M</a:t>
            </a:r>
            <a:endParaRPr lang="en-US" altLang="en-US" sz="1200" dirty="0">
              <a:solidFill>
                <a:schemeClr val="dk1"/>
              </a:solidFill>
            </a:endParaRPr>
          </a:p>
          <a:p>
            <a:pPr algn="l" rtl="0" eaLnBrk="0">
              <a:lnSpc>
                <a:spcPct val="159000"/>
              </a:lnSpc>
            </a:pPr>
            <a:endParaRPr lang="en-US" altLang="en-US" sz="1000" dirty="0">
              <a:solidFill>
                <a:schemeClr val="dk1"/>
              </a:solidFill>
            </a:endParaRPr>
          </a:p>
          <a:p>
            <a:pPr algn="l" rtl="0" eaLnBrk="0">
              <a:lnSpc>
                <a:spcPct val="100000"/>
              </a:lnSpc>
            </a:pPr>
            <a:endParaRPr lang="en-US" altLang="en-US" sz="300" dirty="0">
              <a:solidFill>
                <a:schemeClr val="dk1"/>
              </a:solidFill>
            </a:endParaRPr>
          </a:p>
          <a:p>
            <a:pPr marL="34290" algn="l" rtl="0" eaLnBrk="0">
              <a:lnSpc>
                <a:spcPct val="79000"/>
              </a:lnSpc>
              <a:spcBef>
                <a:spcPts val="5"/>
              </a:spcBef>
            </a:pPr>
            <a:r>
              <a:rPr sz="1200" b="1" kern="0" spc="-20" dirty="0">
                <a:solidFill>
                  <a:schemeClr val="dk1"/>
                </a:solidFill>
                <a:cs typeface="Arial" panose="020B0604020202020204"/>
              </a:rPr>
              <a:t>L</a:t>
            </a:r>
            <a:endParaRPr lang="en-US" altLang="en-US" sz="1200" b="1" kern="0" spc="-20" dirty="0">
              <a:solidFill>
                <a:schemeClr val="dk1"/>
              </a:solidFill>
              <a:cs typeface="Arial" panose="020B0604020202020204"/>
            </a:endParaRPr>
          </a:p>
        </p:txBody>
      </p:sp>
      <p:sp>
        <p:nvSpPr>
          <p:cNvPr id="5678" name="textbox 5678"/>
          <p:cNvSpPr/>
          <p:nvPr>
            <p:custDataLst>
              <p:tags r:id="rId10"/>
            </p:custDataLst>
          </p:nvPr>
        </p:nvSpPr>
        <p:spPr>
          <a:xfrm>
            <a:off x="11600687" y="748563"/>
            <a:ext cx="114935" cy="589915"/>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marL="12700" algn="l" rtl="0" eaLnBrk="0">
              <a:lnSpc>
                <a:spcPct val="80000"/>
              </a:lnSpc>
            </a:pPr>
            <a:r>
              <a:rPr sz="1200" b="1" kern="0" spc="-10" dirty="0">
                <a:solidFill>
                  <a:schemeClr val="dk1"/>
                </a:solidFill>
                <a:cs typeface="Arial" panose="020B0604020202020204"/>
              </a:rPr>
              <a:t>2</a:t>
            </a:r>
            <a:endParaRPr lang="en-US" altLang="en-US" sz="1200" dirty="0">
              <a:solidFill>
                <a:schemeClr val="dk1"/>
              </a:solidFill>
            </a:endParaRPr>
          </a:p>
          <a:p>
            <a:pPr algn="l" rtl="0" eaLnBrk="0">
              <a:lnSpc>
                <a:spcPct val="148000"/>
              </a:lnSpc>
            </a:pPr>
            <a:endParaRPr lang="en-US" altLang="en-US" sz="1000" dirty="0">
              <a:solidFill>
                <a:schemeClr val="dk1"/>
              </a:solidFill>
            </a:endParaRPr>
          </a:p>
          <a:p>
            <a:pPr algn="l" rtl="0" eaLnBrk="0">
              <a:lnSpc>
                <a:spcPct val="100000"/>
              </a:lnSpc>
            </a:pPr>
            <a:endParaRPr lang="en-US" altLang="en-US" sz="300" dirty="0">
              <a:solidFill>
                <a:schemeClr val="dk1"/>
              </a:solidFill>
            </a:endParaRPr>
          </a:p>
          <a:p>
            <a:pPr marL="19685" algn="l" rtl="0" eaLnBrk="0">
              <a:lnSpc>
                <a:spcPct val="80000"/>
              </a:lnSpc>
              <a:spcBef>
                <a:spcPts val="0"/>
              </a:spcBef>
            </a:pPr>
            <a:r>
              <a:rPr sz="1200" b="1" kern="0" spc="-10" dirty="0">
                <a:solidFill>
                  <a:schemeClr val="dk1"/>
                </a:solidFill>
                <a:cs typeface="Arial" panose="020B0604020202020204"/>
              </a:rPr>
              <a:t>4</a:t>
            </a:r>
            <a:endParaRPr lang="en-US" altLang="en-US" sz="1200" b="1" kern="0" spc="-10" dirty="0">
              <a:solidFill>
                <a:schemeClr val="dk1"/>
              </a:solidFill>
              <a:cs typeface="Arial" panose="020B0604020202020204"/>
            </a:endParaRPr>
          </a:p>
        </p:txBody>
      </p:sp>
      <p:sp>
        <p:nvSpPr>
          <p:cNvPr id="5680" name="textbox 5680"/>
          <p:cNvSpPr/>
          <p:nvPr>
            <p:custDataLst>
              <p:tags r:id="rId11"/>
            </p:custDataLst>
          </p:nvPr>
        </p:nvSpPr>
        <p:spPr>
          <a:xfrm>
            <a:off x="11148771" y="294664"/>
            <a:ext cx="104775" cy="171450"/>
          </a:xfrm>
          <a:prstGeom prst="rect">
            <a:avLst/>
          </a:prstGeom>
        </p:spPr>
        <p:txBody>
          <a:bodyPr vert="horz" wrap="square" lIns="0" tIns="0" rIns="0" bIns="0"/>
          <a:lstStyle/>
          <a:p>
            <a:pPr algn="l" rtl="0" eaLnBrk="0">
              <a:lnSpc>
                <a:spcPct val="81000"/>
              </a:lnSpc>
            </a:pPr>
            <a:endParaRPr lang="en-US" altLang="en-US" sz="100" dirty="0">
              <a:solidFill>
                <a:schemeClr val="dk1"/>
              </a:solidFill>
            </a:endParaRPr>
          </a:p>
          <a:p>
            <a:pPr marL="12700" algn="l" rtl="0" eaLnBrk="0">
              <a:lnSpc>
                <a:spcPct val="80000"/>
              </a:lnSpc>
            </a:pPr>
            <a:r>
              <a:rPr sz="1200" b="1" kern="0" spc="-10" dirty="0">
                <a:solidFill>
                  <a:schemeClr val="dk1"/>
                </a:solidFill>
                <a:cs typeface="Arial" panose="020B0604020202020204"/>
              </a:rPr>
              <a:t>3</a:t>
            </a:r>
            <a:endParaRPr lang="en-US" altLang="en-US" sz="1200" b="1" kern="0" spc="-10" dirty="0">
              <a:solidFill>
                <a:schemeClr val="dk1"/>
              </a:solidFill>
              <a:cs typeface="Arial" panose="020B0604020202020204"/>
            </a:endParaRPr>
          </a:p>
        </p:txBody>
      </p:sp>
      <p:sp>
        <p:nvSpPr>
          <p:cNvPr id="5682" name="textbox 5682"/>
          <p:cNvSpPr/>
          <p:nvPr>
            <p:custDataLst>
              <p:tags r:id="rId12"/>
            </p:custDataLst>
          </p:nvPr>
        </p:nvSpPr>
        <p:spPr>
          <a:xfrm>
            <a:off x="11155781" y="744067"/>
            <a:ext cx="103504" cy="169545"/>
          </a:xfrm>
          <a:prstGeom prst="rect">
            <a:avLst/>
          </a:prstGeom>
        </p:spPr>
        <p:txBody>
          <a:bodyPr vert="horz" wrap="square" lIns="0" tIns="0" rIns="0" bIns="0"/>
          <a:lstStyle/>
          <a:p>
            <a:pPr algn="l" rtl="0" eaLnBrk="0">
              <a:lnSpc>
                <a:spcPct val="80000"/>
              </a:lnSpc>
            </a:pPr>
            <a:endParaRPr lang="en-US" altLang="en-US" sz="100" dirty="0">
              <a:solidFill>
                <a:schemeClr val="dk1"/>
              </a:solidFill>
            </a:endParaRPr>
          </a:p>
          <a:p>
            <a:pPr marL="12700" algn="l" rtl="0" eaLnBrk="0">
              <a:lnSpc>
                <a:spcPct val="79000"/>
              </a:lnSpc>
            </a:pPr>
            <a:r>
              <a:rPr sz="1200" b="1" kern="0" spc="-10" dirty="0">
                <a:solidFill>
                  <a:schemeClr val="dk1"/>
                </a:solidFill>
                <a:cs typeface="Arial" panose="020B0604020202020204"/>
              </a:rPr>
              <a:t>5</a:t>
            </a:r>
            <a:endParaRPr lang="en-US" altLang="en-US" sz="1200" b="1" kern="0" spc="-10" dirty="0">
              <a:solidFill>
                <a:schemeClr val="dk1"/>
              </a:solidFill>
              <a:cs typeface="Arial" panose="020B0604020202020204"/>
            </a:endParaRPr>
          </a:p>
        </p:txBody>
      </p:sp>
      <p:sp>
        <p:nvSpPr>
          <p:cNvPr id="5684" name="textbox 5684"/>
          <p:cNvSpPr/>
          <p:nvPr>
            <p:custDataLst>
              <p:tags r:id="rId13"/>
            </p:custDataLst>
          </p:nvPr>
        </p:nvSpPr>
        <p:spPr>
          <a:xfrm>
            <a:off x="11154842" y="1176883"/>
            <a:ext cx="104139" cy="170179"/>
          </a:xfrm>
          <a:prstGeom prst="rect">
            <a:avLst/>
          </a:prstGeom>
        </p:spPr>
        <p:txBody>
          <a:bodyPr vert="horz" wrap="square" lIns="0" tIns="0" rIns="0" bIns="0"/>
          <a:lstStyle/>
          <a:p>
            <a:pPr algn="l" rtl="0" eaLnBrk="0">
              <a:lnSpc>
                <a:spcPct val="81000"/>
              </a:lnSpc>
            </a:pPr>
            <a:endParaRPr lang="en-US" altLang="en-US" sz="100" dirty="0">
              <a:solidFill>
                <a:schemeClr val="dk1"/>
              </a:solidFill>
            </a:endParaRPr>
          </a:p>
          <a:p>
            <a:pPr marL="12700" algn="l" rtl="0" eaLnBrk="0">
              <a:lnSpc>
                <a:spcPct val="79000"/>
              </a:lnSpc>
            </a:pPr>
            <a:r>
              <a:rPr sz="1200" b="1" kern="0" spc="-10" dirty="0">
                <a:solidFill>
                  <a:schemeClr val="dk1"/>
                </a:solidFill>
                <a:cs typeface="Arial" panose="020B0604020202020204"/>
              </a:rPr>
              <a:t>7</a:t>
            </a:r>
            <a:endParaRPr lang="en-US" altLang="en-US" sz="1200" b="1" kern="0" spc="-10" dirty="0">
              <a:solidFill>
                <a:schemeClr val="dk1"/>
              </a:solidFill>
              <a:cs typeface="Arial" panose="020B0604020202020204"/>
            </a:endParaRPr>
          </a:p>
        </p:txBody>
      </p:sp>
      <p:sp>
        <p:nvSpPr>
          <p:cNvPr id="5686" name="textbox 5686"/>
          <p:cNvSpPr/>
          <p:nvPr>
            <p:custDataLst>
              <p:tags r:id="rId14"/>
            </p:custDataLst>
          </p:nvPr>
        </p:nvSpPr>
        <p:spPr>
          <a:xfrm>
            <a:off x="11606124" y="301142"/>
            <a:ext cx="98425" cy="172085"/>
          </a:xfrm>
          <a:prstGeom prst="rect">
            <a:avLst/>
          </a:prstGeom>
        </p:spPr>
        <p:txBody>
          <a:bodyPr vert="horz" wrap="square" lIns="0" tIns="0" rIns="0" bIns="0"/>
          <a:lstStyle/>
          <a:p>
            <a:pPr algn="l" rtl="0" eaLnBrk="0">
              <a:lnSpc>
                <a:spcPct val="82000"/>
              </a:lnSpc>
            </a:pPr>
            <a:endParaRPr lang="en-US" altLang="en-US" sz="100" dirty="0">
              <a:solidFill>
                <a:schemeClr val="dk1"/>
              </a:solidFill>
            </a:endParaRPr>
          </a:p>
          <a:p>
            <a:pPr algn="r" rtl="0" eaLnBrk="0">
              <a:lnSpc>
                <a:spcPct val="80000"/>
              </a:lnSpc>
            </a:pPr>
            <a:r>
              <a:rPr sz="1200" b="1" kern="0" spc="-10" dirty="0">
                <a:solidFill>
                  <a:schemeClr val="dk1"/>
                </a:solidFill>
                <a:cs typeface="Arial" panose="020B0604020202020204"/>
              </a:rPr>
              <a:t>1</a:t>
            </a:r>
            <a:endParaRPr lang="en-US" altLang="en-US" sz="1200" b="1" kern="0" spc="-10" dirty="0">
              <a:solidFill>
                <a:schemeClr val="dk1"/>
              </a:solidFill>
              <a:cs typeface="Arial" panose="020B0604020202020204"/>
            </a:endParaRPr>
          </a:p>
        </p:txBody>
      </p:sp>
      <p:sp>
        <p:nvSpPr>
          <p:cNvPr id="2" name="标题 1"/>
          <p:cNvSpPr>
            <a:spLocks noGrp="1"/>
          </p:cNvSpPr>
          <p:nvPr>
            <p:ph type="title"/>
            <p:custDataLst>
              <p:tags r:id="rId15"/>
            </p:custDataLst>
          </p:nvPr>
        </p:nvSpPr>
        <p:spPr>
          <a:xfrm>
            <a:off x="764540" y="-177210"/>
            <a:ext cx="10800000" cy="720000"/>
          </a:xfrm>
        </p:spPr>
        <p:txBody>
          <a:bodyPr vert="horz" lIns="0" tIns="0" rIns="0" bIns="0" rtlCol="0" anchor="ctr">
            <a:normAutofit fontScale="90000"/>
          </a:bodyPr>
          <a:lstStyle>
            <a:lvl1pPr>
              <a:defRPr sz="4400"/>
            </a:lvl1pPr>
          </a:lstStyle>
          <a:p>
            <a:pPr lvl="0" algn="l">
              <a:buClrTx/>
              <a:buSzTx/>
              <a:buFontTx/>
            </a:pPr>
            <a:endParaRPr lang="zh-CN" altLang="en-US" dirty="0">
              <a:sym typeface="+mn-ea"/>
            </a:endParaRPr>
          </a:p>
          <a:p>
            <a:pPr lvl="0" algn="l">
              <a:buClrTx/>
              <a:buSzTx/>
              <a:buFontTx/>
            </a:pPr>
            <a:r>
              <a:rPr sz="1800" kern="0" spc="-100" dirty="0">
                <a:solidFill>
                  <a:schemeClr val="dk1"/>
                </a:solidFill>
                <a:latin typeface="+mn-lt"/>
                <a:ea typeface="+mn-ea"/>
                <a:cs typeface="微软雅黑" panose="020B0503020204020204" charset="-122"/>
                <a:sym typeface="+mn-ea"/>
              </a:rPr>
              <a:t>项目问题和风险</a:t>
            </a:r>
            <a:endParaRPr sz="1800" kern="0" spc="-100" dirty="0">
              <a:solidFill>
                <a:schemeClr val="dk1"/>
              </a:solidFill>
              <a:latin typeface="+mn-lt"/>
              <a:ea typeface="+mn-ea"/>
              <a:cs typeface="微软雅黑" panose="020B0503020204020204" charset="-122"/>
              <a:sym typeface="+mn-ea"/>
            </a:endParaRPr>
          </a:p>
        </p:txBody>
      </p:sp>
    </p:spTree>
    <p:custDataLst>
      <p:tags r:id="rId16"/>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5867400" y="1102994"/>
            <a:ext cx="5768142" cy="1977391"/>
          </a:xfrm>
        </p:spPr>
        <p:txBody>
          <a:bodyPr>
            <a:normAutofit fontScale="90000"/>
          </a:bodyPr>
          <a:p>
            <a:pPr marL="0" indent="0" algn="l">
              <a:lnSpc>
                <a:spcPct val="100000"/>
              </a:lnSpc>
              <a:spcBef>
                <a:spcPts val="0"/>
              </a:spcBef>
              <a:spcAft>
                <a:spcPts val="0"/>
              </a:spcAft>
              <a:buSzPct val="100000"/>
            </a:pPr>
            <a:endParaRPr lang="zh-CN" altLang="en-US" sz="5400"/>
          </a:p>
          <a:p>
            <a:pPr marL="0" indent="0" algn="l">
              <a:lnSpc>
                <a:spcPct val="100000"/>
              </a:lnSpc>
              <a:spcBef>
                <a:spcPts val="0"/>
              </a:spcBef>
              <a:spcAft>
                <a:spcPts val="0"/>
              </a:spcAft>
              <a:buSzPct val="100000"/>
            </a:pPr>
            <a:endParaRPr lang="zh-CN" altLang="en-US" sz="5400"/>
          </a:p>
          <a:p>
            <a:pPr marL="0" indent="0" algn="l">
              <a:lnSpc>
                <a:spcPct val="100000"/>
              </a:lnSpc>
              <a:spcBef>
                <a:spcPts val="0"/>
              </a:spcBef>
              <a:spcAft>
                <a:spcPts val="0"/>
              </a:spcAft>
              <a:buSzPct val="100000"/>
            </a:pPr>
            <a:r>
              <a:rPr lang="zh-CN" altLang="en-US" sz="5400"/>
              <a:t>谢谢！</a:t>
            </a:r>
            <a:endParaRPr lang="zh-CN" altLang="en-US" sz="5400"/>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Lst>
</file>

<file path=ppt/tags/tag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3"/>
  <p:tag name="KSO_WM_UNIT_LAYERLEVEL" val="1"/>
  <p:tag name="KSO_WM_TAG_VERSION" val="3.0"/>
  <p:tag name="KSO_WM_BEAUTIFY_FLAG" val="#wm#"/>
  <p:tag name="KSO_WM_UNIT_PRESET_TEXT" val="公司名占位符"/>
  <p:tag name="KSO_WM_UNIT_NOCLEAR" val="0"/>
  <p:tag name="KSO_WM_UNIT_VALUE" val="11"/>
  <p:tag name="KSO_WM_UNIT_TYPE" val="f"/>
  <p:tag name="KSO_WM_UNIT_INDEX" val="3"/>
  <p:tag name="KSO_WM_UNIT_SUBTYPE" val="g"/>
</p:tagLst>
</file>

<file path=ppt/tags/tag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1"/>
  <p:tag name="KSO_WM_UNIT_LAYERLEVEL" val="1"/>
  <p:tag name="KSO_WM_TAG_VERSION" val="3.0"/>
  <p:tag name="KSO_WM_BEAUTIFY_FLAG" val="#wm#"/>
  <p:tag name="KSO_WM_UNIT_SUBTYPE" val="c"/>
  <p:tag name="KSO_WM_UNIT_PRESET_TEXT" val="日期时间占位符"/>
  <p:tag name="KSO_WM_UNIT_NOCLEAR" val="0"/>
  <p:tag name="KSO_WM_UNIT_VALUE" val="8"/>
  <p:tag name="KSO_WM_UNIT_TYPE" val="f"/>
  <p:tag name="KSO_WM_UNIT_INDEX"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UNIT_TYPE" val="l_i"/>
  <p:tag name="KSO_WM_UNIT_INDEX" val="1_1"/>
  <p:tag name="KSO_WM_UNIT_ID" val="custom20230987_2*l_i*1_1"/>
  <p:tag name="KSO_WM_TEMPLATE_CATEGORY" val="custom"/>
  <p:tag name="KSO_WM_TEMPLATE_INDEX" val="20230987"/>
  <p:tag name="KSO_WM_UNIT_LAYERLEVEL" val="1_1"/>
  <p:tag name="KSO_WM_TAG_VERSION" val="3.0"/>
  <p:tag name="KSO_WM_BEAUTIFY_FLAG" val="#wm#"/>
  <p:tag name="KSO_WM_DIAGRAM_MAX_ITEMCNT" val="6"/>
  <p:tag name="KSO_WM_DIAGRAM_MIN_ITEMCNT" val="2"/>
  <p:tag name="KSO_WM_DIAGRAM_VIRTUALLY_FRAME" val="{&quot;height&quot;:236.7,&quot;left&quot;:50.7,&quot;top&quot;:247.65,&quot;width&quot;:858.6}"/>
  <p:tag name="KSO_WM_DIAGRAM_COLOR_MATCH_VALUE" val="{&quot;shape&quot;:{&quot;fill&quot;:{&quot;solid&quot;:{&quot;brightness&quot;:0,&quot;colorType&quot;:1,&quot;foreColorIndex&quot;:14,&quot;transparency&quot;:0},&quot;type&quot;:1},&quot;glow&quot;:{&quot;colorType&quot;:0},&quot;line&quot;:{&quot;solidLine&quot;:{&quot;brightness&quot;:0,&quot;colorType&quot;:1,&quot;foreColorIndex&quot;:5,&quot;transparency&quot;:0.4300000071525574},&quot;type&quot;:1},&quot;shadow&quot;:{&quot;brightness&quot;:0,&quot;colorType&quot;:1,&quot;foreColorIndex&quot;:5,&quot;transparency&quot;:0.779999971389770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4*i*6"/>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160"/>
  <p:tag name="KSO_WM_UNIT_TYPE" val="f"/>
  <p:tag name="KSO_WM_UNIT_INDEX"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160"/>
  <p:tag name="KSO_WM_UNIT_TYPE" val="f"/>
  <p:tag name="KSO_WM_UNIT_INDEX" val="2"/>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TYPE" val="h_f"/>
  <p:tag name="KSO_WM_UNIT_INDEX" val="1_1"/>
  <p:tag name="KSO_WM_UNIT_VALUE" val="128"/>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TYPE" val="h_f"/>
  <p:tag name="KSO_WM_UNIT_INDEX" val="2_1"/>
  <p:tag name="KSO_WM_UNIT_VALUE" val="128"/>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3"/>
  <p:tag name="KSO_WM_UNIT_LAYERLEVEL" val="1"/>
  <p:tag name="KSO_WM_TAG_VERSION" val="3.0"/>
  <p:tag name="KSO_WM_BEAUTIFY_FLAG" val="#wm#"/>
  <p:tag name="KSO_WM_UNIT_PRESET_TEXT" val="公司名占位符"/>
  <p:tag name="KSO_WM_UNIT_NOCLEAR" val="0"/>
  <p:tag name="KSO_WM_UNIT_VALUE" val="10"/>
  <p:tag name="KSO_WM_UNIT_TYPE" val="f"/>
  <p:tag name="KSO_WM_UNIT_INDEX" val="3"/>
  <p:tag name="KSO_WM_UNIT_SUBTYPE" val="g"/>
</p:tagLst>
</file>

<file path=ppt/tags/tag7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Lst>
</file>

<file path=ppt/tags/tag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Lst>
</file>

<file path=ppt/tags/tag7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1"/>
  <p:tag name="KSO_WM_UNIT_LAYERLEVEL" val="1"/>
  <p:tag name="KSO_WM_TAG_VERSION" val="3.0"/>
  <p:tag name="KSO_WM_BEAUTIFY_FLAG" val="#wm#"/>
  <p:tag name="KSO_WM_UNIT_SUBTYPE" val="c"/>
  <p:tag name="KSO_WM_UNIT_PRESET_TEXT" val="日期时间占位符"/>
  <p:tag name="KSO_WM_UNIT_NOCLEAR" val="0"/>
  <p:tag name="KSO_WM_UNIT_VALUE" val="8"/>
  <p:tag name="KSO_WM_UNIT_TYPE" val="f"/>
  <p:tag name="KSO_WM_UNIT_INDEX"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987"/>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VALUE" val="340"/>
  <p:tag name="KSO_WM_TEMPLATE_CATEGORY" val="custom"/>
  <p:tag name="KSO_WM_TEMPLATE_INDEX" val="20230987"/>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8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987"/>
  <p:tag name="KSO_WM_TEMPLATE_THUMBS_INDEX" val="1、9"/>
</p:tagLst>
</file>

<file path=ppt/tags/tag8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0987_1*a*1"/>
  <p:tag name="KSO_WM_TEMPLATE_CATEGORY" val="custom"/>
  <p:tag name="KSO_WM_TEMPLATE_INDEX" val="20230987"/>
  <p:tag name="KSO_WM_UNIT_LAYERLEVEL" val="1"/>
  <p:tag name="KSO_WM_TAG_VERSION" val="3.0"/>
  <p:tag name="KSO_WM_BEAUTIFY_FLAG" val="#wm#"/>
  <p:tag name="KSO_WM_UNIT_PRESET_TEXT" val="单击此处添加标题"/>
</p:tagLst>
</file>

<file path=ppt/tags/tag89.xml><?xml version="1.0" encoding="utf-8"?>
<p:tagLst xmlns:p="http://schemas.openxmlformats.org/presentationml/2006/main">
  <p:tag name="KSO_WM_SLIDE_ID" val="custom20230987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987"/>
  <p:tag name="KSO_WM_SLIDE_LAYOUT" val="a_f"/>
  <p:tag name="KSO_WM_SLIDE_LAYOUT_CNT" val="1_3"/>
  <p:tag name="KSO_WM_SLIDE_TYPE" val="title"/>
  <p:tag name="KSO_WM_SLIDE_SUBTYPE" val="pureTxt"/>
  <p:tag name="KSO_WM_TEMPLATE_THUMBS_INDEX" val="1、9"/>
  <p:tag name="KSO_WM_SLIDE_THEME_ID" val="3312791"/>
  <p:tag name="KSO_WM_SLIDE_THEME_NAME" val="蓝色创意建筑商务风主题"/>
</p:tagLst>
</file>

<file path=ppt/tags/tag90.xml><?xml version="1.0" encoding="utf-8"?>
<p:tagLst xmlns:p="http://schemas.openxmlformats.org/presentationml/2006/main">
  <p:tag name="KSO_WM_UNIT_INDEX" val="1"/>
  <p:tag name="KSO_WM_UNIT_TYPE" val="β"/>
  <p:tag name="KSO_WM_BEAUTIFY_FLAG" val="#wm#"/>
</p:tagLst>
</file>

<file path=ppt/tags/tag9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92.xml><?xml version="1.0" encoding="utf-8"?>
<p:tagLst xmlns:p="http://schemas.openxmlformats.org/presentationml/2006/main">
  <p:tag name="KSO_WM_UNIT_INDEX" val="3"/>
  <p:tag name="KSO_WM_UNIT_TYPE" val="d"/>
  <p:tag name="KSO_WM_BEAUTIFY_FLAG" val="#wm#"/>
</p:tagLst>
</file>

<file path=ppt/tags/tag93.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94.xml><?xml version="1.0" encoding="utf-8"?>
<p:tagLst xmlns:p="http://schemas.openxmlformats.org/presentationml/2006/main">
  <p:tag name="KSO_WM_UNIT_INDEX" val="5"/>
  <p:tag name="KSO_WM_UNIT_TYPE" val="d"/>
  <p:tag name="KSO_WM_BEAUTIFY_FLAG" val="#wm#"/>
</p:tagLst>
</file>

<file path=ppt/tags/tag95.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96.xml><?xml version="1.0" encoding="utf-8"?>
<p:tagLst xmlns:p="http://schemas.openxmlformats.org/presentationml/2006/main">
  <p:tag name="KSO_WM_UNIT_INDEX" val="7"/>
  <p:tag name="KSO_WM_UNIT_TYPE" val="d"/>
  <p:tag name="KSO_WM_BEAUTIFY_FLAG" val="#wm#"/>
</p:tagLst>
</file>

<file path=ppt/tags/tag97.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98.xml><?xml version="1.0" encoding="utf-8"?>
<p:tagLst xmlns:p="http://schemas.openxmlformats.org/presentationml/2006/main">
  <p:tag name="KSO_WM_UNIT_INDEX" val="9"/>
  <p:tag name="KSO_WM_UNIT_TYPE" val="d"/>
  <p:tag name="KSO_WM_BEAUTIFY_FLAG" val="#wm#"/>
</p:tagLst>
</file>

<file path=ppt/tags/tag99.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00.xml><?xml version="1.0" encoding="utf-8"?>
<p:tagLst xmlns:p="http://schemas.openxmlformats.org/presentationml/2006/main">
  <p:tag name="KSO_WM_UNIT_INDEX" val="11"/>
  <p:tag name="KSO_WM_UNIT_TYPE" val="d"/>
  <p:tag name="KSO_WM_BEAUTIFY_FLAG" val="#wm#"/>
</p:tagLst>
</file>

<file path=ppt/tags/tag101.xml><?xml version="1.0" encoding="utf-8"?>
<p:tagLst xmlns:p="http://schemas.openxmlformats.org/presentationml/2006/main">
  <p:tag name="KSO_WM_UNIT_INDEX" val="12"/>
  <p:tag name="KSO_WM_UNIT_TYPE" val="d"/>
  <p:tag name="KSO_WM_BEAUTIFY_FLAG" val="#wm#"/>
</p:tagLst>
</file>

<file path=ppt/tags/tag102.xml><?xml version="1.0" encoding="utf-8"?>
<p:tagLst xmlns:p="http://schemas.openxmlformats.org/presentationml/2006/main">
  <p:tag name="KSO_WM_UNIT_INDEX" val="13"/>
  <p:tag name="KSO_WM_UNIT_TYPE" val="d"/>
  <p:tag name="KSO_WM_BEAUTIFY_FLAG" val="#wm#"/>
</p:tagLst>
</file>

<file path=ppt/tags/tag103.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04.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05.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06.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07.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08.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09.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10.xml><?xml version="1.0" encoding="utf-8"?>
<p:tagLst xmlns:p="http://schemas.openxmlformats.org/presentationml/2006/main">
  <p:tag name="KSO_WM_SLIDE_TYPE" val="contents"/>
  <p:tag name="KSO_WM_BEAUTIFY_FLAG" val="#wm#"/>
  <p:tag name="KSO_WM_SLIDE_THEME_ID" val="3312791"/>
  <p:tag name="KSO_WM_SLIDE_THEME_NAME" val="蓝色创意建筑商务风主题"/>
</p:tagLst>
</file>

<file path=ppt/tags/tag111.xml><?xml version="1.0" encoding="utf-8"?>
<p:tagLst xmlns:p="http://schemas.openxmlformats.org/presentationml/2006/main">
  <p:tag name="KSO_WM_UNIT_INDEX" val="1"/>
  <p:tag name="KSO_WM_UNIT_TYPE" val="β"/>
  <p:tag name="KSO_WM_BEAUTIFY_FLAG" val="#wm#"/>
</p:tagLst>
</file>

<file path=ppt/tags/tag112.xml><?xml version="1.0" encoding="utf-8"?>
<p:tagLst xmlns:p="http://schemas.openxmlformats.org/presentationml/2006/main">
  <p:tag name="KSO_WM_UNIT_INDEX" val="2"/>
  <p:tag name="KSO_WM_UNIT_TYPE" val="β"/>
  <p:tag name="KSO_WM_BEAUTIFY_FLAG" val="#wm#"/>
</p:tagLst>
</file>

<file path=ppt/tags/tag113.xml><?xml version="1.0" encoding="utf-8"?>
<p:tagLst xmlns:p="http://schemas.openxmlformats.org/presentationml/2006/main">
  <p:tag name="KSO_WM_UNIT_INDEX" val="3"/>
  <p:tag name="KSO_WM_UNIT_TYPE" val="β"/>
  <p:tag name="KSO_WM_BEAUTIFY_FLAG" val="#wm#"/>
</p:tagLst>
</file>

<file path=ppt/tags/tag114.xml><?xml version="1.0" encoding="utf-8"?>
<p:tagLst xmlns:p="http://schemas.openxmlformats.org/presentationml/2006/main">
  <p:tag name="KSO_WM_UNIT_INDEX" val="4"/>
  <p:tag name="KSO_WM_UNIT_TYPE" val="β"/>
  <p:tag name="KSO_WM_BEAUTIFY_FLAG" val="#wm#"/>
</p:tagLst>
</file>

<file path=ppt/tags/tag115.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16.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17.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18.xml><?xml version="1.0" encoding="utf-8"?>
<p:tagLst xmlns:p="http://schemas.openxmlformats.org/presentationml/2006/main">
  <p:tag name="KSO_WM_UNIT_INDEX" val="8"/>
  <p:tag name="KSO_WM_UNIT_TYPE" val="d"/>
  <p:tag name="KSO_WM_BEAUTIFY_FLAG" val="#wm#"/>
</p:tagLst>
</file>

<file path=ppt/tags/tag119.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20.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2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2.xml><?xml version="1.0" encoding="utf-8"?>
<p:tagLst xmlns:p="http://schemas.openxmlformats.org/presentationml/2006/main">
  <p:tag name="KSO_WM_UNIT_INDEX" val="1"/>
  <p:tag name="KSO_WM_UNIT_TYPE" val="β"/>
  <p:tag name="KSO_WM_BEAUTIFY_FLAG" val="#wm#"/>
</p:tagLst>
</file>

<file path=ppt/tags/tag123.xml><?xml version="1.0" encoding="utf-8"?>
<p:tagLst xmlns:p="http://schemas.openxmlformats.org/presentationml/2006/main">
  <p:tag name="KSO_WM_UNIT_INDEX" val="2"/>
  <p:tag name="KSO_WM_UNIT_TYPE" val="β"/>
  <p:tag name="KSO_WM_BEAUTIFY_FLAG" val="#wm#"/>
</p:tagLst>
</file>

<file path=ppt/tags/tag124.xml><?xml version="1.0" encoding="utf-8"?>
<p:tagLst xmlns:p="http://schemas.openxmlformats.org/presentationml/2006/main">
  <p:tag name="KSO_WM_UNIT_INDEX" val="3"/>
  <p:tag name="KSO_WM_UNIT_TYPE" val="β"/>
  <p:tag name="KSO_WM_BEAUTIFY_FLAG" val="#wm#"/>
</p:tagLst>
</file>

<file path=ppt/tags/tag125.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26.xml><?xml version="1.0" encoding="utf-8"?>
<p:tagLst xmlns:p="http://schemas.openxmlformats.org/presentationml/2006/main">
  <p:tag name="KSO_WM_UNIT_INDEX" val="5"/>
  <p:tag name="KSO_WM_UNIT_TYPE" val="d"/>
  <p:tag name="KSO_WM_BEAUTIFY_FLAG" val="#wm#"/>
</p:tagLst>
</file>

<file path=ppt/tags/tag127.xml><?xml version="1.0" encoding="utf-8"?>
<p:tagLst xmlns:p="http://schemas.openxmlformats.org/presentationml/2006/main">
  <p:tag name="KSO_WM_UNIT_INDEX" val="6"/>
  <p:tag name="KSO_WM_UNIT_TYPE" val="d"/>
  <p:tag name="KSO_WM_BEAUTIFY_FLAG" val="#wm#"/>
</p:tagLst>
</file>

<file path=ppt/tags/tag128.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29.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30.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3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32.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3.xml><?xml version="1.0" encoding="utf-8"?>
<p:tagLst xmlns:p="http://schemas.openxmlformats.org/presentationml/2006/main">
  <p:tag name="KSO_WM_UNIT_INDEX" val="1"/>
  <p:tag name="KSO_WM_UNIT_TYPE" val="d"/>
  <p:tag name="KSO_WM_BEAUTIFY_FLAG" val="#wm#"/>
</p:tagLst>
</file>

<file path=ppt/tags/tag134.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5.xml><?xml version="1.0" encoding="utf-8"?>
<p:tagLst xmlns:p="http://schemas.openxmlformats.org/presentationml/2006/main">
  <p:tag name="KSO_WM_UNIT_INDEX" val="3"/>
  <p:tag name="KSO_WM_UNIT_TYPE" val="d"/>
  <p:tag name="KSO_WM_BEAUTIFY_FLAG" val="#wm#"/>
</p:tagLst>
</file>

<file path=ppt/tags/tag136.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37.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38.xml><?xml version="1.0" encoding="utf-8"?>
<p:tagLst xmlns:p="http://schemas.openxmlformats.org/presentationml/2006/main">
  <p:tag name="KSO_WM_UNIT_INDEX" val="6"/>
  <p:tag name="KSO_WM_UNIT_TYPE" val="k"/>
  <p:tag name="KSO_WM_BEAUTIFY_FLAG" val="#wm#"/>
</p:tagLst>
</file>

<file path=ppt/tags/tag139.xml><?xml version="1.0" encoding="utf-8"?>
<p:tagLst xmlns:p="http://schemas.openxmlformats.org/presentationml/2006/main">
  <p:tag name="KSO_WM_UNIT_INDEX" val="7"/>
  <p:tag name="KSO_WM_UNIT_TYPE" val="d"/>
  <p:tag name="KSO_WM_BEAUTIFY_FLAG" val="#wm#"/>
</p:tagLst>
</file>

<file path=ppt/tags/tag140.xml><?xml version="1.0" encoding="utf-8"?>
<p:tagLst xmlns:p="http://schemas.openxmlformats.org/presentationml/2006/main">
  <p:tag name="KSO_WM_UNIT_INDEX" val="8"/>
  <p:tag name="KSO_WM_UNIT_TYPE" val="d"/>
  <p:tag name="KSO_WM_BEAUTIFY_FLAG" val="#wm#"/>
</p:tagLst>
</file>

<file path=ppt/tags/tag141.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42.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43.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44.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45.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46.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47.xml><?xml version="1.0" encoding="utf-8"?>
<p:tagLst xmlns:p="http://schemas.openxmlformats.org/presentationml/2006/main">
  <p:tag name="KSO_WM_UNIT_INDEX" val="16"/>
  <p:tag name="KSO_WM_UNIT_TYPE" val="k"/>
  <p:tag name="KSO_WM_BEAUTIFY_FLAG" val="#wm#"/>
</p:tagLst>
</file>

<file path=ppt/tags/tag148.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49.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50.xml><?xml version="1.0" encoding="utf-8"?>
<p:tagLst xmlns:p="http://schemas.openxmlformats.org/presentationml/2006/main">
  <p:tag name="KSO_WM_UNIT_INDEX" val="19"/>
  <p:tag name="KSO_WM_UNIT_TYPE" val="d"/>
  <p:tag name="KSO_WM_BEAUTIFY_FLAG" val="#wm#"/>
</p:tagLst>
</file>

<file path=ppt/tags/tag151.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52.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53.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154.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155.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156.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57.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158.xml><?xml version="1.0" encoding="utf-8"?>
<p:tagLst xmlns:p="http://schemas.openxmlformats.org/presentationml/2006/main">
  <p:tag name="KSO_WM_UNIT_INDEX" val="27"/>
  <p:tag name="KSO_WM_UNIT_TEXT_SUBTYPE" val="a"/>
  <p:tag name="KSO_WM_UNIT_SUBTYPE" val="a"/>
  <p:tag name="KSO_WM_UNIT_TYPE" val="f"/>
  <p:tag name="KSO_WM_BEAUTIFY_FLAG" val="#wm#"/>
</p:tagLst>
</file>

<file path=ppt/tags/tag159.xml><?xml version="1.0" encoding="utf-8"?>
<p:tagLst xmlns:p="http://schemas.openxmlformats.org/presentationml/2006/main">
  <p:tag name="KSO_WM_UNIT_INDEX" val="28"/>
  <p:tag name="KSO_WM_UNIT_TEXT_SUBTYPE" val="a"/>
  <p:tag name="KSO_WM_UNIT_SUBTYPE" val="a"/>
  <p:tag name="KSO_WM_UNIT_TYPE" val="f"/>
  <p:tag name="KSO_WM_BEAUTIFY_FLAG" val="#wm#"/>
</p:tagLst>
</file>

<file path=ppt/tags/tag160.xml><?xml version="1.0" encoding="utf-8"?>
<p:tagLst xmlns:p="http://schemas.openxmlformats.org/presentationml/2006/main">
  <p:tag name="KSO_WM_UNIT_INDEX" val="29"/>
  <p:tag name="KSO_WM_UNIT_TYPE" val="d"/>
  <p:tag name="KSO_WM_BEAUTIFY_FLAG" val="#wm#"/>
</p:tagLst>
</file>

<file path=ppt/tags/tag161.xml><?xml version="1.0" encoding="utf-8"?>
<p:tagLst xmlns:p="http://schemas.openxmlformats.org/presentationml/2006/main">
  <p:tag name="KSO_WM_UNIT_INDEX" val="30"/>
  <p:tag name="KSO_WM_UNIT_TYPE" val="β"/>
  <p:tag name="KSO_WM_BEAUTIFY_FLAG" val="#wm#"/>
</p:tagLst>
</file>

<file path=ppt/tags/tag162.xml><?xml version="1.0" encoding="utf-8"?>
<p:tagLst xmlns:p="http://schemas.openxmlformats.org/presentationml/2006/main">
  <p:tag name="KSO_WM_UNIT_INDEX" val="31"/>
  <p:tag name="KSO_WM_UNIT_TYPE" val="d"/>
  <p:tag name="KSO_WM_BEAUTIFY_FLAG" val="#wm#"/>
</p:tagLst>
</file>

<file path=ppt/tags/tag163.xml><?xml version="1.0" encoding="utf-8"?>
<p:tagLst xmlns:p="http://schemas.openxmlformats.org/presentationml/2006/main">
  <p:tag name="KSO_WM_UNIT_INDEX" val="32"/>
  <p:tag name="KSO_WM_UNIT_TYPE" val="d"/>
  <p:tag name="KSO_WM_BEAUTIFY_FLAG" val="#wm#"/>
</p:tagLst>
</file>

<file path=ppt/tags/tag164.xml><?xml version="1.0" encoding="utf-8"?>
<p:tagLst xmlns:p="http://schemas.openxmlformats.org/presentationml/2006/main">
  <p:tag name="KSO_WM_UNIT_INDEX" val="33"/>
  <p:tag name="KSO_WM_UNIT_TYPE" val="d"/>
  <p:tag name="KSO_WM_BEAUTIFY_FLAG" val="#wm#"/>
</p:tagLst>
</file>

<file path=ppt/tags/tag165.xml><?xml version="1.0" encoding="utf-8"?>
<p:tagLst xmlns:p="http://schemas.openxmlformats.org/presentationml/2006/main">
  <p:tag name="KSO_WM_UNIT_INDEX" val="34"/>
  <p:tag name="KSO_WM_UNIT_TYPE" val="d"/>
  <p:tag name="KSO_WM_BEAUTIFY_FLAG" val="#wm#"/>
</p:tagLst>
</file>

<file path=ppt/tags/tag166.xml><?xml version="1.0" encoding="utf-8"?>
<p:tagLst xmlns:p="http://schemas.openxmlformats.org/presentationml/2006/main">
  <p:tag name="KSO_WM_UNIT_INDEX" val="35"/>
  <p:tag name="KSO_WM_UNIT_TYPE" val="d"/>
  <p:tag name="KSO_WM_BEAUTIFY_FLAG" val="#wm#"/>
</p:tagLst>
</file>

<file path=ppt/tags/tag167.xml><?xml version="1.0" encoding="utf-8"?>
<p:tagLst xmlns:p="http://schemas.openxmlformats.org/presentationml/2006/main">
  <p:tag name="KSO_WM_UNIT_INDEX" val="36"/>
  <p:tag name="KSO_WM_UNIT_TYPE" val="d"/>
  <p:tag name="KSO_WM_BEAUTIFY_FLAG" val="#wm#"/>
</p:tagLst>
</file>

<file path=ppt/tags/tag168.xml><?xml version="1.0" encoding="utf-8"?>
<p:tagLst xmlns:p="http://schemas.openxmlformats.org/presentationml/2006/main">
  <p:tag name="KSO_WM_UNIT_INDEX" val="37"/>
  <p:tag name="KSO_WM_UNIT_TYPE" val="d"/>
  <p:tag name="KSO_WM_BEAUTIFY_FLAG" val="#wm#"/>
</p:tagLst>
</file>

<file path=ppt/tags/tag169.xml><?xml version="1.0" encoding="utf-8"?>
<p:tagLst xmlns:p="http://schemas.openxmlformats.org/presentationml/2006/main">
  <p:tag name="KSO_WM_UNIT_INDEX" val="38"/>
  <p:tag name="KSO_WM_UNIT_TYPE" val="d"/>
  <p:tag name="KSO_WM_BEAUTIFY_FLAG" val="#wm#"/>
</p:tagLst>
</file>

<file path=ppt/tags/tag170.xml><?xml version="1.0" encoding="utf-8"?>
<p:tagLst xmlns:p="http://schemas.openxmlformats.org/presentationml/2006/main">
  <p:tag name="KSO_WM_UNIT_INDEX" val="39"/>
  <p:tag name="KSO_WM_UNIT_TYPE" val="d"/>
  <p:tag name="KSO_WM_BEAUTIFY_FLAG" val="#wm#"/>
</p:tagLst>
</file>

<file path=ppt/tags/tag171.xml><?xml version="1.0" encoding="utf-8"?>
<p:tagLst xmlns:p="http://schemas.openxmlformats.org/presentationml/2006/main">
  <p:tag name="KSO_WM_UNIT_INDEX" val="40"/>
  <p:tag name="KSO_WM_UNIT_TYPE" val="d"/>
  <p:tag name="KSO_WM_BEAUTIFY_FLAG" val="#wm#"/>
</p:tagLst>
</file>

<file path=ppt/tags/tag172.xml><?xml version="1.0" encoding="utf-8"?>
<p:tagLst xmlns:p="http://schemas.openxmlformats.org/presentationml/2006/main">
  <p:tag name="KSO_WM_UNIT_INDEX" val="41"/>
  <p:tag name="KSO_WM_UNIT_TYPE" val="d"/>
  <p:tag name="KSO_WM_BEAUTIFY_FLAG" val="#wm#"/>
</p:tagLst>
</file>

<file path=ppt/tags/tag173.xml><?xml version="1.0" encoding="utf-8"?>
<p:tagLst xmlns:p="http://schemas.openxmlformats.org/presentationml/2006/main">
  <p:tag name="KSO_WM_UNIT_INDEX" val="42"/>
  <p:tag name="KSO_WM_UNIT_TYPE" val="d"/>
  <p:tag name="KSO_WM_BEAUTIFY_FLAG" val="#wm#"/>
</p:tagLst>
</file>

<file path=ppt/tags/tag174.xml><?xml version="1.0" encoding="utf-8"?>
<p:tagLst xmlns:p="http://schemas.openxmlformats.org/presentationml/2006/main">
  <p:tag name="KSO_WM_UNIT_INDEX" val="43"/>
  <p:tag name="KSO_WM_UNIT_TYPE" val="d"/>
  <p:tag name="KSO_WM_BEAUTIFY_FLAG" val="#wm#"/>
</p:tagLst>
</file>

<file path=ppt/tags/tag175.xml><?xml version="1.0" encoding="utf-8"?>
<p:tagLst xmlns:p="http://schemas.openxmlformats.org/presentationml/2006/main">
  <p:tag name="KSO_WM_UNIT_INDEX" val="44"/>
  <p:tag name="KSO_WM_UNIT_TYPE" val="d"/>
  <p:tag name="KSO_WM_BEAUTIFY_FLAG" val="#wm#"/>
</p:tagLst>
</file>

<file path=ppt/tags/tag176.xml><?xml version="1.0" encoding="utf-8"?>
<p:tagLst xmlns:p="http://schemas.openxmlformats.org/presentationml/2006/main">
  <p:tag name="KSO_WM_UNIT_INDEX" val="45"/>
  <p:tag name="KSO_WM_UNIT_TYPE" val="d"/>
  <p:tag name="KSO_WM_BEAUTIFY_FLAG" val="#wm#"/>
</p:tagLst>
</file>

<file path=ppt/tags/tag177.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78.xml><?xml version="1.0" encoding="utf-8"?>
<p:tagLst xmlns:p="http://schemas.openxmlformats.org/presentationml/2006/main">
  <p:tag name="KSO_WM_UNIT_INDEX" val="1"/>
  <p:tag name="KSO_WM_UNIT_TYPE" val="β"/>
  <p:tag name="KSO_WM_BEAUTIFY_FLAG" val="#wm#"/>
</p:tagLst>
</file>

<file path=ppt/tags/tag17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80.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81.xml><?xml version="1.0" encoding="utf-8"?>
<p:tagLst xmlns:p="http://schemas.openxmlformats.org/presentationml/2006/main">
  <p:tag name="KSO_WM_UNIT_INDEX" val="3"/>
  <p:tag name="KSO_WM_UNIT_TYPE" val="a"/>
  <p:tag name="KSO_WM_BEAUTIFY_FLAG" val="#wm#"/>
</p:tagLst>
</file>

<file path=ppt/tags/tag182.xml><?xml version="1.0" encoding="utf-8"?>
<p:tagLst xmlns:p="http://schemas.openxmlformats.org/presentationml/2006/main">
  <p:tag name="TABLE_ENDDRAG_ORIGIN_RECT" val="908*473"/>
  <p:tag name="TABLE_ENDDRAG_RECT" val="39*55*908*473"/>
</p:tagLst>
</file>

<file path=ppt/tags/tag183.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84.xml><?xml version="1.0" encoding="utf-8"?>
<p:tagLst xmlns:p="http://schemas.openxmlformats.org/presentationml/2006/main">
  <p:tag name="KSO_WM_UNIT_INDEX" val="1"/>
  <p:tag name="KSO_WM_UNIT_TYPE" val="β"/>
  <p:tag name="KSO_WM_BEAUTIFY_FLAG" val="#wm#"/>
</p:tagLst>
</file>

<file path=ppt/tags/tag18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86.xml><?xml version="1.0" encoding="utf-8"?>
<p:tagLst xmlns:p="http://schemas.openxmlformats.org/presentationml/2006/main">
  <p:tag name="KSO_WM_UNIT_INDEX" val="3"/>
  <p:tag name="KSO_WM_UNIT_TYPE" val="β"/>
  <p:tag name="KSO_WM_BEAUTIFY_FLAG" val="#wm#"/>
</p:tagLst>
</file>

<file path=ppt/tags/tag187.xml><?xml version="1.0" encoding="utf-8"?>
<p:tagLst xmlns:p="http://schemas.openxmlformats.org/presentationml/2006/main">
  <p:tag name="KSO_WM_UNIT_INDEX" val="4"/>
  <p:tag name="KSO_WM_UNIT_TYPE" val="d"/>
  <p:tag name="KSO_WM_BEAUTIFY_FLAG" val="#wm#"/>
</p:tagLst>
</file>

<file path=ppt/tags/tag188.xml><?xml version="1.0" encoding="utf-8"?>
<p:tagLst xmlns:p="http://schemas.openxmlformats.org/presentationml/2006/main">
  <p:tag name="KSO_WM_UNIT_INDEX" val="5"/>
  <p:tag name="KSO_WM_UNIT_TYPE" val="β"/>
  <p:tag name="KSO_WM_BEAUTIFY_FLAG" val="#wm#"/>
</p:tagLst>
</file>

<file path=ppt/tags/tag189.xml><?xml version="1.0" encoding="utf-8"?>
<p:tagLst xmlns:p="http://schemas.openxmlformats.org/presentationml/2006/main">
  <p:tag name="KSO_WM_UNIT_INDEX" val="6"/>
  <p:tag name="KSO_WM_UNIT_TYPE" val="d"/>
  <p:tag name="KSO_WM_BEAUTIFY_FLAG" val="#wm#"/>
</p:tagLst>
</file>

<file path=ppt/tags/tag190.xml><?xml version="1.0" encoding="utf-8"?>
<p:tagLst xmlns:p="http://schemas.openxmlformats.org/presentationml/2006/main">
  <p:tag name="KSO_WM_UNIT_INDEX" val="7"/>
  <p:tag name="KSO_WM_UNIT_TYPE" val="β"/>
  <p:tag name="KSO_WM_BEAUTIFY_FLAG" val="#wm#"/>
</p:tagLst>
</file>

<file path=ppt/tags/tag191.xml><?xml version="1.0" encoding="utf-8"?>
<p:tagLst xmlns:p="http://schemas.openxmlformats.org/presentationml/2006/main">
  <p:tag name="KSO_WM_UNIT_INDEX" val="8"/>
  <p:tag name="KSO_WM_UNIT_TYPE" val="β"/>
  <p:tag name="KSO_WM_BEAUTIFY_FLAG" val="#wm#"/>
</p:tagLst>
</file>

<file path=ppt/tags/tag192.xml><?xml version="1.0" encoding="utf-8"?>
<p:tagLst xmlns:p="http://schemas.openxmlformats.org/presentationml/2006/main">
  <p:tag name="KSO_WM_UNIT_INDEX" val="9"/>
  <p:tag name="KSO_WM_UNIT_TYPE" val="β"/>
  <p:tag name="KSO_WM_BEAUTIFY_FLAG" val="#wm#"/>
</p:tagLst>
</file>

<file path=ppt/tags/tag193.xml><?xml version="1.0" encoding="utf-8"?>
<p:tagLst xmlns:p="http://schemas.openxmlformats.org/presentationml/2006/main">
  <p:tag name="KSO_WM_UNIT_INDEX" val="10"/>
  <p:tag name="KSO_WM_UNIT_TYPE" val="d"/>
  <p:tag name="KSO_WM_BEAUTIFY_FLAG" val="#wm#"/>
</p:tagLst>
</file>

<file path=ppt/tags/tag194.xml><?xml version="1.0" encoding="utf-8"?>
<p:tagLst xmlns:p="http://schemas.openxmlformats.org/presentationml/2006/main">
  <p:tag name="KSO_WM_UNIT_INDEX" val="11"/>
  <p:tag name="KSO_WM_UNIT_TYPE" val="d"/>
  <p:tag name="KSO_WM_BEAUTIFY_FLAG" val="#wm#"/>
</p:tagLst>
</file>

<file path=ppt/tags/tag195.xml><?xml version="1.0" encoding="utf-8"?>
<p:tagLst xmlns:p="http://schemas.openxmlformats.org/presentationml/2006/main">
  <p:tag name="KSO_WM_UNIT_INDEX" val="12"/>
  <p:tag name="KSO_WM_UNIT_TYPE" val="d"/>
  <p:tag name="KSO_WM_BEAUTIFY_FLAG" val="#wm#"/>
</p:tagLst>
</file>

<file path=ppt/tags/tag196.xml><?xml version="1.0" encoding="utf-8"?>
<p:tagLst xmlns:p="http://schemas.openxmlformats.org/presentationml/2006/main">
  <p:tag name="KSO_WM_UNIT_INDEX" val="13"/>
  <p:tag name="KSO_WM_UNIT_TYPE" val="d"/>
  <p:tag name="KSO_WM_BEAUTIFY_FLAG" val="#wm#"/>
</p:tagLst>
</file>

<file path=ppt/tags/tag197.xml><?xml version="1.0" encoding="utf-8"?>
<p:tagLst xmlns:p="http://schemas.openxmlformats.org/presentationml/2006/main">
  <p:tag name="KSO_WM_UNIT_INDEX" val="14"/>
  <p:tag name="KSO_WM_UNIT_TYPE" val="β"/>
  <p:tag name="KSO_WM_BEAUTIFY_FLAG" val="#wm#"/>
</p:tagLst>
</file>

<file path=ppt/tags/tag198.xml><?xml version="1.0" encoding="utf-8"?>
<p:tagLst xmlns:p="http://schemas.openxmlformats.org/presentationml/2006/main">
  <p:tag name="KSO_WM_UNIT_INDEX" val="15"/>
  <p:tag name="KSO_WM_UNIT_TYPE" val="β"/>
  <p:tag name="KSO_WM_BEAUTIFY_FLAG" val="#wm#"/>
</p:tagLst>
</file>

<file path=ppt/tags/tag199.xml><?xml version="1.0" encoding="utf-8"?>
<p:tagLst xmlns:p="http://schemas.openxmlformats.org/presentationml/2006/main">
  <p:tag name="KSO_WM_UNIT_INDEX" val="16"/>
  <p:tag name="KSO_WM_UNIT_TYPE" val="β"/>
  <p:tag name="KSO_WM_BEAUTIFY_FLAG" val="#wm#"/>
</p:tagLst>
</file>

<file path=ppt/tags/tag200.xml><?xml version="1.0" encoding="utf-8"?>
<p:tagLst xmlns:p="http://schemas.openxmlformats.org/presentationml/2006/main">
  <p:tag name="KSO_WM_UNIT_INDEX" val="17"/>
  <p:tag name="KSO_WM_UNIT_TYPE" val="β"/>
  <p:tag name="KSO_WM_BEAUTIFY_FLAG" val="#wm#"/>
</p:tagLst>
</file>

<file path=ppt/tags/tag201.xml><?xml version="1.0" encoding="utf-8"?>
<p:tagLst xmlns:p="http://schemas.openxmlformats.org/presentationml/2006/main">
  <p:tag name="KSO_WM_UNIT_INDEX" val="18"/>
  <p:tag name="KSO_WM_UNIT_TYPE" val="d"/>
  <p:tag name="KSO_WM_BEAUTIFY_FLAG" val="#wm#"/>
</p:tagLst>
</file>

<file path=ppt/tags/tag202.xml><?xml version="1.0" encoding="utf-8"?>
<p:tagLst xmlns:p="http://schemas.openxmlformats.org/presentationml/2006/main">
  <p:tag name="KSO_WM_UNIT_INDEX" val="19"/>
  <p:tag name="KSO_WM_UNIT_TYPE" val="d"/>
  <p:tag name="KSO_WM_BEAUTIFY_FLAG" val="#wm#"/>
</p:tagLst>
</file>

<file path=ppt/tags/tag203.xml><?xml version="1.0" encoding="utf-8"?>
<p:tagLst xmlns:p="http://schemas.openxmlformats.org/presentationml/2006/main">
  <p:tag name="KSO_WM_UNIT_INDEX" val="20"/>
  <p:tag name="KSO_WM_UNIT_TYPE" val="β"/>
  <p:tag name="KSO_WM_BEAUTIFY_FLAG" val="#wm#"/>
</p:tagLst>
</file>

<file path=ppt/tags/tag204.xml><?xml version="1.0" encoding="utf-8"?>
<p:tagLst xmlns:p="http://schemas.openxmlformats.org/presentationml/2006/main">
  <p:tag name="KSO_WM_UNIT_INDEX" val="21"/>
  <p:tag name="KSO_WM_UNIT_TYPE" val="β"/>
  <p:tag name="KSO_WM_BEAUTIFY_FLAG" val="#wm#"/>
</p:tagLst>
</file>

<file path=ppt/tags/tag205.xml><?xml version="1.0" encoding="utf-8"?>
<p:tagLst xmlns:p="http://schemas.openxmlformats.org/presentationml/2006/main">
  <p:tag name="KSO_WM_UNIT_INDEX" val="23"/>
  <p:tag name="KSO_WM_UNIT_TYPE" val="β"/>
  <p:tag name="KSO_WM_BEAUTIFY_FLAG" val="#wm#"/>
</p:tagLst>
</file>

<file path=ppt/tags/tag206.xml><?xml version="1.0" encoding="utf-8"?>
<p:tagLst xmlns:p="http://schemas.openxmlformats.org/presentationml/2006/main">
  <p:tag name="KSO_WM_UNIT_INDEX" val="24"/>
  <p:tag name="KSO_WM_UNIT_TYPE" val="d"/>
  <p:tag name="KSO_WM_BEAUTIFY_FLAG" val="#wm#"/>
</p:tagLst>
</file>

<file path=ppt/tags/tag207.xml><?xml version="1.0" encoding="utf-8"?>
<p:tagLst xmlns:p="http://schemas.openxmlformats.org/presentationml/2006/main">
  <p:tag name="KSO_WM_UNIT_INDEX" val="25"/>
  <p:tag name="KSO_WM_UNIT_TYPE" val="β"/>
  <p:tag name="KSO_WM_BEAUTIFY_FLAG" val="#wm#"/>
</p:tagLst>
</file>

<file path=ppt/tags/tag208.xml><?xml version="1.0" encoding="utf-8"?>
<p:tagLst xmlns:p="http://schemas.openxmlformats.org/presentationml/2006/main">
  <p:tag name="KSO_WM_UNIT_INDEX" val="26"/>
  <p:tag name="KSO_WM_UNIT_TYPE" val="β"/>
  <p:tag name="KSO_WM_BEAUTIFY_FLAG" val="#wm#"/>
</p:tagLst>
</file>

<file path=ppt/tags/tag209.xml><?xml version="1.0" encoding="utf-8"?>
<p:tagLst xmlns:p="http://schemas.openxmlformats.org/presentationml/2006/main">
  <p:tag name="KSO_WM_UNIT_INDEX" val="27"/>
  <p:tag name="KSO_WM_UNIT_TYPE" val="d"/>
  <p:tag name="KSO_WM_BEAUTIFY_FLAG" val="#wm#"/>
</p:tagLst>
</file>

<file path=ppt/tags/tag210.xml><?xml version="1.0" encoding="utf-8"?>
<p:tagLst xmlns:p="http://schemas.openxmlformats.org/presentationml/2006/main">
  <p:tag name="KSO_WM_UNIT_INDEX" val="28"/>
  <p:tag name="KSO_WM_UNIT_TYPE" val="d"/>
  <p:tag name="KSO_WM_BEAUTIFY_FLAG" val="#wm#"/>
</p:tagLst>
</file>

<file path=ppt/tags/tag21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212.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213.xml><?xml version="1.0" encoding="utf-8"?>
<p:tagLst xmlns:p="http://schemas.openxmlformats.org/presentationml/2006/main">
  <p:tag name="KSO_WM_UNIT_INDEX" val="2"/>
  <p:tag name="KSO_WM_UNIT_TYPE" val="d"/>
  <p:tag name="KSO_WM_BEAUTIFY_FLAG" val="#wm#"/>
</p:tagLst>
</file>

<file path=ppt/tags/tag214.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15.xml><?xml version="1.0" encoding="utf-8"?>
<p:tagLst xmlns:p="http://schemas.openxmlformats.org/presentationml/2006/main">
  <p:tag name="KSO_WM_UNIT_INDEX" val="4"/>
  <p:tag name="KSO_WM_UNIT_TYPE" val="d"/>
  <p:tag name="KSO_WM_BEAUTIFY_FLAG" val="#wm#"/>
</p:tagLst>
</file>

<file path=ppt/tags/tag216.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217.xml><?xml version="1.0" encoding="utf-8"?>
<p:tagLst xmlns:p="http://schemas.openxmlformats.org/presentationml/2006/main">
  <p:tag name="KSO_WM_UNIT_INDEX" val="6"/>
  <p:tag name="KSO_WM_UNIT_TYPE" val="d"/>
  <p:tag name="KSO_WM_BEAUTIFY_FLAG" val="#wm#"/>
</p:tagLst>
</file>

<file path=ppt/tags/tag218.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219.xml><?xml version="1.0" encoding="utf-8"?>
<p:tagLst xmlns:p="http://schemas.openxmlformats.org/presentationml/2006/main">
  <p:tag name="KSO_WM_UNIT_INDEX" val="8"/>
  <p:tag name="KSO_WM_UNIT_TYPE" val="d"/>
  <p:tag name="KSO_WM_BEAUTIFY_FLAG" val="#wm#"/>
</p:tagLst>
</file>

<file path=ppt/tags/tag220.xml><?xml version="1.0" encoding="utf-8"?>
<p:tagLst xmlns:p="http://schemas.openxmlformats.org/presentationml/2006/main">
  <p:tag name="KSO_WM_UNIT_INDEX" val="9"/>
  <p:tag name="KSO_WM_UNIT_TYPE" val="d"/>
  <p:tag name="KSO_WM_BEAUTIFY_FLAG" val="#wm#"/>
</p:tagLst>
</file>

<file path=ppt/tags/tag22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222.xml><?xml version="1.0" encoding="utf-8"?>
<p:tagLst xmlns:p="http://schemas.openxmlformats.org/presentationml/2006/main">
  <p:tag name="KSO_WM_UNIT_INDEX" val="11"/>
  <p:tag name="KSO_WM_UNIT_TYPE" val="d"/>
  <p:tag name="KSO_WM_BEAUTIFY_FLAG" val="#wm#"/>
</p:tagLst>
</file>

<file path=ppt/tags/tag223.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224.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225.xml><?xml version="1.0" encoding="utf-8"?>
<p:tagLst xmlns:p="http://schemas.openxmlformats.org/presentationml/2006/main">
  <p:tag name="KSO_WM_UNIT_INDEX" val="14"/>
  <p:tag name="KSO_WM_UNIT_TYPE" val="d"/>
  <p:tag name="KSO_WM_BEAUTIFY_FLAG" val="#wm#"/>
</p:tagLst>
</file>

<file path=ppt/tags/tag226.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227.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228.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229.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230.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231.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232.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233.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234.xml><?xml version="1.0" encoding="utf-8"?>
<p:tagLst xmlns:p="http://schemas.openxmlformats.org/presentationml/2006/main">
  <p:tag name="KSO_WM_SLIDE_TYPE" val="contents"/>
  <p:tag name="KSO_WM_BEAUTIFY_FLAG" val="#wm#"/>
  <p:tag name="KSO_WM_SLIDE_THEME_ID" val="3312791"/>
  <p:tag name="KSO_WM_SLIDE_THEME_NAME" val="蓝色创意建筑商务风主题"/>
</p:tagLst>
</file>

<file path=ppt/tags/tag235.xml><?xml version="1.0" encoding="utf-8"?>
<p:tagLst xmlns:p="http://schemas.openxmlformats.org/presentationml/2006/main">
  <p:tag name="KSO_WM_UNIT_INDEX" val="1"/>
  <p:tag name="KSO_WM_UNIT_TYPE" val="β"/>
  <p:tag name="KSO_WM_BEAUTIFY_FLAG" val="#wm#"/>
</p:tagLst>
</file>

<file path=ppt/tags/tag236.xml><?xml version="1.0" encoding="utf-8"?>
<p:tagLst xmlns:p="http://schemas.openxmlformats.org/presentationml/2006/main">
  <p:tag name="KSO_WM_UNIT_INDEX" val="2"/>
  <p:tag name="KSO_WM_UNIT_TYPE" val="d"/>
  <p:tag name="KSO_WM_BEAUTIFY_FLAG" val="#wm#"/>
</p:tagLst>
</file>

<file path=ppt/tags/tag237.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38.xml><?xml version="1.0" encoding="utf-8"?>
<p:tagLst xmlns:p="http://schemas.openxmlformats.org/presentationml/2006/main">
  <p:tag name="KSO_WM_UNIT_INDEX" val="4"/>
  <p:tag name="KSO_WM_UNIT_TYPE" val="d"/>
  <p:tag name="KSO_WM_BEAUTIFY_FLAG" val="#wm#"/>
</p:tagLst>
</file>

<file path=ppt/tags/tag239.xml><?xml version="1.0" encoding="utf-8"?>
<p:tagLst xmlns:p="http://schemas.openxmlformats.org/presentationml/2006/main">
  <p:tag name="KSO_WM_UNIT_INDEX" val="5"/>
  <p:tag name="KSO_WM_UNIT_TYPE" val="β"/>
  <p:tag name="KSO_WM_BEAUTIFY_FLAG" val="#wm#"/>
</p:tagLst>
</file>

<file path=ppt/tags/tag240.xml><?xml version="1.0" encoding="utf-8"?>
<p:tagLst xmlns:p="http://schemas.openxmlformats.org/presentationml/2006/main">
  <p:tag name="KSO_WM_UNIT_INDEX" val="6"/>
  <p:tag name="KSO_WM_UNIT_TYPE" val="β"/>
  <p:tag name="KSO_WM_BEAUTIFY_FLAG" val="#wm#"/>
</p:tagLst>
</file>

<file path=ppt/tags/tag241.xml><?xml version="1.0" encoding="utf-8"?>
<p:tagLst xmlns:p="http://schemas.openxmlformats.org/presentationml/2006/main">
  <p:tag name="KSO_WM_UNIT_INDEX" val="7"/>
  <p:tag name="KSO_WM_UNIT_TYPE" val="β"/>
  <p:tag name="KSO_WM_BEAUTIFY_FLAG" val="#wm#"/>
</p:tagLst>
</file>

<file path=ppt/tags/tag242.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243.xml><?xml version="1.0" encoding="utf-8"?>
<p:tagLst xmlns:p="http://schemas.openxmlformats.org/presentationml/2006/main">
  <p:tag name="KSO_WM_UNIT_INDEX" val="9"/>
  <p:tag name="KSO_WM_UNIT_TYPE" val="d"/>
  <p:tag name="KSO_WM_BEAUTIFY_FLAG" val="#wm#"/>
</p:tagLst>
</file>

<file path=ppt/tags/tag244.xml><?xml version="1.0" encoding="utf-8"?>
<p:tagLst xmlns:p="http://schemas.openxmlformats.org/presentationml/2006/main">
  <p:tag name="KSO_WM_UNIT_INDEX" val="10"/>
  <p:tag name="KSO_WM_UNIT_TYPE" val="d"/>
  <p:tag name="KSO_WM_BEAUTIFY_FLAG" val="#wm#"/>
</p:tagLst>
</file>

<file path=ppt/tags/tag245.xml><?xml version="1.0" encoding="utf-8"?>
<p:tagLst xmlns:p="http://schemas.openxmlformats.org/presentationml/2006/main">
  <p:tag name="KSO_WM_UNIT_INDEX" val="11"/>
  <p:tag name="KSO_WM_UNIT_TYPE" val="d"/>
  <p:tag name="KSO_WM_BEAUTIFY_FLAG" val="#wm#"/>
</p:tagLst>
</file>

<file path=ppt/tags/tag246.xml><?xml version="1.0" encoding="utf-8"?>
<p:tagLst xmlns:p="http://schemas.openxmlformats.org/presentationml/2006/main">
  <p:tag name="KSO_WM_UNIT_INDEX" val="12"/>
  <p:tag name="KSO_WM_UNIT_TYPE" val="β"/>
  <p:tag name="KSO_WM_BEAUTIFY_FLAG" val="#wm#"/>
</p:tagLst>
</file>

<file path=ppt/tags/tag247.xml><?xml version="1.0" encoding="utf-8"?>
<p:tagLst xmlns:p="http://schemas.openxmlformats.org/presentationml/2006/main">
  <p:tag name="KSO_WM_UNIT_INDEX" val="14"/>
  <p:tag name="KSO_WM_UNIT_TYPE" val="d"/>
  <p:tag name="KSO_WM_BEAUTIFY_FLAG" val="#wm#"/>
</p:tagLst>
</file>

<file path=ppt/tags/tag248.xml><?xml version="1.0" encoding="utf-8"?>
<p:tagLst xmlns:p="http://schemas.openxmlformats.org/presentationml/2006/main">
  <p:tag name="KSO_WM_UNIT_INDEX" val="15"/>
  <p:tag name="KSO_WM_UNIT_TYPE" val="d"/>
  <p:tag name="KSO_WM_BEAUTIFY_FLAG" val="#wm#"/>
</p:tagLst>
</file>

<file path=ppt/tags/tag249.xml><?xml version="1.0" encoding="utf-8"?>
<p:tagLst xmlns:p="http://schemas.openxmlformats.org/presentationml/2006/main">
  <p:tag name="KSO_WM_UNIT_INDEX" val="16"/>
  <p:tag name="KSO_WM_UNIT_TYPE" val="d"/>
  <p:tag name="KSO_WM_BEAUTIFY_FLAG" val="#wm#"/>
</p:tagLst>
</file>

<file path=ppt/tags/tag250.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251.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252.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253.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254.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255.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256.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257.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58.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259.xml><?xml version="1.0" encoding="utf-8"?>
<p:tagLst xmlns:p="http://schemas.openxmlformats.org/presentationml/2006/main">
  <p:tag name="KSO_WM_UNIT_INDEX" val="1"/>
  <p:tag name="KSO_WM_UNIT_TYPE" val="β"/>
  <p:tag name="KSO_WM_BEAUTIFY_FLAG" val="#wm#"/>
</p:tagLst>
</file>

<file path=ppt/tags/tag260.xml><?xml version="1.0" encoding="utf-8"?>
<p:tagLst xmlns:p="http://schemas.openxmlformats.org/presentationml/2006/main">
  <p:tag name="KSO_WM_UNIT_INDEX" val="2"/>
  <p:tag name="KSO_WM_UNIT_TYPE" val="d"/>
  <p:tag name="KSO_WM_BEAUTIFY_FLAG" val="#wm#"/>
</p:tagLst>
</file>

<file path=ppt/tags/tag261.xml><?xml version="1.0" encoding="utf-8"?>
<p:tagLst xmlns:p="http://schemas.openxmlformats.org/presentationml/2006/main">
  <p:tag name="KSO_WM_UNIT_INDEX" val="3"/>
  <p:tag name="KSO_WM_UNIT_TYPE" val="β"/>
  <p:tag name="KSO_WM_BEAUTIFY_FLAG" val="#wm#"/>
</p:tagLst>
</file>

<file path=ppt/tags/tag262.xml><?xml version="1.0" encoding="utf-8"?>
<p:tagLst xmlns:p="http://schemas.openxmlformats.org/presentationml/2006/main">
  <p:tag name="KSO_WM_UNIT_INDEX" val="4"/>
  <p:tag name="KSO_WM_UNIT_TYPE" val="β"/>
  <p:tag name="KSO_WM_BEAUTIFY_FLAG" val="#wm#"/>
</p:tagLst>
</file>

<file path=ppt/tags/tag263.xml><?xml version="1.0" encoding="utf-8"?>
<p:tagLst xmlns:p="http://schemas.openxmlformats.org/presentationml/2006/main">
  <p:tag name="KSO_WM_UNIT_INDEX" val="5"/>
  <p:tag name="KSO_WM_UNIT_TYPE" val="β"/>
  <p:tag name="KSO_WM_BEAUTIFY_FLAG" val="#wm#"/>
</p:tagLst>
</file>

<file path=ppt/tags/tag264.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265.xml><?xml version="1.0" encoding="utf-8"?>
<p:tagLst xmlns:p="http://schemas.openxmlformats.org/presentationml/2006/main">
  <p:tag name="KSO_WM_UNIT_INDEX" val="7"/>
  <p:tag name="KSO_WM_UNIT_TYPE" val="d"/>
  <p:tag name="KSO_WM_BEAUTIFY_FLAG" val="#wm#"/>
</p:tagLst>
</file>

<file path=ppt/tags/tag266.xml><?xml version="1.0" encoding="utf-8"?>
<p:tagLst xmlns:p="http://schemas.openxmlformats.org/presentationml/2006/main">
  <p:tag name="KSO_WM_UNIT_INDEX" val="8"/>
  <p:tag name="KSO_WM_UNIT_TYPE" val="d"/>
  <p:tag name="KSO_WM_BEAUTIFY_FLAG" val="#wm#"/>
</p:tagLst>
</file>

<file path=ppt/tags/tag267.xml><?xml version="1.0" encoding="utf-8"?>
<p:tagLst xmlns:p="http://schemas.openxmlformats.org/presentationml/2006/main">
  <p:tag name="KSO_WM_UNIT_INDEX" val="9"/>
  <p:tag name="KSO_WM_UNIT_TYPE" val="d"/>
  <p:tag name="KSO_WM_BEAUTIFY_FLAG" val="#wm#"/>
</p:tagLst>
</file>

<file path=ppt/tags/tag268.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269.xml><?xml version="1.0" encoding="utf-8"?>
<p:tagLst xmlns:p="http://schemas.openxmlformats.org/presentationml/2006/main">
  <p:tag name="KSO_WM_UNIT_INDEX" val="11"/>
  <p:tag name="KSO_WM_UNIT_TYPE" val="d"/>
  <p:tag name="KSO_WM_BEAUTIFY_FLAG" val="#wm#"/>
</p:tagLst>
</file>

<file path=ppt/tags/tag270.xml><?xml version="1.0" encoding="utf-8"?>
<p:tagLst xmlns:p="http://schemas.openxmlformats.org/presentationml/2006/main">
  <p:tag name="KSO_WM_UNIT_INDEX" val="12"/>
  <p:tag name="KSO_WM_UNIT_TYPE" val="β"/>
  <p:tag name="KSO_WM_BEAUTIFY_FLAG" val="#wm#"/>
</p:tagLst>
</file>

<file path=ppt/tags/tag271.xml><?xml version="1.0" encoding="utf-8"?>
<p:tagLst xmlns:p="http://schemas.openxmlformats.org/presentationml/2006/main">
  <p:tag name="KSO_WM_UNIT_INDEX" val="13"/>
  <p:tag name="KSO_WM_UNIT_TYPE" val="d"/>
  <p:tag name="KSO_WM_BEAUTIFY_FLAG" val="#wm#"/>
</p:tagLst>
</file>

<file path=ppt/tags/tag272.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273.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274.xml><?xml version="1.0" encoding="utf-8"?>
<p:tagLst xmlns:p="http://schemas.openxmlformats.org/presentationml/2006/main">
  <p:tag name="KSO_WM_UNIT_INDEX" val="17"/>
  <p:tag name="KSO_WM_UNIT_TYPE" val="d"/>
  <p:tag name="KSO_WM_BEAUTIFY_FLAG" val="#wm#"/>
</p:tagLst>
</file>

<file path=ppt/tags/tag275.xml><?xml version="1.0" encoding="utf-8"?>
<p:tagLst xmlns:p="http://schemas.openxmlformats.org/presentationml/2006/main">
  <p:tag name="KSO_WM_UNIT_INDEX" val="18"/>
  <p:tag name="KSO_WM_UNIT_TYPE" val="d"/>
  <p:tag name="KSO_WM_BEAUTIFY_FLAG" val="#wm#"/>
</p:tagLst>
</file>

<file path=ppt/tags/tag276.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277.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278.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279.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280.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28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282.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283.xml><?xml version="1.0" encoding="utf-8"?>
<p:tagLst xmlns:p="http://schemas.openxmlformats.org/presentationml/2006/main">
  <p:tag name="KSO_WM_UNIT_INDEX" val="3"/>
  <p:tag name="KSO_WM_UNIT_TYPE" val="d"/>
  <p:tag name="KSO_WM_BEAUTIFY_FLAG" val="#wm#"/>
</p:tagLst>
</file>

<file path=ppt/tags/tag284.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285.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286.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287.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288.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289.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290.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291.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292.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293.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294.xml><?xml version="1.0" encoding="utf-8"?>
<p:tagLst xmlns:p="http://schemas.openxmlformats.org/presentationml/2006/main">
  <p:tag name="KSO_WM_UNIT_INDEX" val="15"/>
  <p:tag name="KSO_WM_UNIT_TYPE" val="β"/>
  <p:tag name="KSO_WM_BEAUTIFY_FLAG" val="#wm#"/>
</p:tagLst>
</file>

<file path=ppt/tags/tag295.xml><?xml version="1.0" encoding="utf-8"?>
<p:tagLst xmlns:p="http://schemas.openxmlformats.org/presentationml/2006/main">
  <p:tag name="KSO_WM_UNIT_INDEX" val="8"/>
  <p:tag name="KSO_WM_UNIT_TYPE" val="a"/>
  <p:tag name="KSO_WM_BEAUTIFY_FLAG" val="#wm#"/>
</p:tagLst>
</file>

<file path=ppt/tags/tag296.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297.xml><?xml version="1.0" encoding="utf-8"?>
<p:tagLst xmlns:p="http://schemas.openxmlformats.org/presentationml/2006/main">
  <p:tag name="KSO_WM_UNIT_INDEX" val="1"/>
  <p:tag name="KSO_WM_UNIT_TYPE" val="β"/>
  <p:tag name="KSO_WM_BEAUTIFY_FLAG" val="#wm#"/>
</p:tagLst>
</file>

<file path=ppt/tags/tag298.xml><?xml version="1.0" encoding="utf-8"?>
<p:tagLst xmlns:p="http://schemas.openxmlformats.org/presentationml/2006/main">
  <p:tag name="KSO_WM_UNIT_INDEX" val="2"/>
  <p:tag name="KSO_WM_UNIT_TYPE" val="d"/>
  <p:tag name="KSO_WM_BEAUTIFY_FLAG" val="#wm#"/>
</p:tagLst>
</file>

<file path=ppt/tags/tag299.xml><?xml version="1.0" encoding="utf-8"?>
<p:tagLst xmlns:p="http://schemas.openxmlformats.org/presentationml/2006/main">
  <p:tag name="KSO_WM_UNIT_INDEX" val="3"/>
  <p:tag name="KSO_WM_UNIT_TYPE" val="β"/>
  <p:tag name="KSO_WM_BEAUTIFY_FLAG" val="#wm#"/>
</p:tagLst>
</file>

<file path=ppt/tags/tag300.xml><?xml version="1.0" encoding="utf-8"?>
<p:tagLst xmlns:p="http://schemas.openxmlformats.org/presentationml/2006/main">
  <p:tag name="KSO_WM_UNIT_INDEX" val="4"/>
  <p:tag name="KSO_WM_UNIT_TYPE" val="β"/>
  <p:tag name="KSO_WM_BEAUTIFY_FLAG" val="#wm#"/>
</p:tagLst>
</file>

<file path=ppt/tags/tag301.xml><?xml version="1.0" encoding="utf-8"?>
<p:tagLst xmlns:p="http://schemas.openxmlformats.org/presentationml/2006/main">
  <p:tag name="KSO_WM_UNIT_INDEX" val="5"/>
  <p:tag name="KSO_WM_UNIT_TYPE" val="β"/>
  <p:tag name="KSO_WM_BEAUTIFY_FLAG" val="#wm#"/>
</p:tagLst>
</file>

<file path=ppt/tags/tag302.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303.xml><?xml version="1.0" encoding="utf-8"?>
<p:tagLst xmlns:p="http://schemas.openxmlformats.org/presentationml/2006/main">
  <p:tag name="KSO_WM_UNIT_INDEX" val="7"/>
  <p:tag name="KSO_WM_UNIT_TYPE" val="d"/>
  <p:tag name="KSO_WM_BEAUTIFY_FLAG" val="#wm#"/>
</p:tagLst>
</file>

<file path=ppt/tags/tag304.xml><?xml version="1.0" encoding="utf-8"?>
<p:tagLst xmlns:p="http://schemas.openxmlformats.org/presentationml/2006/main">
  <p:tag name="KSO_WM_UNIT_INDEX" val="8"/>
  <p:tag name="KSO_WM_UNIT_TYPE" val="d"/>
  <p:tag name="KSO_WM_BEAUTIFY_FLAG" val="#wm#"/>
</p:tagLst>
</file>

<file path=ppt/tags/tag305.xml><?xml version="1.0" encoding="utf-8"?>
<p:tagLst xmlns:p="http://schemas.openxmlformats.org/presentationml/2006/main">
  <p:tag name="KSO_WM_UNIT_INDEX" val="9"/>
  <p:tag name="KSO_WM_UNIT_TYPE" val="d"/>
  <p:tag name="KSO_WM_BEAUTIFY_FLAG" val="#wm#"/>
</p:tagLst>
</file>

<file path=ppt/tags/tag306.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307.xml><?xml version="1.0" encoding="utf-8"?>
<p:tagLst xmlns:p="http://schemas.openxmlformats.org/presentationml/2006/main">
  <p:tag name="KSO_WM_UNIT_INDEX" val="11"/>
  <p:tag name="KSO_WM_UNIT_TYPE" val="d"/>
  <p:tag name="KSO_WM_BEAUTIFY_FLAG" val="#wm#"/>
</p:tagLst>
</file>

<file path=ppt/tags/tag308.xml><?xml version="1.0" encoding="utf-8"?>
<p:tagLst xmlns:p="http://schemas.openxmlformats.org/presentationml/2006/main">
  <p:tag name="KSO_WM_UNIT_INDEX" val="12"/>
  <p:tag name="KSO_WM_UNIT_TYPE" val="β"/>
  <p:tag name="KSO_WM_BEAUTIFY_FLAG" val="#wm#"/>
</p:tagLst>
</file>

<file path=ppt/tags/tag309.xml><?xml version="1.0" encoding="utf-8"?>
<p:tagLst xmlns:p="http://schemas.openxmlformats.org/presentationml/2006/main">
  <p:tag name="KSO_WM_UNIT_INDEX" val="13"/>
  <p:tag name="KSO_WM_UNIT_TYPE" val="d"/>
  <p:tag name="KSO_WM_BEAUTIFY_FLAG" val="#wm#"/>
</p:tagLst>
</file>

<file path=ppt/tags/tag310.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311.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312.xml><?xml version="1.0" encoding="utf-8"?>
<p:tagLst xmlns:p="http://schemas.openxmlformats.org/presentationml/2006/main">
  <p:tag name="KSO_WM_UNIT_INDEX" val="17"/>
  <p:tag name="KSO_WM_UNIT_TYPE" val="d"/>
  <p:tag name="KSO_WM_BEAUTIFY_FLAG" val="#wm#"/>
</p:tagLst>
</file>

<file path=ppt/tags/tag313.xml><?xml version="1.0" encoding="utf-8"?>
<p:tagLst xmlns:p="http://schemas.openxmlformats.org/presentationml/2006/main">
  <p:tag name="KSO_WM_UNIT_INDEX" val="18"/>
  <p:tag name="KSO_WM_UNIT_TYPE" val="d"/>
  <p:tag name="KSO_WM_BEAUTIFY_FLAG" val="#wm#"/>
</p:tagLst>
</file>

<file path=ppt/tags/tag314.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315.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316.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317.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318.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319.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320.xml><?xml version="1.0" encoding="utf-8"?>
<p:tagLst xmlns:p="http://schemas.openxmlformats.org/presentationml/2006/main">
  <p:tag name="KSO_WM_UNIT_INDEX" val="1"/>
  <p:tag name="KSO_WM_UNIT_TYPE" val="β"/>
  <p:tag name="KSO_WM_BEAUTIFY_FLAG" val="#wm#"/>
</p:tagLst>
</file>

<file path=ppt/tags/tag321.xml><?xml version="1.0" encoding="utf-8"?>
<p:tagLst xmlns:p="http://schemas.openxmlformats.org/presentationml/2006/main">
  <p:tag name="KSO_WM_UNIT_INDEX" val="2"/>
  <p:tag name="KSO_WM_UNIT_TYPE" val="d"/>
  <p:tag name="KSO_WM_BEAUTIFY_FLAG" val="#wm#"/>
</p:tagLst>
</file>

<file path=ppt/tags/tag322.xml><?xml version="1.0" encoding="utf-8"?>
<p:tagLst xmlns:p="http://schemas.openxmlformats.org/presentationml/2006/main">
  <p:tag name="KSO_WM_UNIT_INDEX" val="3"/>
  <p:tag name="KSO_WM_UNIT_TYPE" val="β"/>
  <p:tag name="KSO_WM_BEAUTIFY_FLAG" val="#wm#"/>
</p:tagLst>
</file>

<file path=ppt/tags/tag323.xml><?xml version="1.0" encoding="utf-8"?>
<p:tagLst xmlns:p="http://schemas.openxmlformats.org/presentationml/2006/main">
  <p:tag name="KSO_WM_UNIT_INDEX" val="4"/>
  <p:tag name="KSO_WM_UNIT_TYPE" val="β"/>
  <p:tag name="KSO_WM_BEAUTIFY_FLAG" val="#wm#"/>
</p:tagLst>
</file>

<file path=ppt/tags/tag324.xml><?xml version="1.0" encoding="utf-8"?>
<p:tagLst xmlns:p="http://schemas.openxmlformats.org/presentationml/2006/main">
  <p:tag name="KSO_WM_UNIT_INDEX" val="5"/>
  <p:tag name="KSO_WM_UNIT_TYPE" val="β"/>
  <p:tag name="KSO_WM_BEAUTIFY_FLAG" val="#wm#"/>
</p:tagLst>
</file>

<file path=ppt/tags/tag325.xml><?xml version="1.0" encoding="utf-8"?>
<p:tagLst xmlns:p="http://schemas.openxmlformats.org/presentationml/2006/main">
  <p:tag name="KSO_WM_UNIT_INDEX" val="7"/>
  <p:tag name="KSO_WM_UNIT_TYPE" val="d"/>
  <p:tag name="KSO_WM_BEAUTIFY_FLAG" val="#wm#"/>
</p:tagLst>
</file>

<file path=ppt/tags/tag326.xml><?xml version="1.0" encoding="utf-8"?>
<p:tagLst xmlns:p="http://schemas.openxmlformats.org/presentationml/2006/main">
  <p:tag name="KSO_WM_UNIT_INDEX" val="8"/>
  <p:tag name="KSO_WM_UNIT_TYPE" val="d"/>
  <p:tag name="KSO_WM_BEAUTIFY_FLAG" val="#wm#"/>
</p:tagLst>
</file>

<file path=ppt/tags/tag327.xml><?xml version="1.0" encoding="utf-8"?>
<p:tagLst xmlns:p="http://schemas.openxmlformats.org/presentationml/2006/main">
  <p:tag name="KSO_WM_UNIT_INDEX" val="9"/>
  <p:tag name="KSO_WM_UNIT_TYPE" val="d"/>
  <p:tag name="KSO_WM_BEAUTIFY_FLAG" val="#wm#"/>
</p:tagLst>
</file>

<file path=ppt/tags/tag328.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329.xml><?xml version="1.0" encoding="utf-8"?>
<p:tagLst xmlns:p="http://schemas.openxmlformats.org/presentationml/2006/main">
  <p:tag name="KSO_WM_UNIT_INDEX" val="11"/>
  <p:tag name="KSO_WM_UNIT_TYPE" val="d"/>
  <p:tag name="KSO_WM_BEAUTIFY_FLAG" val="#wm#"/>
</p:tagLst>
</file>

<file path=ppt/tags/tag330.xml><?xml version="1.0" encoding="utf-8"?>
<p:tagLst xmlns:p="http://schemas.openxmlformats.org/presentationml/2006/main">
  <p:tag name="KSO_WM_UNIT_INDEX" val="12"/>
  <p:tag name="KSO_WM_UNIT_TYPE" val="β"/>
  <p:tag name="KSO_WM_BEAUTIFY_FLAG" val="#wm#"/>
</p:tagLst>
</file>

<file path=ppt/tags/tag331.xml><?xml version="1.0" encoding="utf-8"?>
<p:tagLst xmlns:p="http://schemas.openxmlformats.org/presentationml/2006/main">
  <p:tag name="KSO_WM_UNIT_INDEX" val="13"/>
  <p:tag name="KSO_WM_UNIT_TYPE" val="d"/>
  <p:tag name="KSO_WM_BEAUTIFY_FLAG" val="#wm#"/>
</p:tagLst>
</file>

<file path=ppt/tags/tag332.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333.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334.xml><?xml version="1.0" encoding="utf-8"?>
<p:tagLst xmlns:p="http://schemas.openxmlformats.org/presentationml/2006/main">
  <p:tag name="KSO_WM_UNIT_INDEX" val="17"/>
  <p:tag name="KSO_WM_UNIT_TYPE" val="d"/>
  <p:tag name="KSO_WM_BEAUTIFY_FLAG" val="#wm#"/>
</p:tagLst>
</file>

<file path=ppt/tags/tag335.xml><?xml version="1.0" encoding="utf-8"?>
<p:tagLst xmlns:p="http://schemas.openxmlformats.org/presentationml/2006/main">
  <p:tag name="KSO_WM_UNIT_INDEX" val="18"/>
  <p:tag name="KSO_WM_UNIT_TYPE" val="d"/>
  <p:tag name="KSO_WM_BEAUTIFY_FLAG" val="#wm#"/>
</p:tagLst>
</file>

<file path=ppt/tags/tag336.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337.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338.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339.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340.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341.xml><?xml version="1.0" encoding="utf-8"?>
<p:tagLst xmlns:p="http://schemas.openxmlformats.org/presentationml/2006/main">
  <p:tag name="KSO_WM_UNIT_INDEX" val="6"/>
  <p:tag name="KSO_WM_UNIT_TYPE" val="a"/>
  <p:tag name="KSO_WM_BEAUTIFY_FLAG" val="#wm#"/>
</p:tagLst>
</file>

<file path=ppt/tags/tag342.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343.xml><?xml version="1.0" encoding="utf-8"?>
<p:tagLst xmlns:p="http://schemas.openxmlformats.org/presentationml/2006/main">
  <p:tag name="KSO_WM_UNIT_INDEX" val="1"/>
  <p:tag name="KSO_WM_UNIT_TYPE" val="β"/>
  <p:tag name="KSO_WM_BEAUTIFY_FLAG" val="#wm#"/>
</p:tagLst>
</file>

<file path=ppt/tags/tag344.xml><?xml version="1.0" encoding="utf-8"?>
<p:tagLst xmlns:p="http://schemas.openxmlformats.org/presentationml/2006/main">
  <p:tag name="KSO_WM_UNIT_INDEX" val="2"/>
  <p:tag name="KSO_WM_UNIT_TYPE" val="d"/>
  <p:tag name="KSO_WM_BEAUTIFY_FLAG" val="#wm#"/>
</p:tagLst>
</file>

<file path=ppt/tags/tag345.xml><?xml version="1.0" encoding="utf-8"?>
<p:tagLst xmlns:p="http://schemas.openxmlformats.org/presentationml/2006/main">
  <p:tag name="KSO_WM_UNIT_INDEX" val="3"/>
  <p:tag name="KSO_WM_UNIT_TYPE" val="β"/>
  <p:tag name="KSO_WM_BEAUTIFY_FLAG" val="#wm#"/>
</p:tagLst>
</file>

<file path=ppt/tags/tag346.xml><?xml version="1.0" encoding="utf-8"?>
<p:tagLst xmlns:p="http://schemas.openxmlformats.org/presentationml/2006/main">
  <p:tag name="KSO_WM_UNIT_INDEX" val="4"/>
  <p:tag name="KSO_WM_UNIT_TYPE" val="β"/>
  <p:tag name="KSO_WM_BEAUTIFY_FLAG" val="#wm#"/>
</p:tagLst>
</file>

<file path=ppt/tags/tag347.xml><?xml version="1.0" encoding="utf-8"?>
<p:tagLst xmlns:p="http://schemas.openxmlformats.org/presentationml/2006/main">
  <p:tag name="KSO_WM_UNIT_INDEX" val="5"/>
  <p:tag name="KSO_WM_UNIT_TYPE" val="β"/>
  <p:tag name="KSO_WM_BEAUTIFY_FLAG" val="#wm#"/>
</p:tagLst>
</file>

<file path=ppt/tags/tag348.xml><?xml version="1.0" encoding="utf-8"?>
<p:tagLst xmlns:p="http://schemas.openxmlformats.org/presentationml/2006/main">
  <p:tag name="KSO_WM_UNIT_INDEX" val="7"/>
  <p:tag name="KSO_WM_UNIT_TYPE" val="d"/>
  <p:tag name="KSO_WM_BEAUTIFY_FLAG" val="#wm#"/>
</p:tagLst>
</file>

<file path=ppt/tags/tag349.xml><?xml version="1.0" encoding="utf-8"?>
<p:tagLst xmlns:p="http://schemas.openxmlformats.org/presentationml/2006/main">
  <p:tag name="KSO_WM_UNIT_INDEX" val="8"/>
  <p:tag name="KSO_WM_UNIT_TYPE" val="d"/>
  <p:tag name="KSO_WM_BEAUTIFY_FLAG" val="#wm#"/>
</p:tagLst>
</file>

<file path=ppt/tags/tag350.xml><?xml version="1.0" encoding="utf-8"?>
<p:tagLst xmlns:p="http://schemas.openxmlformats.org/presentationml/2006/main">
  <p:tag name="KSO_WM_UNIT_INDEX" val="9"/>
  <p:tag name="KSO_WM_UNIT_TYPE" val="d"/>
  <p:tag name="KSO_WM_BEAUTIFY_FLAG" val="#wm#"/>
</p:tagLst>
</file>

<file path=ppt/tags/tag35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352.xml><?xml version="1.0" encoding="utf-8"?>
<p:tagLst xmlns:p="http://schemas.openxmlformats.org/presentationml/2006/main">
  <p:tag name="KSO_WM_UNIT_INDEX" val="11"/>
  <p:tag name="KSO_WM_UNIT_TYPE" val="d"/>
  <p:tag name="KSO_WM_BEAUTIFY_FLAG" val="#wm#"/>
</p:tagLst>
</file>

<file path=ppt/tags/tag353.xml><?xml version="1.0" encoding="utf-8"?>
<p:tagLst xmlns:p="http://schemas.openxmlformats.org/presentationml/2006/main">
  <p:tag name="KSO_WM_UNIT_INDEX" val="12"/>
  <p:tag name="KSO_WM_UNIT_TYPE" val="d"/>
  <p:tag name="KSO_WM_BEAUTIFY_FLAG" val="#wm#"/>
</p:tagLst>
</file>

<file path=ppt/tags/tag354.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355.xml><?xml version="1.0" encoding="utf-8"?>
<p:tagLst xmlns:p="http://schemas.openxmlformats.org/presentationml/2006/main">
  <p:tag name="KSO_WM_UNIT_INDEX" val="15"/>
  <p:tag name="KSO_WM_UNIT_TYPE" val="β"/>
  <p:tag name="KSO_WM_BEAUTIFY_FLAG" val="#wm#"/>
</p:tagLst>
</file>

<file path=ppt/tags/tag356.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357.xml><?xml version="1.0" encoding="utf-8"?>
<p:tagLst xmlns:p="http://schemas.openxmlformats.org/presentationml/2006/main">
  <p:tag name="KSO_WM_UNIT_INDEX" val="17"/>
  <p:tag name="KSO_WM_UNIT_TYPE" val="d"/>
  <p:tag name="KSO_WM_BEAUTIFY_FLAG" val="#wm#"/>
</p:tagLst>
</file>

<file path=ppt/tags/tag358.xml><?xml version="1.0" encoding="utf-8"?>
<p:tagLst xmlns:p="http://schemas.openxmlformats.org/presentationml/2006/main">
  <p:tag name="KSO_WM_UNIT_INDEX" val="18"/>
  <p:tag name="KSO_WM_UNIT_TYPE" val="d"/>
  <p:tag name="KSO_WM_BEAUTIFY_FLAG" val="#wm#"/>
</p:tagLst>
</file>

<file path=ppt/tags/tag359.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360.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361.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362.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363.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364.xml><?xml version="1.0" encoding="utf-8"?>
<p:tagLst xmlns:p="http://schemas.openxmlformats.org/presentationml/2006/main">
  <p:tag name="KSO_WM_UNIT_INDEX" val="6"/>
  <p:tag name="KSO_WM_UNIT_TYPE" val="a"/>
  <p:tag name="KSO_WM_BEAUTIFY_FLAG" val="#wm#"/>
</p:tagLst>
</file>

<file path=ppt/tags/tag36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366.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367.xml><?xml version="1.0" encoding="utf-8"?>
<p:tagLst xmlns:p="http://schemas.openxmlformats.org/presentationml/2006/main">
  <p:tag name="KSO_WM_UNIT_INDEX" val="2"/>
  <p:tag name="KSO_WM_UNIT_TYPE" val="d"/>
  <p:tag name="KSO_WM_BEAUTIFY_FLAG" val="#wm#"/>
</p:tagLst>
</file>

<file path=ppt/tags/tag368.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369.xml><?xml version="1.0" encoding="utf-8"?>
<p:tagLst xmlns:p="http://schemas.openxmlformats.org/presentationml/2006/main">
  <p:tag name="KSO_WM_UNIT_INDEX" val="4"/>
  <p:tag name="KSO_WM_UNIT_TYPE" val="d"/>
  <p:tag name="KSO_WM_BEAUTIFY_FLAG" val="#wm#"/>
</p:tagLst>
</file>

<file path=ppt/tags/tag370.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371.xml><?xml version="1.0" encoding="utf-8"?>
<p:tagLst xmlns:p="http://schemas.openxmlformats.org/presentationml/2006/main">
  <p:tag name="KSO_WM_UNIT_INDEX" val="6"/>
  <p:tag name="KSO_WM_UNIT_TYPE" val="d"/>
  <p:tag name="KSO_WM_BEAUTIFY_FLAG" val="#wm#"/>
</p:tagLst>
</file>

<file path=ppt/tags/tag372.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373.xml><?xml version="1.0" encoding="utf-8"?>
<p:tagLst xmlns:p="http://schemas.openxmlformats.org/presentationml/2006/main">
  <p:tag name="KSO_WM_UNIT_INDEX" val="8"/>
  <p:tag name="KSO_WM_UNIT_TYPE" val="d"/>
  <p:tag name="KSO_WM_BEAUTIFY_FLAG" val="#wm#"/>
</p:tagLst>
</file>

<file path=ppt/tags/tag374.xml><?xml version="1.0" encoding="utf-8"?>
<p:tagLst xmlns:p="http://schemas.openxmlformats.org/presentationml/2006/main">
  <p:tag name="KSO_WM_UNIT_INDEX" val="9"/>
  <p:tag name="KSO_WM_UNIT_TYPE" val="d"/>
  <p:tag name="KSO_WM_BEAUTIFY_FLAG" val="#wm#"/>
</p:tagLst>
</file>

<file path=ppt/tags/tag375.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376.xml><?xml version="1.0" encoding="utf-8"?>
<p:tagLst xmlns:p="http://schemas.openxmlformats.org/presentationml/2006/main">
  <p:tag name="KSO_WM_UNIT_INDEX" val="11"/>
  <p:tag name="KSO_WM_UNIT_TYPE" val="d"/>
  <p:tag name="KSO_WM_BEAUTIFY_FLAG" val="#wm#"/>
</p:tagLst>
</file>

<file path=ppt/tags/tag377.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378.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379.xml><?xml version="1.0" encoding="utf-8"?>
<p:tagLst xmlns:p="http://schemas.openxmlformats.org/presentationml/2006/main">
  <p:tag name="KSO_WM_UNIT_INDEX" val="14"/>
  <p:tag name="KSO_WM_UNIT_TYPE" val="d"/>
  <p:tag name="KSO_WM_BEAUTIFY_FLAG" val="#wm#"/>
</p:tagLst>
</file>

<file path=ppt/tags/tag380.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381.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382.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383.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384.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385.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386.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387.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388.xml><?xml version="1.0" encoding="utf-8"?>
<p:tagLst xmlns:p="http://schemas.openxmlformats.org/presentationml/2006/main">
  <p:tag name="KSO_WM_SLIDE_TYPE" val="contents"/>
  <p:tag name="KSO_WM_BEAUTIFY_FLAG" val="#wm#"/>
  <p:tag name="KSO_WM_SLIDE_THEME_ID" val="3312791"/>
  <p:tag name="KSO_WM_SLIDE_THEME_NAME" val="蓝色创意建筑商务风主题"/>
</p:tagLst>
</file>

<file path=ppt/tags/tag389.xml><?xml version="1.0" encoding="utf-8"?>
<p:tagLst xmlns:p="http://schemas.openxmlformats.org/presentationml/2006/main">
  <p:tag name="KSO_WM_UNIT_INDEX" val="1"/>
  <p:tag name="KSO_WM_UNIT_TYPE" val="β"/>
  <p:tag name="KSO_WM_BEAUTIFY_FLAG" val="#wm#"/>
</p:tagLst>
</file>

<file path=ppt/tags/tag390.xml><?xml version="1.0" encoding="utf-8"?>
<p:tagLst xmlns:p="http://schemas.openxmlformats.org/presentationml/2006/main">
  <p:tag name="KSO_WM_UNIT_INDEX" val="2"/>
  <p:tag name="KSO_WM_UNIT_TYPE" val="β"/>
  <p:tag name="KSO_WM_BEAUTIFY_FLAG" val="#wm#"/>
</p:tagLst>
</file>

<file path=ppt/tags/tag391.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392.xml><?xml version="1.0" encoding="utf-8"?>
<p:tagLst xmlns:p="http://schemas.openxmlformats.org/presentationml/2006/main">
  <p:tag name="KSO_WM_UNIT_INDEX" val="4"/>
  <p:tag name="KSO_WM_UNIT_TYPE" val="β"/>
  <p:tag name="KSO_WM_BEAUTIFY_FLAG" val="#wm#"/>
</p:tagLst>
</file>

<file path=ppt/tags/tag393.xml><?xml version="1.0" encoding="utf-8"?>
<p:tagLst xmlns:p="http://schemas.openxmlformats.org/presentationml/2006/main">
  <p:tag name="KSO_WM_UNIT_INDEX" val="5"/>
  <p:tag name="KSO_WM_UNIT_TYPE" val="β"/>
  <p:tag name="KSO_WM_BEAUTIFY_FLAG" val="#wm#"/>
</p:tagLst>
</file>

<file path=ppt/tags/tag394.xml><?xml version="1.0" encoding="utf-8"?>
<p:tagLst xmlns:p="http://schemas.openxmlformats.org/presentationml/2006/main">
  <p:tag name="KSO_WM_UNIT_INDEX" val="6"/>
  <p:tag name="KSO_WM_UNIT_TYPE" val="d"/>
  <p:tag name="KSO_WM_BEAUTIFY_FLAG" val="#wm#"/>
</p:tagLst>
</file>

<file path=ppt/tags/tag395.xml><?xml version="1.0" encoding="utf-8"?>
<p:tagLst xmlns:p="http://schemas.openxmlformats.org/presentationml/2006/main">
  <p:tag name="KSO_WM_UNIT_INDEX" val="7"/>
  <p:tag name="KSO_WM_UNIT_TYPE" val="d"/>
  <p:tag name="KSO_WM_BEAUTIFY_FLAG" val="#wm#"/>
</p:tagLst>
</file>

<file path=ppt/tags/tag396.xml><?xml version="1.0" encoding="utf-8"?>
<p:tagLst xmlns:p="http://schemas.openxmlformats.org/presentationml/2006/main">
  <p:tag name="KSO_WM_UNIT_INDEX" val="8"/>
  <p:tag name="KSO_WM_UNIT_TYPE" val="d"/>
  <p:tag name="KSO_WM_BEAUTIFY_FLAG" val="#wm#"/>
</p:tagLst>
</file>

<file path=ppt/tags/tag397.xml><?xml version="1.0" encoding="utf-8"?>
<p:tagLst xmlns:p="http://schemas.openxmlformats.org/presentationml/2006/main">
  <p:tag name="KSO_WM_UNIT_INDEX" val="9"/>
  <p:tag name="KSO_WM_UNIT_TYPE" val="d"/>
  <p:tag name="KSO_WM_BEAUTIFY_FLAG" val="#wm#"/>
</p:tagLst>
</file>

<file path=ppt/tags/tag398.xml><?xml version="1.0" encoding="utf-8"?>
<p:tagLst xmlns:p="http://schemas.openxmlformats.org/presentationml/2006/main">
  <p:tag name="KSO_WM_UNIT_INDEX" val="10"/>
  <p:tag name="KSO_WM_UNIT_TYPE" val="β"/>
  <p:tag name="KSO_WM_BEAUTIFY_FLAG" val="#wm#"/>
</p:tagLst>
</file>

<file path=ppt/tags/tag399.xml><?xml version="1.0" encoding="utf-8"?>
<p:tagLst xmlns:p="http://schemas.openxmlformats.org/presentationml/2006/main">
  <p:tag name="KSO_WM_UNIT_INDEX" val="11"/>
  <p:tag name="KSO_WM_UNIT_TYPE" val="β"/>
  <p:tag name="KSO_WM_BEAUTIFY_FLAG" val="#wm#"/>
</p:tagLst>
</file>

<file path=ppt/tags/tag400.xml><?xml version="1.0" encoding="utf-8"?>
<p:tagLst xmlns:p="http://schemas.openxmlformats.org/presentationml/2006/main">
  <p:tag name="KSO_WM_UNIT_INDEX" val="12"/>
  <p:tag name="KSO_WM_UNIT_TYPE" val="β"/>
  <p:tag name="KSO_WM_BEAUTIFY_FLAG" val="#wm#"/>
</p:tagLst>
</file>

<file path=ppt/tags/tag401.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402.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403.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404.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05.xml><?xml version="1.0" encoding="utf-8"?>
<p:tagLst xmlns:p="http://schemas.openxmlformats.org/presentationml/2006/main">
  <p:tag name="KSO_WM_UNIT_INDEX" val="3"/>
  <p:tag name="KSO_WM_UNIT_TYPE" val="β"/>
  <p:tag name="KSO_WM_BEAUTIFY_FLAG" val="#wm#"/>
</p:tagLst>
</file>

<file path=ppt/tags/tag406.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407.xml><?xml version="1.0" encoding="utf-8"?>
<p:tagLst xmlns:p="http://schemas.openxmlformats.org/presentationml/2006/main">
  <p:tag name="KSO_WM_UNIT_INDEX" val="5"/>
  <p:tag name="KSO_WM_UNIT_TYPE" val="β"/>
  <p:tag name="KSO_WM_BEAUTIFY_FLAG" val="#wm#"/>
</p:tagLst>
</file>

<file path=ppt/tags/tag408.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409.xml><?xml version="1.0" encoding="utf-8"?>
<p:tagLst xmlns:p="http://schemas.openxmlformats.org/presentationml/2006/main">
  <p:tag name="KSO_WM_UNIT_INDEX" val="7"/>
  <p:tag name="KSO_WM_UNIT_TYPE" val="β"/>
  <p:tag name="KSO_WM_BEAUTIFY_FLAG" val="#wm#"/>
</p:tagLst>
</file>

<file path=ppt/tags/tag410.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411.xml><?xml version="1.0" encoding="utf-8"?>
<p:tagLst xmlns:p="http://schemas.openxmlformats.org/presentationml/2006/main">
  <p:tag name="KSO_WM_UNIT_INDEX" val="9"/>
  <p:tag name="KSO_WM_UNIT_TYPE" val="β"/>
  <p:tag name="KSO_WM_BEAUTIFY_FLAG" val="#wm#"/>
</p:tagLst>
</file>

<file path=ppt/tags/tag412.xml><?xml version="1.0" encoding="utf-8"?>
<p:tagLst xmlns:p="http://schemas.openxmlformats.org/presentationml/2006/main">
  <p:tag name="KSO_WM_UNIT_INDEX" val="11"/>
  <p:tag name="KSO_WM_UNIT_TYPE" val="d"/>
  <p:tag name="KSO_WM_BEAUTIFY_FLAG" val="#wm#"/>
</p:tagLst>
</file>

<file path=ppt/tags/tag413.xml><?xml version="1.0" encoding="utf-8"?>
<p:tagLst xmlns:p="http://schemas.openxmlformats.org/presentationml/2006/main">
  <p:tag name="KSO_WM_UNIT_INDEX" val="12"/>
  <p:tag name="KSO_WM_UNIT_TYPE" val="d"/>
  <p:tag name="KSO_WM_BEAUTIFY_FLAG" val="#wm#"/>
</p:tagLst>
</file>

<file path=ppt/tags/tag414.xml><?xml version="1.0" encoding="utf-8"?>
<p:tagLst xmlns:p="http://schemas.openxmlformats.org/presentationml/2006/main">
  <p:tag name="KSO_WM_UNIT_INDEX" val="13"/>
  <p:tag name="KSO_WM_UNIT_TYPE" val="β"/>
  <p:tag name="KSO_WM_BEAUTIFY_FLAG" val="#wm#"/>
</p:tagLst>
</file>

<file path=ppt/tags/tag41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416.xml><?xml version="1.0" encoding="utf-8"?>
<p:tagLst xmlns:p="http://schemas.openxmlformats.org/presentationml/2006/main">
  <p:tag name="KSO_WM_UNIT_INDEX" val="1"/>
  <p:tag name="KSO_WM_UNIT_TYPE" val="β"/>
  <p:tag name="KSO_WM_BEAUTIFY_FLAG" val="#wm#"/>
</p:tagLst>
</file>

<file path=ppt/tags/tag417.xml><?xml version="1.0" encoding="utf-8"?>
<p:tagLst xmlns:p="http://schemas.openxmlformats.org/presentationml/2006/main">
  <p:tag name="KSO_WM_UNIT_INDEX" val="2"/>
  <p:tag name="KSO_WM_UNIT_TYPE" val="β"/>
  <p:tag name="KSO_WM_BEAUTIFY_FLAG" val="#wm#"/>
</p:tagLst>
</file>

<file path=ppt/tags/tag418.xml><?xml version="1.0" encoding="utf-8"?>
<p:tagLst xmlns:p="http://schemas.openxmlformats.org/presentationml/2006/main">
  <p:tag name="KSO_WM_UNIT_INDEX" val="3"/>
  <p:tag name="KSO_WM_UNIT_TYPE" val="β"/>
  <p:tag name="KSO_WM_BEAUTIFY_FLAG" val="#wm#"/>
</p:tagLst>
</file>

<file path=ppt/tags/tag419.xml><?xml version="1.0" encoding="utf-8"?>
<p:tagLst xmlns:p="http://schemas.openxmlformats.org/presentationml/2006/main">
  <p:tag name="KSO_WM_UNIT_INDEX" val="5"/>
  <p:tag name="KSO_WM_UNIT_TYPE" val="β"/>
  <p:tag name="KSO_WM_BEAUTIFY_FLAG" val="#wm#"/>
</p:tagLst>
</file>

<file path=ppt/tags/tag420.xml><?xml version="1.0" encoding="utf-8"?>
<p:tagLst xmlns:p="http://schemas.openxmlformats.org/presentationml/2006/main">
  <p:tag name="KSO_WM_UNIT_INDEX" val="6"/>
  <p:tag name="KSO_WM_UNIT_TYPE" val="β"/>
  <p:tag name="KSO_WM_BEAUTIFY_FLAG" val="#wm#"/>
</p:tagLst>
</file>

<file path=ppt/tags/tag421.xml><?xml version="1.0" encoding="utf-8"?>
<p:tagLst xmlns:p="http://schemas.openxmlformats.org/presentationml/2006/main">
  <p:tag name="KSO_WM_UNIT_INDEX" val="7"/>
  <p:tag name="KSO_WM_UNIT_TYPE" val="β"/>
  <p:tag name="KSO_WM_BEAUTIFY_FLAG" val="#wm#"/>
</p:tagLst>
</file>

<file path=ppt/tags/tag422.xml><?xml version="1.0" encoding="utf-8"?>
<p:tagLst xmlns:p="http://schemas.openxmlformats.org/presentationml/2006/main">
  <p:tag name="KSO_WM_UNIT_INDEX" val="9"/>
  <p:tag name="KSO_WM_UNIT_TYPE" val="d"/>
  <p:tag name="KSO_WM_BEAUTIFY_FLAG" val="#wm#"/>
</p:tagLst>
</file>

<file path=ppt/tags/tag423.xml><?xml version="1.0" encoding="utf-8"?>
<p:tagLst xmlns:p="http://schemas.openxmlformats.org/presentationml/2006/main">
  <p:tag name="KSO_WM_UNIT_INDEX" val="10"/>
  <p:tag name="KSO_WM_UNIT_TYPE" val="d"/>
  <p:tag name="KSO_WM_BEAUTIFY_FLAG" val="#wm#"/>
</p:tagLst>
</file>

<file path=ppt/tags/tag424.xml><?xml version="1.0" encoding="utf-8"?>
<p:tagLst xmlns:p="http://schemas.openxmlformats.org/presentationml/2006/main">
  <p:tag name="KSO_WM_UNIT_INDEX" val="11"/>
  <p:tag name="KSO_WM_UNIT_TYPE" val="β"/>
  <p:tag name="KSO_WM_BEAUTIFY_FLAG" val="#wm#"/>
</p:tagLst>
</file>

<file path=ppt/tags/tag425.xml><?xml version="1.0" encoding="utf-8"?>
<p:tagLst xmlns:p="http://schemas.openxmlformats.org/presentationml/2006/main">
  <p:tag name="KSO_WM_UNIT_INDEX" val="13"/>
  <p:tag name="KSO_WM_UNIT_TYPE" val="β"/>
  <p:tag name="KSO_WM_BEAUTIFY_FLAG" val="#wm#"/>
</p:tagLst>
</file>

<file path=ppt/tags/tag426.xml><?xml version="1.0" encoding="utf-8"?>
<p:tagLst xmlns:p="http://schemas.openxmlformats.org/presentationml/2006/main">
  <p:tag name="KSO_WM_UNIT_INDEX" val="14"/>
  <p:tag name="KSO_WM_UNIT_TYPE" val="β"/>
  <p:tag name="KSO_WM_BEAUTIFY_FLAG" val="#wm#"/>
</p:tagLst>
</file>

<file path=ppt/tags/tag427.xml><?xml version="1.0" encoding="utf-8"?>
<p:tagLst xmlns:p="http://schemas.openxmlformats.org/presentationml/2006/main">
  <p:tag name="KSO_WM_UNIT_INDEX" val="15"/>
  <p:tag name="KSO_WM_UNIT_TYPE" val="β"/>
  <p:tag name="KSO_WM_BEAUTIFY_FLAG" val="#wm#"/>
</p:tagLst>
</file>

<file path=ppt/tags/tag428.xml><?xml version="1.0" encoding="utf-8"?>
<p:tagLst xmlns:p="http://schemas.openxmlformats.org/presentationml/2006/main">
  <p:tag name="KSO_WM_UNIT_INDEX" val="16"/>
  <p:tag name="KSO_WM_UNIT_TYPE" val="β"/>
  <p:tag name="KSO_WM_BEAUTIFY_FLAG" val="#wm#"/>
</p:tagLst>
</file>

<file path=ppt/tags/tag429.xml><?xml version="1.0" encoding="utf-8"?>
<p:tagLst xmlns:p="http://schemas.openxmlformats.org/presentationml/2006/main">
  <p:tag name="KSO_WM_UNIT_INDEX" val="17"/>
  <p:tag name="KSO_WM_UNIT_TYPE" val="β"/>
  <p:tag name="KSO_WM_BEAUTIFY_FLAG" val="#wm#"/>
</p:tagLst>
</file>

<file path=ppt/tags/tag430.xml><?xml version="1.0" encoding="utf-8"?>
<p:tagLst xmlns:p="http://schemas.openxmlformats.org/presentationml/2006/main">
  <p:tag name="KSO_WM_UNIT_INDEX" val="18"/>
  <p:tag name="KSO_WM_UNIT_TYPE" val="β"/>
  <p:tag name="KSO_WM_BEAUTIFY_FLAG" val="#wm#"/>
</p:tagLst>
</file>

<file path=ppt/tags/tag431.xml><?xml version="1.0" encoding="utf-8"?>
<p:tagLst xmlns:p="http://schemas.openxmlformats.org/presentationml/2006/main">
  <p:tag name="KSO_WM_UNIT_INDEX" val="19"/>
  <p:tag name="KSO_WM_UNIT_TYPE" val="β"/>
  <p:tag name="KSO_WM_BEAUTIFY_FLAG" val="#wm#"/>
</p:tagLst>
</file>

<file path=ppt/tags/tag432.xml><?xml version="1.0" encoding="utf-8"?>
<p:tagLst xmlns:p="http://schemas.openxmlformats.org/presentationml/2006/main">
  <p:tag name="KSO_WM_UNIT_INDEX" val="20"/>
  <p:tag name="KSO_WM_UNIT_TYPE" val="β"/>
  <p:tag name="KSO_WM_BEAUTIFY_FLAG" val="#wm#"/>
</p:tagLst>
</file>

<file path=ppt/tags/tag433.xml><?xml version="1.0" encoding="utf-8"?>
<p:tagLst xmlns:p="http://schemas.openxmlformats.org/presentationml/2006/main">
  <p:tag name="KSO_WM_UNIT_INDEX" val="21"/>
  <p:tag name="KSO_WM_UNIT_TYPE" val="β"/>
  <p:tag name="KSO_WM_BEAUTIFY_FLAG" val="#wm#"/>
</p:tagLst>
</file>

<file path=ppt/tags/tag434.xml><?xml version="1.0" encoding="utf-8"?>
<p:tagLst xmlns:p="http://schemas.openxmlformats.org/presentationml/2006/main">
  <p:tag name="KSO_WM_UNIT_INDEX" val="22"/>
  <p:tag name="KSO_WM_UNIT_TYPE" val="β"/>
  <p:tag name="KSO_WM_BEAUTIFY_FLAG" val="#wm#"/>
</p:tagLst>
</file>

<file path=ppt/tags/tag435.xml><?xml version="1.0" encoding="utf-8"?>
<p:tagLst xmlns:p="http://schemas.openxmlformats.org/presentationml/2006/main">
  <p:tag name="KSO_WM_UNIT_INDEX" val="23"/>
  <p:tag name="KSO_WM_UNIT_TYPE" val="β"/>
  <p:tag name="KSO_WM_BEAUTIFY_FLAG" val="#wm#"/>
</p:tagLst>
</file>

<file path=ppt/tags/tag436.xml><?xml version="1.0" encoding="utf-8"?>
<p:tagLst xmlns:p="http://schemas.openxmlformats.org/presentationml/2006/main">
  <p:tag name="KSO_WM_UNIT_INDEX" val="24"/>
  <p:tag name="KSO_WM_UNIT_TYPE" val="β"/>
  <p:tag name="KSO_WM_BEAUTIFY_FLAG" val="#wm#"/>
</p:tagLst>
</file>

<file path=ppt/tags/tag437.xml><?xml version="1.0" encoding="utf-8"?>
<p:tagLst xmlns:p="http://schemas.openxmlformats.org/presentationml/2006/main">
  <p:tag name="KSO_WM_UNIT_INDEX" val="25"/>
  <p:tag name="KSO_WM_UNIT_TYPE" val="β"/>
  <p:tag name="KSO_WM_BEAUTIFY_FLAG" val="#wm#"/>
</p:tagLst>
</file>

<file path=ppt/tags/tag438.xml><?xml version="1.0" encoding="utf-8"?>
<p:tagLst xmlns:p="http://schemas.openxmlformats.org/presentationml/2006/main">
  <p:tag name="KSO_WM_UNIT_INDEX" val="26"/>
  <p:tag name="KSO_WM_UNIT_TYPE" val="β"/>
  <p:tag name="KSO_WM_BEAUTIFY_FLAG" val="#wm#"/>
</p:tagLst>
</file>

<file path=ppt/tags/tag439.xml><?xml version="1.0" encoding="utf-8"?>
<p:tagLst xmlns:p="http://schemas.openxmlformats.org/presentationml/2006/main">
  <p:tag name="KSO_WM_UNIT_INDEX" val="27"/>
  <p:tag name="KSO_WM_UNIT_TYPE" val="β"/>
  <p:tag name="KSO_WM_BEAUTIFY_FLAG" val="#wm#"/>
</p:tagLst>
</file>

<file path=ppt/tags/tag440.xml><?xml version="1.0" encoding="utf-8"?>
<p:tagLst xmlns:p="http://schemas.openxmlformats.org/presentationml/2006/main">
  <p:tag name="KSO_WM_UNIT_INDEX" val="28"/>
  <p:tag name="KSO_WM_UNIT_TYPE" val="β"/>
  <p:tag name="KSO_WM_BEAUTIFY_FLAG" val="#wm#"/>
</p:tagLst>
</file>

<file path=ppt/tags/tag441.xml><?xml version="1.0" encoding="utf-8"?>
<p:tagLst xmlns:p="http://schemas.openxmlformats.org/presentationml/2006/main">
  <p:tag name="KSO_WM_UNIT_INDEX" val="29"/>
  <p:tag name="KSO_WM_UNIT_TYPE" val="β"/>
  <p:tag name="KSO_WM_BEAUTIFY_FLAG" val="#wm#"/>
</p:tagLst>
</file>

<file path=ppt/tags/tag442.xml><?xml version="1.0" encoding="utf-8"?>
<p:tagLst xmlns:p="http://schemas.openxmlformats.org/presentationml/2006/main">
  <p:tag name="KSO_WM_UNIT_INDEX" val="30"/>
  <p:tag name="KSO_WM_UNIT_TYPE" val="β"/>
  <p:tag name="KSO_WM_BEAUTIFY_FLAG" val="#wm#"/>
</p:tagLst>
</file>

<file path=ppt/tags/tag443.xml><?xml version="1.0" encoding="utf-8"?>
<p:tagLst xmlns:p="http://schemas.openxmlformats.org/presentationml/2006/main">
  <p:tag name="KSO_WM_UNIT_INDEX" val="31"/>
  <p:tag name="KSO_WM_UNIT_TYPE" val="β"/>
  <p:tag name="KSO_WM_BEAUTIFY_FLAG" val="#wm#"/>
</p:tagLst>
</file>

<file path=ppt/tags/tag444.xml><?xml version="1.0" encoding="utf-8"?>
<p:tagLst xmlns:p="http://schemas.openxmlformats.org/presentationml/2006/main">
  <p:tag name="KSO_WM_UNIT_INDEX" val="32"/>
  <p:tag name="KSO_WM_UNIT_TYPE" val="β"/>
  <p:tag name="KSO_WM_BEAUTIFY_FLAG" val="#wm#"/>
</p:tagLst>
</file>

<file path=ppt/tags/tag445.xml><?xml version="1.0" encoding="utf-8"?>
<p:tagLst xmlns:p="http://schemas.openxmlformats.org/presentationml/2006/main">
  <p:tag name="KSO_WM_UNIT_INDEX" val="33"/>
  <p:tag name="KSO_WM_UNIT_TYPE" val="β"/>
  <p:tag name="KSO_WM_BEAUTIFY_FLAG" val="#wm#"/>
</p:tagLst>
</file>

<file path=ppt/tags/tag446.xml><?xml version="1.0" encoding="utf-8"?>
<p:tagLst xmlns:p="http://schemas.openxmlformats.org/presentationml/2006/main">
  <p:tag name="KSO_WM_UNIT_INDEX" val="34"/>
  <p:tag name="KSO_WM_UNIT_TYPE" val="β"/>
  <p:tag name="KSO_WM_BEAUTIFY_FLAG" val="#wm#"/>
</p:tagLst>
</file>

<file path=ppt/tags/tag447.xml><?xml version="1.0" encoding="utf-8"?>
<p:tagLst xmlns:p="http://schemas.openxmlformats.org/presentationml/2006/main">
  <p:tag name="KSO_WM_UNIT_INDEX" val="35"/>
  <p:tag name="KSO_WM_UNIT_TYPE" val="β"/>
  <p:tag name="KSO_WM_BEAUTIFY_FLAG" val="#wm#"/>
</p:tagLst>
</file>

<file path=ppt/tags/tag448.xml><?xml version="1.0" encoding="utf-8"?>
<p:tagLst xmlns:p="http://schemas.openxmlformats.org/presentationml/2006/main">
  <p:tag name="KSO_WM_UNIT_INDEX" val="36"/>
  <p:tag name="KSO_WM_UNIT_TYPE" val="β"/>
  <p:tag name="KSO_WM_BEAUTIFY_FLAG" val="#wm#"/>
</p:tagLst>
</file>

<file path=ppt/tags/tag449.xml><?xml version="1.0" encoding="utf-8"?>
<p:tagLst xmlns:p="http://schemas.openxmlformats.org/presentationml/2006/main">
  <p:tag name="KSO_WM_UNIT_INDEX" val="37"/>
  <p:tag name="KSO_WM_UNIT_TYPE" val="β"/>
  <p:tag name="KSO_WM_BEAUTIFY_FLAG" val="#wm#"/>
</p:tagLst>
</file>

<file path=ppt/tags/tag450.xml><?xml version="1.0" encoding="utf-8"?>
<p:tagLst xmlns:p="http://schemas.openxmlformats.org/presentationml/2006/main">
  <p:tag name="KSO_WM_UNIT_INDEX" val="38"/>
  <p:tag name="KSO_WM_UNIT_TYPE" val="β"/>
  <p:tag name="KSO_WM_BEAUTIFY_FLAG" val="#wm#"/>
</p:tagLst>
</file>

<file path=ppt/tags/tag451.xml><?xml version="1.0" encoding="utf-8"?>
<p:tagLst xmlns:p="http://schemas.openxmlformats.org/presentationml/2006/main">
  <p:tag name="KSO_WM_UNIT_INDEX" val="39"/>
  <p:tag name="KSO_WM_UNIT_TYPE" val="β"/>
  <p:tag name="KSO_WM_BEAUTIFY_FLAG" val="#wm#"/>
</p:tagLst>
</file>

<file path=ppt/tags/tag452.xml><?xml version="1.0" encoding="utf-8"?>
<p:tagLst xmlns:p="http://schemas.openxmlformats.org/presentationml/2006/main">
  <p:tag name="KSO_WM_UNIT_INDEX" val="40"/>
  <p:tag name="KSO_WM_UNIT_TYPE" val="β"/>
  <p:tag name="KSO_WM_BEAUTIFY_FLAG" val="#wm#"/>
</p:tagLst>
</file>

<file path=ppt/tags/tag453.xml><?xml version="1.0" encoding="utf-8"?>
<p:tagLst xmlns:p="http://schemas.openxmlformats.org/presentationml/2006/main">
  <p:tag name="KSO_WM_UNIT_INDEX" val="41"/>
  <p:tag name="KSO_WM_UNIT_TYPE" val="β"/>
  <p:tag name="KSO_WM_BEAUTIFY_FLAG" val="#wm#"/>
</p:tagLst>
</file>

<file path=ppt/tags/tag454.xml><?xml version="1.0" encoding="utf-8"?>
<p:tagLst xmlns:p="http://schemas.openxmlformats.org/presentationml/2006/main">
  <p:tag name="KSO_WM_UNIT_INDEX" val="42"/>
  <p:tag name="KSO_WM_UNIT_TYPE" val="β"/>
  <p:tag name="KSO_WM_BEAUTIFY_FLAG" val="#wm#"/>
</p:tagLst>
</file>

<file path=ppt/tags/tag455.xml><?xml version="1.0" encoding="utf-8"?>
<p:tagLst xmlns:p="http://schemas.openxmlformats.org/presentationml/2006/main">
  <p:tag name="KSO_WM_UNIT_INDEX" val="43"/>
  <p:tag name="KSO_WM_UNIT_TYPE" val="β"/>
  <p:tag name="KSO_WM_BEAUTIFY_FLAG" val="#wm#"/>
</p:tagLst>
</file>

<file path=ppt/tags/tag456.xml><?xml version="1.0" encoding="utf-8"?>
<p:tagLst xmlns:p="http://schemas.openxmlformats.org/presentationml/2006/main">
  <p:tag name="KSO_WM_UNIT_INDEX" val="44"/>
  <p:tag name="KSO_WM_UNIT_TYPE" val="β"/>
  <p:tag name="KSO_WM_BEAUTIFY_FLAG" val="#wm#"/>
</p:tagLst>
</file>

<file path=ppt/tags/tag457.xml><?xml version="1.0" encoding="utf-8"?>
<p:tagLst xmlns:p="http://schemas.openxmlformats.org/presentationml/2006/main">
  <p:tag name="KSO_WM_UNIT_INDEX" val="45"/>
  <p:tag name="KSO_WM_UNIT_TYPE" val="β"/>
  <p:tag name="KSO_WM_BEAUTIFY_FLAG" val="#wm#"/>
</p:tagLst>
</file>

<file path=ppt/tags/tag458.xml><?xml version="1.0" encoding="utf-8"?>
<p:tagLst xmlns:p="http://schemas.openxmlformats.org/presentationml/2006/main">
  <p:tag name="KSO_WM_UNIT_INDEX" val="46"/>
  <p:tag name="KSO_WM_UNIT_TYPE" val="β"/>
  <p:tag name="KSO_WM_BEAUTIFY_FLAG" val="#wm#"/>
</p:tagLst>
</file>

<file path=ppt/tags/tag459.xml><?xml version="1.0" encoding="utf-8"?>
<p:tagLst xmlns:p="http://schemas.openxmlformats.org/presentationml/2006/main">
  <p:tag name="KSO_WM_UNIT_INDEX" val="47"/>
  <p:tag name="KSO_WM_UNIT_TYPE" val="β"/>
  <p:tag name="KSO_WM_BEAUTIFY_FLAG" val="#wm#"/>
</p:tagLst>
</file>

<file path=ppt/tags/tag460.xml><?xml version="1.0" encoding="utf-8"?>
<p:tagLst xmlns:p="http://schemas.openxmlformats.org/presentationml/2006/main">
  <p:tag name="KSO_WM_UNIT_INDEX" val="48"/>
  <p:tag name="KSO_WM_UNIT_TYPE" val="β"/>
  <p:tag name="KSO_WM_BEAUTIFY_FLAG" val="#wm#"/>
</p:tagLst>
</file>

<file path=ppt/tags/tag461.xml><?xml version="1.0" encoding="utf-8"?>
<p:tagLst xmlns:p="http://schemas.openxmlformats.org/presentationml/2006/main">
  <p:tag name="KSO_WM_UNIT_INDEX" val="49"/>
  <p:tag name="KSO_WM_UNIT_TYPE" val="β"/>
  <p:tag name="KSO_WM_BEAUTIFY_FLAG" val="#wm#"/>
</p:tagLst>
</file>

<file path=ppt/tags/tag462.xml><?xml version="1.0" encoding="utf-8"?>
<p:tagLst xmlns:p="http://schemas.openxmlformats.org/presentationml/2006/main">
  <p:tag name="KSO_WM_UNIT_INDEX" val="50"/>
  <p:tag name="KSO_WM_UNIT_TYPE" val="β"/>
  <p:tag name="KSO_WM_BEAUTIFY_FLAG" val="#wm#"/>
</p:tagLst>
</file>

<file path=ppt/tags/tag463.xml><?xml version="1.0" encoding="utf-8"?>
<p:tagLst xmlns:p="http://schemas.openxmlformats.org/presentationml/2006/main">
  <p:tag name="KSO_WM_UNIT_INDEX" val="51"/>
  <p:tag name="KSO_WM_UNIT_TYPE" val="β"/>
  <p:tag name="KSO_WM_BEAUTIFY_FLAG" val="#wm#"/>
</p:tagLst>
</file>

<file path=ppt/tags/tag464.xml><?xml version="1.0" encoding="utf-8"?>
<p:tagLst xmlns:p="http://schemas.openxmlformats.org/presentationml/2006/main">
  <p:tag name="KSO_WM_UNIT_INDEX" val="52"/>
  <p:tag name="KSO_WM_UNIT_TYPE" val="β"/>
  <p:tag name="KSO_WM_BEAUTIFY_FLAG" val="#wm#"/>
</p:tagLst>
</file>

<file path=ppt/tags/tag465.xml><?xml version="1.0" encoding="utf-8"?>
<p:tagLst xmlns:p="http://schemas.openxmlformats.org/presentationml/2006/main">
  <p:tag name="KSO_WM_UNIT_INDEX" val="53"/>
  <p:tag name="KSO_WM_UNIT_TYPE" val="β"/>
  <p:tag name="KSO_WM_BEAUTIFY_FLAG" val="#wm#"/>
</p:tagLst>
</file>

<file path=ppt/tags/tag466.xml><?xml version="1.0" encoding="utf-8"?>
<p:tagLst xmlns:p="http://schemas.openxmlformats.org/presentationml/2006/main">
  <p:tag name="KSO_WM_UNIT_INDEX" val="54"/>
  <p:tag name="KSO_WM_UNIT_TYPE" val="β"/>
  <p:tag name="KSO_WM_BEAUTIFY_FLAG" val="#wm#"/>
</p:tagLst>
</file>

<file path=ppt/tags/tag467.xml><?xml version="1.0" encoding="utf-8"?>
<p:tagLst xmlns:p="http://schemas.openxmlformats.org/presentationml/2006/main">
  <p:tag name="KSO_WM_UNIT_INDEX" val="55"/>
  <p:tag name="KSO_WM_UNIT_TYPE" val="β"/>
  <p:tag name="KSO_WM_BEAUTIFY_FLAG" val="#wm#"/>
</p:tagLst>
</file>

<file path=ppt/tags/tag468.xml><?xml version="1.0" encoding="utf-8"?>
<p:tagLst xmlns:p="http://schemas.openxmlformats.org/presentationml/2006/main">
  <p:tag name="KSO_WM_UNIT_INDEX" val="56"/>
  <p:tag name="KSO_WM_UNIT_TYPE" val="β"/>
  <p:tag name="KSO_WM_BEAUTIFY_FLAG" val="#wm#"/>
</p:tagLst>
</file>

<file path=ppt/tags/tag469.xml><?xml version="1.0" encoding="utf-8"?>
<p:tagLst xmlns:p="http://schemas.openxmlformats.org/presentationml/2006/main">
  <p:tag name="KSO_WM_UNIT_INDEX" val="57"/>
  <p:tag name="KSO_WM_UNIT_TYPE" val="β"/>
  <p:tag name="KSO_WM_BEAUTIFY_FLAG" val="#wm#"/>
</p:tagLst>
</file>

<file path=ppt/tags/tag470.xml><?xml version="1.0" encoding="utf-8"?>
<p:tagLst xmlns:p="http://schemas.openxmlformats.org/presentationml/2006/main">
  <p:tag name="KSO_WM_UNIT_INDEX" val="58"/>
  <p:tag name="KSO_WM_UNIT_TYPE" val="β"/>
  <p:tag name="KSO_WM_BEAUTIFY_FLAG" val="#wm#"/>
</p:tagLst>
</file>

<file path=ppt/tags/tag471.xml><?xml version="1.0" encoding="utf-8"?>
<p:tagLst xmlns:p="http://schemas.openxmlformats.org/presentationml/2006/main">
  <p:tag name="KSO_WM_UNIT_INDEX" val="59"/>
  <p:tag name="KSO_WM_UNIT_TYPE" val="β"/>
  <p:tag name="KSO_WM_BEAUTIFY_FLAG" val="#wm#"/>
</p:tagLst>
</file>

<file path=ppt/tags/tag472.xml><?xml version="1.0" encoding="utf-8"?>
<p:tagLst xmlns:p="http://schemas.openxmlformats.org/presentationml/2006/main">
  <p:tag name="KSO_WM_UNIT_INDEX" val="60"/>
  <p:tag name="KSO_WM_UNIT_TYPE" val="β"/>
  <p:tag name="KSO_WM_BEAUTIFY_FLAG" val="#wm#"/>
</p:tagLst>
</file>

<file path=ppt/tags/tag473.xml><?xml version="1.0" encoding="utf-8"?>
<p:tagLst xmlns:p="http://schemas.openxmlformats.org/presentationml/2006/main">
  <p:tag name="KSO_WM_UNIT_INDEX" val="61"/>
  <p:tag name="KSO_WM_UNIT_TYPE" val="β"/>
  <p:tag name="KSO_WM_BEAUTIFY_FLAG" val="#wm#"/>
</p:tagLst>
</file>

<file path=ppt/tags/tag474.xml><?xml version="1.0" encoding="utf-8"?>
<p:tagLst xmlns:p="http://schemas.openxmlformats.org/presentationml/2006/main">
  <p:tag name="KSO_WM_UNIT_INDEX" val="62"/>
  <p:tag name="KSO_WM_UNIT_TYPE" val="β"/>
  <p:tag name="KSO_WM_BEAUTIFY_FLAG" val="#wm#"/>
</p:tagLst>
</file>

<file path=ppt/tags/tag475.xml><?xml version="1.0" encoding="utf-8"?>
<p:tagLst xmlns:p="http://schemas.openxmlformats.org/presentationml/2006/main">
  <p:tag name="KSO_WM_UNIT_INDEX" val="63"/>
  <p:tag name="KSO_WM_UNIT_TYPE" val="β"/>
  <p:tag name="KSO_WM_BEAUTIFY_FLAG" val="#wm#"/>
</p:tagLst>
</file>

<file path=ppt/tags/tag476.xml><?xml version="1.0" encoding="utf-8"?>
<p:tagLst xmlns:p="http://schemas.openxmlformats.org/presentationml/2006/main">
  <p:tag name="KSO_WM_UNIT_INDEX" val="64"/>
  <p:tag name="KSO_WM_UNIT_TYPE" val="β"/>
  <p:tag name="KSO_WM_BEAUTIFY_FLAG" val="#wm#"/>
</p:tagLst>
</file>

<file path=ppt/tags/tag477.xml><?xml version="1.0" encoding="utf-8"?>
<p:tagLst xmlns:p="http://schemas.openxmlformats.org/presentationml/2006/main">
  <p:tag name="KSO_WM_UNIT_INDEX" val="65"/>
  <p:tag name="KSO_WM_UNIT_TYPE" val="β"/>
  <p:tag name="KSO_WM_BEAUTIFY_FLAG" val="#wm#"/>
</p:tagLst>
</file>

<file path=ppt/tags/tag478.xml><?xml version="1.0" encoding="utf-8"?>
<p:tagLst xmlns:p="http://schemas.openxmlformats.org/presentationml/2006/main">
  <p:tag name="KSO_WM_UNIT_INDEX" val="66"/>
  <p:tag name="KSO_WM_UNIT_TYPE" val="β"/>
  <p:tag name="KSO_WM_BEAUTIFY_FLAG" val="#wm#"/>
</p:tagLst>
</file>

<file path=ppt/tags/tag479.xml><?xml version="1.0" encoding="utf-8"?>
<p:tagLst xmlns:p="http://schemas.openxmlformats.org/presentationml/2006/main">
  <p:tag name="KSO_WM_UNIT_INDEX" val="67"/>
  <p:tag name="KSO_WM_UNIT_TYPE" val="β"/>
  <p:tag name="KSO_WM_BEAUTIFY_FLAG" val="#wm#"/>
</p:tagLst>
</file>

<file path=ppt/tags/tag480.xml><?xml version="1.0" encoding="utf-8"?>
<p:tagLst xmlns:p="http://schemas.openxmlformats.org/presentationml/2006/main">
  <p:tag name="KSO_WM_UNIT_INDEX" val="68"/>
  <p:tag name="KSO_WM_UNIT_TYPE" val="β"/>
  <p:tag name="KSO_WM_BEAUTIFY_FLAG" val="#wm#"/>
</p:tagLst>
</file>

<file path=ppt/tags/tag481.xml><?xml version="1.0" encoding="utf-8"?>
<p:tagLst xmlns:p="http://schemas.openxmlformats.org/presentationml/2006/main">
  <p:tag name="KSO_WM_UNIT_INDEX" val="69"/>
  <p:tag name="KSO_WM_UNIT_TYPE" val="β"/>
  <p:tag name="KSO_WM_BEAUTIFY_FLAG" val="#wm#"/>
</p:tagLst>
</file>

<file path=ppt/tags/tag482.xml><?xml version="1.0" encoding="utf-8"?>
<p:tagLst xmlns:p="http://schemas.openxmlformats.org/presentationml/2006/main">
  <p:tag name="KSO_WM_UNIT_INDEX" val="70"/>
  <p:tag name="KSO_WM_UNIT_TYPE" val="β"/>
  <p:tag name="KSO_WM_BEAUTIFY_FLAG" val="#wm#"/>
</p:tagLst>
</file>

<file path=ppt/tags/tag483.xml><?xml version="1.0" encoding="utf-8"?>
<p:tagLst xmlns:p="http://schemas.openxmlformats.org/presentationml/2006/main">
  <p:tag name="KSO_WM_UNIT_INDEX" val="71"/>
  <p:tag name="KSO_WM_UNIT_TYPE" val="β"/>
  <p:tag name="KSO_WM_BEAUTIFY_FLAG" val="#wm#"/>
</p:tagLst>
</file>

<file path=ppt/tags/tag484.xml><?xml version="1.0" encoding="utf-8"?>
<p:tagLst xmlns:p="http://schemas.openxmlformats.org/presentationml/2006/main">
  <p:tag name="KSO_WM_UNIT_INDEX" val="72"/>
  <p:tag name="KSO_WM_UNIT_TYPE" val="β"/>
  <p:tag name="KSO_WM_BEAUTIFY_FLAG" val="#wm#"/>
</p:tagLst>
</file>

<file path=ppt/tags/tag485.xml><?xml version="1.0" encoding="utf-8"?>
<p:tagLst xmlns:p="http://schemas.openxmlformats.org/presentationml/2006/main">
  <p:tag name="KSO_WM_UNIT_INDEX" val="73"/>
  <p:tag name="KSO_WM_UNIT_TYPE" val="β"/>
  <p:tag name="KSO_WM_BEAUTIFY_FLAG" val="#wm#"/>
</p:tagLst>
</file>

<file path=ppt/tags/tag486.xml><?xml version="1.0" encoding="utf-8"?>
<p:tagLst xmlns:p="http://schemas.openxmlformats.org/presentationml/2006/main">
  <p:tag name="KSO_WM_UNIT_INDEX" val="74"/>
  <p:tag name="KSO_WM_UNIT_TYPE" val="β"/>
  <p:tag name="KSO_WM_BEAUTIFY_FLAG" val="#wm#"/>
</p:tagLst>
</file>

<file path=ppt/tags/tag487.xml><?xml version="1.0" encoding="utf-8"?>
<p:tagLst xmlns:p="http://schemas.openxmlformats.org/presentationml/2006/main">
  <p:tag name="KSO_WM_UNIT_INDEX" val="75"/>
  <p:tag name="KSO_WM_UNIT_TYPE" val="β"/>
  <p:tag name="KSO_WM_BEAUTIFY_FLAG" val="#wm#"/>
</p:tagLst>
</file>

<file path=ppt/tags/tag488.xml><?xml version="1.0" encoding="utf-8"?>
<p:tagLst xmlns:p="http://schemas.openxmlformats.org/presentationml/2006/main">
  <p:tag name="KSO_WM_UNIT_INDEX" val="4"/>
  <p:tag name="KSO_WM_UNIT_TYPE" val="a"/>
  <p:tag name="KSO_WM_BEAUTIFY_FLAG" val="#wm#"/>
</p:tagLst>
</file>

<file path=ppt/tags/tag489.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490.xml><?xml version="1.0" encoding="utf-8"?>
<p:tagLst xmlns:p="http://schemas.openxmlformats.org/presentationml/2006/main">
  <p:tag name="KSO_WM_UNIT_INDEX" val="1"/>
  <p:tag name="KSO_WM_UNIT_TYPE" val="β"/>
  <p:tag name="KSO_WM_BEAUTIFY_FLAG" val="#wm#"/>
</p:tagLst>
</file>

<file path=ppt/tags/tag491.xml><?xml version="1.0" encoding="utf-8"?>
<p:tagLst xmlns:p="http://schemas.openxmlformats.org/presentationml/2006/main">
  <p:tag name="KSO_WM_UNIT_INDEX" val="2"/>
  <p:tag name="KSO_WM_UNIT_TYPE" val="β"/>
  <p:tag name="KSO_WM_BEAUTIFY_FLAG" val="#wm#"/>
</p:tagLst>
</file>

<file path=ppt/tags/tag492.xml><?xml version="1.0" encoding="utf-8"?>
<p:tagLst xmlns:p="http://schemas.openxmlformats.org/presentationml/2006/main">
  <p:tag name="KSO_WM_UNIT_INDEX" val="3"/>
  <p:tag name="KSO_WM_UNIT_TYPE" val="β"/>
  <p:tag name="KSO_WM_BEAUTIFY_FLAG" val="#wm#"/>
</p:tagLst>
</file>

<file path=ppt/tags/tag493.xml><?xml version="1.0" encoding="utf-8"?>
<p:tagLst xmlns:p="http://schemas.openxmlformats.org/presentationml/2006/main">
  <p:tag name="KSO_WM_UNIT_INDEX" val="5"/>
  <p:tag name="KSO_WM_UNIT_TYPE" val="β"/>
  <p:tag name="KSO_WM_BEAUTIFY_FLAG" val="#wm#"/>
</p:tagLst>
</file>

<file path=ppt/tags/tag494.xml><?xml version="1.0" encoding="utf-8"?>
<p:tagLst xmlns:p="http://schemas.openxmlformats.org/presentationml/2006/main">
  <p:tag name="KSO_WM_UNIT_INDEX" val="6"/>
  <p:tag name="KSO_WM_UNIT_TYPE" val="β"/>
  <p:tag name="KSO_WM_BEAUTIFY_FLAG" val="#wm#"/>
</p:tagLst>
</file>

<file path=ppt/tags/tag495.xml><?xml version="1.0" encoding="utf-8"?>
<p:tagLst xmlns:p="http://schemas.openxmlformats.org/presentationml/2006/main">
  <p:tag name="KSO_WM_UNIT_INDEX" val="7"/>
  <p:tag name="KSO_WM_UNIT_TYPE" val="β"/>
  <p:tag name="KSO_WM_BEAUTIFY_FLAG" val="#wm#"/>
</p:tagLst>
</file>

<file path=ppt/tags/tag496.xml><?xml version="1.0" encoding="utf-8"?>
<p:tagLst xmlns:p="http://schemas.openxmlformats.org/presentationml/2006/main">
  <p:tag name="KSO_WM_UNIT_INDEX" val="8"/>
  <p:tag name="KSO_WM_UNIT_TYPE" val="β"/>
  <p:tag name="KSO_WM_BEAUTIFY_FLAG" val="#wm#"/>
</p:tagLst>
</file>

<file path=ppt/tags/tag497.xml><?xml version="1.0" encoding="utf-8"?>
<p:tagLst xmlns:p="http://schemas.openxmlformats.org/presentationml/2006/main">
  <p:tag name="KSO_WM_UNIT_INDEX" val="9"/>
  <p:tag name="KSO_WM_UNIT_TYPE" val="β"/>
  <p:tag name="KSO_WM_BEAUTIFY_FLAG" val="#wm#"/>
</p:tagLst>
</file>

<file path=ppt/tags/tag498.xml><?xml version="1.0" encoding="utf-8"?>
<p:tagLst xmlns:p="http://schemas.openxmlformats.org/presentationml/2006/main">
  <p:tag name="KSO_WM_UNIT_INDEX" val="10"/>
  <p:tag name="KSO_WM_UNIT_TYPE" val="β"/>
  <p:tag name="KSO_WM_BEAUTIFY_FLAG" val="#wm#"/>
</p:tagLst>
</file>

<file path=ppt/tags/tag499.xml><?xml version="1.0" encoding="utf-8"?>
<p:tagLst xmlns:p="http://schemas.openxmlformats.org/presentationml/2006/main">
  <p:tag name="KSO_WM_UNIT_INDEX" val="11"/>
  <p:tag name="KSO_WM_UNIT_TYPE" val="β"/>
  <p:tag name="KSO_WM_BEAUTIFY_FLAG" val="#wm#"/>
</p:tagLst>
</file>

<file path=ppt/tags/tag500.xml><?xml version="1.0" encoding="utf-8"?>
<p:tagLst xmlns:p="http://schemas.openxmlformats.org/presentationml/2006/main">
  <p:tag name="KSO_WM_UNIT_INDEX" val="13"/>
  <p:tag name="KSO_WM_UNIT_TYPE" val="β"/>
  <p:tag name="KSO_WM_BEAUTIFY_FLAG" val="#wm#"/>
</p:tagLst>
</file>

<file path=ppt/tags/tag501.xml><?xml version="1.0" encoding="utf-8"?>
<p:tagLst xmlns:p="http://schemas.openxmlformats.org/presentationml/2006/main">
  <p:tag name="KSO_WM_UNIT_INDEX" val="14"/>
  <p:tag name="KSO_WM_UNIT_TYPE" val="β"/>
  <p:tag name="KSO_WM_BEAUTIFY_FLAG" val="#wm#"/>
</p:tagLst>
</file>

<file path=ppt/tags/tag502.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503.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504.xml><?xml version="1.0" encoding="utf-8"?>
<p:tagLst xmlns:p="http://schemas.openxmlformats.org/presentationml/2006/main">
  <p:tag name="KSO_WM_UNIT_INDEX" val="17"/>
  <p:tag name="KSO_WM_UNIT_TYPE" val="β"/>
  <p:tag name="KSO_WM_BEAUTIFY_FLAG" val="#wm#"/>
</p:tagLst>
</file>

<file path=ppt/tags/tag505.xml><?xml version="1.0" encoding="utf-8"?>
<p:tagLst xmlns:p="http://schemas.openxmlformats.org/presentationml/2006/main">
  <p:tag name="KSO_WM_UNIT_INDEX" val="18"/>
  <p:tag name="KSO_WM_UNIT_TYPE" val="β"/>
  <p:tag name="KSO_WM_BEAUTIFY_FLAG" val="#wm#"/>
</p:tagLst>
</file>

<file path=ppt/tags/tag506.xml><?xml version="1.0" encoding="utf-8"?>
<p:tagLst xmlns:p="http://schemas.openxmlformats.org/presentationml/2006/main">
  <p:tag name="KSO_WM_UNIT_INDEX" val="19"/>
  <p:tag name="KSO_WM_UNIT_TYPE" val="d"/>
  <p:tag name="KSO_WM_BEAUTIFY_FLAG" val="#wm#"/>
</p:tagLst>
</file>

<file path=ppt/tags/tag507.xml><?xml version="1.0" encoding="utf-8"?>
<p:tagLst xmlns:p="http://schemas.openxmlformats.org/presentationml/2006/main">
  <p:tag name="KSO_WM_UNIT_INDEX" val="20"/>
  <p:tag name="KSO_WM_UNIT_TYPE" val="d"/>
  <p:tag name="KSO_WM_BEAUTIFY_FLAG" val="#wm#"/>
</p:tagLst>
</file>

<file path=ppt/tags/tag508.xml><?xml version="1.0" encoding="utf-8"?>
<p:tagLst xmlns:p="http://schemas.openxmlformats.org/presentationml/2006/main">
  <p:tag name="KSO_WM_UNIT_INDEX" val="21"/>
  <p:tag name="KSO_WM_UNIT_TYPE" val="β"/>
  <p:tag name="KSO_WM_BEAUTIFY_FLAG" val="#wm#"/>
</p:tagLst>
</file>

<file path=ppt/tags/tag509.xml><?xml version="1.0" encoding="utf-8"?>
<p:tagLst xmlns:p="http://schemas.openxmlformats.org/presentationml/2006/main">
  <p:tag name="KSO_WM_UNIT_INDEX" val="22"/>
  <p:tag name="KSO_WM_UNIT_TYPE" val="β"/>
  <p:tag name="KSO_WM_BEAUTIFY_FLAG" val="#wm#"/>
</p:tagLst>
</file>

<file path=ppt/tags/tag510.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511.xml><?xml version="1.0" encoding="utf-8"?>
<p:tagLst xmlns:p="http://schemas.openxmlformats.org/presentationml/2006/main">
  <p:tag name="KSO_WM_UNIT_INDEX" val="24"/>
  <p:tag name="KSO_WM_UNIT_TYPE" val="β"/>
  <p:tag name="KSO_WM_BEAUTIFY_FLAG" val="#wm#"/>
</p:tagLst>
</file>

<file path=ppt/tags/tag512.xml><?xml version="1.0" encoding="utf-8"?>
<p:tagLst xmlns:p="http://schemas.openxmlformats.org/presentationml/2006/main">
  <p:tag name="KSO_WM_UNIT_INDEX" val="25"/>
  <p:tag name="KSO_WM_UNIT_TYPE" val="β"/>
  <p:tag name="KSO_WM_BEAUTIFY_FLAG" val="#wm#"/>
</p:tagLst>
</file>

<file path=ppt/tags/tag513.xml><?xml version="1.0" encoding="utf-8"?>
<p:tagLst xmlns:p="http://schemas.openxmlformats.org/presentationml/2006/main">
  <p:tag name="KSO_WM_UNIT_INDEX" val="26"/>
  <p:tag name="KSO_WM_UNIT_TYPE" val="β"/>
  <p:tag name="KSO_WM_BEAUTIFY_FLAG" val="#wm#"/>
</p:tagLst>
</file>

<file path=ppt/tags/tag514.xml><?xml version="1.0" encoding="utf-8"?>
<p:tagLst xmlns:p="http://schemas.openxmlformats.org/presentationml/2006/main">
  <p:tag name="KSO_WM_UNIT_INDEX" val="27"/>
  <p:tag name="KSO_WM_UNIT_TYPE" val="β"/>
  <p:tag name="KSO_WM_BEAUTIFY_FLAG" val="#wm#"/>
</p:tagLst>
</file>

<file path=ppt/tags/tag515.xml><?xml version="1.0" encoding="utf-8"?>
<p:tagLst xmlns:p="http://schemas.openxmlformats.org/presentationml/2006/main">
  <p:tag name="KSO_WM_UNIT_INDEX" val="28"/>
  <p:tag name="KSO_WM_UNIT_TYPE" val="β"/>
  <p:tag name="KSO_WM_BEAUTIFY_FLAG" val="#wm#"/>
</p:tagLst>
</file>

<file path=ppt/tags/tag516.xml><?xml version="1.0" encoding="utf-8"?>
<p:tagLst xmlns:p="http://schemas.openxmlformats.org/presentationml/2006/main">
  <p:tag name="KSO_WM_UNIT_INDEX" val="29"/>
  <p:tag name="KSO_WM_UNIT_TYPE" val="β"/>
  <p:tag name="KSO_WM_BEAUTIFY_FLAG" val="#wm#"/>
</p:tagLst>
</file>

<file path=ppt/tags/tag517.xml><?xml version="1.0" encoding="utf-8"?>
<p:tagLst xmlns:p="http://schemas.openxmlformats.org/presentationml/2006/main">
  <p:tag name="KSO_WM_UNIT_INDEX" val="30"/>
  <p:tag name="KSO_WM_UNIT_TYPE" val="β"/>
  <p:tag name="KSO_WM_BEAUTIFY_FLAG" val="#wm#"/>
</p:tagLst>
</file>

<file path=ppt/tags/tag518.xml><?xml version="1.0" encoding="utf-8"?>
<p:tagLst xmlns:p="http://schemas.openxmlformats.org/presentationml/2006/main">
  <p:tag name="KSO_WM_UNIT_INDEX" val="31"/>
  <p:tag name="KSO_WM_UNIT_TEXT_SUBTYPE" val="a"/>
  <p:tag name="KSO_WM_UNIT_SUBTYPE" val="a"/>
  <p:tag name="KSO_WM_UNIT_TYPE" val="f"/>
  <p:tag name="KSO_WM_BEAUTIFY_FLAG" val="#wm#"/>
</p:tagLst>
</file>

<file path=ppt/tags/tag519.xml><?xml version="1.0" encoding="utf-8"?>
<p:tagLst xmlns:p="http://schemas.openxmlformats.org/presentationml/2006/main">
  <p:tag name="KSO_WM_UNIT_INDEX" val="32"/>
  <p:tag name="KSO_WM_UNIT_TYPE" val="β"/>
  <p:tag name="KSO_WM_BEAUTIFY_FLAG" val="#wm#"/>
</p:tagLst>
</file>

<file path=ppt/tags/tag520.xml><?xml version="1.0" encoding="utf-8"?>
<p:tagLst xmlns:p="http://schemas.openxmlformats.org/presentationml/2006/main">
  <p:tag name="KSO_WM_UNIT_INDEX" val="33"/>
  <p:tag name="KSO_WM_UNIT_TYPE" val="β"/>
  <p:tag name="KSO_WM_BEAUTIFY_FLAG" val="#wm#"/>
</p:tagLst>
</file>

<file path=ppt/tags/tag521.xml><?xml version="1.0" encoding="utf-8"?>
<p:tagLst xmlns:p="http://schemas.openxmlformats.org/presentationml/2006/main">
  <p:tag name="KSO_WM_UNIT_INDEX" val="34"/>
  <p:tag name="KSO_WM_UNIT_TYPE" val="β"/>
  <p:tag name="KSO_WM_BEAUTIFY_FLAG" val="#wm#"/>
</p:tagLst>
</file>

<file path=ppt/tags/tag522.xml><?xml version="1.0" encoding="utf-8"?>
<p:tagLst xmlns:p="http://schemas.openxmlformats.org/presentationml/2006/main">
  <p:tag name="KSO_WM_UNIT_INDEX" val="35"/>
  <p:tag name="KSO_WM_UNIT_TYPE" val="β"/>
  <p:tag name="KSO_WM_BEAUTIFY_FLAG" val="#wm#"/>
</p:tagLst>
</file>

<file path=ppt/tags/tag523.xml><?xml version="1.0" encoding="utf-8"?>
<p:tagLst xmlns:p="http://schemas.openxmlformats.org/presentationml/2006/main">
  <p:tag name="KSO_WM_UNIT_INDEX" val="36"/>
  <p:tag name="KSO_WM_UNIT_TYPE" val="β"/>
  <p:tag name="KSO_WM_BEAUTIFY_FLAG" val="#wm#"/>
</p:tagLst>
</file>

<file path=ppt/tags/tag524.xml><?xml version="1.0" encoding="utf-8"?>
<p:tagLst xmlns:p="http://schemas.openxmlformats.org/presentationml/2006/main">
  <p:tag name="KSO_WM_UNIT_INDEX" val="37"/>
  <p:tag name="KSO_WM_UNIT_TYPE" val="β"/>
  <p:tag name="KSO_WM_BEAUTIFY_FLAG" val="#wm#"/>
</p:tagLst>
</file>

<file path=ppt/tags/tag525.xml><?xml version="1.0" encoding="utf-8"?>
<p:tagLst xmlns:p="http://schemas.openxmlformats.org/presentationml/2006/main">
  <p:tag name="KSO_WM_UNIT_INDEX" val="38"/>
  <p:tag name="KSO_WM_UNIT_TYPE" val="β"/>
  <p:tag name="KSO_WM_BEAUTIFY_FLAG" val="#wm#"/>
</p:tagLst>
</file>

<file path=ppt/tags/tag526.xml><?xml version="1.0" encoding="utf-8"?>
<p:tagLst xmlns:p="http://schemas.openxmlformats.org/presentationml/2006/main">
  <p:tag name="KSO_WM_UNIT_INDEX" val="39"/>
  <p:tag name="KSO_WM_UNIT_TYPE" val="β"/>
  <p:tag name="KSO_WM_BEAUTIFY_FLAG" val="#wm#"/>
</p:tagLst>
</file>

<file path=ppt/tags/tag527.xml><?xml version="1.0" encoding="utf-8"?>
<p:tagLst xmlns:p="http://schemas.openxmlformats.org/presentationml/2006/main">
  <p:tag name="KSO_WM_UNIT_INDEX" val="40"/>
  <p:tag name="KSO_WM_UNIT_TYPE" val="β"/>
  <p:tag name="KSO_WM_BEAUTIFY_FLAG" val="#wm#"/>
</p:tagLst>
</file>

<file path=ppt/tags/tag528.xml><?xml version="1.0" encoding="utf-8"?>
<p:tagLst xmlns:p="http://schemas.openxmlformats.org/presentationml/2006/main">
  <p:tag name="KSO_WM_UNIT_INDEX" val="41"/>
  <p:tag name="KSO_WM_UNIT_TYPE" val="β"/>
  <p:tag name="KSO_WM_BEAUTIFY_FLAG" val="#wm#"/>
</p:tagLst>
</file>

<file path=ppt/tags/tag529.xml><?xml version="1.0" encoding="utf-8"?>
<p:tagLst xmlns:p="http://schemas.openxmlformats.org/presentationml/2006/main">
  <p:tag name="KSO_WM_UNIT_INDEX" val="42"/>
  <p:tag name="KSO_WM_UNIT_TYPE" val="β"/>
  <p:tag name="KSO_WM_BEAUTIFY_FLAG" val="#wm#"/>
</p:tagLst>
</file>

<file path=ppt/tags/tag530.xml><?xml version="1.0" encoding="utf-8"?>
<p:tagLst xmlns:p="http://schemas.openxmlformats.org/presentationml/2006/main">
  <p:tag name="KSO_WM_UNIT_INDEX" val="43"/>
  <p:tag name="KSO_WM_UNIT_TYPE" val="β"/>
  <p:tag name="KSO_WM_BEAUTIFY_FLAG" val="#wm#"/>
</p:tagLst>
</file>

<file path=ppt/tags/tag531.xml><?xml version="1.0" encoding="utf-8"?>
<p:tagLst xmlns:p="http://schemas.openxmlformats.org/presentationml/2006/main">
  <p:tag name="KSO_WM_UNIT_INDEX" val="44"/>
  <p:tag name="KSO_WM_UNIT_TYPE" val="β"/>
  <p:tag name="KSO_WM_BEAUTIFY_FLAG" val="#wm#"/>
</p:tagLst>
</file>

<file path=ppt/tags/tag532.xml><?xml version="1.0" encoding="utf-8"?>
<p:tagLst xmlns:p="http://schemas.openxmlformats.org/presentationml/2006/main">
  <p:tag name="KSO_WM_UNIT_INDEX" val="45"/>
  <p:tag name="KSO_WM_UNIT_TYPE" val="β"/>
  <p:tag name="KSO_WM_BEAUTIFY_FLAG" val="#wm#"/>
</p:tagLst>
</file>

<file path=ppt/tags/tag533.xml><?xml version="1.0" encoding="utf-8"?>
<p:tagLst xmlns:p="http://schemas.openxmlformats.org/presentationml/2006/main">
  <p:tag name="KSO_WM_UNIT_INDEX" val="46"/>
  <p:tag name="KSO_WM_UNIT_TEXT_SUBTYPE" val="a"/>
  <p:tag name="KSO_WM_UNIT_SUBTYPE" val="a"/>
  <p:tag name="KSO_WM_UNIT_TYPE" val="f"/>
  <p:tag name="KSO_WM_BEAUTIFY_FLAG" val="#wm#"/>
</p:tagLst>
</file>

<file path=ppt/tags/tag534.xml><?xml version="1.0" encoding="utf-8"?>
<p:tagLst xmlns:p="http://schemas.openxmlformats.org/presentationml/2006/main">
  <p:tag name="KSO_WM_UNIT_INDEX" val="47"/>
  <p:tag name="KSO_WM_UNIT_TEXT_SUBTYPE" val="a"/>
  <p:tag name="KSO_WM_UNIT_SUBTYPE" val="a"/>
  <p:tag name="KSO_WM_UNIT_TYPE" val="f"/>
  <p:tag name="KSO_WM_BEAUTIFY_FLAG" val="#wm#"/>
</p:tagLst>
</file>

<file path=ppt/tags/tag535.xml><?xml version="1.0" encoding="utf-8"?>
<p:tagLst xmlns:p="http://schemas.openxmlformats.org/presentationml/2006/main">
  <p:tag name="KSO_WM_UNIT_INDEX" val="48"/>
  <p:tag name="KSO_WM_UNIT_TEXT_SUBTYPE" val="a"/>
  <p:tag name="KSO_WM_UNIT_SUBTYPE" val="a"/>
  <p:tag name="KSO_WM_UNIT_TYPE" val="f"/>
  <p:tag name="KSO_WM_BEAUTIFY_FLAG" val="#wm#"/>
</p:tagLst>
</file>

<file path=ppt/tags/tag536.xml><?xml version="1.0" encoding="utf-8"?>
<p:tagLst xmlns:p="http://schemas.openxmlformats.org/presentationml/2006/main">
  <p:tag name="KSO_WM_UNIT_INDEX" val="4"/>
  <p:tag name="KSO_WM_UNIT_TYPE" val="a"/>
  <p:tag name="KSO_WM_BEAUTIFY_FLAG" val="#wm#"/>
</p:tagLst>
</file>

<file path=ppt/tags/tag537.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538.xml><?xml version="1.0" encoding="utf-8"?>
<p:tagLst xmlns:p="http://schemas.openxmlformats.org/presentationml/2006/main">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987"/>
  <p:tag name="KSO_WM_SLIDE_TYPE" val="text"/>
  <p:tag name="KSO_WM_SLIDE_SUBTYPE" val="pureTxt"/>
  <p:tag name="KSO_WM_SLIDE_SIZE" val="850*457"/>
  <p:tag name="KSO_WM_SLIDE_POSITION" val="54*28"/>
  <p:tag name="KSO_WM_SLIDE_LAYOUT" val="a_f"/>
  <p:tag name="KSO_WM_SLIDE_LAYOUT_CNT" val="1_1"/>
</p:tagLst>
</file>

<file path=ppt/tags/tag539.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54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541.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542.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543.xml><?xml version="1.0" encoding="utf-8"?>
<p:tagLst xmlns:p="http://schemas.openxmlformats.org/presentationml/2006/main">
  <p:tag name="KSO_WM_UNIT_INDEX" val="5"/>
  <p:tag name="KSO_WM_UNIT_TYPE" val="β"/>
  <p:tag name="KSO_WM_BEAUTIFY_FLAG" val="#wm#"/>
</p:tagLst>
</file>

<file path=ppt/tags/tag544.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545.xml><?xml version="1.0" encoding="utf-8"?>
<p:tagLst xmlns:p="http://schemas.openxmlformats.org/presentationml/2006/main">
  <p:tag name="KSO_WM_UNIT_INDEX" val="7"/>
  <p:tag name="KSO_WM_UNIT_TYPE" val="β"/>
  <p:tag name="KSO_WM_BEAUTIFY_FLAG" val="#wm#"/>
</p:tagLst>
</file>

<file path=ppt/tags/tag546.xml><?xml version="1.0" encoding="utf-8"?>
<p:tagLst xmlns:p="http://schemas.openxmlformats.org/presentationml/2006/main">
  <p:tag name="KSO_WM_UNIT_INDEX" val="8"/>
  <p:tag name="KSO_WM_UNIT_TYPE" val="β"/>
  <p:tag name="KSO_WM_BEAUTIFY_FLAG" val="#wm#"/>
</p:tagLst>
</file>

<file path=ppt/tags/tag547.xml><?xml version="1.0" encoding="utf-8"?>
<p:tagLst xmlns:p="http://schemas.openxmlformats.org/presentationml/2006/main">
  <p:tag name="KSO_WM_UNIT_INDEX" val="9"/>
  <p:tag name="KSO_WM_UNIT_TYPE" val="β"/>
  <p:tag name="KSO_WM_BEAUTIFY_FLAG" val="#wm#"/>
</p:tagLst>
</file>

<file path=ppt/tags/tag548.xml><?xml version="1.0" encoding="utf-8"?>
<p:tagLst xmlns:p="http://schemas.openxmlformats.org/presentationml/2006/main">
  <p:tag name="KSO_WM_UNIT_INDEX" val="11"/>
  <p:tag name="KSO_WM_UNIT_TYPE" val="d"/>
  <p:tag name="KSO_WM_BEAUTIFY_FLAG" val="#wm#"/>
</p:tagLst>
</file>

<file path=ppt/tags/tag549.xml><?xml version="1.0" encoding="utf-8"?>
<p:tagLst xmlns:p="http://schemas.openxmlformats.org/presentationml/2006/main">
  <p:tag name="KSO_WM_UNIT_INDEX" val="12"/>
  <p:tag name="KSO_WM_UNIT_TYPE" val="d"/>
  <p:tag name="KSO_WM_BEAUTIFY_FLAG" val="#wm#"/>
</p:tagLst>
</file>

<file path=ppt/tags/tag550.xml><?xml version="1.0" encoding="utf-8"?>
<p:tagLst xmlns:p="http://schemas.openxmlformats.org/presentationml/2006/main">
  <p:tag name="KSO_WM_UNIT_INDEX" val="13"/>
  <p:tag name="KSO_WM_UNIT_TYPE" val="β"/>
  <p:tag name="KSO_WM_BEAUTIFY_FLAG" val="#wm#"/>
</p:tagLst>
</file>

<file path=ppt/tags/tag55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552.xml><?xml version="1.0" encoding="utf-8"?>
<p:tagLst xmlns:p="http://schemas.openxmlformats.org/presentationml/2006/main">
  <p:tag name="KSO_WM_UNIT_INDEX" val="1"/>
  <p:tag name="KSO_WM_UNIT_TYPE" val="β"/>
  <p:tag name="KSO_WM_BEAUTIFY_FLAG" val="#wm#"/>
</p:tagLst>
</file>

<file path=ppt/tags/tag553.xml><?xml version="1.0" encoding="utf-8"?>
<p:tagLst xmlns:p="http://schemas.openxmlformats.org/presentationml/2006/main">
  <p:tag name="KSO_WM_UNIT_INDEX" val="2"/>
  <p:tag name="KSO_WM_UNIT_TYPE" val="d"/>
  <p:tag name="KSO_WM_BEAUTIFY_FLAG" val="#wm#"/>
</p:tagLst>
</file>

<file path=ppt/tags/tag554.xml><?xml version="1.0" encoding="utf-8"?>
<p:tagLst xmlns:p="http://schemas.openxmlformats.org/presentationml/2006/main">
  <p:tag name="KSO_WM_UNIT_INDEX" val="3"/>
  <p:tag name="KSO_WM_UNIT_TYPE" val="d"/>
  <p:tag name="KSO_WM_BEAUTIFY_FLAG" val="#wm#"/>
</p:tagLst>
</file>

<file path=ppt/tags/tag555.xml><?xml version="1.0" encoding="utf-8"?>
<p:tagLst xmlns:p="http://schemas.openxmlformats.org/presentationml/2006/main">
  <p:tag name="KSO_WM_UNIT_INDEX" val="4"/>
  <p:tag name="KSO_WM_UNIT_TYPE" val="d"/>
  <p:tag name="KSO_WM_BEAUTIFY_FLAG" val="#wm#"/>
</p:tagLst>
</file>

<file path=ppt/tags/tag556.xml><?xml version="1.0" encoding="utf-8"?>
<p:tagLst xmlns:p="http://schemas.openxmlformats.org/presentationml/2006/main">
  <p:tag name="KSO_WM_UNIT_INDEX" val="5"/>
  <p:tag name="KSO_WM_UNIT_TYPE" val="d"/>
  <p:tag name="KSO_WM_BEAUTIFY_FLAG" val="#wm#"/>
</p:tagLst>
</file>

<file path=ppt/tags/tag557.xml><?xml version="1.0" encoding="utf-8"?>
<p:tagLst xmlns:p="http://schemas.openxmlformats.org/presentationml/2006/main">
  <p:tag name="KSO_WM_UNIT_INDEX" val="6"/>
  <p:tag name="KSO_WM_UNIT_TYPE" val="d"/>
  <p:tag name="KSO_WM_BEAUTIFY_FLAG" val="#wm#"/>
</p:tagLst>
</file>

<file path=ppt/tags/tag558.xml><?xml version="1.0" encoding="utf-8"?>
<p:tagLst xmlns:p="http://schemas.openxmlformats.org/presentationml/2006/main">
  <p:tag name="KSO_WM_UNIT_INDEX" val="7"/>
  <p:tag name="KSO_WM_UNIT_TYPE" val="β"/>
  <p:tag name="KSO_WM_BEAUTIFY_FLAG" val="#wm#"/>
</p:tagLst>
</file>

<file path=ppt/tags/tag559.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560.xml><?xml version="1.0" encoding="utf-8"?>
<p:tagLst xmlns:p="http://schemas.openxmlformats.org/presentationml/2006/main">
  <p:tag name="KSO_WM_UNIT_INDEX" val="9"/>
  <p:tag name="KSO_WM_UNIT_TYPE" val="d"/>
  <p:tag name="KSO_WM_BEAUTIFY_FLAG" val="#wm#"/>
</p:tagLst>
</file>

<file path=ppt/tags/tag561.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562.xml><?xml version="1.0" encoding="utf-8"?>
<p:tagLst xmlns:p="http://schemas.openxmlformats.org/presentationml/2006/main">
  <p:tag name="KSO_WM_UNIT_INDEX" val="12"/>
  <p:tag name="KSO_WM_UNIT_TYPE" val="d"/>
  <p:tag name="KSO_WM_BEAUTIFY_FLAG" val="#wm#"/>
</p:tagLst>
</file>

<file path=ppt/tags/tag563.xml><?xml version="1.0" encoding="utf-8"?>
<p:tagLst xmlns:p="http://schemas.openxmlformats.org/presentationml/2006/main">
  <p:tag name="KSO_WM_UNIT_INDEX" val="13"/>
  <p:tag name="KSO_WM_UNIT_TYPE" val="d"/>
  <p:tag name="KSO_WM_BEAUTIFY_FLAG" val="#wm#"/>
</p:tagLst>
</file>

<file path=ppt/tags/tag564.xml><?xml version="1.0" encoding="utf-8"?>
<p:tagLst xmlns:p="http://schemas.openxmlformats.org/presentationml/2006/main">
  <p:tag name="KSO_WM_UNIT_INDEX" val="14"/>
  <p:tag name="KSO_WM_UNIT_TYPE" val="d"/>
  <p:tag name="KSO_WM_BEAUTIFY_FLAG" val="#wm#"/>
</p:tagLst>
</file>

<file path=ppt/tags/tag565.xml><?xml version="1.0" encoding="utf-8"?>
<p:tagLst xmlns:p="http://schemas.openxmlformats.org/presentationml/2006/main">
  <p:tag name="KSO_WM_UNIT_INDEX" val="15"/>
  <p:tag name="KSO_WM_UNIT_TYPE" val="β"/>
  <p:tag name="KSO_WM_BEAUTIFY_FLAG" val="#wm#"/>
</p:tagLst>
</file>

<file path=ppt/tags/tag566.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567.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568.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56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570.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571.xml><?xml version="1.0" encoding="utf-8"?>
<p:tagLst xmlns:p="http://schemas.openxmlformats.org/presentationml/2006/main">
  <p:tag name="KSO_WM_UNIT_INDEX" val="5"/>
  <p:tag name="KSO_WM_UNIT_TYPE" val="d"/>
  <p:tag name="KSO_WM_BEAUTIFY_FLAG" val="#wm#"/>
</p:tagLst>
</file>

<file path=ppt/tags/tag572.xml><?xml version="1.0" encoding="utf-8"?>
<p:tagLst xmlns:p="http://schemas.openxmlformats.org/presentationml/2006/main">
  <p:tag name="KSO_WM_UNIT_INDEX" val="6"/>
  <p:tag name="KSO_WM_UNIT_TYPE" val="d"/>
  <p:tag name="KSO_WM_BEAUTIFY_FLAG" val="#wm#"/>
</p:tagLst>
</file>

<file path=ppt/tags/tag573.xml><?xml version="1.0" encoding="utf-8"?>
<p:tagLst xmlns:p="http://schemas.openxmlformats.org/presentationml/2006/main">
  <p:tag name="KSO_WM_UNIT_INDEX" val="7"/>
  <p:tag name="KSO_WM_UNIT_TYPE" val="β"/>
  <p:tag name="KSO_WM_BEAUTIFY_FLAG" val="#wm#"/>
</p:tagLst>
</file>

<file path=ppt/tags/tag574.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575.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576.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577.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578.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579.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580.xml><?xml version="1.0" encoding="utf-8"?>
<p:tagLst xmlns:p="http://schemas.openxmlformats.org/presentationml/2006/main">
  <p:tag name="KSO_WM_UNIT_INDEX" val="1"/>
  <p:tag name="KSO_WM_UNIT_TYPE" val="d"/>
  <p:tag name="KSO_WM_BEAUTIFY_FLAG" val="#wm#"/>
</p:tagLst>
</file>

<file path=ppt/tags/tag581.xml><?xml version="1.0" encoding="utf-8"?>
<p:tagLst xmlns:p="http://schemas.openxmlformats.org/presentationml/2006/main">
  <p:tag name="KSO_WM_UNIT_INDEX" val="2"/>
  <p:tag name="KSO_WM_UNIT_TYPE" val="β"/>
  <p:tag name="KSO_WM_BEAUTIFY_FLAG" val="#wm#"/>
</p:tagLst>
</file>

<file path=ppt/tags/tag582.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583.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584.xml><?xml version="1.0" encoding="utf-8"?>
<p:tagLst xmlns:p="http://schemas.openxmlformats.org/presentationml/2006/main">
  <p:tag name="KSO_WM_UNIT_INDEX" val="6"/>
  <p:tag name="KSO_WM_UNIT_TYPE" val="d"/>
  <p:tag name="KSO_WM_BEAUTIFY_FLAG" val="#wm#"/>
</p:tagLst>
</file>

<file path=ppt/tags/tag585.xml><?xml version="1.0" encoding="utf-8"?>
<p:tagLst xmlns:p="http://schemas.openxmlformats.org/presentationml/2006/main">
  <p:tag name="KSO_WM_UNIT_INDEX" val="7"/>
  <p:tag name="KSO_WM_UNIT_TYPE" val="d"/>
  <p:tag name="KSO_WM_BEAUTIFY_FLAG" val="#wm#"/>
</p:tagLst>
</file>

<file path=ppt/tags/tag586.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587.xml><?xml version="1.0" encoding="utf-8"?>
<p:tagLst xmlns:p="http://schemas.openxmlformats.org/presentationml/2006/main">
  <p:tag name="KSO_WM_UNIT_INDEX" val="11"/>
  <p:tag name="KSO_WM_UNIT_TYPE" val="d"/>
  <p:tag name="KSO_WM_BEAUTIFY_FLAG" val="#wm#"/>
</p:tagLst>
</file>

<file path=ppt/tags/tag588.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589.xml><?xml version="1.0" encoding="utf-8"?>
<p:tagLst xmlns:p="http://schemas.openxmlformats.org/presentationml/2006/main">
  <p:tag name="KSO_WM_UNIT_INDEX" val="13"/>
  <p:tag name="KSO_WM_UNIT_TYPE" val="d"/>
  <p:tag name="KSO_WM_BEAUTIFY_FLAG" val="#wm#"/>
</p:tagLst>
</file>

<file path=ppt/tags/tag590.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591.xml><?xml version="1.0" encoding="utf-8"?>
<p:tagLst xmlns:p="http://schemas.openxmlformats.org/presentationml/2006/main">
  <p:tag name="KSO_WM_UNIT_INDEX" val="15"/>
  <p:tag name="KSO_WM_UNIT_TYPE" val="d"/>
  <p:tag name="KSO_WM_BEAUTIFY_FLAG" val="#wm#"/>
</p:tagLst>
</file>

<file path=ppt/tags/tag592.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593.xml><?xml version="1.0" encoding="utf-8"?>
<p:tagLst xmlns:p="http://schemas.openxmlformats.org/presentationml/2006/main">
  <p:tag name="KSO_WM_UNIT_INDEX" val="17"/>
  <p:tag name="KSO_WM_UNIT_TYPE" val="d"/>
  <p:tag name="KSO_WM_BEAUTIFY_FLAG" val="#wm#"/>
</p:tagLst>
</file>

<file path=ppt/tags/tag594.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595.xml><?xml version="1.0" encoding="utf-8"?>
<p:tagLst xmlns:p="http://schemas.openxmlformats.org/presentationml/2006/main">
  <p:tag name="KSO_WM_UNIT_INDEX" val="19"/>
  <p:tag name="KSO_WM_UNIT_TYPE" val="d"/>
  <p:tag name="KSO_WM_BEAUTIFY_FLAG" val="#wm#"/>
</p:tagLst>
</file>

<file path=ppt/tags/tag596.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597.xml><?xml version="1.0" encoding="utf-8"?>
<p:tagLst xmlns:p="http://schemas.openxmlformats.org/presentationml/2006/main">
  <p:tag name="KSO_WM_UNIT_INDEX" val="21"/>
  <p:tag name="KSO_WM_UNIT_TYPE" val="d"/>
  <p:tag name="KSO_WM_BEAUTIFY_FLAG" val="#wm#"/>
</p:tagLst>
</file>

<file path=ppt/tags/tag598.xml><?xml version="1.0" encoding="utf-8"?>
<p:tagLst xmlns:p="http://schemas.openxmlformats.org/presentationml/2006/main">
  <p:tag name="KSO_WM_UNIT_INDEX" val="22"/>
  <p:tag name="KSO_WM_UNIT_TYPE" val="k"/>
  <p:tag name="KSO_WM_BEAUTIFY_FLAG" val="#wm#"/>
</p:tagLst>
</file>

<file path=ppt/tags/tag599.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600.xml><?xml version="1.0" encoding="utf-8"?>
<p:tagLst xmlns:p="http://schemas.openxmlformats.org/presentationml/2006/main">
  <p:tag name="KSO_WM_UNIT_INDEX" val="24"/>
  <p:tag name="KSO_WM_UNIT_TYPE" val="d"/>
  <p:tag name="KSO_WM_BEAUTIFY_FLAG" val="#wm#"/>
</p:tagLst>
</file>

<file path=ppt/tags/tag601.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602.xml><?xml version="1.0" encoding="utf-8"?>
<p:tagLst xmlns:p="http://schemas.openxmlformats.org/presentationml/2006/main">
  <p:tag name="KSO_WM_UNIT_INDEX" val="26"/>
  <p:tag name="KSO_WM_UNIT_TYPE" val="d"/>
  <p:tag name="KSO_WM_BEAUTIFY_FLAG" val="#wm#"/>
</p:tagLst>
</file>

<file path=ppt/tags/tag603.xml><?xml version="1.0" encoding="utf-8"?>
<p:tagLst xmlns:p="http://schemas.openxmlformats.org/presentationml/2006/main">
  <p:tag name="KSO_WM_UNIT_INDEX" val="27"/>
  <p:tag name="KSO_WM_UNIT_TEXT_SUBTYPE" val="a"/>
  <p:tag name="KSO_WM_UNIT_SUBTYPE" val="a"/>
  <p:tag name="KSO_WM_UNIT_TYPE" val="f"/>
  <p:tag name="KSO_WM_BEAUTIFY_FLAG" val="#wm#"/>
</p:tagLst>
</file>

<file path=ppt/tags/tag604.xml><?xml version="1.0" encoding="utf-8"?>
<p:tagLst xmlns:p="http://schemas.openxmlformats.org/presentationml/2006/main">
  <p:tag name="KSO_WM_UNIT_INDEX" val="28"/>
  <p:tag name="KSO_WM_UNIT_TYPE" val="d"/>
  <p:tag name="KSO_WM_BEAUTIFY_FLAG" val="#wm#"/>
</p:tagLst>
</file>

<file path=ppt/tags/tag605.xml><?xml version="1.0" encoding="utf-8"?>
<p:tagLst xmlns:p="http://schemas.openxmlformats.org/presentationml/2006/main">
  <p:tag name="KSO_WM_UNIT_INDEX" val="29"/>
  <p:tag name="KSO_WM_UNIT_TYPE" val="d"/>
  <p:tag name="KSO_WM_BEAUTIFY_FLAG" val="#wm#"/>
</p:tagLst>
</file>

<file path=ppt/tags/tag606.xml><?xml version="1.0" encoding="utf-8"?>
<p:tagLst xmlns:p="http://schemas.openxmlformats.org/presentationml/2006/main">
  <p:tag name="KSO_WM_UNIT_INDEX" val="30"/>
  <p:tag name="KSO_WM_UNIT_TYPE" val="β"/>
  <p:tag name="KSO_WM_BEAUTIFY_FLAG" val="#wm#"/>
</p:tagLst>
</file>

<file path=ppt/tags/tag607.xml><?xml version="1.0" encoding="utf-8"?>
<p:tagLst xmlns:p="http://schemas.openxmlformats.org/presentationml/2006/main">
  <p:tag name="KSO_WM_UNIT_INDEX" val="31"/>
  <p:tag name="KSO_WM_UNIT_TYPE" val="k"/>
  <p:tag name="KSO_WM_BEAUTIFY_FLAG" val="#wm#"/>
</p:tagLst>
</file>

<file path=ppt/tags/tag608.xml><?xml version="1.0" encoding="utf-8"?>
<p:tagLst xmlns:p="http://schemas.openxmlformats.org/presentationml/2006/main">
  <p:tag name="KSO_WM_UNIT_INDEX" val="32"/>
  <p:tag name="KSO_WM_UNIT_TYPE" val="d"/>
  <p:tag name="KSO_WM_BEAUTIFY_FLAG" val="#wm#"/>
</p:tagLst>
</file>

<file path=ppt/tags/tag609.xml><?xml version="1.0" encoding="utf-8"?>
<p:tagLst xmlns:p="http://schemas.openxmlformats.org/presentationml/2006/main">
  <p:tag name="KSO_WM_UNIT_INDEX" val="33"/>
  <p:tag name="KSO_WM_UNIT_TEXT_SUBTYPE" val="a"/>
  <p:tag name="KSO_WM_UNIT_SUBTYPE" val="a"/>
  <p:tag name="KSO_WM_UNIT_TYPE" val="f"/>
  <p:tag name="KSO_WM_BEAUTIFY_FLAG" val="#wm#"/>
</p:tagLst>
</file>

<file path=ppt/tags/tag610.xml><?xml version="1.0" encoding="utf-8"?>
<p:tagLst xmlns:p="http://schemas.openxmlformats.org/presentationml/2006/main">
  <p:tag name="KSO_WM_UNIT_INDEX" val="34"/>
  <p:tag name="KSO_WM_UNIT_TEXT_SUBTYPE" val="a"/>
  <p:tag name="KSO_WM_UNIT_SUBTYPE" val="a"/>
  <p:tag name="KSO_WM_UNIT_TYPE" val="f"/>
  <p:tag name="KSO_WM_BEAUTIFY_FLAG" val="#wm#"/>
</p:tagLst>
</file>

<file path=ppt/tags/tag611.xml><?xml version="1.0" encoding="utf-8"?>
<p:tagLst xmlns:p="http://schemas.openxmlformats.org/presentationml/2006/main">
  <p:tag name="KSO_WM_UNIT_INDEX" val="35"/>
  <p:tag name="KSO_WM_UNIT_TEXT_SUBTYPE" val="a"/>
  <p:tag name="KSO_WM_UNIT_SUBTYPE" val="a"/>
  <p:tag name="KSO_WM_UNIT_TYPE" val="f"/>
  <p:tag name="KSO_WM_BEAUTIFY_FLAG" val="#wm#"/>
</p:tagLst>
</file>

<file path=ppt/tags/tag612.xml><?xml version="1.0" encoding="utf-8"?>
<p:tagLst xmlns:p="http://schemas.openxmlformats.org/presentationml/2006/main">
  <p:tag name="KSO_WM_UNIT_INDEX" val="36"/>
  <p:tag name="KSO_WM_UNIT_TEXT_SUBTYPE" val="a"/>
  <p:tag name="KSO_WM_UNIT_SUBTYPE" val="a"/>
  <p:tag name="KSO_WM_UNIT_TYPE" val="f"/>
  <p:tag name="KSO_WM_BEAUTIFY_FLAG" val="#wm#"/>
</p:tagLst>
</file>

<file path=ppt/tags/tag613.xml><?xml version="1.0" encoding="utf-8"?>
<p:tagLst xmlns:p="http://schemas.openxmlformats.org/presentationml/2006/main">
  <p:tag name="KSO_WM_UNIT_INDEX" val="37"/>
  <p:tag name="KSO_WM_UNIT_TEXT_SUBTYPE" val="a"/>
  <p:tag name="KSO_WM_UNIT_SUBTYPE" val="a"/>
  <p:tag name="KSO_WM_UNIT_TYPE" val="f"/>
  <p:tag name="KSO_WM_BEAUTIFY_FLAG" val="#wm#"/>
</p:tagLst>
</file>

<file path=ppt/tags/tag614.xml><?xml version="1.0" encoding="utf-8"?>
<p:tagLst xmlns:p="http://schemas.openxmlformats.org/presentationml/2006/main">
  <p:tag name="KSO_WM_UNIT_INDEX" val="4"/>
  <p:tag name="KSO_WM_UNIT_TYPE" val="a"/>
  <p:tag name="KSO_WM_BEAUTIFY_FLAG" val="#wm#"/>
</p:tagLst>
</file>

<file path=ppt/tags/tag61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616.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617.xml><?xml version="1.0" encoding="utf-8"?>
<p:tagLst xmlns:p="http://schemas.openxmlformats.org/presentationml/2006/main">
  <p:tag name="KSO_WM_UNIT_INDEX" val="2"/>
  <p:tag name="KSO_WM_UNIT_TYPE" val="d"/>
  <p:tag name="KSO_WM_BEAUTIFY_FLAG" val="#wm#"/>
</p:tagLst>
</file>

<file path=ppt/tags/tag618.xml><?xml version="1.0" encoding="utf-8"?>
<p:tagLst xmlns:p="http://schemas.openxmlformats.org/presentationml/2006/main">
  <p:tag name="KSO_WM_UNIT_INDEX" val="3"/>
  <p:tag name="KSO_WM_UNIT_TYPE" val="d"/>
  <p:tag name="KSO_WM_BEAUTIFY_FLAG" val="#wm#"/>
</p:tagLst>
</file>

<file path=ppt/tags/tag619.xml><?xml version="1.0" encoding="utf-8"?>
<p:tagLst xmlns:p="http://schemas.openxmlformats.org/presentationml/2006/main">
  <p:tag name="KSO_WM_UNIT_INDEX" val="4"/>
  <p:tag name="KSO_WM_UNIT_TYPE" val="d"/>
  <p:tag name="KSO_WM_BEAUTIFY_FLAG" val="#wm#"/>
</p:tagLst>
</file>

<file path=ppt/tags/tag620.xml><?xml version="1.0" encoding="utf-8"?>
<p:tagLst xmlns:p="http://schemas.openxmlformats.org/presentationml/2006/main">
  <p:tag name="KSO_WM_UNIT_INDEX" val="5"/>
  <p:tag name="KSO_WM_UNIT_TYPE" val="β"/>
  <p:tag name="KSO_WM_BEAUTIFY_FLAG" val="#wm#"/>
</p:tagLst>
</file>

<file path=ppt/tags/tag621.xml><?xml version="1.0" encoding="utf-8"?>
<p:tagLst xmlns:p="http://schemas.openxmlformats.org/presentationml/2006/main">
  <p:tag name="KSO_WM_UNIT_INDEX" val="6"/>
  <p:tag name="KSO_WM_UNIT_TYPE" val="β"/>
  <p:tag name="KSO_WM_BEAUTIFY_FLAG" val="#wm#"/>
</p:tagLst>
</file>

<file path=ppt/tags/tag622.xml><?xml version="1.0" encoding="utf-8"?>
<p:tagLst xmlns:p="http://schemas.openxmlformats.org/presentationml/2006/main">
  <p:tag name="KSO_WM_UNIT_INDEX" val="8"/>
  <p:tag name="KSO_WM_UNIT_TYPE" val="β"/>
  <p:tag name="KSO_WM_BEAUTIFY_FLAG" val="#wm#"/>
</p:tagLst>
</file>

<file path=ppt/tags/tag623.xml><?xml version="1.0" encoding="utf-8"?>
<p:tagLst xmlns:p="http://schemas.openxmlformats.org/presentationml/2006/main">
  <p:tag name="KSO_WM_UNIT_INDEX" val="11"/>
  <p:tag name="KSO_WM_UNIT_TYPE" val="d"/>
  <p:tag name="KSO_WM_BEAUTIFY_FLAG" val="#wm#"/>
</p:tagLst>
</file>

<file path=ppt/tags/tag624.xml><?xml version="1.0" encoding="utf-8"?>
<p:tagLst xmlns:p="http://schemas.openxmlformats.org/presentationml/2006/main">
  <p:tag name="KSO_WM_UNIT_INDEX" val="12"/>
  <p:tag name="KSO_WM_UNIT_TYPE" val="d"/>
  <p:tag name="KSO_WM_BEAUTIFY_FLAG" val="#wm#"/>
</p:tagLst>
</file>

<file path=ppt/tags/tag625.xml><?xml version="1.0" encoding="utf-8"?>
<p:tagLst xmlns:p="http://schemas.openxmlformats.org/presentationml/2006/main">
  <p:tag name="KSO_WM_UNIT_INDEX" val="13"/>
  <p:tag name="KSO_WM_UNIT_TYPE" val="β"/>
  <p:tag name="KSO_WM_BEAUTIFY_FLAG" val="#wm#"/>
</p:tagLst>
</file>

<file path=ppt/tags/tag626.xml><?xml version="1.0" encoding="utf-8"?>
<p:tagLst xmlns:p="http://schemas.openxmlformats.org/presentationml/2006/main">
  <p:tag name="KSO_WM_UNIT_INDEX" val="14"/>
  <p:tag name="KSO_WM_UNIT_TYPE" val="β"/>
  <p:tag name="KSO_WM_BEAUTIFY_FLAG" val="#wm#"/>
</p:tagLst>
</file>

<file path=ppt/tags/tag627.xml><?xml version="1.0" encoding="utf-8"?>
<p:tagLst xmlns:p="http://schemas.openxmlformats.org/presentationml/2006/main">
  <p:tag name="KSO_WM_UNIT_INDEX" val="15"/>
  <p:tag name="KSO_WM_UNIT_TYPE" val="β"/>
  <p:tag name="KSO_WM_BEAUTIFY_FLAG" val="#wm#"/>
</p:tagLst>
</file>

<file path=ppt/tags/tag628.xml><?xml version="1.0" encoding="utf-8"?>
<p:tagLst xmlns:p="http://schemas.openxmlformats.org/presentationml/2006/main">
  <p:tag name="KSO_WM_UNIT_INDEX" val="16"/>
  <p:tag name="KSO_WM_UNIT_TYPE" val="β"/>
  <p:tag name="KSO_WM_BEAUTIFY_FLAG" val="#wm#"/>
</p:tagLst>
</file>

<file path=ppt/tags/tag629.xml><?xml version="1.0" encoding="utf-8"?>
<p:tagLst xmlns:p="http://schemas.openxmlformats.org/presentationml/2006/main">
  <p:tag name="KSO_WM_UNIT_INDEX" val="17"/>
  <p:tag name="KSO_WM_UNIT_TYPE" val="β"/>
  <p:tag name="KSO_WM_BEAUTIFY_FLAG" val="#wm#"/>
</p:tagLst>
</file>

<file path=ppt/tags/tag630.xml><?xml version="1.0" encoding="utf-8"?>
<p:tagLst xmlns:p="http://schemas.openxmlformats.org/presentationml/2006/main">
  <p:tag name="KSO_WM_UNIT_INDEX" val="18"/>
  <p:tag name="KSO_WM_UNIT_TYPE" val="β"/>
  <p:tag name="KSO_WM_BEAUTIFY_FLAG" val="#wm#"/>
</p:tagLst>
</file>

<file path=ppt/tags/tag631.xml><?xml version="1.0" encoding="utf-8"?>
<p:tagLst xmlns:p="http://schemas.openxmlformats.org/presentationml/2006/main">
  <p:tag name="KSO_WM_UNIT_INDEX" val="19"/>
  <p:tag name="KSO_WM_UNIT_TYPE" val="d"/>
  <p:tag name="KSO_WM_BEAUTIFY_FLAG" val="#wm#"/>
</p:tagLst>
</file>

<file path=ppt/tags/tag632.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633.xml><?xml version="1.0" encoding="utf-8"?>
<p:tagLst xmlns:p="http://schemas.openxmlformats.org/presentationml/2006/main">
  <p:tag name="KSO_WM_UNIT_INDEX" val="21"/>
  <p:tag name="KSO_WM_UNIT_TYPE" val="β"/>
  <p:tag name="KSO_WM_BEAUTIFY_FLAG" val="#wm#"/>
</p:tagLst>
</file>

<file path=ppt/tags/tag634.xml><?xml version="1.0" encoding="utf-8"?>
<p:tagLst xmlns:p="http://schemas.openxmlformats.org/presentationml/2006/main">
  <p:tag name="KSO_WM_UNIT_INDEX" val="22"/>
  <p:tag name="KSO_WM_UNIT_TYPE" val="β"/>
  <p:tag name="KSO_WM_BEAUTIFY_FLAG" val="#wm#"/>
</p:tagLst>
</file>

<file path=ppt/tags/tag635.xml><?xml version="1.0" encoding="utf-8"?>
<p:tagLst xmlns:p="http://schemas.openxmlformats.org/presentationml/2006/main">
  <p:tag name="KSO_WM_UNIT_INDEX" val="23"/>
  <p:tag name="KSO_WM_UNIT_TYPE" val="β"/>
  <p:tag name="KSO_WM_BEAUTIFY_FLAG" val="#wm#"/>
</p:tagLst>
</file>

<file path=ppt/tags/tag636.xml><?xml version="1.0" encoding="utf-8"?>
<p:tagLst xmlns:p="http://schemas.openxmlformats.org/presentationml/2006/main">
  <p:tag name="KSO_WM_UNIT_INDEX" val="24"/>
  <p:tag name="KSO_WM_UNIT_TYPE" val="β"/>
  <p:tag name="KSO_WM_BEAUTIFY_FLAG" val="#wm#"/>
</p:tagLst>
</file>

<file path=ppt/tags/tag637.xml><?xml version="1.0" encoding="utf-8"?>
<p:tagLst xmlns:p="http://schemas.openxmlformats.org/presentationml/2006/main">
  <p:tag name="KSO_WM_UNIT_INDEX" val="25"/>
  <p:tag name="KSO_WM_UNIT_TYPE" val="β"/>
  <p:tag name="KSO_WM_BEAUTIFY_FLAG" val="#wm#"/>
</p:tagLst>
</file>

<file path=ppt/tags/tag638.xml><?xml version="1.0" encoding="utf-8"?>
<p:tagLst xmlns:p="http://schemas.openxmlformats.org/presentationml/2006/main">
  <p:tag name="KSO_WM_UNIT_INDEX" val="26"/>
  <p:tag name="KSO_WM_UNIT_TYPE" val="β"/>
  <p:tag name="KSO_WM_BEAUTIFY_FLAG" val="#wm#"/>
</p:tagLst>
</file>

<file path=ppt/tags/tag639.xml><?xml version="1.0" encoding="utf-8"?>
<p:tagLst xmlns:p="http://schemas.openxmlformats.org/presentationml/2006/main">
  <p:tag name="KSO_WM_UNIT_INDEX" val="27"/>
  <p:tag name="KSO_WM_UNIT_TYPE" val="β"/>
  <p:tag name="KSO_WM_BEAUTIFY_FLAG" val="#wm#"/>
</p:tagLst>
</file>

<file path=ppt/tags/tag640.xml><?xml version="1.0" encoding="utf-8"?>
<p:tagLst xmlns:p="http://schemas.openxmlformats.org/presentationml/2006/main">
  <p:tag name="KSO_WM_UNIT_INDEX" val="28"/>
  <p:tag name="KSO_WM_UNIT_TYPE" val="β"/>
  <p:tag name="KSO_WM_BEAUTIFY_FLAG" val="#wm#"/>
</p:tagLst>
</file>

<file path=ppt/tags/tag641.xml><?xml version="1.0" encoding="utf-8"?>
<p:tagLst xmlns:p="http://schemas.openxmlformats.org/presentationml/2006/main">
  <p:tag name="KSO_WM_UNIT_INDEX" val="29"/>
  <p:tag name="KSO_WM_UNIT_TYPE" val="β"/>
  <p:tag name="KSO_WM_BEAUTIFY_FLAG" val="#wm#"/>
</p:tagLst>
</file>

<file path=ppt/tags/tag642.xml><?xml version="1.0" encoding="utf-8"?>
<p:tagLst xmlns:p="http://schemas.openxmlformats.org/presentationml/2006/main">
  <p:tag name="KSO_WM_UNIT_INDEX" val="30"/>
  <p:tag name="KSO_WM_UNIT_TYPE" val="β"/>
  <p:tag name="KSO_WM_BEAUTIFY_FLAG" val="#wm#"/>
</p:tagLst>
</file>

<file path=ppt/tags/tag643.xml><?xml version="1.0" encoding="utf-8"?>
<p:tagLst xmlns:p="http://schemas.openxmlformats.org/presentationml/2006/main">
  <p:tag name="KSO_WM_UNIT_INDEX" val="31"/>
  <p:tag name="KSO_WM_UNIT_TYPE" val="β"/>
  <p:tag name="KSO_WM_BEAUTIFY_FLAG" val="#wm#"/>
</p:tagLst>
</file>

<file path=ppt/tags/tag644.xml><?xml version="1.0" encoding="utf-8"?>
<p:tagLst xmlns:p="http://schemas.openxmlformats.org/presentationml/2006/main">
  <p:tag name="KSO_WM_UNIT_INDEX" val="32"/>
  <p:tag name="KSO_WM_UNIT_TYPE" val="β"/>
  <p:tag name="KSO_WM_BEAUTIFY_FLAG" val="#wm#"/>
</p:tagLst>
</file>

<file path=ppt/tags/tag645.xml><?xml version="1.0" encoding="utf-8"?>
<p:tagLst xmlns:p="http://schemas.openxmlformats.org/presentationml/2006/main">
  <p:tag name="KSO_WM_UNIT_INDEX" val="33"/>
  <p:tag name="KSO_WM_UNIT_TYPE" val="β"/>
  <p:tag name="KSO_WM_BEAUTIFY_FLAG" val="#wm#"/>
</p:tagLst>
</file>

<file path=ppt/tags/tag646.xml><?xml version="1.0" encoding="utf-8"?>
<p:tagLst xmlns:p="http://schemas.openxmlformats.org/presentationml/2006/main">
  <p:tag name="KSO_WM_UNIT_INDEX" val="34"/>
  <p:tag name="KSO_WM_UNIT_TYPE" val="β"/>
  <p:tag name="KSO_WM_BEAUTIFY_FLAG" val="#wm#"/>
</p:tagLst>
</file>

<file path=ppt/tags/tag647.xml><?xml version="1.0" encoding="utf-8"?>
<p:tagLst xmlns:p="http://schemas.openxmlformats.org/presentationml/2006/main">
  <p:tag name="KSO_WM_UNIT_INDEX" val="35"/>
  <p:tag name="KSO_WM_UNIT_TYPE" val="β"/>
  <p:tag name="KSO_WM_BEAUTIFY_FLAG" val="#wm#"/>
</p:tagLst>
</file>

<file path=ppt/tags/tag648.xml><?xml version="1.0" encoding="utf-8"?>
<p:tagLst xmlns:p="http://schemas.openxmlformats.org/presentationml/2006/main">
  <p:tag name="KSO_WM_UNIT_INDEX" val="36"/>
  <p:tag name="KSO_WM_UNIT_TYPE" val="β"/>
  <p:tag name="KSO_WM_BEAUTIFY_FLAG" val="#wm#"/>
</p:tagLst>
</file>

<file path=ppt/tags/tag649.xml><?xml version="1.0" encoding="utf-8"?>
<p:tagLst xmlns:p="http://schemas.openxmlformats.org/presentationml/2006/main">
  <p:tag name="KSO_WM_UNIT_INDEX" val="37"/>
  <p:tag name="KSO_WM_UNIT_TYPE" val="β"/>
  <p:tag name="KSO_WM_BEAUTIFY_FLAG" val="#wm#"/>
</p:tagLst>
</file>

<file path=ppt/tags/tag650.xml><?xml version="1.0" encoding="utf-8"?>
<p:tagLst xmlns:p="http://schemas.openxmlformats.org/presentationml/2006/main">
  <p:tag name="KSO_WM_UNIT_INDEX" val="38"/>
  <p:tag name="KSO_WM_UNIT_TYPE" val="β"/>
  <p:tag name="KSO_WM_BEAUTIFY_FLAG" val="#wm#"/>
</p:tagLst>
</file>

<file path=ppt/tags/tag651.xml><?xml version="1.0" encoding="utf-8"?>
<p:tagLst xmlns:p="http://schemas.openxmlformats.org/presentationml/2006/main">
  <p:tag name="KSO_WM_UNIT_INDEX" val="39"/>
  <p:tag name="KSO_WM_UNIT_TYPE" val="β"/>
  <p:tag name="KSO_WM_BEAUTIFY_FLAG" val="#wm#"/>
</p:tagLst>
</file>

<file path=ppt/tags/tag652.xml><?xml version="1.0" encoding="utf-8"?>
<p:tagLst xmlns:p="http://schemas.openxmlformats.org/presentationml/2006/main">
  <p:tag name="KSO_WM_UNIT_INDEX" val="40"/>
  <p:tag name="KSO_WM_UNIT_TYPE" val="β"/>
  <p:tag name="KSO_WM_BEAUTIFY_FLAG" val="#wm#"/>
</p:tagLst>
</file>

<file path=ppt/tags/tag653.xml><?xml version="1.0" encoding="utf-8"?>
<p:tagLst xmlns:p="http://schemas.openxmlformats.org/presentationml/2006/main">
  <p:tag name="KSO_WM_UNIT_INDEX" val="41"/>
  <p:tag name="KSO_WM_UNIT_TYPE" val="β"/>
  <p:tag name="KSO_WM_BEAUTIFY_FLAG" val="#wm#"/>
</p:tagLst>
</file>

<file path=ppt/tags/tag654.xml><?xml version="1.0" encoding="utf-8"?>
<p:tagLst xmlns:p="http://schemas.openxmlformats.org/presentationml/2006/main">
  <p:tag name="KSO_WM_UNIT_INDEX" val="42"/>
  <p:tag name="KSO_WM_UNIT_TYPE" val="β"/>
  <p:tag name="KSO_WM_BEAUTIFY_FLAG" val="#wm#"/>
</p:tagLst>
</file>

<file path=ppt/tags/tag655.xml><?xml version="1.0" encoding="utf-8"?>
<p:tagLst xmlns:p="http://schemas.openxmlformats.org/presentationml/2006/main">
  <p:tag name="KSO_WM_UNIT_INDEX" val="43"/>
  <p:tag name="KSO_WM_UNIT_TYPE" val="β"/>
  <p:tag name="KSO_WM_BEAUTIFY_FLAG" val="#wm#"/>
</p:tagLst>
</file>

<file path=ppt/tags/tag656.xml><?xml version="1.0" encoding="utf-8"?>
<p:tagLst xmlns:p="http://schemas.openxmlformats.org/presentationml/2006/main">
  <p:tag name="KSO_WM_UNIT_INDEX" val="44"/>
  <p:tag name="KSO_WM_UNIT_TYPE" val="β"/>
  <p:tag name="KSO_WM_BEAUTIFY_FLAG" val="#wm#"/>
</p:tagLst>
</file>

<file path=ppt/tags/tag657.xml><?xml version="1.0" encoding="utf-8"?>
<p:tagLst xmlns:p="http://schemas.openxmlformats.org/presentationml/2006/main">
  <p:tag name="KSO_WM_UNIT_INDEX" val="45"/>
  <p:tag name="KSO_WM_UNIT_TYPE" val="β"/>
  <p:tag name="KSO_WM_BEAUTIFY_FLAG" val="#wm#"/>
</p:tagLst>
</file>

<file path=ppt/tags/tag658.xml><?xml version="1.0" encoding="utf-8"?>
<p:tagLst xmlns:p="http://schemas.openxmlformats.org/presentationml/2006/main">
  <p:tag name="KSO_WM_UNIT_INDEX" val="46"/>
  <p:tag name="KSO_WM_UNIT_TYPE" val="β"/>
  <p:tag name="KSO_WM_BEAUTIFY_FLAG" val="#wm#"/>
</p:tagLst>
</file>

<file path=ppt/tags/tag659.xml><?xml version="1.0" encoding="utf-8"?>
<p:tagLst xmlns:p="http://schemas.openxmlformats.org/presentationml/2006/main">
  <p:tag name="KSO_WM_UNIT_INDEX" val="47"/>
  <p:tag name="KSO_WM_UNIT_TYPE" val="β"/>
  <p:tag name="KSO_WM_BEAUTIFY_FLAG" val="#wm#"/>
</p:tagLst>
</file>

<file path=ppt/tags/tag660.xml><?xml version="1.0" encoding="utf-8"?>
<p:tagLst xmlns:p="http://schemas.openxmlformats.org/presentationml/2006/main">
  <p:tag name="KSO_WM_UNIT_INDEX" val="48"/>
  <p:tag name="KSO_WM_UNIT_TYPE" val="β"/>
  <p:tag name="KSO_WM_BEAUTIFY_FLAG" val="#wm#"/>
</p:tagLst>
</file>

<file path=ppt/tags/tag661.xml><?xml version="1.0" encoding="utf-8"?>
<p:tagLst xmlns:p="http://schemas.openxmlformats.org/presentationml/2006/main">
  <p:tag name="KSO_WM_UNIT_INDEX" val="49"/>
  <p:tag name="KSO_WM_UNIT_TYPE" val="β"/>
  <p:tag name="KSO_WM_BEAUTIFY_FLAG" val="#wm#"/>
</p:tagLst>
</file>

<file path=ppt/tags/tag662.xml><?xml version="1.0" encoding="utf-8"?>
<p:tagLst xmlns:p="http://schemas.openxmlformats.org/presentationml/2006/main">
  <p:tag name="KSO_WM_UNIT_INDEX" val="50"/>
  <p:tag name="KSO_WM_UNIT_TYPE" val="β"/>
  <p:tag name="KSO_WM_BEAUTIFY_FLAG" val="#wm#"/>
</p:tagLst>
</file>

<file path=ppt/tags/tag663.xml><?xml version="1.0" encoding="utf-8"?>
<p:tagLst xmlns:p="http://schemas.openxmlformats.org/presentationml/2006/main">
  <p:tag name="KSO_WM_UNIT_INDEX" val="51"/>
  <p:tag name="KSO_WM_UNIT_TYPE" val="β"/>
  <p:tag name="KSO_WM_BEAUTIFY_FLAG" val="#wm#"/>
</p:tagLst>
</file>

<file path=ppt/tags/tag664.xml><?xml version="1.0" encoding="utf-8"?>
<p:tagLst xmlns:p="http://schemas.openxmlformats.org/presentationml/2006/main">
  <p:tag name="KSO_WM_UNIT_INDEX" val="52"/>
  <p:tag name="KSO_WM_UNIT_TYPE" val="β"/>
  <p:tag name="KSO_WM_BEAUTIFY_FLAG" val="#wm#"/>
</p:tagLst>
</file>

<file path=ppt/tags/tag665.xml><?xml version="1.0" encoding="utf-8"?>
<p:tagLst xmlns:p="http://schemas.openxmlformats.org/presentationml/2006/main">
  <p:tag name="KSO_WM_UNIT_INDEX" val="53"/>
  <p:tag name="KSO_WM_UNIT_TYPE" val="β"/>
  <p:tag name="KSO_WM_BEAUTIFY_FLAG" val="#wm#"/>
</p:tagLst>
</file>

<file path=ppt/tags/tag666.xml><?xml version="1.0" encoding="utf-8"?>
<p:tagLst xmlns:p="http://schemas.openxmlformats.org/presentationml/2006/main">
  <p:tag name="KSO_WM_UNIT_INDEX" val="54"/>
  <p:tag name="KSO_WM_UNIT_TYPE" val="β"/>
  <p:tag name="KSO_WM_BEAUTIFY_FLAG" val="#wm#"/>
</p:tagLst>
</file>

<file path=ppt/tags/tag667.xml><?xml version="1.0" encoding="utf-8"?>
<p:tagLst xmlns:p="http://schemas.openxmlformats.org/presentationml/2006/main">
  <p:tag name="KSO_WM_UNIT_INDEX" val="55"/>
  <p:tag name="KSO_WM_UNIT_TEXT_SUBTYPE" val="a"/>
  <p:tag name="KSO_WM_UNIT_SUBTYPE" val="a"/>
  <p:tag name="KSO_WM_UNIT_TYPE" val="f"/>
  <p:tag name="KSO_WM_BEAUTIFY_FLAG" val="#wm#"/>
</p:tagLst>
</file>

<file path=ppt/tags/tag668.xml><?xml version="1.0" encoding="utf-8"?>
<p:tagLst xmlns:p="http://schemas.openxmlformats.org/presentationml/2006/main">
  <p:tag name="KSO_WM_UNIT_INDEX" val="56"/>
  <p:tag name="KSO_WM_UNIT_TYPE" val="β"/>
  <p:tag name="KSO_WM_BEAUTIFY_FLAG" val="#wm#"/>
</p:tagLst>
</file>

<file path=ppt/tags/tag669.xml><?xml version="1.0" encoding="utf-8"?>
<p:tagLst xmlns:p="http://schemas.openxmlformats.org/presentationml/2006/main">
  <p:tag name="KSO_WM_UNIT_INDEX" val="57"/>
  <p:tag name="KSO_WM_UNIT_TYPE" val="β"/>
  <p:tag name="KSO_WM_BEAUTIFY_FLAG" val="#wm#"/>
</p:tagLst>
</file>

<file path=ppt/tags/tag670.xml><?xml version="1.0" encoding="utf-8"?>
<p:tagLst xmlns:p="http://schemas.openxmlformats.org/presentationml/2006/main">
  <p:tag name="KSO_WM_UNIT_INDEX" val="58"/>
  <p:tag name="KSO_WM_UNIT_TYPE" val="β"/>
  <p:tag name="KSO_WM_BEAUTIFY_FLAG" val="#wm#"/>
</p:tagLst>
</file>

<file path=ppt/tags/tag671.xml><?xml version="1.0" encoding="utf-8"?>
<p:tagLst xmlns:p="http://schemas.openxmlformats.org/presentationml/2006/main">
  <p:tag name="KSO_WM_UNIT_INDEX" val="59"/>
  <p:tag name="KSO_WM_UNIT_TYPE" val="β"/>
  <p:tag name="KSO_WM_BEAUTIFY_FLAG" val="#wm#"/>
</p:tagLst>
</file>

<file path=ppt/tags/tag672.xml><?xml version="1.0" encoding="utf-8"?>
<p:tagLst xmlns:p="http://schemas.openxmlformats.org/presentationml/2006/main">
  <p:tag name="KSO_WM_UNIT_INDEX" val="60"/>
  <p:tag name="KSO_WM_UNIT_TYPE" val="β"/>
  <p:tag name="KSO_WM_BEAUTIFY_FLAG" val="#wm#"/>
</p:tagLst>
</file>

<file path=ppt/tags/tag673.xml><?xml version="1.0" encoding="utf-8"?>
<p:tagLst xmlns:p="http://schemas.openxmlformats.org/presentationml/2006/main">
  <p:tag name="KSO_WM_UNIT_INDEX" val="61"/>
  <p:tag name="KSO_WM_UNIT_TYPE" val="β"/>
  <p:tag name="KSO_WM_BEAUTIFY_FLAG" val="#wm#"/>
</p:tagLst>
</file>

<file path=ppt/tags/tag674.xml><?xml version="1.0" encoding="utf-8"?>
<p:tagLst xmlns:p="http://schemas.openxmlformats.org/presentationml/2006/main">
  <p:tag name="KSO_WM_UNIT_INDEX" val="62"/>
  <p:tag name="KSO_WM_UNIT_TYPE" val="β"/>
  <p:tag name="KSO_WM_BEAUTIFY_FLAG" val="#wm#"/>
</p:tagLst>
</file>

<file path=ppt/tags/tag675.xml><?xml version="1.0" encoding="utf-8"?>
<p:tagLst xmlns:p="http://schemas.openxmlformats.org/presentationml/2006/main">
  <p:tag name="KSO_WM_UNIT_INDEX" val="63"/>
  <p:tag name="KSO_WM_UNIT_TEXT_SUBTYPE" val="a"/>
  <p:tag name="KSO_WM_UNIT_SUBTYPE" val="a"/>
  <p:tag name="KSO_WM_UNIT_TYPE" val="f"/>
  <p:tag name="KSO_WM_BEAUTIFY_FLAG" val="#wm#"/>
</p:tagLst>
</file>

<file path=ppt/tags/tag676.xml><?xml version="1.0" encoding="utf-8"?>
<p:tagLst xmlns:p="http://schemas.openxmlformats.org/presentationml/2006/main">
  <p:tag name="KSO_WM_UNIT_INDEX" val="64"/>
  <p:tag name="KSO_WM_UNIT_TEXT_SUBTYPE" val="a"/>
  <p:tag name="KSO_WM_UNIT_SUBTYPE" val="a"/>
  <p:tag name="KSO_WM_UNIT_TYPE" val="f"/>
  <p:tag name="KSO_WM_BEAUTIFY_FLAG" val="#wm#"/>
</p:tagLst>
</file>

<file path=ppt/tags/tag677.xml><?xml version="1.0" encoding="utf-8"?>
<p:tagLst xmlns:p="http://schemas.openxmlformats.org/presentationml/2006/main">
  <p:tag name="KSO_WM_UNIT_INDEX" val="65"/>
  <p:tag name="KSO_WM_UNIT_TEXT_SUBTYPE" val="a"/>
  <p:tag name="KSO_WM_UNIT_SUBTYPE" val="a"/>
  <p:tag name="KSO_WM_UNIT_TYPE" val="f"/>
  <p:tag name="KSO_WM_BEAUTIFY_FLAG" val="#wm#"/>
</p:tagLst>
</file>

<file path=ppt/tags/tag678.xml><?xml version="1.0" encoding="utf-8"?>
<p:tagLst xmlns:p="http://schemas.openxmlformats.org/presentationml/2006/main">
  <p:tag name="KSO_WM_UNIT_INDEX" val="66"/>
  <p:tag name="KSO_WM_UNIT_TEXT_SUBTYPE" val="a"/>
  <p:tag name="KSO_WM_UNIT_SUBTYPE" val="a"/>
  <p:tag name="KSO_WM_UNIT_TYPE" val="f"/>
  <p:tag name="KSO_WM_BEAUTIFY_FLAG" val="#wm#"/>
</p:tagLst>
</file>

<file path=ppt/tags/tag679.xml><?xml version="1.0" encoding="utf-8"?>
<p:tagLst xmlns:p="http://schemas.openxmlformats.org/presentationml/2006/main">
  <p:tag name="KSO_WM_UNIT_INDEX" val="67"/>
  <p:tag name="KSO_WM_UNIT_TEXT_SUBTYPE" val="a"/>
  <p:tag name="KSO_WM_UNIT_SUBTYPE" val="a"/>
  <p:tag name="KSO_WM_UNIT_TYPE" val="f"/>
  <p:tag name="KSO_WM_BEAUTIFY_FLAG" val="#wm#"/>
</p:tagLst>
</file>

<file path=ppt/tags/tag680.xml><?xml version="1.0" encoding="utf-8"?>
<p:tagLst xmlns:p="http://schemas.openxmlformats.org/presentationml/2006/main">
  <p:tag name="KSO_WM_UNIT_INDEX" val="68"/>
  <p:tag name="KSO_WM_UNIT_TEXT_SUBTYPE" val="a"/>
  <p:tag name="KSO_WM_UNIT_SUBTYPE" val="a"/>
  <p:tag name="KSO_WM_UNIT_TYPE" val="f"/>
  <p:tag name="KSO_WM_BEAUTIFY_FLAG" val="#wm#"/>
</p:tagLst>
</file>

<file path=ppt/tags/tag681.xml><?xml version="1.0" encoding="utf-8"?>
<p:tagLst xmlns:p="http://schemas.openxmlformats.org/presentationml/2006/main">
  <p:tag name="KSO_WM_UNIT_INDEX" val="69"/>
  <p:tag name="KSO_WM_UNIT_TEXT_SUBTYPE" val="a"/>
  <p:tag name="KSO_WM_UNIT_SUBTYPE" val="a"/>
  <p:tag name="KSO_WM_UNIT_TYPE" val="f"/>
  <p:tag name="KSO_WM_BEAUTIFY_FLAG" val="#wm#"/>
</p:tagLst>
</file>

<file path=ppt/tags/tag682.xml><?xml version="1.0" encoding="utf-8"?>
<p:tagLst xmlns:p="http://schemas.openxmlformats.org/presentationml/2006/main">
  <p:tag name="KSO_WM_UNIT_INDEX" val="70"/>
  <p:tag name="KSO_WM_UNIT_TYPE" val="β"/>
  <p:tag name="KSO_WM_BEAUTIFY_FLAG" val="#wm#"/>
</p:tagLst>
</file>

<file path=ppt/tags/tag683.xml><?xml version="1.0" encoding="utf-8"?>
<p:tagLst xmlns:p="http://schemas.openxmlformats.org/presentationml/2006/main">
  <p:tag name="KSO_WM_UNIT_INDEX" val="71"/>
  <p:tag name="KSO_WM_UNIT_TYPE" val="β"/>
  <p:tag name="KSO_WM_BEAUTIFY_FLAG" val="#wm#"/>
</p:tagLst>
</file>

<file path=ppt/tags/tag684.xml><?xml version="1.0" encoding="utf-8"?>
<p:tagLst xmlns:p="http://schemas.openxmlformats.org/presentationml/2006/main">
  <p:tag name="KSO_WM_UNIT_INDEX" val="72"/>
  <p:tag name="KSO_WM_UNIT_TEXT_SUBTYPE" val="a"/>
  <p:tag name="KSO_WM_UNIT_SUBTYPE" val="a"/>
  <p:tag name="KSO_WM_UNIT_TYPE" val="f"/>
  <p:tag name="KSO_WM_BEAUTIFY_FLAG" val="#wm#"/>
</p:tagLst>
</file>

<file path=ppt/tags/tag685.xml><?xml version="1.0" encoding="utf-8"?>
<p:tagLst xmlns:p="http://schemas.openxmlformats.org/presentationml/2006/main">
  <p:tag name="KSO_WM_UNIT_INDEX" val="73"/>
  <p:tag name="KSO_WM_UNIT_TEXT_SUBTYPE" val="a"/>
  <p:tag name="KSO_WM_UNIT_SUBTYPE" val="a"/>
  <p:tag name="KSO_WM_UNIT_TYPE" val="f"/>
  <p:tag name="KSO_WM_BEAUTIFY_FLAG" val="#wm#"/>
</p:tagLst>
</file>

<file path=ppt/tags/tag686.xml><?xml version="1.0" encoding="utf-8"?>
<p:tagLst xmlns:p="http://schemas.openxmlformats.org/presentationml/2006/main">
  <p:tag name="KSO_WM_UNIT_INDEX" val="74"/>
  <p:tag name="KSO_WM_UNIT_TEXT_SUBTYPE" val="a"/>
  <p:tag name="KSO_WM_UNIT_SUBTYPE" val="a"/>
  <p:tag name="KSO_WM_UNIT_TYPE" val="f"/>
  <p:tag name="KSO_WM_BEAUTIFY_FLAG" val="#wm#"/>
</p:tagLst>
</file>

<file path=ppt/tags/tag687.xml><?xml version="1.0" encoding="utf-8"?>
<p:tagLst xmlns:p="http://schemas.openxmlformats.org/presentationml/2006/main">
  <p:tag name="KSO_WM_UNIT_INDEX" val="75"/>
  <p:tag name="KSO_WM_UNIT_TEXT_SUBTYPE" val="a"/>
  <p:tag name="KSO_WM_UNIT_SUBTYPE" val="a"/>
  <p:tag name="KSO_WM_UNIT_TYPE" val="f"/>
  <p:tag name="KSO_WM_BEAUTIFY_FLAG" val="#wm#"/>
</p:tagLst>
</file>

<file path=ppt/tags/tag688.xml><?xml version="1.0" encoding="utf-8"?>
<p:tagLst xmlns:p="http://schemas.openxmlformats.org/presentationml/2006/main">
  <p:tag name="KSO_WM_UNIT_INDEX" val="76"/>
  <p:tag name="KSO_WM_UNIT_TEXT_SUBTYPE" val="a"/>
  <p:tag name="KSO_WM_UNIT_SUBTYPE" val="a"/>
  <p:tag name="KSO_WM_UNIT_TYPE" val="f"/>
  <p:tag name="KSO_WM_BEAUTIFY_FLAG" val="#wm#"/>
</p:tagLst>
</file>

<file path=ppt/tags/tag689.xml><?xml version="1.0" encoding="utf-8"?>
<p:tagLst xmlns:p="http://schemas.openxmlformats.org/presentationml/2006/main">
  <p:tag name="KSO_WM_UNIT_INDEX" val="77"/>
  <p:tag name="KSO_WM_UNIT_TEXT_SUBTYPE" val="a"/>
  <p:tag name="KSO_WM_UNIT_SUBTYPE" val="a"/>
  <p:tag name="KSO_WM_UNIT_TYPE" val="f"/>
  <p:tag name="KSO_WM_BEAUTIFY_FLAG" val="#wm#"/>
</p:tagLst>
</file>

<file path=ppt/tags/tag690.xml><?xml version="1.0" encoding="utf-8"?>
<p:tagLst xmlns:p="http://schemas.openxmlformats.org/presentationml/2006/main">
  <p:tag name="KSO_WM_UNIT_INDEX" val="7"/>
  <p:tag name="KSO_WM_UNIT_TYPE" val="a"/>
  <p:tag name="KSO_WM_BEAUTIFY_FLAG" val="#wm#"/>
</p:tagLst>
</file>

<file path=ppt/tags/tag69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692.xml><?xml version="1.0" encoding="utf-8"?>
<p:tagLst xmlns:p="http://schemas.openxmlformats.org/presentationml/2006/main">
  <p:tag name="KSO_WM_UNIT_INDEX" val="1"/>
  <p:tag name="KSO_WM_UNIT_TYPE" val="β"/>
  <p:tag name="KSO_WM_BEAUTIFY_FLAG" val="#wm#"/>
</p:tagLst>
</file>

<file path=ppt/tags/tag693.xml><?xml version="1.0" encoding="utf-8"?>
<p:tagLst xmlns:p="http://schemas.openxmlformats.org/presentationml/2006/main">
  <p:tag name="KSO_WM_UNIT_INDEX" val="2"/>
  <p:tag name="KSO_WM_UNIT_TYPE" val="β"/>
  <p:tag name="KSO_WM_BEAUTIFY_FLAG" val="#wm#"/>
</p:tagLst>
</file>

<file path=ppt/tags/tag694.xml><?xml version="1.0" encoding="utf-8"?>
<p:tagLst xmlns:p="http://schemas.openxmlformats.org/presentationml/2006/main">
  <p:tag name="KSO_WM_UNIT_INDEX" val="3"/>
  <p:tag name="KSO_WM_UNIT_TYPE" val="β"/>
  <p:tag name="KSO_WM_BEAUTIFY_FLAG" val="#wm#"/>
</p:tagLst>
</file>

<file path=ppt/tags/tag695.xml><?xml version="1.0" encoding="utf-8"?>
<p:tagLst xmlns:p="http://schemas.openxmlformats.org/presentationml/2006/main">
  <p:tag name="KSO_WM_UNIT_INDEX" val="4"/>
  <p:tag name="KSO_WM_UNIT_TYPE" val="β"/>
  <p:tag name="KSO_WM_BEAUTIFY_FLAG" val="#wm#"/>
</p:tagLst>
</file>

<file path=ppt/tags/tag696.xml><?xml version="1.0" encoding="utf-8"?>
<p:tagLst xmlns:p="http://schemas.openxmlformats.org/presentationml/2006/main">
  <p:tag name="KSO_WM_UNIT_INDEX" val="5"/>
  <p:tag name="KSO_WM_UNIT_TYPE" val="β"/>
  <p:tag name="KSO_WM_BEAUTIFY_FLAG" val="#wm#"/>
</p:tagLst>
</file>

<file path=ppt/tags/tag697.xml><?xml version="1.0" encoding="utf-8"?>
<p:tagLst xmlns:p="http://schemas.openxmlformats.org/presentationml/2006/main">
  <p:tag name="KSO_WM_UNIT_INDEX" val="6"/>
  <p:tag name="KSO_WM_UNIT_TYPE" val="β"/>
  <p:tag name="KSO_WM_BEAUTIFY_FLAG" val="#wm#"/>
</p:tagLst>
</file>

<file path=ppt/tags/tag698.xml><?xml version="1.0" encoding="utf-8"?>
<p:tagLst xmlns:p="http://schemas.openxmlformats.org/presentationml/2006/main">
  <p:tag name="KSO_WM_UNIT_INDEX" val="7"/>
  <p:tag name="KSO_WM_UNIT_TYPE" val="β"/>
  <p:tag name="KSO_WM_BEAUTIFY_FLAG" val="#wm#"/>
</p:tagLst>
</file>

<file path=ppt/tags/tag699.xml><?xml version="1.0" encoding="utf-8"?>
<p:tagLst xmlns:p="http://schemas.openxmlformats.org/presentationml/2006/main">
  <p:tag name="KSO_WM_UNIT_INDEX" val="8"/>
  <p:tag name="KSO_WM_UNIT_TYPE" val="β"/>
  <p:tag name="KSO_WM_BEAUTIFY_FLAG" val="#wm#"/>
</p:tagLst>
</file>

<file path=ppt/tags/tag700.xml><?xml version="1.0" encoding="utf-8"?>
<p:tagLst xmlns:p="http://schemas.openxmlformats.org/presentationml/2006/main">
  <p:tag name="KSO_WM_UNIT_INDEX" val="9"/>
  <p:tag name="KSO_WM_UNIT_TYPE" val="β"/>
  <p:tag name="KSO_WM_BEAUTIFY_FLAG" val="#wm#"/>
</p:tagLst>
</file>

<file path=ppt/tags/tag70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702.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703.xml><?xml version="1.0" encoding="utf-8"?>
<p:tagLst xmlns:p="http://schemas.openxmlformats.org/presentationml/2006/main">
  <p:tag name="KSO_WM_UNIT_INDEX" val="13"/>
  <p:tag name="KSO_WM_UNIT_TYPE" val="d"/>
  <p:tag name="KSO_WM_BEAUTIFY_FLAG" val="#wm#"/>
</p:tagLst>
</file>

<file path=ppt/tags/tag704.xml><?xml version="1.0" encoding="utf-8"?>
<p:tagLst xmlns:p="http://schemas.openxmlformats.org/presentationml/2006/main">
  <p:tag name="KSO_WM_UNIT_INDEX" val="14"/>
  <p:tag name="KSO_WM_UNIT_TYPE" val="d"/>
  <p:tag name="KSO_WM_BEAUTIFY_FLAG" val="#wm#"/>
</p:tagLst>
</file>

<file path=ppt/tags/tag705.xml><?xml version="1.0" encoding="utf-8"?>
<p:tagLst xmlns:p="http://schemas.openxmlformats.org/presentationml/2006/main">
  <p:tag name="KSO_WM_UNIT_INDEX" val="15"/>
  <p:tag name="KSO_WM_UNIT_TYPE" val="β"/>
  <p:tag name="KSO_WM_BEAUTIFY_FLAG" val="#wm#"/>
</p:tagLst>
</file>

<file path=ppt/tags/tag706.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707.xml><?xml version="1.0" encoding="utf-8"?>
<p:tagLst xmlns:p="http://schemas.openxmlformats.org/presentationml/2006/main">
  <p:tag name="KSO_WM_UNIT_INDEX" val="17"/>
  <p:tag name="KSO_WM_UNIT_TYPE" val="β"/>
  <p:tag name="KSO_WM_BEAUTIFY_FLAG" val="#wm#"/>
</p:tagLst>
</file>

<file path=ppt/tags/tag708.xml><?xml version="1.0" encoding="utf-8"?>
<p:tagLst xmlns:p="http://schemas.openxmlformats.org/presentationml/2006/main">
  <p:tag name="KSO_WM_UNIT_INDEX" val="18"/>
  <p:tag name="KSO_WM_UNIT_TYPE" val="β"/>
  <p:tag name="KSO_WM_BEAUTIFY_FLAG" val="#wm#"/>
</p:tagLst>
</file>

<file path=ppt/tags/tag709.xml><?xml version="1.0" encoding="utf-8"?>
<p:tagLst xmlns:p="http://schemas.openxmlformats.org/presentationml/2006/main">
  <p:tag name="KSO_WM_UNIT_INDEX" val="19"/>
  <p:tag name="KSO_WM_UNIT_TYPE" val="β"/>
  <p:tag name="KSO_WM_BEAUTIFY_FLAG" val="#wm#"/>
</p:tagLst>
</file>

<file path=ppt/tags/tag710.xml><?xml version="1.0" encoding="utf-8"?>
<p:tagLst xmlns:p="http://schemas.openxmlformats.org/presentationml/2006/main">
  <p:tag name="KSO_WM_UNIT_INDEX" val="20"/>
  <p:tag name="KSO_WM_UNIT_TYPE" val="β"/>
  <p:tag name="KSO_WM_BEAUTIFY_FLAG" val="#wm#"/>
</p:tagLst>
</file>

<file path=ppt/tags/tag711.xml><?xml version="1.0" encoding="utf-8"?>
<p:tagLst xmlns:p="http://schemas.openxmlformats.org/presentationml/2006/main">
  <p:tag name="KSO_WM_UNIT_INDEX" val="21"/>
  <p:tag name="KSO_WM_UNIT_TYPE" val="β"/>
  <p:tag name="KSO_WM_BEAUTIFY_FLAG" val="#wm#"/>
</p:tagLst>
</file>

<file path=ppt/tags/tag712.xml><?xml version="1.0" encoding="utf-8"?>
<p:tagLst xmlns:p="http://schemas.openxmlformats.org/presentationml/2006/main">
  <p:tag name="KSO_WM_UNIT_INDEX" val="22"/>
  <p:tag name="KSO_WM_UNIT_TYPE" val="β"/>
  <p:tag name="KSO_WM_BEAUTIFY_FLAG" val="#wm#"/>
</p:tagLst>
</file>

<file path=ppt/tags/tag713.xml><?xml version="1.0" encoding="utf-8"?>
<p:tagLst xmlns:p="http://schemas.openxmlformats.org/presentationml/2006/main">
  <p:tag name="KSO_WM_UNIT_INDEX" val="23"/>
  <p:tag name="KSO_WM_UNIT_TYPE" val="β"/>
  <p:tag name="KSO_WM_BEAUTIFY_FLAG" val="#wm#"/>
</p:tagLst>
</file>

<file path=ppt/tags/tag714.xml><?xml version="1.0" encoding="utf-8"?>
<p:tagLst xmlns:p="http://schemas.openxmlformats.org/presentationml/2006/main">
  <p:tag name="KSO_WM_UNIT_INDEX" val="24"/>
  <p:tag name="KSO_WM_UNIT_TYPE" val="β"/>
  <p:tag name="KSO_WM_BEAUTIFY_FLAG" val="#wm#"/>
</p:tagLst>
</file>

<file path=ppt/tags/tag715.xml><?xml version="1.0" encoding="utf-8"?>
<p:tagLst xmlns:p="http://schemas.openxmlformats.org/presentationml/2006/main">
  <p:tag name="KSO_WM_UNIT_INDEX" val="25"/>
  <p:tag name="KSO_WM_UNIT_TYPE" val="β"/>
  <p:tag name="KSO_WM_BEAUTIFY_FLAG" val="#wm#"/>
</p:tagLst>
</file>

<file path=ppt/tags/tag716.xml><?xml version="1.0" encoding="utf-8"?>
<p:tagLst xmlns:p="http://schemas.openxmlformats.org/presentationml/2006/main">
  <p:tag name="KSO_WM_UNIT_INDEX" val="26"/>
  <p:tag name="KSO_WM_UNIT_TYPE" val="β"/>
  <p:tag name="KSO_WM_BEAUTIFY_FLAG" val="#wm#"/>
</p:tagLst>
</file>

<file path=ppt/tags/tag717.xml><?xml version="1.0" encoding="utf-8"?>
<p:tagLst xmlns:p="http://schemas.openxmlformats.org/presentationml/2006/main">
  <p:tag name="KSO_WM_UNIT_INDEX" val="27"/>
  <p:tag name="KSO_WM_UNIT_TYPE" val="β"/>
  <p:tag name="KSO_WM_BEAUTIFY_FLAG" val="#wm#"/>
</p:tagLst>
</file>

<file path=ppt/tags/tag718.xml><?xml version="1.0" encoding="utf-8"?>
<p:tagLst xmlns:p="http://schemas.openxmlformats.org/presentationml/2006/main">
  <p:tag name="KSO_WM_UNIT_INDEX" val="28"/>
  <p:tag name="KSO_WM_UNIT_TYPE" val="β"/>
  <p:tag name="KSO_WM_BEAUTIFY_FLAG" val="#wm#"/>
</p:tagLst>
</file>

<file path=ppt/tags/tag719.xml><?xml version="1.0" encoding="utf-8"?>
<p:tagLst xmlns:p="http://schemas.openxmlformats.org/presentationml/2006/main">
  <p:tag name="KSO_WM_UNIT_INDEX" val="29"/>
  <p:tag name="KSO_WM_UNIT_TYPE" val="β"/>
  <p:tag name="KSO_WM_BEAUTIFY_FLAG" val="#wm#"/>
</p:tagLst>
</file>

<file path=ppt/tags/tag720.xml><?xml version="1.0" encoding="utf-8"?>
<p:tagLst xmlns:p="http://schemas.openxmlformats.org/presentationml/2006/main">
  <p:tag name="KSO_WM_UNIT_INDEX" val="30"/>
  <p:tag name="KSO_WM_UNIT_TYPE" val="β"/>
  <p:tag name="KSO_WM_BEAUTIFY_FLAG" val="#wm#"/>
</p:tagLst>
</file>

<file path=ppt/tags/tag721.xml><?xml version="1.0" encoding="utf-8"?>
<p:tagLst xmlns:p="http://schemas.openxmlformats.org/presentationml/2006/main">
  <p:tag name="KSO_WM_UNIT_INDEX" val="31"/>
  <p:tag name="KSO_WM_UNIT_TYPE" val="β"/>
  <p:tag name="KSO_WM_BEAUTIFY_FLAG" val="#wm#"/>
</p:tagLst>
</file>

<file path=ppt/tags/tag722.xml><?xml version="1.0" encoding="utf-8"?>
<p:tagLst xmlns:p="http://schemas.openxmlformats.org/presentationml/2006/main">
  <p:tag name="KSO_WM_UNIT_INDEX" val="32"/>
  <p:tag name="KSO_WM_UNIT_TYPE" val="β"/>
  <p:tag name="KSO_WM_BEAUTIFY_FLAG" val="#wm#"/>
</p:tagLst>
</file>

<file path=ppt/tags/tag723.xml><?xml version="1.0" encoding="utf-8"?>
<p:tagLst xmlns:p="http://schemas.openxmlformats.org/presentationml/2006/main">
  <p:tag name="KSO_WM_UNIT_INDEX" val="33"/>
  <p:tag name="KSO_WM_UNIT_TYPE" val="β"/>
  <p:tag name="KSO_WM_BEAUTIFY_FLAG" val="#wm#"/>
</p:tagLst>
</file>

<file path=ppt/tags/tag724.xml><?xml version="1.0" encoding="utf-8"?>
<p:tagLst xmlns:p="http://schemas.openxmlformats.org/presentationml/2006/main">
  <p:tag name="KSO_WM_UNIT_INDEX" val="34"/>
  <p:tag name="KSO_WM_UNIT_TYPE" val="β"/>
  <p:tag name="KSO_WM_BEAUTIFY_FLAG" val="#wm#"/>
</p:tagLst>
</file>

<file path=ppt/tags/tag725.xml><?xml version="1.0" encoding="utf-8"?>
<p:tagLst xmlns:p="http://schemas.openxmlformats.org/presentationml/2006/main">
  <p:tag name="KSO_WM_UNIT_INDEX" val="35"/>
  <p:tag name="KSO_WM_UNIT_TYPE" val="β"/>
  <p:tag name="KSO_WM_BEAUTIFY_FLAG" val="#wm#"/>
</p:tagLst>
</file>

<file path=ppt/tags/tag726.xml><?xml version="1.0" encoding="utf-8"?>
<p:tagLst xmlns:p="http://schemas.openxmlformats.org/presentationml/2006/main">
  <p:tag name="KSO_WM_UNIT_INDEX" val="36"/>
  <p:tag name="KSO_WM_UNIT_TYPE" val="β"/>
  <p:tag name="KSO_WM_BEAUTIFY_FLAG" val="#wm#"/>
</p:tagLst>
</file>

<file path=ppt/tags/tag727.xml><?xml version="1.0" encoding="utf-8"?>
<p:tagLst xmlns:p="http://schemas.openxmlformats.org/presentationml/2006/main">
  <p:tag name="KSO_WM_UNIT_INDEX" val="37"/>
  <p:tag name="KSO_WM_UNIT_TYPE" val="β"/>
  <p:tag name="KSO_WM_BEAUTIFY_FLAG" val="#wm#"/>
</p:tagLst>
</file>

<file path=ppt/tags/tag728.xml><?xml version="1.0" encoding="utf-8"?>
<p:tagLst xmlns:p="http://schemas.openxmlformats.org/presentationml/2006/main">
  <p:tag name="KSO_WM_UNIT_INDEX" val="38"/>
  <p:tag name="KSO_WM_UNIT_TYPE" val="β"/>
  <p:tag name="KSO_WM_BEAUTIFY_FLAG" val="#wm#"/>
</p:tagLst>
</file>

<file path=ppt/tags/tag729.xml><?xml version="1.0" encoding="utf-8"?>
<p:tagLst xmlns:p="http://schemas.openxmlformats.org/presentationml/2006/main">
  <p:tag name="KSO_WM_UNIT_INDEX" val="39"/>
  <p:tag name="KSO_WM_UNIT_TYPE" val="β"/>
  <p:tag name="KSO_WM_BEAUTIFY_FLAG" val="#wm#"/>
</p:tagLst>
</file>

<file path=ppt/tags/tag730.xml><?xml version="1.0" encoding="utf-8"?>
<p:tagLst xmlns:p="http://schemas.openxmlformats.org/presentationml/2006/main">
  <p:tag name="KSO_WM_UNIT_INDEX" val="40"/>
  <p:tag name="KSO_WM_UNIT_TYPE" val="β"/>
  <p:tag name="KSO_WM_BEAUTIFY_FLAG" val="#wm#"/>
</p:tagLst>
</file>

<file path=ppt/tags/tag731.xml><?xml version="1.0" encoding="utf-8"?>
<p:tagLst xmlns:p="http://schemas.openxmlformats.org/presentationml/2006/main">
  <p:tag name="KSO_WM_UNIT_INDEX" val="41"/>
  <p:tag name="KSO_WM_UNIT_TYPE" val="β"/>
  <p:tag name="KSO_WM_BEAUTIFY_FLAG" val="#wm#"/>
</p:tagLst>
</file>

<file path=ppt/tags/tag732.xml><?xml version="1.0" encoding="utf-8"?>
<p:tagLst xmlns:p="http://schemas.openxmlformats.org/presentationml/2006/main">
  <p:tag name="KSO_WM_UNIT_INDEX" val="42"/>
  <p:tag name="KSO_WM_UNIT_TYPE" val="β"/>
  <p:tag name="KSO_WM_BEAUTIFY_FLAG" val="#wm#"/>
</p:tagLst>
</file>

<file path=ppt/tags/tag733.xml><?xml version="1.0" encoding="utf-8"?>
<p:tagLst xmlns:p="http://schemas.openxmlformats.org/presentationml/2006/main">
  <p:tag name="KSO_WM_UNIT_INDEX" val="43"/>
  <p:tag name="KSO_WM_UNIT_TYPE" val="β"/>
  <p:tag name="KSO_WM_BEAUTIFY_FLAG" val="#wm#"/>
</p:tagLst>
</file>

<file path=ppt/tags/tag734.xml><?xml version="1.0" encoding="utf-8"?>
<p:tagLst xmlns:p="http://schemas.openxmlformats.org/presentationml/2006/main">
  <p:tag name="KSO_WM_UNIT_INDEX" val="44"/>
  <p:tag name="KSO_WM_UNIT_TYPE" val="β"/>
  <p:tag name="KSO_WM_BEAUTIFY_FLAG" val="#wm#"/>
</p:tagLst>
</file>

<file path=ppt/tags/tag735.xml><?xml version="1.0" encoding="utf-8"?>
<p:tagLst xmlns:p="http://schemas.openxmlformats.org/presentationml/2006/main">
  <p:tag name="KSO_WM_UNIT_INDEX" val="45"/>
  <p:tag name="KSO_WM_UNIT_TYPE" val="β"/>
  <p:tag name="KSO_WM_BEAUTIFY_FLAG" val="#wm#"/>
</p:tagLst>
</file>

<file path=ppt/tags/tag736.xml><?xml version="1.0" encoding="utf-8"?>
<p:tagLst xmlns:p="http://schemas.openxmlformats.org/presentationml/2006/main">
  <p:tag name="KSO_WM_UNIT_INDEX" val="46"/>
  <p:tag name="KSO_WM_UNIT_TYPE" val="β"/>
  <p:tag name="KSO_WM_BEAUTIFY_FLAG" val="#wm#"/>
</p:tagLst>
</file>

<file path=ppt/tags/tag737.xml><?xml version="1.0" encoding="utf-8"?>
<p:tagLst xmlns:p="http://schemas.openxmlformats.org/presentationml/2006/main">
  <p:tag name="KSO_WM_UNIT_INDEX" val="47"/>
  <p:tag name="KSO_WM_UNIT_TYPE" val="β"/>
  <p:tag name="KSO_WM_BEAUTIFY_FLAG" val="#wm#"/>
</p:tagLst>
</file>

<file path=ppt/tags/tag738.xml><?xml version="1.0" encoding="utf-8"?>
<p:tagLst xmlns:p="http://schemas.openxmlformats.org/presentationml/2006/main">
  <p:tag name="KSO_WM_UNIT_INDEX" val="48"/>
  <p:tag name="KSO_WM_UNIT_TYPE" val="β"/>
  <p:tag name="KSO_WM_BEAUTIFY_FLAG" val="#wm#"/>
</p:tagLst>
</file>

<file path=ppt/tags/tag739.xml><?xml version="1.0" encoding="utf-8"?>
<p:tagLst xmlns:p="http://schemas.openxmlformats.org/presentationml/2006/main">
  <p:tag name="KSO_WM_UNIT_INDEX" val="49"/>
  <p:tag name="KSO_WM_UNIT_TYPE" val="β"/>
  <p:tag name="KSO_WM_BEAUTIFY_FLAG" val="#wm#"/>
</p:tagLst>
</file>

<file path=ppt/tags/tag740.xml><?xml version="1.0" encoding="utf-8"?>
<p:tagLst xmlns:p="http://schemas.openxmlformats.org/presentationml/2006/main">
  <p:tag name="KSO_WM_UNIT_INDEX" val="50"/>
  <p:tag name="KSO_WM_UNIT_TYPE" val="β"/>
  <p:tag name="KSO_WM_BEAUTIFY_FLAG" val="#wm#"/>
</p:tagLst>
</file>

<file path=ppt/tags/tag741.xml><?xml version="1.0" encoding="utf-8"?>
<p:tagLst xmlns:p="http://schemas.openxmlformats.org/presentationml/2006/main">
  <p:tag name="KSO_WM_UNIT_INDEX" val="51"/>
  <p:tag name="KSO_WM_UNIT_TYPE" val="β"/>
  <p:tag name="KSO_WM_BEAUTIFY_FLAG" val="#wm#"/>
</p:tagLst>
</file>

<file path=ppt/tags/tag742.xml><?xml version="1.0" encoding="utf-8"?>
<p:tagLst xmlns:p="http://schemas.openxmlformats.org/presentationml/2006/main">
  <p:tag name="KSO_WM_UNIT_INDEX" val="52"/>
  <p:tag name="KSO_WM_UNIT_TYPE" val="β"/>
  <p:tag name="KSO_WM_BEAUTIFY_FLAG" val="#wm#"/>
</p:tagLst>
</file>

<file path=ppt/tags/tag743.xml><?xml version="1.0" encoding="utf-8"?>
<p:tagLst xmlns:p="http://schemas.openxmlformats.org/presentationml/2006/main">
  <p:tag name="KSO_WM_UNIT_INDEX" val="53"/>
  <p:tag name="KSO_WM_UNIT_TYPE" val="β"/>
  <p:tag name="KSO_WM_BEAUTIFY_FLAG" val="#wm#"/>
</p:tagLst>
</file>

<file path=ppt/tags/tag744.xml><?xml version="1.0" encoding="utf-8"?>
<p:tagLst xmlns:p="http://schemas.openxmlformats.org/presentationml/2006/main">
  <p:tag name="KSO_WM_UNIT_INDEX" val="54"/>
  <p:tag name="KSO_WM_UNIT_TEXT_SUBTYPE" val="a"/>
  <p:tag name="KSO_WM_UNIT_SUBTYPE" val="a"/>
  <p:tag name="KSO_WM_UNIT_TYPE" val="f"/>
  <p:tag name="KSO_WM_BEAUTIFY_FLAG" val="#wm#"/>
</p:tagLst>
</file>

<file path=ppt/tags/tag74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746.xml><?xml version="1.0" encoding="utf-8"?>
<p:tagLst xmlns:p="http://schemas.openxmlformats.org/presentationml/2006/main">
  <p:tag name="KSO_WM_UNIT_INDEX" val="1"/>
  <p:tag name="KSO_WM_UNIT_TYPE" val="d"/>
  <p:tag name="KSO_WM_BEAUTIFY_FLAG" val="#wm#"/>
</p:tagLst>
</file>

<file path=ppt/tags/tag74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748.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749.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750.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751.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752.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753.xml><?xml version="1.0" encoding="utf-8"?>
<p:tagLst xmlns:p="http://schemas.openxmlformats.org/presentationml/2006/main">
  <p:tag name="KSO_WM_UNIT_INDEX" val="8"/>
  <p:tag name="KSO_WM_UNIT_TYPE" val="β"/>
  <p:tag name="KSO_WM_BEAUTIFY_FLAG" val="#wm#"/>
</p:tagLst>
</file>

<file path=ppt/tags/tag754.xml><?xml version="1.0" encoding="utf-8"?>
<p:tagLst xmlns:p="http://schemas.openxmlformats.org/presentationml/2006/main">
  <p:tag name="KSO_WM_UNIT_INDEX" val="9"/>
  <p:tag name="KSO_WM_UNIT_TYPE" val="d"/>
  <p:tag name="KSO_WM_BEAUTIFY_FLAG" val="#wm#"/>
</p:tagLst>
</file>

<file path=ppt/tags/tag755.xml><?xml version="1.0" encoding="utf-8"?>
<p:tagLst xmlns:p="http://schemas.openxmlformats.org/presentationml/2006/main">
  <p:tag name="KSO_WM_UNIT_INDEX" val="10"/>
  <p:tag name="KSO_WM_UNIT_TYPE" val="β"/>
  <p:tag name="KSO_WM_BEAUTIFY_FLAG" val="#wm#"/>
</p:tagLst>
</file>

<file path=ppt/tags/tag756.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757.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758.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759.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760.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761.xml><?xml version="1.0" encoding="utf-8"?>
<p:tagLst xmlns:p="http://schemas.openxmlformats.org/presentationml/2006/main">
  <p:tag name="KSO_WM_UNIT_INDEX" val="1"/>
  <p:tag name="KSO_WM_UNIT_TYPE" val="β"/>
  <p:tag name="KSO_WM_BEAUTIFY_FLAG" val="#wm#"/>
</p:tagLst>
</file>

<file path=ppt/tags/tag762.xml><?xml version="1.0" encoding="utf-8"?>
<p:tagLst xmlns:p="http://schemas.openxmlformats.org/presentationml/2006/main">
  <p:tag name="KSO_WM_UNIT_INDEX" val="2"/>
  <p:tag name="KSO_WM_UNIT_TYPE" val="d"/>
  <p:tag name="KSO_WM_BEAUTIFY_FLAG" val="#wm#"/>
</p:tagLst>
</file>

<file path=ppt/tags/tag763.xml><?xml version="1.0" encoding="utf-8"?>
<p:tagLst xmlns:p="http://schemas.openxmlformats.org/presentationml/2006/main">
  <p:tag name="KSO_WM_UNIT_INDEX" val="3"/>
  <p:tag name="KSO_WM_UNIT_TYPE" val="β"/>
  <p:tag name="KSO_WM_BEAUTIFY_FLAG" val="#wm#"/>
</p:tagLst>
</file>

<file path=ppt/tags/tag764.xml><?xml version="1.0" encoding="utf-8"?>
<p:tagLst xmlns:p="http://schemas.openxmlformats.org/presentationml/2006/main">
  <p:tag name="KSO_WM_UNIT_INDEX" val="4"/>
  <p:tag name="KSO_WM_UNIT_TYPE" val="β"/>
  <p:tag name="KSO_WM_BEAUTIFY_FLAG" val="#wm#"/>
</p:tagLst>
</file>

<file path=ppt/tags/tag765.xml><?xml version="1.0" encoding="utf-8"?>
<p:tagLst xmlns:p="http://schemas.openxmlformats.org/presentationml/2006/main">
  <p:tag name="KSO_WM_UNIT_INDEX" val="5"/>
  <p:tag name="KSO_WM_UNIT_TYPE" val="β"/>
  <p:tag name="KSO_WM_BEAUTIFY_FLAG" val="#wm#"/>
</p:tagLst>
</file>

<file path=ppt/tags/tag766.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767.xml><?xml version="1.0" encoding="utf-8"?>
<p:tagLst xmlns:p="http://schemas.openxmlformats.org/presentationml/2006/main">
  <p:tag name="KSO_WM_UNIT_INDEX" val="7"/>
  <p:tag name="KSO_WM_UNIT_TYPE" val="β"/>
  <p:tag name="KSO_WM_BEAUTIFY_FLAG" val="#wm#"/>
</p:tagLst>
</file>

<file path=ppt/tags/tag768.xml><?xml version="1.0" encoding="utf-8"?>
<p:tagLst xmlns:p="http://schemas.openxmlformats.org/presentationml/2006/main">
  <p:tag name="KSO_WM_UNIT_INDEX" val="8"/>
  <p:tag name="KSO_WM_UNIT_TYPE" val="d"/>
  <p:tag name="KSO_WM_BEAUTIFY_FLAG" val="#wm#"/>
</p:tagLst>
</file>

<file path=ppt/tags/tag769.xml><?xml version="1.0" encoding="utf-8"?>
<p:tagLst xmlns:p="http://schemas.openxmlformats.org/presentationml/2006/main">
  <p:tag name="KSO_WM_UNIT_INDEX" val="9"/>
  <p:tag name="KSO_WM_UNIT_TYPE" val="d"/>
  <p:tag name="KSO_WM_BEAUTIFY_FLAG" val="#wm#"/>
</p:tagLst>
</file>

<file path=ppt/tags/tag770.xml><?xml version="1.0" encoding="utf-8"?>
<p:tagLst xmlns:p="http://schemas.openxmlformats.org/presentationml/2006/main">
  <p:tag name="KSO_WM_UNIT_INDEX" val="10"/>
  <p:tag name="KSO_WM_UNIT_TYPE" val="d"/>
  <p:tag name="KSO_WM_BEAUTIFY_FLAG" val="#wm#"/>
</p:tagLst>
</file>

<file path=ppt/tags/tag771.xml><?xml version="1.0" encoding="utf-8"?>
<p:tagLst xmlns:p="http://schemas.openxmlformats.org/presentationml/2006/main">
  <p:tag name="KSO_WM_UNIT_INDEX" val="12"/>
  <p:tag name="KSO_WM_UNIT_TYPE" val="β"/>
  <p:tag name="KSO_WM_BEAUTIFY_FLAG" val="#wm#"/>
</p:tagLst>
</file>

<file path=ppt/tags/tag772.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773.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774.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77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776.xml><?xml version="1.0" encoding="utf-8"?>
<p:tagLst xmlns:p="http://schemas.openxmlformats.org/presentationml/2006/main">
  <p:tag name="KSO_WM_UNIT_INDEX" val="1"/>
  <p:tag name="KSO_WM_UNIT_TYPE" val="β"/>
  <p:tag name="KSO_WM_BEAUTIFY_FLAG" val="#wm#"/>
</p:tagLst>
</file>

<file path=ppt/tags/tag777.xml><?xml version="1.0" encoding="utf-8"?>
<p:tagLst xmlns:p="http://schemas.openxmlformats.org/presentationml/2006/main">
  <p:tag name="KSO_WM_UNIT_INDEX" val="2"/>
  <p:tag name="KSO_WM_UNIT_TYPE" val="β"/>
  <p:tag name="KSO_WM_BEAUTIFY_FLAG" val="#wm#"/>
</p:tagLst>
</file>

<file path=ppt/tags/tag778.xml><?xml version="1.0" encoding="utf-8"?>
<p:tagLst xmlns:p="http://schemas.openxmlformats.org/presentationml/2006/main">
  <p:tag name="KSO_WM_UNIT_INDEX" val="3"/>
  <p:tag name="KSO_WM_UNIT_TYPE" val="β"/>
  <p:tag name="KSO_WM_BEAUTIFY_FLAG" val="#wm#"/>
</p:tagLst>
</file>

<file path=ppt/tags/tag779.xml><?xml version="1.0" encoding="utf-8"?>
<p:tagLst xmlns:p="http://schemas.openxmlformats.org/presentationml/2006/main">
  <p:tag name="KSO_WM_UNIT_INDEX" val="4"/>
  <p:tag name="KSO_WM_UNIT_TYPE" val="d"/>
  <p:tag name="KSO_WM_BEAUTIFY_FLAG" val="#wm#"/>
</p:tagLst>
</file>

<file path=ppt/tags/tag780.xml><?xml version="1.0" encoding="utf-8"?>
<p:tagLst xmlns:p="http://schemas.openxmlformats.org/presentationml/2006/main">
  <p:tag name="KSO_WM_UNIT_INDEX" val="5"/>
  <p:tag name="KSO_WM_UNIT_TYPE" val="β"/>
  <p:tag name="KSO_WM_BEAUTIFY_FLAG" val="#wm#"/>
</p:tagLst>
</file>

<file path=ppt/tags/tag781.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782.xml><?xml version="1.0" encoding="utf-8"?>
<p:tagLst xmlns:p="http://schemas.openxmlformats.org/presentationml/2006/main">
  <p:tag name="KSO_WM_UNIT_INDEX" val="7"/>
  <p:tag name="KSO_WM_UNIT_TYPE" val="β"/>
  <p:tag name="KSO_WM_BEAUTIFY_FLAG" val="#wm#"/>
</p:tagLst>
</file>

<file path=ppt/tags/tag783.xml><?xml version="1.0" encoding="utf-8"?>
<p:tagLst xmlns:p="http://schemas.openxmlformats.org/presentationml/2006/main">
  <p:tag name="KSO_WM_UNIT_INDEX" val="8"/>
  <p:tag name="KSO_WM_UNIT_TYPE" val="d"/>
  <p:tag name="KSO_WM_BEAUTIFY_FLAG" val="#wm#"/>
</p:tagLst>
</file>

<file path=ppt/tags/tag784.xml><?xml version="1.0" encoding="utf-8"?>
<p:tagLst xmlns:p="http://schemas.openxmlformats.org/presentationml/2006/main">
  <p:tag name="KSO_WM_UNIT_INDEX" val="9"/>
  <p:tag name="KSO_WM_UNIT_TYPE" val="d"/>
  <p:tag name="KSO_WM_BEAUTIFY_FLAG" val="#wm#"/>
</p:tagLst>
</file>

<file path=ppt/tags/tag785.xml><?xml version="1.0" encoding="utf-8"?>
<p:tagLst xmlns:p="http://schemas.openxmlformats.org/presentationml/2006/main">
  <p:tag name="KSO_WM_UNIT_INDEX" val="10"/>
  <p:tag name="KSO_WM_UNIT_TYPE" val="d"/>
  <p:tag name="KSO_WM_BEAUTIFY_FLAG" val="#wm#"/>
</p:tagLst>
</file>

<file path=ppt/tags/tag786.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787.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788.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789.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790.xml><?xml version="1.0" encoding="utf-8"?>
<p:tagLst xmlns:p="http://schemas.openxmlformats.org/presentationml/2006/main">
  <p:tag name="KSO_WM_UNIT_INDEX" val="1"/>
  <p:tag name="KSO_WM_UNIT_TYPE" val="β"/>
  <p:tag name="KSO_WM_BEAUTIFY_FLAG" val="#wm#"/>
</p:tagLst>
</file>

<file path=ppt/tags/tag791.xml><?xml version="1.0" encoding="utf-8"?>
<p:tagLst xmlns:p="http://schemas.openxmlformats.org/presentationml/2006/main">
  <p:tag name="KSO_WM_UNIT_INDEX" val="2"/>
  <p:tag name="KSO_WM_UNIT_TYPE" val="β"/>
  <p:tag name="KSO_WM_BEAUTIFY_FLAG" val="#wm#"/>
</p:tagLst>
</file>

<file path=ppt/tags/tag792.xml><?xml version="1.0" encoding="utf-8"?>
<p:tagLst xmlns:p="http://schemas.openxmlformats.org/presentationml/2006/main">
  <p:tag name="KSO_WM_UNIT_INDEX" val="3"/>
  <p:tag name="KSO_WM_UNIT_TYPE" val="β"/>
  <p:tag name="KSO_WM_BEAUTIFY_FLAG" val="#wm#"/>
</p:tagLst>
</file>

<file path=ppt/tags/tag793.xml><?xml version="1.0" encoding="utf-8"?>
<p:tagLst xmlns:p="http://schemas.openxmlformats.org/presentationml/2006/main">
  <p:tag name="KSO_WM_UNIT_INDEX" val="4"/>
  <p:tag name="KSO_WM_UNIT_TYPE" val="d"/>
  <p:tag name="KSO_WM_BEAUTIFY_FLAG" val="#wm#"/>
</p:tagLst>
</file>

<file path=ppt/tags/tag794.xml><?xml version="1.0" encoding="utf-8"?>
<p:tagLst xmlns:p="http://schemas.openxmlformats.org/presentationml/2006/main">
  <p:tag name="KSO_WM_UNIT_INDEX" val="5"/>
  <p:tag name="KSO_WM_UNIT_TYPE" val="β"/>
  <p:tag name="KSO_WM_BEAUTIFY_FLAG" val="#wm#"/>
</p:tagLst>
</file>

<file path=ppt/tags/tag795.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796.xml><?xml version="1.0" encoding="utf-8"?>
<p:tagLst xmlns:p="http://schemas.openxmlformats.org/presentationml/2006/main">
  <p:tag name="KSO_WM_UNIT_INDEX" val="7"/>
  <p:tag name="KSO_WM_UNIT_TYPE" val="β"/>
  <p:tag name="KSO_WM_BEAUTIFY_FLAG" val="#wm#"/>
</p:tagLst>
</file>

<file path=ppt/tags/tag797.xml><?xml version="1.0" encoding="utf-8"?>
<p:tagLst xmlns:p="http://schemas.openxmlformats.org/presentationml/2006/main">
  <p:tag name="KSO_WM_UNIT_INDEX" val="8"/>
  <p:tag name="KSO_WM_UNIT_TYPE" val="d"/>
  <p:tag name="KSO_WM_BEAUTIFY_FLAG" val="#wm#"/>
</p:tagLst>
</file>

<file path=ppt/tags/tag798.xml><?xml version="1.0" encoding="utf-8"?>
<p:tagLst xmlns:p="http://schemas.openxmlformats.org/presentationml/2006/main">
  <p:tag name="KSO_WM_UNIT_INDEX" val="9"/>
  <p:tag name="KSO_WM_UNIT_TYPE" val="d"/>
  <p:tag name="KSO_WM_BEAUTIFY_FLAG" val="#wm#"/>
</p:tagLst>
</file>

<file path=ppt/tags/tag799.xml><?xml version="1.0" encoding="utf-8"?>
<p:tagLst xmlns:p="http://schemas.openxmlformats.org/presentationml/2006/main">
  <p:tag name="KSO_WM_UNIT_INDEX" val="10"/>
  <p:tag name="KSO_WM_UNIT_TYPE" val="d"/>
  <p:tag name="KSO_WM_BEAUTIFY_FLAG" val="#wm#"/>
</p:tagLst>
</file>

<file path=ppt/tags/tag800.xml><?xml version="1.0" encoding="utf-8"?>
<p:tagLst xmlns:p="http://schemas.openxmlformats.org/presentationml/2006/main">
  <p:tag name="KSO_WM_UNIT_INDEX" val="12"/>
  <p:tag name="KSO_WM_UNIT_TYPE" val="β"/>
  <p:tag name="KSO_WM_BEAUTIFY_FLAG" val="#wm#"/>
</p:tagLst>
</file>

<file path=ppt/tags/tag801.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802.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803.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804.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805.xml><?xml version="1.0" encoding="utf-8"?>
<p:tagLst xmlns:p="http://schemas.openxmlformats.org/presentationml/2006/main">
  <p:tag name="KSO_WM_UNIT_INDEX" val="1"/>
  <p:tag name="KSO_WM_UNIT_TYPE" val="β"/>
  <p:tag name="KSO_WM_BEAUTIFY_FLAG" val="#wm#"/>
</p:tagLst>
</file>

<file path=ppt/tags/tag806.xml><?xml version="1.0" encoding="utf-8"?>
<p:tagLst xmlns:p="http://schemas.openxmlformats.org/presentationml/2006/main">
  <p:tag name="KSO_WM_UNIT_INDEX" val="2"/>
  <p:tag name="KSO_WM_UNIT_TYPE" val="β"/>
  <p:tag name="KSO_WM_BEAUTIFY_FLAG" val="#wm#"/>
</p:tagLst>
</file>

<file path=ppt/tags/tag807.xml><?xml version="1.0" encoding="utf-8"?>
<p:tagLst xmlns:p="http://schemas.openxmlformats.org/presentationml/2006/main">
  <p:tag name="KSO_WM_UNIT_INDEX" val="3"/>
  <p:tag name="KSO_WM_UNIT_TYPE" val="β"/>
  <p:tag name="KSO_WM_BEAUTIFY_FLAG" val="#wm#"/>
</p:tagLst>
</file>

<file path=ppt/tags/tag808.xml><?xml version="1.0" encoding="utf-8"?>
<p:tagLst xmlns:p="http://schemas.openxmlformats.org/presentationml/2006/main">
  <p:tag name="KSO_WM_UNIT_INDEX" val="4"/>
  <p:tag name="KSO_WM_UNIT_TYPE" val="d"/>
  <p:tag name="KSO_WM_BEAUTIFY_FLAG" val="#wm#"/>
</p:tagLst>
</file>

<file path=ppt/tags/tag809.xml><?xml version="1.0" encoding="utf-8"?>
<p:tagLst xmlns:p="http://schemas.openxmlformats.org/presentationml/2006/main">
  <p:tag name="KSO_WM_UNIT_INDEX" val="5"/>
  <p:tag name="KSO_WM_UNIT_TYPE" val="β"/>
  <p:tag name="KSO_WM_BEAUTIFY_FLAG" val="#wm#"/>
</p:tagLst>
</file>

<file path=ppt/tags/tag810.xml><?xml version="1.0" encoding="utf-8"?>
<p:tagLst xmlns:p="http://schemas.openxmlformats.org/presentationml/2006/main">
  <p:tag name="KSO_WM_UNIT_INDEX" val="7"/>
  <p:tag name="KSO_WM_UNIT_TYPE" val="d"/>
  <p:tag name="KSO_WM_BEAUTIFY_FLAG" val="#wm#"/>
</p:tagLst>
</file>

<file path=ppt/tags/tag811.xml><?xml version="1.0" encoding="utf-8"?>
<p:tagLst xmlns:p="http://schemas.openxmlformats.org/presentationml/2006/main">
  <p:tag name="KSO_WM_UNIT_INDEX" val="8"/>
  <p:tag name="KSO_WM_UNIT_TYPE" val="d"/>
  <p:tag name="KSO_WM_BEAUTIFY_FLAG" val="#wm#"/>
</p:tagLst>
</file>

<file path=ppt/tags/tag812.xml><?xml version="1.0" encoding="utf-8"?>
<p:tagLst xmlns:p="http://schemas.openxmlformats.org/presentationml/2006/main">
  <p:tag name="KSO_WM_UNIT_INDEX" val="9"/>
  <p:tag name="KSO_WM_UNIT_TYPE" val="d"/>
  <p:tag name="KSO_WM_BEAUTIFY_FLAG" val="#wm#"/>
</p:tagLst>
</file>

<file path=ppt/tags/tag813.xml><?xml version="1.0" encoding="utf-8"?>
<p:tagLst xmlns:p="http://schemas.openxmlformats.org/presentationml/2006/main">
  <p:tag name="KSO_WM_UNIT_INDEX" val="11"/>
  <p:tag name="KSO_WM_UNIT_TYPE" val="β"/>
  <p:tag name="KSO_WM_BEAUTIFY_FLAG" val="#wm#"/>
</p:tagLst>
</file>

<file path=ppt/tags/tag814.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815.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816.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817.xml><?xml version="1.0" encoding="utf-8"?>
<p:tagLst xmlns:p="http://schemas.openxmlformats.org/presentationml/2006/main">
  <p:tag name="KSO_WM_UNIT_INDEX" val="6"/>
  <p:tag name="KSO_WM_UNIT_TYPE" val="a"/>
  <p:tag name="KSO_WM_BEAUTIFY_FLAG" val="#wm#"/>
</p:tagLst>
</file>

<file path=ppt/tags/tag818.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819.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82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821.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822.xml><?xml version="1.0" encoding="utf-8"?>
<p:tagLst xmlns:p="http://schemas.openxmlformats.org/presentationml/2006/main">
  <p:tag name="KSO_WM_UNIT_INDEX" val="4"/>
  <p:tag name="KSO_WM_UNIT_TYPE" val="β"/>
  <p:tag name="KSO_WM_BEAUTIFY_FLAG" val="#wm#"/>
</p:tagLst>
</file>

<file path=ppt/tags/tag823.xml><?xml version="1.0" encoding="utf-8"?>
<p:tagLst xmlns:p="http://schemas.openxmlformats.org/presentationml/2006/main">
  <p:tag name="KSO_WM_UNIT_INDEX" val="5"/>
  <p:tag name="KSO_WM_UNIT_TYPE" val="d"/>
  <p:tag name="KSO_WM_BEAUTIFY_FLAG" val="#wm#"/>
</p:tagLst>
</file>

<file path=ppt/tags/tag824.xml><?xml version="1.0" encoding="utf-8"?>
<p:tagLst xmlns:p="http://schemas.openxmlformats.org/presentationml/2006/main">
  <p:tag name="KSO_WM_UNIT_INDEX" val="6"/>
  <p:tag name="KSO_WM_UNIT_TYPE" val="d"/>
  <p:tag name="KSO_WM_BEAUTIFY_FLAG" val="#wm#"/>
</p:tagLst>
</file>

<file path=ppt/tags/tag825.xml><?xml version="1.0" encoding="utf-8"?>
<p:tagLst xmlns:p="http://schemas.openxmlformats.org/presentationml/2006/main">
  <p:tag name="KSO_WM_UNIT_INDEX" val="7"/>
  <p:tag name="KSO_WM_UNIT_TYPE" val="d"/>
  <p:tag name="KSO_WM_BEAUTIFY_FLAG" val="#wm#"/>
</p:tagLst>
</file>

<file path=ppt/tags/tag826.xml><?xml version="1.0" encoding="utf-8"?>
<p:tagLst xmlns:p="http://schemas.openxmlformats.org/presentationml/2006/main">
  <p:tag name="KSO_WM_UNIT_INDEX" val="8"/>
  <p:tag name="KSO_WM_UNIT_TYPE" val="d"/>
  <p:tag name="KSO_WM_BEAUTIFY_FLAG" val="#wm#"/>
</p:tagLst>
</file>

<file path=ppt/tags/tag827.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828.xml><?xml version="1.0" encoding="utf-8"?>
<p:tagLst xmlns:p="http://schemas.openxmlformats.org/presentationml/2006/main">
  <p:tag name="KSO_WM_UNIT_INDEX" val="10"/>
  <p:tag name="KSO_WM_UNIT_TYPE" val="d"/>
  <p:tag name="KSO_WM_BEAUTIFY_FLAG" val="#wm#"/>
</p:tagLst>
</file>

<file path=ppt/tags/tag829.xml><?xml version="1.0" encoding="utf-8"?>
<p:tagLst xmlns:p="http://schemas.openxmlformats.org/presentationml/2006/main">
  <p:tag name="KSO_WM_UNIT_INDEX" val="11"/>
  <p:tag name="KSO_WM_UNIT_TYPE" val="β"/>
  <p:tag name="KSO_WM_BEAUTIFY_FLAG" val="#wm#"/>
</p:tagLst>
</file>

<file path=ppt/tags/tag830.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831.xml><?xml version="1.0" encoding="utf-8"?>
<p:tagLst xmlns:p="http://schemas.openxmlformats.org/presentationml/2006/main">
  <p:tag name="KSO_WM_UNIT_INDEX" val="13"/>
  <p:tag name="KSO_WM_UNIT_TYPE" val="d"/>
  <p:tag name="KSO_WM_BEAUTIFY_FLAG" val="#wm#"/>
</p:tagLst>
</file>

<file path=ppt/tags/tag832.xml><?xml version="1.0" encoding="utf-8"?>
<p:tagLst xmlns:p="http://schemas.openxmlformats.org/presentationml/2006/main">
  <p:tag name="KSO_WM_UNIT_INDEX" val="14"/>
  <p:tag name="KSO_WM_UNIT_TYPE" val="d"/>
  <p:tag name="KSO_WM_BEAUTIFY_FLAG" val="#wm#"/>
</p:tagLst>
</file>

<file path=ppt/tags/tag833.xml><?xml version="1.0" encoding="utf-8"?>
<p:tagLst xmlns:p="http://schemas.openxmlformats.org/presentationml/2006/main">
  <p:tag name="KSO_WM_UNIT_INDEX" val="15"/>
  <p:tag name="KSO_WM_UNIT_TYPE" val="d"/>
  <p:tag name="KSO_WM_BEAUTIFY_FLAG" val="#wm#"/>
</p:tagLst>
</file>

<file path=ppt/tags/tag834.xml><?xml version="1.0" encoding="utf-8"?>
<p:tagLst xmlns:p="http://schemas.openxmlformats.org/presentationml/2006/main">
  <p:tag name="KSO_WM_UNIT_INDEX" val="16"/>
  <p:tag name="KSO_WM_UNIT_TYPE" val="d"/>
  <p:tag name="KSO_WM_BEAUTIFY_FLAG" val="#wm#"/>
</p:tagLst>
</file>

<file path=ppt/tags/tag835.xml><?xml version="1.0" encoding="utf-8"?>
<p:tagLst xmlns:p="http://schemas.openxmlformats.org/presentationml/2006/main">
  <p:tag name="KSO_WM_UNIT_INDEX" val="17"/>
  <p:tag name="KSO_WM_UNIT_TYPE" val="d"/>
  <p:tag name="KSO_WM_BEAUTIFY_FLAG" val="#wm#"/>
</p:tagLst>
</file>

<file path=ppt/tags/tag836.xml><?xml version="1.0" encoding="utf-8"?>
<p:tagLst xmlns:p="http://schemas.openxmlformats.org/presentationml/2006/main">
  <p:tag name="KSO_WM_UNIT_INDEX" val="18"/>
  <p:tag name="KSO_WM_UNIT_TYPE" val="d"/>
  <p:tag name="KSO_WM_BEAUTIFY_FLAG" val="#wm#"/>
</p:tagLst>
</file>

<file path=ppt/tags/tag837.xml><?xml version="1.0" encoding="utf-8"?>
<p:tagLst xmlns:p="http://schemas.openxmlformats.org/presentationml/2006/main">
  <p:tag name="KSO_WM_UNIT_INDEX" val="19"/>
  <p:tag name="KSO_WM_UNIT_TYPE" val="d"/>
  <p:tag name="KSO_WM_BEAUTIFY_FLAG" val="#wm#"/>
</p:tagLst>
</file>

<file path=ppt/tags/tag838.xml><?xml version="1.0" encoding="utf-8"?>
<p:tagLst xmlns:p="http://schemas.openxmlformats.org/presentationml/2006/main">
  <p:tag name="KSO_WM_UNIT_INDEX" val="20"/>
  <p:tag name="KSO_WM_UNIT_TYPE" val="d"/>
  <p:tag name="KSO_WM_BEAUTIFY_FLAG" val="#wm#"/>
</p:tagLst>
</file>

<file path=ppt/tags/tag839.xml><?xml version="1.0" encoding="utf-8"?>
<p:tagLst xmlns:p="http://schemas.openxmlformats.org/presentationml/2006/main">
  <p:tag name="KSO_WM_UNIT_INDEX" val="21"/>
  <p:tag name="KSO_WM_UNIT_TYPE" val="d"/>
  <p:tag name="KSO_WM_BEAUTIFY_FLAG" val="#wm#"/>
</p:tagLst>
</file>

<file path=ppt/tags/tag840.xml><?xml version="1.0" encoding="utf-8"?>
<p:tagLst xmlns:p="http://schemas.openxmlformats.org/presentationml/2006/main">
  <p:tag name="KSO_WM_UNIT_INDEX" val="22"/>
  <p:tag name="KSO_WM_UNIT_TYPE" val="d"/>
  <p:tag name="KSO_WM_BEAUTIFY_FLAG" val="#wm#"/>
</p:tagLst>
</file>

<file path=ppt/tags/tag841.xml><?xml version="1.0" encoding="utf-8"?>
<p:tagLst xmlns:p="http://schemas.openxmlformats.org/presentationml/2006/main">
  <p:tag name="KSO_WM_UNIT_INDEX" val="23"/>
  <p:tag name="KSO_WM_UNIT_TYPE" val="d"/>
  <p:tag name="KSO_WM_BEAUTIFY_FLAG" val="#wm#"/>
</p:tagLst>
</file>

<file path=ppt/tags/tag842.xml><?xml version="1.0" encoding="utf-8"?>
<p:tagLst xmlns:p="http://schemas.openxmlformats.org/presentationml/2006/main">
  <p:tag name="KSO_WM_UNIT_INDEX" val="24"/>
  <p:tag name="KSO_WM_UNIT_TYPE" val="d"/>
  <p:tag name="KSO_WM_BEAUTIFY_FLAG" val="#wm#"/>
</p:tagLst>
</file>

<file path=ppt/tags/tag843.xml><?xml version="1.0" encoding="utf-8"?>
<p:tagLst xmlns:p="http://schemas.openxmlformats.org/presentationml/2006/main">
  <p:tag name="KSO_WM_UNIT_INDEX" val="25"/>
  <p:tag name="KSO_WM_UNIT_TYPE" val="β"/>
  <p:tag name="KSO_WM_BEAUTIFY_FLAG" val="#wm#"/>
</p:tagLst>
</file>

<file path=ppt/tags/tag844.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845.xml><?xml version="1.0" encoding="utf-8"?>
<p:tagLst xmlns:p="http://schemas.openxmlformats.org/presentationml/2006/main">
  <p:tag name="KSO_WM_UNIT_INDEX" val="28"/>
  <p:tag name="KSO_WM_UNIT_TYPE" val="d"/>
  <p:tag name="KSO_WM_BEAUTIFY_FLAG" val="#wm#"/>
</p:tagLst>
</file>

<file path=ppt/tags/tag846.xml><?xml version="1.0" encoding="utf-8"?>
<p:tagLst xmlns:p="http://schemas.openxmlformats.org/presentationml/2006/main">
  <p:tag name="KSO_WM_UNIT_INDEX" val="29"/>
  <p:tag name="KSO_WM_UNIT_TEXT_SUBTYPE" val="a"/>
  <p:tag name="KSO_WM_UNIT_SUBTYPE" val="a"/>
  <p:tag name="KSO_WM_UNIT_TYPE" val="f"/>
  <p:tag name="KSO_WM_BEAUTIFY_FLAG" val="#wm#"/>
</p:tagLst>
</file>

<file path=ppt/tags/tag847.xml><?xml version="1.0" encoding="utf-8"?>
<p:tagLst xmlns:p="http://schemas.openxmlformats.org/presentationml/2006/main">
  <p:tag name="KSO_WM_UNIT_INDEX" val="30"/>
  <p:tag name="KSO_WM_UNIT_TYPE" val="d"/>
  <p:tag name="KSO_WM_BEAUTIFY_FLAG" val="#wm#"/>
</p:tagLst>
</file>

<file path=ppt/tags/tag848.xml><?xml version="1.0" encoding="utf-8"?>
<p:tagLst xmlns:p="http://schemas.openxmlformats.org/presentationml/2006/main">
  <p:tag name="KSO_WM_UNIT_INDEX" val="31"/>
  <p:tag name="KSO_WM_UNIT_TYPE" val="k"/>
  <p:tag name="KSO_WM_BEAUTIFY_FLAG" val="#wm#"/>
</p:tagLst>
</file>

<file path=ppt/tags/tag849.xml><?xml version="1.0" encoding="utf-8"?>
<p:tagLst xmlns:p="http://schemas.openxmlformats.org/presentationml/2006/main">
  <p:tag name="KSO_WM_UNIT_INDEX" val="32"/>
  <p:tag name="KSO_WM_UNIT_TEXT_SUBTYPE" val="a"/>
  <p:tag name="KSO_WM_UNIT_SUBTYPE" val="a"/>
  <p:tag name="KSO_WM_UNIT_TYPE" val="f"/>
  <p:tag name="KSO_WM_BEAUTIFY_FLAG" val="#wm#"/>
</p:tagLst>
</file>

<file path=ppt/tags/tag850.xml><?xml version="1.0" encoding="utf-8"?>
<p:tagLst xmlns:p="http://schemas.openxmlformats.org/presentationml/2006/main">
  <p:tag name="KSO_WM_UNIT_INDEX" val="33"/>
  <p:tag name="KSO_WM_UNIT_TEXT_SUBTYPE" val="a"/>
  <p:tag name="KSO_WM_UNIT_SUBTYPE" val="a"/>
  <p:tag name="KSO_WM_UNIT_TYPE" val="f"/>
  <p:tag name="KSO_WM_BEAUTIFY_FLAG" val="#wm#"/>
</p:tagLst>
</file>

<file path=ppt/tags/tag851.xml><?xml version="1.0" encoding="utf-8"?>
<p:tagLst xmlns:p="http://schemas.openxmlformats.org/presentationml/2006/main">
  <p:tag name="KSO_WM_UNIT_INDEX" val="34"/>
  <p:tag name="KSO_WM_UNIT_TYPE" val="i"/>
  <p:tag name="KSO_WM_BEAUTIFY_FLAG" val="#wm#"/>
</p:tagLst>
</file>

<file path=ppt/tags/tag852.xml><?xml version="1.0" encoding="utf-8"?>
<p:tagLst xmlns:p="http://schemas.openxmlformats.org/presentationml/2006/main">
  <p:tag name="KSO_WM_UNIT_INDEX" val="35"/>
  <p:tag name="KSO_WM_UNIT_TEXT_SUBTYPE" val="a"/>
  <p:tag name="KSO_WM_UNIT_SUBTYPE" val="a"/>
  <p:tag name="KSO_WM_UNIT_TYPE" val="f"/>
  <p:tag name="KSO_WM_BEAUTIFY_FLAG" val="#wm#"/>
</p:tagLst>
</file>

<file path=ppt/tags/tag853.xml><?xml version="1.0" encoding="utf-8"?>
<p:tagLst xmlns:p="http://schemas.openxmlformats.org/presentationml/2006/main">
  <p:tag name="KSO_WM_UNIT_INDEX" val="36"/>
  <p:tag name="KSO_WM_UNIT_TEXT_SUBTYPE" val="a"/>
  <p:tag name="KSO_WM_UNIT_SUBTYPE" val="a"/>
  <p:tag name="KSO_WM_UNIT_TYPE" val="f"/>
  <p:tag name="KSO_WM_BEAUTIFY_FLAG" val="#wm#"/>
</p:tagLst>
</file>

<file path=ppt/tags/tag854.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855.xml><?xml version="1.0" encoding="utf-8"?>
<p:tagLst xmlns:p="http://schemas.openxmlformats.org/presentationml/2006/main">
  <p:tag name="KSO_WM_UNIT_INDEX" val="1"/>
  <p:tag name="KSO_WM_UNIT_TYPE" val="β"/>
  <p:tag name="KSO_WM_BEAUTIFY_FLAG" val="#wm#"/>
</p:tagLst>
</file>

<file path=ppt/tags/tag856.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857.xml><?xml version="1.0" encoding="utf-8"?>
<p:tagLst xmlns:p="http://schemas.openxmlformats.org/presentationml/2006/main">
  <p:tag name="KSO_WM_UNIT_INDEX" val="4"/>
  <p:tag name="KSO_WM_UNIT_TYPE" val="d"/>
  <p:tag name="KSO_WM_BEAUTIFY_FLAG" val="#wm#"/>
</p:tagLst>
</file>

<file path=ppt/tags/tag858.xml><?xml version="1.0" encoding="utf-8"?>
<p:tagLst xmlns:p="http://schemas.openxmlformats.org/presentationml/2006/main">
  <p:tag name="KSO_WM_UNIT_INDEX" val="5"/>
  <p:tag name="KSO_WM_UNIT_TYPE" val="d"/>
  <p:tag name="KSO_WM_BEAUTIFY_FLAG" val="#wm#"/>
</p:tagLst>
</file>

<file path=ppt/tags/tag859.xml><?xml version="1.0" encoding="utf-8"?>
<p:tagLst xmlns:p="http://schemas.openxmlformats.org/presentationml/2006/main">
  <p:tag name="KSO_WM_UNIT_INDEX" val="6"/>
  <p:tag name="KSO_WM_UNIT_TYPE" val="d"/>
  <p:tag name="KSO_WM_BEAUTIFY_FLAG" val="#wm#"/>
</p:tagLst>
</file>

<file path=ppt/tags/tag860.xml><?xml version="1.0" encoding="utf-8"?>
<p:tagLst xmlns:p="http://schemas.openxmlformats.org/presentationml/2006/main">
  <p:tag name="KSO_WM_UNIT_INDEX" val="7"/>
  <p:tag name="KSO_WM_UNIT_TYPE" val="d"/>
  <p:tag name="KSO_WM_BEAUTIFY_FLAG" val="#wm#"/>
</p:tagLst>
</file>

<file path=ppt/tags/tag861.xml><?xml version="1.0" encoding="utf-8"?>
<p:tagLst xmlns:p="http://schemas.openxmlformats.org/presentationml/2006/main">
  <p:tag name="KSO_WM_UNIT_INDEX" val="8"/>
  <p:tag name="KSO_WM_UNIT_TYPE" val="d"/>
  <p:tag name="KSO_WM_BEAUTIFY_FLAG" val="#wm#"/>
</p:tagLst>
</file>

<file path=ppt/tags/tag862.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863.xml><?xml version="1.0" encoding="utf-8"?>
<p:tagLst xmlns:p="http://schemas.openxmlformats.org/presentationml/2006/main">
  <p:tag name="KSO_WM_UNIT_INDEX" val="11"/>
  <p:tag name="KSO_WM_UNIT_TYPE" val="d"/>
  <p:tag name="KSO_WM_BEAUTIFY_FLAG" val="#wm#"/>
</p:tagLst>
</file>

<file path=ppt/tags/tag864.xml><?xml version="1.0" encoding="utf-8"?>
<p:tagLst xmlns:p="http://schemas.openxmlformats.org/presentationml/2006/main">
  <p:tag name="KSO_WM_UNIT_INDEX" val="12"/>
  <p:tag name="KSO_WM_UNIT_TYPE" val="β"/>
  <p:tag name="KSO_WM_BEAUTIFY_FLAG" val="#wm#"/>
</p:tagLst>
</file>

<file path=ppt/tags/tag865.xml><?xml version="1.0" encoding="utf-8"?>
<p:tagLst xmlns:p="http://schemas.openxmlformats.org/presentationml/2006/main">
  <p:tag name="KSO_WM_UNIT_INDEX" val="13"/>
  <p:tag name="KSO_WM_UNIT_TYPE" val="d"/>
  <p:tag name="KSO_WM_BEAUTIFY_FLAG" val="#wm#"/>
</p:tagLst>
</file>

<file path=ppt/tags/tag866.xml><?xml version="1.0" encoding="utf-8"?>
<p:tagLst xmlns:p="http://schemas.openxmlformats.org/presentationml/2006/main">
  <p:tag name="KSO_WM_UNIT_INDEX" val="14"/>
  <p:tag name="KSO_WM_UNIT_TYPE" val="β"/>
  <p:tag name="KSO_WM_BEAUTIFY_FLAG" val="#wm#"/>
</p:tagLst>
</file>

<file path=ppt/tags/tag867.xml><?xml version="1.0" encoding="utf-8"?>
<p:tagLst xmlns:p="http://schemas.openxmlformats.org/presentationml/2006/main">
  <p:tag name="KSO_WM_UNIT_INDEX" val="15"/>
  <p:tag name="KSO_WM_UNIT_TYPE" val="d"/>
  <p:tag name="KSO_WM_BEAUTIFY_FLAG" val="#wm#"/>
</p:tagLst>
</file>

<file path=ppt/tags/tag868.xml><?xml version="1.0" encoding="utf-8"?>
<p:tagLst xmlns:p="http://schemas.openxmlformats.org/presentationml/2006/main">
  <p:tag name="KSO_WM_UNIT_INDEX" val="16"/>
  <p:tag name="KSO_WM_UNIT_TYPE" val="d"/>
  <p:tag name="KSO_WM_BEAUTIFY_FLAG" val="#wm#"/>
</p:tagLst>
</file>

<file path=ppt/tags/tag869.xml><?xml version="1.0" encoding="utf-8"?>
<p:tagLst xmlns:p="http://schemas.openxmlformats.org/presentationml/2006/main">
  <p:tag name="KSO_WM_UNIT_INDEX" val="17"/>
  <p:tag name="KSO_WM_UNIT_TYPE" val="d"/>
  <p:tag name="KSO_WM_BEAUTIFY_FLAG" val="#wm#"/>
</p:tagLst>
</file>

<file path=ppt/tags/tag870.xml><?xml version="1.0" encoding="utf-8"?>
<p:tagLst xmlns:p="http://schemas.openxmlformats.org/presentationml/2006/main">
  <p:tag name="KSO_WM_UNIT_INDEX" val="18"/>
  <p:tag name="KSO_WM_UNIT_TYPE" val="β"/>
  <p:tag name="KSO_WM_BEAUTIFY_FLAG" val="#wm#"/>
</p:tagLst>
</file>

<file path=ppt/tags/tag871.xml><?xml version="1.0" encoding="utf-8"?>
<p:tagLst xmlns:p="http://schemas.openxmlformats.org/presentationml/2006/main">
  <p:tag name="KSO_WM_UNIT_INDEX" val="19"/>
  <p:tag name="KSO_WM_UNIT_TYPE" val="d"/>
  <p:tag name="KSO_WM_BEAUTIFY_FLAG" val="#wm#"/>
</p:tagLst>
</file>

<file path=ppt/tags/tag872.xml><?xml version="1.0" encoding="utf-8"?>
<p:tagLst xmlns:p="http://schemas.openxmlformats.org/presentationml/2006/main">
  <p:tag name="KSO_WM_UNIT_INDEX" val="20"/>
  <p:tag name="KSO_WM_UNIT_TYPE" val="β"/>
  <p:tag name="KSO_WM_BEAUTIFY_FLAG" val="#wm#"/>
</p:tagLst>
</file>

<file path=ppt/tags/tag873.xml><?xml version="1.0" encoding="utf-8"?>
<p:tagLst xmlns:p="http://schemas.openxmlformats.org/presentationml/2006/main">
  <p:tag name="KSO_WM_UNIT_INDEX" val="21"/>
  <p:tag name="KSO_WM_UNIT_TYPE" val="d"/>
  <p:tag name="KSO_WM_BEAUTIFY_FLAG" val="#wm#"/>
</p:tagLst>
</file>

<file path=ppt/tags/tag874.xml><?xml version="1.0" encoding="utf-8"?>
<p:tagLst xmlns:p="http://schemas.openxmlformats.org/presentationml/2006/main">
  <p:tag name="KSO_WM_UNIT_INDEX" val="22"/>
  <p:tag name="KSO_WM_UNIT_TYPE" val="β"/>
  <p:tag name="KSO_WM_BEAUTIFY_FLAG" val="#wm#"/>
</p:tagLst>
</file>

<file path=ppt/tags/tag875.xml><?xml version="1.0" encoding="utf-8"?>
<p:tagLst xmlns:p="http://schemas.openxmlformats.org/presentationml/2006/main">
  <p:tag name="KSO_WM_UNIT_INDEX" val="23"/>
  <p:tag name="KSO_WM_UNIT_TYPE" val="β"/>
  <p:tag name="KSO_WM_BEAUTIFY_FLAG" val="#wm#"/>
</p:tagLst>
</file>

<file path=ppt/tags/tag876.xml><?xml version="1.0" encoding="utf-8"?>
<p:tagLst xmlns:p="http://schemas.openxmlformats.org/presentationml/2006/main">
  <p:tag name="KSO_WM_UNIT_INDEX" val="24"/>
  <p:tag name="KSO_WM_UNIT_TYPE" val="d"/>
  <p:tag name="KSO_WM_BEAUTIFY_FLAG" val="#wm#"/>
</p:tagLst>
</file>

<file path=ppt/tags/tag877.xml><?xml version="1.0" encoding="utf-8"?>
<p:tagLst xmlns:p="http://schemas.openxmlformats.org/presentationml/2006/main">
  <p:tag name="KSO_WM_UNIT_INDEX" val="25"/>
  <p:tag name="KSO_WM_UNIT_TYPE" val="β"/>
  <p:tag name="KSO_WM_BEAUTIFY_FLAG" val="#wm#"/>
</p:tagLst>
</file>

<file path=ppt/tags/tag878.xml><?xml version="1.0" encoding="utf-8"?>
<p:tagLst xmlns:p="http://schemas.openxmlformats.org/presentationml/2006/main">
  <p:tag name="KSO_WM_UNIT_INDEX" val="26"/>
  <p:tag name="KSO_WM_UNIT_TYPE" val="β"/>
  <p:tag name="KSO_WM_BEAUTIFY_FLAG" val="#wm#"/>
</p:tagLst>
</file>

<file path=ppt/tags/tag879.xml><?xml version="1.0" encoding="utf-8"?>
<p:tagLst xmlns:p="http://schemas.openxmlformats.org/presentationml/2006/main">
  <p:tag name="KSO_WM_UNIT_INDEX" val="27"/>
  <p:tag name="KSO_WM_UNIT_TYPE" val="d"/>
  <p:tag name="KSO_WM_BEAUTIFY_FLAG" val="#wm#"/>
</p:tagLst>
</file>

<file path=ppt/tags/tag880.xml><?xml version="1.0" encoding="utf-8"?>
<p:tagLst xmlns:p="http://schemas.openxmlformats.org/presentationml/2006/main">
  <p:tag name="KSO_WM_UNIT_INDEX" val="28"/>
  <p:tag name="KSO_WM_UNIT_TYPE" val="β"/>
  <p:tag name="KSO_WM_BEAUTIFY_FLAG" val="#wm#"/>
</p:tagLst>
</file>

<file path=ppt/tags/tag881.xml><?xml version="1.0" encoding="utf-8"?>
<p:tagLst xmlns:p="http://schemas.openxmlformats.org/presentationml/2006/main">
  <p:tag name="KSO_WM_UNIT_INDEX" val="29"/>
  <p:tag name="KSO_WM_UNIT_TYPE" val="d"/>
  <p:tag name="KSO_WM_BEAUTIFY_FLAG" val="#wm#"/>
</p:tagLst>
</file>

<file path=ppt/tags/tag882.xml><?xml version="1.0" encoding="utf-8"?>
<p:tagLst xmlns:p="http://schemas.openxmlformats.org/presentationml/2006/main">
  <p:tag name="KSO_WM_UNIT_INDEX" val="30"/>
  <p:tag name="KSO_WM_UNIT_TYPE" val="β"/>
  <p:tag name="KSO_WM_BEAUTIFY_FLAG" val="#wm#"/>
</p:tagLst>
</file>

<file path=ppt/tags/tag883.xml><?xml version="1.0" encoding="utf-8"?>
<p:tagLst xmlns:p="http://schemas.openxmlformats.org/presentationml/2006/main">
  <p:tag name="KSO_WM_UNIT_INDEX" val="31"/>
  <p:tag name="KSO_WM_UNIT_TYPE" val="d"/>
  <p:tag name="KSO_WM_BEAUTIFY_FLAG" val="#wm#"/>
</p:tagLst>
</file>

<file path=ppt/tags/tag884.xml><?xml version="1.0" encoding="utf-8"?>
<p:tagLst xmlns:p="http://schemas.openxmlformats.org/presentationml/2006/main">
  <p:tag name="KSO_WM_UNIT_INDEX" val="32"/>
  <p:tag name="KSO_WM_UNIT_TYPE" val="β"/>
  <p:tag name="KSO_WM_BEAUTIFY_FLAG" val="#wm#"/>
</p:tagLst>
</file>

<file path=ppt/tags/tag885.xml><?xml version="1.0" encoding="utf-8"?>
<p:tagLst xmlns:p="http://schemas.openxmlformats.org/presentationml/2006/main">
  <p:tag name="KSO_WM_UNIT_INDEX" val="33"/>
  <p:tag name="KSO_WM_UNIT_TYPE" val="d"/>
  <p:tag name="KSO_WM_BEAUTIFY_FLAG" val="#wm#"/>
</p:tagLst>
</file>

<file path=ppt/tags/tag886.xml><?xml version="1.0" encoding="utf-8"?>
<p:tagLst xmlns:p="http://schemas.openxmlformats.org/presentationml/2006/main">
  <p:tag name="KSO_WM_UNIT_INDEX" val="34"/>
  <p:tag name="KSO_WM_UNIT_TYPE" val="β"/>
  <p:tag name="KSO_WM_BEAUTIFY_FLAG" val="#wm#"/>
</p:tagLst>
</file>

<file path=ppt/tags/tag887.xml><?xml version="1.0" encoding="utf-8"?>
<p:tagLst xmlns:p="http://schemas.openxmlformats.org/presentationml/2006/main">
  <p:tag name="KSO_WM_UNIT_INDEX" val="35"/>
  <p:tag name="KSO_WM_UNIT_TYPE" val="d"/>
  <p:tag name="KSO_WM_BEAUTIFY_FLAG" val="#wm#"/>
</p:tagLst>
</file>

<file path=ppt/tags/tag888.xml><?xml version="1.0" encoding="utf-8"?>
<p:tagLst xmlns:p="http://schemas.openxmlformats.org/presentationml/2006/main">
  <p:tag name="KSO_WM_UNIT_INDEX" val="36"/>
  <p:tag name="KSO_WM_UNIT_TYPE" val="β"/>
  <p:tag name="KSO_WM_BEAUTIFY_FLAG" val="#wm#"/>
</p:tagLst>
</file>

<file path=ppt/tags/tag889.xml><?xml version="1.0" encoding="utf-8"?>
<p:tagLst xmlns:p="http://schemas.openxmlformats.org/presentationml/2006/main">
  <p:tag name="KSO_WM_UNIT_INDEX" val="37"/>
  <p:tag name="KSO_WM_UNIT_TYPE" val="d"/>
  <p:tag name="KSO_WM_BEAUTIFY_FLAG" val="#wm#"/>
</p:tagLst>
</file>

<file path=ppt/tags/tag890.xml><?xml version="1.0" encoding="utf-8"?>
<p:tagLst xmlns:p="http://schemas.openxmlformats.org/presentationml/2006/main">
  <p:tag name="KSO_WM_UNIT_INDEX" val="38"/>
  <p:tag name="KSO_WM_UNIT_TYPE" val="β"/>
  <p:tag name="KSO_WM_BEAUTIFY_FLAG" val="#wm#"/>
</p:tagLst>
</file>

<file path=ppt/tags/tag891.xml><?xml version="1.0" encoding="utf-8"?>
<p:tagLst xmlns:p="http://schemas.openxmlformats.org/presentationml/2006/main">
  <p:tag name="KSO_WM_UNIT_INDEX" val="39"/>
  <p:tag name="KSO_WM_UNIT_TYPE" val="d"/>
  <p:tag name="KSO_WM_BEAUTIFY_FLAG" val="#wm#"/>
</p:tagLst>
</file>

<file path=ppt/tags/tag892.xml><?xml version="1.0" encoding="utf-8"?>
<p:tagLst xmlns:p="http://schemas.openxmlformats.org/presentationml/2006/main">
  <p:tag name="KSO_WM_UNIT_INDEX" val="40"/>
  <p:tag name="KSO_WM_UNIT_TYPE" val="d"/>
  <p:tag name="KSO_WM_BEAUTIFY_FLAG" val="#wm#"/>
</p:tagLst>
</file>

<file path=ppt/tags/tag893.xml><?xml version="1.0" encoding="utf-8"?>
<p:tagLst xmlns:p="http://schemas.openxmlformats.org/presentationml/2006/main">
  <p:tag name="KSO_WM_UNIT_INDEX" val="41"/>
  <p:tag name="KSO_WM_UNIT_TYPE" val="d"/>
  <p:tag name="KSO_WM_BEAUTIFY_FLAG" val="#wm#"/>
</p:tagLst>
</file>

<file path=ppt/tags/tag894.xml><?xml version="1.0" encoding="utf-8"?>
<p:tagLst xmlns:p="http://schemas.openxmlformats.org/presentationml/2006/main">
  <p:tag name="KSO_WM_UNIT_INDEX" val="42"/>
  <p:tag name="KSO_WM_UNIT_TYPE" val="β"/>
  <p:tag name="KSO_WM_BEAUTIFY_FLAG" val="#wm#"/>
</p:tagLst>
</file>

<file path=ppt/tags/tag895.xml><?xml version="1.0" encoding="utf-8"?>
<p:tagLst xmlns:p="http://schemas.openxmlformats.org/presentationml/2006/main">
  <p:tag name="KSO_WM_UNIT_INDEX" val="43"/>
  <p:tag name="KSO_WM_UNIT_TYPE" val="β"/>
  <p:tag name="KSO_WM_BEAUTIFY_FLAG" val="#wm#"/>
</p:tagLst>
</file>

<file path=ppt/tags/tag896.xml><?xml version="1.0" encoding="utf-8"?>
<p:tagLst xmlns:p="http://schemas.openxmlformats.org/presentationml/2006/main">
  <p:tag name="KSO_WM_UNIT_INDEX" val="44"/>
  <p:tag name="KSO_WM_UNIT_TYPE" val="β"/>
  <p:tag name="KSO_WM_BEAUTIFY_FLAG" val="#wm#"/>
</p:tagLst>
</file>

<file path=ppt/tags/tag897.xml><?xml version="1.0" encoding="utf-8"?>
<p:tagLst xmlns:p="http://schemas.openxmlformats.org/presentationml/2006/main">
  <p:tag name="KSO_WM_UNIT_INDEX" val="45"/>
  <p:tag name="KSO_WM_UNIT_TYPE" val="β"/>
  <p:tag name="KSO_WM_BEAUTIFY_FLAG" val="#wm#"/>
</p:tagLst>
</file>

<file path=ppt/tags/tag898.xml><?xml version="1.0" encoding="utf-8"?>
<p:tagLst xmlns:p="http://schemas.openxmlformats.org/presentationml/2006/main">
  <p:tag name="KSO_WM_UNIT_INDEX" val="46"/>
  <p:tag name="KSO_WM_UNIT_TYPE" val="d"/>
  <p:tag name="KSO_WM_BEAUTIFY_FLAG" val="#wm#"/>
</p:tagLst>
</file>

<file path=ppt/tags/tag899.xml><?xml version="1.0" encoding="utf-8"?>
<p:tagLst xmlns:p="http://schemas.openxmlformats.org/presentationml/2006/main">
  <p:tag name="KSO_WM_UNIT_INDEX" val="47"/>
  <p:tag name="KSO_WM_UNIT_TYPE" val="β"/>
  <p:tag name="KSO_WM_BEAUTIFY_FLAG" val="#wm#"/>
</p:tagLst>
</file>

<file path=ppt/tags/tag900.xml><?xml version="1.0" encoding="utf-8"?>
<p:tagLst xmlns:p="http://schemas.openxmlformats.org/presentationml/2006/main">
  <p:tag name="KSO_WM_UNIT_INDEX" val="48"/>
  <p:tag name="KSO_WM_UNIT_TYPE" val="d"/>
  <p:tag name="KSO_WM_BEAUTIFY_FLAG" val="#wm#"/>
</p:tagLst>
</file>

<file path=ppt/tags/tag901.xml><?xml version="1.0" encoding="utf-8"?>
<p:tagLst xmlns:p="http://schemas.openxmlformats.org/presentationml/2006/main">
  <p:tag name="KSO_WM_UNIT_INDEX" val="49"/>
  <p:tag name="KSO_WM_UNIT_TYPE" val="β"/>
  <p:tag name="KSO_WM_BEAUTIFY_FLAG" val="#wm#"/>
</p:tagLst>
</file>

<file path=ppt/tags/tag902.xml><?xml version="1.0" encoding="utf-8"?>
<p:tagLst xmlns:p="http://schemas.openxmlformats.org/presentationml/2006/main">
  <p:tag name="KSO_WM_UNIT_INDEX" val="50"/>
  <p:tag name="KSO_WM_UNIT_TYPE" val="d"/>
  <p:tag name="KSO_WM_BEAUTIFY_FLAG" val="#wm#"/>
</p:tagLst>
</file>

<file path=ppt/tags/tag903.xml><?xml version="1.0" encoding="utf-8"?>
<p:tagLst xmlns:p="http://schemas.openxmlformats.org/presentationml/2006/main">
  <p:tag name="KSO_WM_UNIT_INDEX" val="51"/>
  <p:tag name="KSO_WM_UNIT_TYPE" val="β"/>
  <p:tag name="KSO_WM_BEAUTIFY_FLAG" val="#wm#"/>
</p:tagLst>
</file>

<file path=ppt/tags/tag904.xml><?xml version="1.0" encoding="utf-8"?>
<p:tagLst xmlns:p="http://schemas.openxmlformats.org/presentationml/2006/main">
  <p:tag name="KSO_WM_UNIT_INDEX" val="52"/>
  <p:tag name="KSO_WM_UNIT_TYPE" val="d"/>
  <p:tag name="KSO_WM_BEAUTIFY_FLAG" val="#wm#"/>
</p:tagLst>
</file>

<file path=ppt/tags/tag905.xml><?xml version="1.0" encoding="utf-8"?>
<p:tagLst xmlns:p="http://schemas.openxmlformats.org/presentationml/2006/main">
  <p:tag name="KSO_WM_UNIT_INDEX" val="53"/>
  <p:tag name="KSO_WM_UNIT_TYPE" val="β"/>
  <p:tag name="KSO_WM_BEAUTIFY_FLAG" val="#wm#"/>
</p:tagLst>
</file>

<file path=ppt/tags/tag906.xml><?xml version="1.0" encoding="utf-8"?>
<p:tagLst xmlns:p="http://schemas.openxmlformats.org/presentationml/2006/main">
  <p:tag name="KSO_WM_UNIT_INDEX" val="54"/>
  <p:tag name="KSO_WM_UNIT_TYPE" val="d"/>
  <p:tag name="KSO_WM_BEAUTIFY_FLAG" val="#wm#"/>
</p:tagLst>
</file>

<file path=ppt/tags/tag907.xml><?xml version="1.0" encoding="utf-8"?>
<p:tagLst xmlns:p="http://schemas.openxmlformats.org/presentationml/2006/main">
  <p:tag name="KSO_WM_UNIT_INDEX" val="55"/>
  <p:tag name="KSO_WM_UNIT_TYPE" val="β"/>
  <p:tag name="KSO_WM_BEAUTIFY_FLAG" val="#wm#"/>
</p:tagLst>
</file>

<file path=ppt/tags/tag908.xml><?xml version="1.0" encoding="utf-8"?>
<p:tagLst xmlns:p="http://schemas.openxmlformats.org/presentationml/2006/main">
  <p:tag name="KSO_WM_UNIT_INDEX" val="56"/>
  <p:tag name="KSO_WM_UNIT_TYPE" val="β"/>
  <p:tag name="KSO_WM_BEAUTIFY_FLAG" val="#wm#"/>
</p:tagLst>
</file>

<file path=ppt/tags/tag909.xml><?xml version="1.0" encoding="utf-8"?>
<p:tagLst xmlns:p="http://schemas.openxmlformats.org/presentationml/2006/main">
  <p:tag name="KSO_WM_UNIT_INDEX" val="57"/>
  <p:tag name="KSO_WM_UNIT_TYPE" val="d"/>
  <p:tag name="KSO_WM_BEAUTIFY_FLAG" val="#wm#"/>
</p:tagLst>
</file>

<file path=ppt/tags/tag910.xml><?xml version="1.0" encoding="utf-8"?>
<p:tagLst xmlns:p="http://schemas.openxmlformats.org/presentationml/2006/main">
  <p:tag name="KSO_WM_UNIT_INDEX" val="58"/>
  <p:tag name="KSO_WM_UNIT_TYPE" val="d"/>
  <p:tag name="KSO_WM_BEAUTIFY_FLAG" val="#wm#"/>
</p:tagLst>
</file>

<file path=ppt/tags/tag911.xml><?xml version="1.0" encoding="utf-8"?>
<p:tagLst xmlns:p="http://schemas.openxmlformats.org/presentationml/2006/main">
  <p:tag name="KSO_WM_UNIT_INDEX" val="59"/>
  <p:tag name="KSO_WM_UNIT_TYPE" val="d"/>
  <p:tag name="KSO_WM_BEAUTIFY_FLAG" val="#wm#"/>
</p:tagLst>
</file>

<file path=ppt/tags/tag912.xml><?xml version="1.0" encoding="utf-8"?>
<p:tagLst xmlns:p="http://schemas.openxmlformats.org/presentationml/2006/main">
  <p:tag name="KSO_WM_UNIT_INDEX" val="60"/>
  <p:tag name="KSO_WM_UNIT_TYPE" val="d"/>
  <p:tag name="KSO_WM_BEAUTIFY_FLAG" val="#wm#"/>
</p:tagLst>
</file>

<file path=ppt/tags/tag913.xml><?xml version="1.0" encoding="utf-8"?>
<p:tagLst xmlns:p="http://schemas.openxmlformats.org/presentationml/2006/main">
  <p:tag name="KSO_WM_UNIT_INDEX" val="61"/>
  <p:tag name="KSO_WM_UNIT_TYPE" val="d"/>
  <p:tag name="KSO_WM_BEAUTIFY_FLAG" val="#wm#"/>
</p:tagLst>
</file>

<file path=ppt/tags/tag914.xml><?xml version="1.0" encoding="utf-8"?>
<p:tagLst xmlns:p="http://schemas.openxmlformats.org/presentationml/2006/main">
  <p:tag name="KSO_WM_UNIT_INDEX" val="62"/>
  <p:tag name="KSO_WM_UNIT_TYPE" val="β"/>
  <p:tag name="KSO_WM_BEAUTIFY_FLAG" val="#wm#"/>
</p:tagLst>
</file>

<file path=ppt/tags/tag915.xml><?xml version="1.0" encoding="utf-8"?>
<p:tagLst xmlns:p="http://schemas.openxmlformats.org/presentationml/2006/main">
  <p:tag name="KSO_WM_UNIT_INDEX" val="63"/>
  <p:tag name="KSO_WM_UNIT_TYPE" val="β"/>
  <p:tag name="KSO_WM_BEAUTIFY_FLAG" val="#wm#"/>
</p:tagLst>
</file>

<file path=ppt/tags/tag916.xml><?xml version="1.0" encoding="utf-8"?>
<p:tagLst xmlns:p="http://schemas.openxmlformats.org/presentationml/2006/main">
  <p:tag name="KSO_WM_UNIT_INDEX" val="64"/>
  <p:tag name="KSO_WM_UNIT_TEXT_SUBTYPE" val="a"/>
  <p:tag name="KSO_WM_UNIT_SUBTYPE" val="a"/>
  <p:tag name="KSO_WM_UNIT_TYPE" val="f"/>
  <p:tag name="KSO_WM_BEAUTIFY_FLAG" val="#wm#"/>
</p:tagLst>
</file>

<file path=ppt/tags/tag917.xml><?xml version="1.0" encoding="utf-8"?>
<p:tagLst xmlns:p="http://schemas.openxmlformats.org/presentationml/2006/main">
  <p:tag name="KSO_WM_UNIT_INDEX" val="65"/>
  <p:tag name="KSO_WM_UNIT_TEXT_SUBTYPE" val="a"/>
  <p:tag name="KSO_WM_UNIT_SUBTYPE" val="a"/>
  <p:tag name="KSO_WM_UNIT_TYPE" val="f"/>
  <p:tag name="KSO_WM_BEAUTIFY_FLAG" val="#wm#"/>
</p:tagLst>
</file>

<file path=ppt/tags/tag918.xml><?xml version="1.0" encoding="utf-8"?>
<p:tagLst xmlns:p="http://schemas.openxmlformats.org/presentationml/2006/main">
  <p:tag name="KSO_WM_UNIT_INDEX" val="66"/>
  <p:tag name="KSO_WM_UNIT_TEXT_SUBTYPE" val="a"/>
  <p:tag name="KSO_WM_UNIT_SUBTYPE" val="a"/>
  <p:tag name="KSO_WM_UNIT_TYPE" val="f"/>
  <p:tag name="KSO_WM_BEAUTIFY_FLAG" val="#wm#"/>
</p:tagLst>
</file>

<file path=ppt/tags/tag919.xml><?xml version="1.0" encoding="utf-8"?>
<p:tagLst xmlns:p="http://schemas.openxmlformats.org/presentationml/2006/main">
  <p:tag name="KSO_WM_UNIT_INDEX" val="67"/>
  <p:tag name="KSO_WM_UNIT_TEXT_SUBTYPE" val="a"/>
  <p:tag name="KSO_WM_UNIT_SUBTYPE" val="a"/>
  <p:tag name="KSO_WM_UNIT_TYPE" val="f"/>
  <p:tag name="KSO_WM_BEAUTIFY_FLAG" val="#wm#"/>
</p:tagLst>
</file>

<file path=ppt/tags/tag920.xml><?xml version="1.0" encoding="utf-8"?>
<p:tagLst xmlns:p="http://schemas.openxmlformats.org/presentationml/2006/main">
  <p:tag name="KSO_WM_UNIT_INDEX" val="68"/>
  <p:tag name="KSO_WM_UNIT_TEXT_SUBTYPE" val="a"/>
  <p:tag name="KSO_WM_UNIT_SUBTYPE" val="a"/>
  <p:tag name="KSO_WM_UNIT_TYPE" val="f"/>
  <p:tag name="KSO_WM_BEAUTIFY_FLAG" val="#wm#"/>
</p:tagLst>
</file>

<file path=ppt/tags/tag921.xml><?xml version="1.0" encoding="utf-8"?>
<p:tagLst xmlns:p="http://schemas.openxmlformats.org/presentationml/2006/main">
  <p:tag name="KSO_WM_UNIT_INDEX" val="69"/>
  <p:tag name="KSO_WM_UNIT_TEXT_SUBTYPE" val="a"/>
  <p:tag name="KSO_WM_UNIT_SUBTYPE" val="a"/>
  <p:tag name="KSO_WM_UNIT_TYPE" val="f"/>
  <p:tag name="KSO_WM_BEAUTIFY_FLAG" val="#wm#"/>
</p:tagLst>
</file>

<file path=ppt/tags/tag922.xml><?xml version="1.0" encoding="utf-8"?>
<p:tagLst xmlns:p="http://schemas.openxmlformats.org/presentationml/2006/main">
  <p:tag name="KSO_WM_UNIT_INDEX" val="70"/>
  <p:tag name="KSO_WM_UNIT_TEXT_SUBTYPE" val="a"/>
  <p:tag name="KSO_WM_UNIT_SUBTYPE" val="a"/>
  <p:tag name="KSO_WM_UNIT_TYPE" val="f"/>
  <p:tag name="KSO_WM_BEAUTIFY_FLAG" val="#wm#"/>
</p:tagLst>
</file>

<file path=ppt/tags/tag923.xml><?xml version="1.0" encoding="utf-8"?>
<p:tagLst xmlns:p="http://schemas.openxmlformats.org/presentationml/2006/main">
  <p:tag name="KSO_WM_UNIT_INDEX" val="71"/>
  <p:tag name="KSO_WM_UNIT_TEXT_SUBTYPE" val="a"/>
  <p:tag name="KSO_WM_UNIT_SUBTYPE" val="a"/>
  <p:tag name="KSO_WM_UNIT_TYPE" val="f"/>
  <p:tag name="KSO_WM_BEAUTIFY_FLAG" val="#wm#"/>
</p:tagLst>
</file>

<file path=ppt/tags/tag924.xml><?xml version="1.0" encoding="utf-8"?>
<p:tagLst xmlns:p="http://schemas.openxmlformats.org/presentationml/2006/main">
  <p:tag name="KSO_WM_UNIT_INDEX" val="72"/>
  <p:tag name="KSO_WM_UNIT_TEXT_SUBTYPE" val="a"/>
  <p:tag name="KSO_WM_UNIT_SUBTYPE" val="a"/>
  <p:tag name="KSO_WM_UNIT_TYPE" val="f"/>
  <p:tag name="KSO_WM_BEAUTIFY_FLAG" val="#wm#"/>
</p:tagLst>
</file>

<file path=ppt/tags/tag925.xml><?xml version="1.0" encoding="utf-8"?>
<p:tagLst xmlns:p="http://schemas.openxmlformats.org/presentationml/2006/main">
  <p:tag name="KSO_WM_UNIT_INDEX" val="73"/>
  <p:tag name="KSO_WM_UNIT_TYPE" val="d"/>
  <p:tag name="KSO_WM_BEAUTIFY_FLAG" val="#wm#"/>
</p:tagLst>
</file>

<file path=ppt/tags/tag926.xml><?xml version="1.0" encoding="utf-8"?>
<p:tagLst xmlns:p="http://schemas.openxmlformats.org/presentationml/2006/main">
  <p:tag name="KSO_WM_UNIT_INDEX" val="74"/>
  <p:tag name="KSO_WM_UNIT_TYPE" val="d"/>
  <p:tag name="KSO_WM_BEAUTIFY_FLAG" val="#wm#"/>
</p:tagLst>
</file>

<file path=ppt/tags/tag927.xml><?xml version="1.0" encoding="utf-8"?>
<p:tagLst xmlns:p="http://schemas.openxmlformats.org/presentationml/2006/main">
  <p:tag name="KSO_WM_UNIT_INDEX" val="75"/>
  <p:tag name="KSO_WM_UNIT_TYPE" val="d"/>
  <p:tag name="KSO_WM_BEAUTIFY_FLAG" val="#wm#"/>
</p:tagLst>
</file>

<file path=ppt/tags/tag928.xml><?xml version="1.0" encoding="utf-8"?>
<p:tagLst xmlns:p="http://schemas.openxmlformats.org/presentationml/2006/main">
  <p:tag name="KSO_WM_UNIT_INDEX" val="76"/>
  <p:tag name="KSO_WM_UNIT_TYPE" val="d"/>
  <p:tag name="KSO_WM_BEAUTIFY_FLAG" val="#wm#"/>
</p:tagLst>
</file>

<file path=ppt/tags/tag929.xml><?xml version="1.0" encoding="utf-8"?>
<p:tagLst xmlns:p="http://schemas.openxmlformats.org/presentationml/2006/main">
  <p:tag name="KSO_WM_UNIT_INDEX" val="77"/>
  <p:tag name="KSO_WM_UNIT_TYPE" val="d"/>
  <p:tag name="KSO_WM_BEAUTIFY_FLAG" val="#wm#"/>
</p:tagLst>
</file>

<file path=ppt/tags/tag930.xml><?xml version="1.0" encoding="utf-8"?>
<p:tagLst xmlns:p="http://schemas.openxmlformats.org/presentationml/2006/main">
  <p:tag name="KSO_WM_UNIT_INDEX" val="78"/>
  <p:tag name="KSO_WM_UNIT_TYPE" val="d"/>
  <p:tag name="KSO_WM_BEAUTIFY_FLAG" val="#wm#"/>
</p:tagLst>
</file>

<file path=ppt/tags/tag931.xml><?xml version="1.0" encoding="utf-8"?>
<p:tagLst xmlns:p="http://schemas.openxmlformats.org/presentationml/2006/main">
  <p:tag name="KSO_WM_UNIT_INDEX" val="79"/>
  <p:tag name="KSO_WM_UNIT_TEXT_SUBTYPE" val="a"/>
  <p:tag name="KSO_WM_UNIT_SUBTYPE" val="a"/>
  <p:tag name="KSO_WM_UNIT_TYPE" val="f"/>
  <p:tag name="KSO_WM_BEAUTIFY_FLAG" val="#wm#"/>
</p:tagLst>
</file>

<file path=ppt/tags/tag932.xml><?xml version="1.0" encoding="utf-8"?>
<p:tagLst xmlns:p="http://schemas.openxmlformats.org/presentationml/2006/main">
  <p:tag name="KSO_WM_UNIT_INDEX" val="80"/>
  <p:tag name="KSO_WM_UNIT_TEXT_SUBTYPE" val="a"/>
  <p:tag name="KSO_WM_UNIT_SUBTYPE" val="a"/>
  <p:tag name="KSO_WM_UNIT_TYPE" val="f"/>
  <p:tag name="KSO_WM_BEAUTIFY_FLAG" val="#wm#"/>
</p:tagLst>
</file>

<file path=ppt/tags/tag933.xml><?xml version="1.0" encoding="utf-8"?>
<p:tagLst xmlns:p="http://schemas.openxmlformats.org/presentationml/2006/main">
  <p:tag name="KSO_WM_UNIT_INDEX" val="81"/>
  <p:tag name="KSO_WM_UNIT_TYPE" val="d"/>
  <p:tag name="KSO_WM_BEAUTIFY_FLAG" val="#wm#"/>
</p:tagLst>
</file>

<file path=ppt/tags/tag934.xml><?xml version="1.0" encoding="utf-8"?>
<p:tagLst xmlns:p="http://schemas.openxmlformats.org/presentationml/2006/main">
  <p:tag name="KSO_WM_UNIT_INDEX" val="82"/>
  <p:tag name="KSO_WM_UNIT_TYPE" val="d"/>
  <p:tag name="KSO_WM_BEAUTIFY_FLAG" val="#wm#"/>
</p:tagLst>
</file>

<file path=ppt/tags/tag935.xml><?xml version="1.0" encoding="utf-8"?>
<p:tagLst xmlns:p="http://schemas.openxmlformats.org/presentationml/2006/main">
  <p:tag name="KSO_WM_UNIT_INDEX" val="83"/>
  <p:tag name="KSO_WM_UNIT_TYPE" val="d"/>
  <p:tag name="KSO_WM_BEAUTIFY_FLAG" val="#wm#"/>
</p:tagLst>
</file>

<file path=ppt/tags/tag936.xml><?xml version="1.0" encoding="utf-8"?>
<p:tagLst xmlns:p="http://schemas.openxmlformats.org/presentationml/2006/main">
  <p:tag name="KSO_WM_UNIT_INDEX" val="84"/>
  <p:tag name="KSO_WM_UNIT_TEXT_SUBTYPE" val="a"/>
  <p:tag name="KSO_WM_UNIT_SUBTYPE" val="a"/>
  <p:tag name="KSO_WM_UNIT_TYPE" val="f"/>
  <p:tag name="KSO_WM_BEAUTIFY_FLAG" val="#wm#"/>
</p:tagLst>
</file>

<file path=ppt/tags/tag937.xml><?xml version="1.0" encoding="utf-8"?>
<p:tagLst xmlns:p="http://schemas.openxmlformats.org/presentationml/2006/main">
  <p:tag name="KSO_WM_UNIT_INDEX" val="85"/>
  <p:tag name="KSO_WM_UNIT_TEXT_SUBTYPE" val="a"/>
  <p:tag name="KSO_WM_UNIT_SUBTYPE" val="a"/>
  <p:tag name="KSO_WM_UNIT_TYPE" val="f"/>
  <p:tag name="KSO_WM_BEAUTIFY_FLAG" val="#wm#"/>
</p:tagLst>
</file>

<file path=ppt/tags/tag938.xml><?xml version="1.0" encoding="utf-8"?>
<p:tagLst xmlns:p="http://schemas.openxmlformats.org/presentationml/2006/main">
  <p:tag name="KSO_WM_UNIT_INDEX" val="86"/>
  <p:tag name="KSO_WM_UNIT_TEXT_SUBTYPE" val="a"/>
  <p:tag name="KSO_WM_UNIT_SUBTYPE" val="a"/>
  <p:tag name="KSO_WM_UNIT_TYPE" val="f"/>
  <p:tag name="KSO_WM_BEAUTIFY_FLAG" val="#wm#"/>
</p:tagLst>
</file>

<file path=ppt/tags/tag939.xml><?xml version="1.0" encoding="utf-8"?>
<p:tagLst xmlns:p="http://schemas.openxmlformats.org/presentationml/2006/main">
  <p:tag name="KSO_WM_UNIT_INDEX" val="87"/>
  <p:tag name="KSO_WM_UNIT_TYPE" val="d"/>
  <p:tag name="KSO_WM_BEAUTIFY_FLAG" val="#wm#"/>
</p:tagLst>
</file>

<file path=ppt/tags/tag940.xml><?xml version="1.0" encoding="utf-8"?>
<p:tagLst xmlns:p="http://schemas.openxmlformats.org/presentationml/2006/main">
  <p:tag name="KSO_WM_UNIT_INDEX" val="88"/>
  <p:tag name="KSO_WM_UNIT_TYPE" val="d"/>
  <p:tag name="KSO_WM_BEAUTIFY_FLAG" val="#wm#"/>
</p:tagLst>
</file>

<file path=ppt/tags/tag941.xml><?xml version="1.0" encoding="utf-8"?>
<p:tagLst xmlns:p="http://schemas.openxmlformats.org/presentationml/2006/main">
  <p:tag name="KSO_WM_UNIT_INDEX" val="89"/>
  <p:tag name="KSO_WM_UNIT_TYPE" val="d"/>
  <p:tag name="KSO_WM_BEAUTIFY_FLAG" val="#wm#"/>
</p:tagLst>
</file>

<file path=ppt/tags/tag942.xml><?xml version="1.0" encoding="utf-8"?>
<p:tagLst xmlns:p="http://schemas.openxmlformats.org/presentationml/2006/main">
  <p:tag name="KSO_WM_UNIT_INDEX" val="90"/>
  <p:tag name="KSO_WM_UNIT_TYPE" val="d"/>
  <p:tag name="KSO_WM_BEAUTIFY_FLAG" val="#wm#"/>
</p:tagLst>
</file>

<file path=ppt/tags/tag943.xml><?xml version="1.0" encoding="utf-8"?>
<p:tagLst xmlns:p="http://schemas.openxmlformats.org/presentationml/2006/main">
  <p:tag name="KSO_WM_UNIT_INDEX" val="91"/>
  <p:tag name="KSO_WM_UNIT_TYPE" val="d"/>
  <p:tag name="KSO_WM_BEAUTIFY_FLAG" val="#wm#"/>
</p:tagLst>
</file>

<file path=ppt/tags/tag944.xml><?xml version="1.0" encoding="utf-8"?>
<p:tagLst xmlns:p="http://schemas.openxmlformats.org/presentationml/2006/main">
  <p:tag name="KSO_WM_UNIT_INDEX" val="92"/>
  <p:tag name="KSO_WM_UNIT_TYPE" val="d"/>
  <p:tag name="KSO_WM_BEAUTIFY_FLAG" val="#wm#"/>
</p:tagLst>
</file>

<file path=ppt/tags/tag945.xml><?xml version="1.0" encoding="utf-8"?>
<p:tagLst xmlns:p="http://schemas.openxmlformats.org/presentationml/2006/main">
  <p:tag name="KSO_WM_UNIT_INDEX" val="93"/>
  <p:tag name="KSO_WM_UNIT_TYPE" val="d"/>
  <p:tag name="KSO_WM_BEAUTIFY_FLAG" val="#wm#"/>
</p:tagLst>
</file>

<file path=ppt/tags/tag946.xml><?xml version="1.0" encoding="utf-8"?>
<p:tagLst xmlns:p="http://schemas.openxmlformats.org/presentationml/2006/main">
  <p:tag name="KSO_WM_UNIT_INDEX" val="94"/>
  <p:tag name="KSO_WM_UNIT_TYPE" val="d"/>
  <p:tag name="KSO_WM_BEAUTIFY_FLAG" val="#wm#"/>
</p:tagLst>
</file>

<file path=ppt/tags/tag947.xml><?xml version="1.0" encoding="utf-8"?>
<p:tagLst xmlns:p="http://schemas.openxmlformats.org/presentationml/2006/main">
  <p:tag name="KSO_WM_UNIT_INDEX" val="95"/>
  <p:tag name="KSO_WM_UNIT_TYPE" val="d"/>
  <p:tag name="KSO_WM_BEAUTIFY_FLAG" val="#wm#"/>
</p:tagLst>
</file>

<file path=ppt/tags/tag948.xml><?xml version="1.0" encoding="utf-8"?>
<p:tagLst xmlns:p="http://schemas.openxmlformats.org/presentationml/2006/main">
  <p:tag name="KSO_WM_UNIT_INDEX" val="96"/>
  <p:tag name="KSO_WM_UNIT_TYPE" val="d"/>
  <p:tag name="KSO_WM_BEAUTIFY_FLAG" val="#wm#"/>
</p:tagLst>
</file>

<file path=ppt/tags/tag949.xml><?xml version="1.0" encoding="utf-8"?>
<p:tagLst xmlns:p="http://schemas.openxmlformats.org/presentationml/2006/main">
  <p:tag name="KSO_WM_UNIT_INDEX" val="97"/>
  <p:tag name="KSO_WM_UNIT_TYPE" val="d"/>
  <p:tag name="KSO_WM_BEAUTIFY_FLAG" val="#wm#"/>
</p:tagLst>
</file>

<file path=ppt/tags/tag950.xml><?xml version="1.0" encoding="utf-8"?>
<p:tagLst xmlns:p="http://schemas.openxmlformats.org/presentationml/2006/main">
  <p:tag name="KSO_WM_UNIT_INDEX" val="98"/>
  <p:tag name="KSO_WM_UNIT_TYPE" val="d"/>
  <p:tag name="KSO_WM_BEAUTIFY_FLAG" val="#wm#"/>
</p:tagLst>
</file>

<file path=ppt/tags/tag951.xml><?xml version="1.0" encoding="utf-8"?>
<p:tagLst xmlns:p="http://schemas.openxmlformats.org/presentationml/2006/main">
  <p:tag name="KSO_WM_UNIT_INDEX" val="99"/>
  <p:tag name="KSO_WM_UNIT_TYPE" val="d"/>
  <p:tag name="KSO_WM_BEAUTIFY_FLAG" val="#wm#"/>
</p:tagLst>
</file>

<file path=ppt/tags/tag952.xml><?xml version="1.0" encoding="utf-8"?>
<p:tagLst xmlns:p="http://schemas.openxmlformats.org/presentationml/2006/main">
  <p:tag name="KSO_WM_UNIT_INDEX" val="100"/>
  <p:tag name="KSO_WM_UNIT_TYPE" val="d"/>
  <p:tag name="KSO_WM_BEAUTIFY_FLAG" val="#wm#"/>
</p:tagLst>
</file>

<file path=ppt/tags/tag953.xml><?xml version="1.0" encoding="utf-8"?>
<p:tagLst xmlns:p="http://schemas.openxmlformats.org/presentationml/2006/main">
  <p:tag name="KSO_WM_UNIT_INDEX" val="101"/>
  <p:tag name="KSO_WM_UNIT_TYPE" val="d"/>
  <p:tag name="KSO_WM_BEAUTIFY_FLAG" val="#wm#"/>
</p:tagLst>
</file>

<file path=ppt/tags/tag954.xml><?xml version="1.0" encoding="utf-8"?>
<p:tagLst xmlns:p="http://schemas.openxmlformats.org/presentationml/2006/main">
  <p:tag name="KSO_WM_UNIT_INDEX" val="102"/>
  <p:tag name="KSO_WM_UNIT_TYPE" val="d"/>
  <p:tag name="KSO_WM_BEAUTIFY_FLAG" val="#wm#"/>
</p:tagLst>
</file>

<file path=ppt/tags/tag955.xml><?xml version="1.0" encoding="utf-8"?>
<p:tagLst xmlns:p="http://schemas.openxmlformats.org/presentationml/2006/main">
  <p:tag name="KSO_WM_UNIT_INDEX" val="103"/>
  <p:tag name="KSO_WM_UNIT_TYPE" val="d"/>
  <p:tag name="KSO_WM_BEAUTIFY_FLAG" val="#wm#"/>
</p:tagLst>
</file>

<file path=ppt/tags/tag956.xml><?xml version="1.0" encoding="utf-8"?>
<p:tagLst xmlns:p="http://schemas.openxmlformats.org/presentationml/2006/main">
  <p:tag name="KSO_WM_UNIT_INDEX" val="104"/>
  <p:tag name="KSO_WM_UNIT_TYPE" val="d"/>
  <p:tag name="KSO_WM_BEAUTIFY_FLAG" val="#wm#"/>
</p:tagLst>
</file>

<file path=ppt/tags/tag957.xml><?xml version="1.0" encoding="utf-8"?>
<p:tagLst xmlns:p="http://schemas.openxmlformats.org/presentationml/2006/main">
  <p:tag name="KSO_WM_UNIT_INDEX" val="2"/>
  <p:tag name="KSO_WM_UNIT_TYPE" val="a"/>
  <p:tag name="KSO_WM_BEAUTIFY_FLAG" val="#wm#"/>
</p:tagLst>
</file>

<file path=ppt/tags/tag958.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959.xml><?xml version="1.0" encoding="utf-8"?>
<p:tagLst xmlns:p="http://schemas.openxmlformats.org/presentationml/2006/main">
  <p:tag name="KSO_WM_UNIT_INDEX" val="1"/>
  <p:tag name="KSO_WM_UNIT_TYPE" val="d"/>
  <p:tag name="KSO_WM_BEAUTIFY_FLAG" val="#wm#"/>
</p:tagLst>
</file>

<file path=ppt/tags/tag960.xml><?xml version="1.0" encoding="utf-8"?>
<p:tagLst xmlns:p="http://schemas.openxmlformats.org/presentationml/2006/main">
  <p:tag name="KSO_WM_UNIT_INDEX" val="2"/>
  <p:tag name="KSO_WM_UNIT_TYPE" val="β"/>
  <p:tag name="KSO_WM_BEAUTIFY_FLAG" val="#wm#"/>
</p:tagLst>
</file>

<file path=ppt/tags/tag961.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962.xml><?xml version="1.0" encoding="utf-8"?>
<p:tagLst xmlns:p="http://schemas.openxmlformats.org/presentationml/2006/main">
  <p:tag name="KSO_WM_UNIT_INDEX" val="4"/>
  <p:tag name="KSO_WM_UNIT_TYPE" val="d"/>
  <p:tag name="KSO_WM_BEAUTIFY_FLAG" val="#wm#"/>
</p:tagLst>
</file>

<file path=ppt/tags/tag963.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964.xml><?xml version="1.0" encoding="utf-8"?>
<p:tagLst xmlns:p="http://schemas.openxmlformats.org/presentationml/2006/main">
  <p:tag name="KSO_WM_UNIT_INDEX" val="6"/>
  <p:tag name="KSO_WM_UNIT_TYPE" val="d"/>
  <p:tag name="KSO_WM_BEAUTIFY_FLAG" val="#wm#"/>
</p:tagLst>
</file>

<file path=ppt/tags/tag965.xml><?xml version="1.0" encoding="utf-8"?>
<p:tagLst xmlns:p="http://schemas.openxmlformats.org/presentationml/2006/main">
  <p:tag name="KSO_WM_UNIT_INDEX" val="7"/>
  <p:tag name="KSO_WM_UNIT_TYPE" val="d"/>
  <p:tag name="KSO_WM_BEAUTIFY_FLAG" val="#wm#"/>
</p:tagLst>
</file>

<file path=ppt/tags/tag966.xml><?xml version="1.0" encoding="utf-8"?>
<p:tagLst xmlns:p="http://schemas.openxmlformats.org/presentationml/2006/main">
  <p:tag name="KSO_WM_UNIT_INDEX" val="8"/>
  <p:tag name="KSO_WM_UNIT_TYPE" val="d"/>
  <p:tag name="KSO_WM_BEAUTIFY_FLAG" val="#wm#"/>
</p:tagLst>
</file>

<file path=ppt/tags/tag967.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968.xml><?xml version="1.0" encoding="utf-8"?>
<p:tagLst xmlns:p="http://schemas.openxmlformats.org/presentationml/2006/main">
  <p:tag name="KSO_WM_UNIT_INDEX" val="10"/>
  <p:tag name="KSO_WM_UNIT_TYPE" val="d"/>
  <p:tag name="KSO_WM_BEAUTIFY_FLAG" val="#wm#"/>
</p:tagLst>
</file>

<file path=ppt/tags/tag969.xml><?xml version="1.0" encoding="utf-8"?>
<p:tagLst xmlns:p="http://schemas.openxmlformats.org/presentationml/2006/main">
  <p:tag name="KSO_WM_UNIT_INDEX" val="11"/>
  <p:tag name="KSO_WM_UNIT_TYPE" val="d"/>
  <p:tag name="KSO_WM_BEAUTIFY_FLAG" val="#wm#"/>
</p:tagLst>
</file>

<file path=ppt/tags/tag970.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971.xml><?xml version="1.0" encoding="utf-8"?>
<p:tagLst xmlns:p="http://schemas.openxmlformats.org/presentationml/2006/main">
  <p:tag name="KSO_WM_UNIT_INDEX" val="13"/>
  <p:tag name="KSO_WM_UNIT_TYPE" val="d"/>
  <p:tag name="KSO_WM_BEAUTIFY_FLAG" val="#wm#"/>
</p:tagLst>
</file>

<file path=ppt/tags/tag972.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973.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974.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975.xml><?xml version="1.0" encoding="utf-8"?>
<p:tagLst xmlns:p="http://schemas.openxmlformats.org/presentationml/2006/main">
  <p:tag name="KSO_WM_UNIT_INDEX" val="18"/>
  <p:tag name="KSO_WM_UNIT_TYPE" val="d"/>
  <p:tag name="KSO_WM_BEAUTIFY_FLAG" val="#wm#"/>
</p:tagLst>
</file>

<file path=ppt/tags/tag976.xml><?xml version="1.0" encoding="utf-8"?>
<p:tagLst xmlns:p="http://schemas.openxmlformats.org/presentationml/2006/main">
  <p:tag name="KSO_WM_UNIT_INDEX" val="19"/>
  <p:tag name="KSO_WM_UNIT_TYPE" val="d"/>
  <p:tag name="KSO_WM_BEAUTIFY_FLAG" val="#wm#"/>
</p:tagLst>
</file>

<file path=ppt/tags/tag977.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978.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979.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980.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981.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982.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983.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984.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985.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986.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987.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988.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989.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990.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991.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992.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993.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994.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995.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996.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997.xml><?xml version="1.0" encoding="utf-8"?>
<p:tagLst xmlns:p="http://schemas.openxmlformats.org/presentationml/2006/main">
  <p:tag name="KSO_WM_UNIT_INDEX" val="1"/>
  <p:tag name="KSO_WM_UNIT_TYPE" val="β"/>
  <p:tag name="KSO_WM_BEAUTIFY_FLAG" val="#wm#"/>
</p:tagLst>
</file>

<file path=ppt/tags/tag998.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999.xml><?xml version="1.0" encoding="utf-8"?>
<p:tagLst xmlns:p="http://schemas.openxmlformats.org/presentationml/2006/main">
  <p:tag name="KSO_WM_UNIT_INDEX" val="3"/>
  <p:tag name="KSO_WM_UNIT_TYPE" val="β"/>
  <p:tag name="KSO_WM_BEAUTIFY_FLAG" val="#wm#"/>
</p:tagLst>
</file>

<file path=ppt/tags/tag1000.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001.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002.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003.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004.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005.xml><?xml version="1.0" encoding="utf-8"?>
<p:tagLst xmlns:p="http://schemas.openxmlformats.org/presentationml/2006/main">
  <p:tag name="KSO_WM_UNIT_INDEX" val="10"/>
  <p:tag name="KSO_WM_UNIT_TYPE" val="d"/>
  <p:tag name="KSO_WM_BEAUTIFY_FLAG" val="#wm#"/>
</p:tagLst>
</file>

<file path=ppt/tags/tag1006.xml><?xml version="1.0" encoding="utf-8"?>
<p:tagLst xmlns:p="http://schemas.openxmlformats.org/presentationml/2006/main">
  <p:tag name="KSO_WM_UNIT_INDEX" val="11"/>
  <p:tag name="KSO_WM_UNIT_TYPE" val="k"/>
  <p:tag name="KSO_WM_BEAUTIFY_FLAG" val="#wm#"/>
</p:tagLst>
</file>

<file path=ppt/tags/tag1007.xml><?xml version="1.0" encoding="utf-8"?>
<p:tagLst xmlns:p="http://schemas.openxmlformats.org/presentationml/2006/main">
  <p:tag name="KSO_WM_UNIT_INDEX" val="12"/>
  <p:tag name="KSO_WM_UNIT_TYPE" val="d"/>
  <p:tag name="KSO_WM_BEAUTIFY_FLAG" val="#wm#"/>
</p:tagLst>
</file>

<file path=ppt/tags/tag1008.xml><?xml version="1.0" encoding="utf-8"?>
<p:tagLst xmlns:p="http://schemas.openxmlformats.org/presentationml/2006/main">
  <p:tag name="KSO_WM_UNIT_INDEX" val="13"/>
  <p:tag name="KSO_WM_UNIT_TYPE" val="k"/>
  <p:tag name="KSO_WM_BEAUTIFY_FLAG" val="#wm#"/>
</p:tagLst>
</file>

<file path=ppt/tags/tag1009.xml><?xml version="1.0" encoding="utf-8"?>
<p:tagLst xmlns:p="http://schemas.openxmlformats.org/presentationml/2006/main">
  <p:tag name="KSO_WM_UNIT_INDEX" val="14"/>
  <p:tag name="KSO_WM_UNIT_TYPE" val="d"/>
  <p:tag name="KSO_WM_BEAUTIFY_FLAG" val="#wm#"/>
</p:tagLst>
</file>

<file path=ppt/tags/tag1010.xml><?xml version="1.0" encoding="utf-8"?>
<p:tagLst xmlns:p="http://schemas.openxmlformats.org/presentationml/2006/main">
  <p:tag name="KSO_WM_UNIT_INDEX" val="15"/>
  <p:tag name="KSO_WM_UNIT_TYPE" val="k"/>
  <p:tag name="KSO_WM_BEAUTIFY_FLAG" val="#wm#"/>
</p:tagLst>
</file>

<file path=ppt/tags/tag1011.xml><?xml version="1.0" encoding="utf-8"?>
<p:tagLst xmlns:p="http://schemas.openxmlformats.org/presentationml/2006/main">
  <p:tag name="KSO_WM_UNIT_INDEX" val="16"/>
  <p:tag name="KSO_WM_UNIT_TYPE" val="d"/>
  <p:tag name="KSO_WM_BEAUTIFY_FLAG" val="#wm#"/>
</p:tagLst>
</file>

<file path=ppt/tags/tag1012.xml><?xml version="1.0" encoding="utf-8"?>
<p:tagLst xmlns:p="http://schemas.openxmlformats.org/presentationml/2006/main">
  <p:tag name="KSO_WM_UNIT_INDEX" val="17"/>
  <p:tag name="KSO_WM_UNIT_TYPE" val="k"/>
  <p:tag name="KSO_WM_BEAUTIFY_FLAG" val="#wm#"/>
</p:tagLst>
</file>

<file path=ppt/tags/tag1013.xml><?xml version="1.0" encoding="utf-8"?>
<p:tagLst xmlns:p="http://schemas.openxmlformats.org/presentationml/2006/main">
  <p:tag name="KSO_WM_UNIT_INDEX" val="18"/>
  <p:tag name="KSO_WM_UNIT_TYPE" val="d"/>
  <p:tag name="KSO_WM_BEAUTIFY_FLAG" val="#wm#"/>
</p:tagLst>
</file>

<file path=ppt/tags/tag1014.xml><?xml version="1.0" encoding="utf-8"?>
<p:tagLst xmlns:p="http://schemas.openxmlformats.org/presentationml/2006/main">
  <p:tag name="KSO_WM_UNIT_INDEX" val="19"/>
  <p:tag name="KSO_WM_UNIT_TYPE" val="d"/>
  <p:tag name="KSO_WM_BEAUTIFY_FLAG" val="#wm#"/>
</p:tagLst>
</file>

<file path=ppt/tags/tag1015.xml><?xml version="1.0" encoding="utf-8"?>
<p:tagLst xmlns:p="http://schemas.openxmlformats.org/presentationml/2006/main">
  <p:tag name="KSO_WM_UNIT_INDEX" val="20"/>
  <p:tag name="KSO_WM_UNIT_TYPE" val="d"/>
  <p:tag name="KSO_WM_BEAUTIFY_FLAG" val="#wm#"/>
</p:tagLst>
</file>

<file path=ppt/tags/tag1016.xml><?xml version="1.0" encoding="utf-8"?>
<p:tagLst xmlns:p="http://schemas.openxmlformats.org/presentationml/2006/main">
  <p:tag name="KSO_WM_UNIT_INDEX" val="21"/>
  <p:tag name="KSO_WM_UNIT_TYPE" val="d"/>
  <p:tag name="KSO_WM_BEAUTIFY_FLAG" val="#wm#"/>
</p:tagLst>
</file>

<file path=ppt/tags/tag1017.xml><?xml version="1.0" encoding="utf-8"?>
<p:tagLst xmlns:p="http://schemas.openxmlformats.org/presentationml/2006/main">
  <p:tag name="KSO_WM_UNIT_INDEX" val="22"/>
  <p:tag name="KSO_WM_UNIT_TYPE" val="d"/>
  <p:tag name="KSO_WM_BEAUTIFY_FLAG" val="#wm#"/>
</p:tagLst>
</file>

<file path=ppt/tags/tag1018.xml><?xml version="1.0" encoding="utf-8"?>
<p:tagLst xmlns:p="http://schemas.openxmlformats.org/presentationml/2006/main">
  <p:tag name="KSO_WM_UNIT_INDEX" val="23"/>
  <p:tag name="KSO_WM_UNIT_TYPE" val="d"/>
  <p:tag name="KSO_WM_BEAUTIFY_FLAG" val="#wm#"/>
</p:tagLst>
</file>

<file path=ppt/tags/tag1019.xml><?xml version="1.0" encoding="utf-8"?>
<p:tagLst xmlns:p="http://schemas.openxmlformats.org/presentationml/2006/main">
  <p:tag name="KSO_WM_UNIT_INDEX" val="24"/>
  <p:tag name="KSO_WM_UNIT_TYPE" val="d"/>
  <p:tag name="KSO_WM_BEAUTIFY_FLAG" val="#wm#"/>
</p:tagLst>
</file>

<file path=ppt/tags/tag1020.xml><?xml version="1.0" encoding="utf-8"?>
<p:tagLst xmlns:p="http://schemas.openxmlformats.org/presentationml/2006/main">
  <p:tag name="KSO_WM_UNIT_INDEX" val="25"/>
  <p:tag name="KSO_WM_UNIT_TYPE" val="d"/>
  <p:tag name="KSO_WM_BEAUTIFY_FLAG" val="#wm#"/>
</p:tagLst>
</file>

<file path=ppt/tags/tag1021.xml><?xml version="1.0" encoding="utf-8"?>
<p:tagLst xmlns:p="http://schemas.openxmlformats.org/presentationml/2006/main">
  <p:tag name="KSO_WM_UNIT_INDEX" val="26"/>
  <p:tag name="KSO_WM_UNIT_TYPE" val="d"/>
  <p:tag name="KSO_WM_BEAUTIFY_FLAG" val="#wm#"/>
</p:tagLst>
</file>

<file path=ppt/tags/tag1022.xml><?xml version="1.0" encoding="utf-8"?>
<p:tagLst xmlns:p="http://schemas.openxmlformats.org/presentationml/2006/main">
  <p:tag name="KSO_WM_UNIT_INDEX" val="27"/>
  <p:tag name="KSO_WM_UNIT_TYPE" val="k"/>
  <p:tag name="KSO_WM_BEAUTIFY_FLAG" val="#wm#"/>
</p:tagLst>
</file>

<file path=ppt/tags/tag1023.xml><?xml version="1.0" encoding="utf-8"?>
<p:tagLst xmlns:p="http://schemas.openxmlformats.org/presentationml/2006/main">
  <p:tag name="KSO_WM_UNIT_INDEX" val="28"/>
  <p:tag name="KSO_WM_UNIT_TYPE" val="d"/>
  <p:tag name="KSO_WM_BEAUTIFY_FLAG" val="#wm#"/>
</p:tagLst>
</file>

<file path=ppt/tags/tag1024.xml><?xml version="1.0" encoding="utf-8"?>
<p:tagLst xmlns:p="http://schemas.openxmlformats.org/presentationml/2006/main">
  <p:tag name="KSO_WM_UNIT_INDEX" val="29"/>
  <p:tag name="KSO_WM_UNIT_TYPE" val="k"/>
  <p:tag name="KSO_WM_BEAUTIFY_FLAG" val="#wm#"/>
</p:tagLst>
</file>

<file path=ppt/tags/tag1025.xml><?xml version="1.0" encoding="utf-8"?>
<p:tagLst xmlns:p="http://schemas.openxmlformats.org/presentationml/2006/main">
  <p:tag name="KSO_WM_UNIT_INDEX" val="30"/>
  <p:tag name="KSO_WM_UNIT_TEXT_SUBTYPE" val="a"/>
  <p:tag name="KSO_WM_UNIT_SUBTYPE" val="a"/>
  <p:tag name="KSO_WM_UNIT_TYPE" val="f"/>
  <p:tag name="KSO_WM_BEAUTIFY_FLAG" val="#wm#"/>
</p:tagLst>
</file>

<file path=ppt/tags/tag1026.xml><?xml version="1.0" encoding="utf-8"?>
<p:tagLst xmlns:p="http://schemas.openxmlformats.org/presentationml/2006/main">
  <p:tag name="KSO_WM_UNIT_INDEX" val="31"/>
  <p:tag name="KSO_WM_UNIT_TEXT_SUBTYPE" val="a"/>
  <p:tag name="KSO_WM_UNIT_SUBTYPE" val="a"/>
  <p:tag name="KSO_WM_UNIT_TYPE" val="f"/>
  <p:tag name="KSO_WM_BEAUTIFY_FLAG" val="#wm#"/>
</p:tagLst>
</file>

<file path=ppt/tags/tag1027.xml><?xml version="1.0" encoding="utf-8"?>
<p:tagLst xmlns:p="http://schemas.openxmlformats.org/presentationml/2006/main">
  <p:tag name="KSO_WM_UNIT_INDEX" val="32"/>
  <p:tag name="KSO_WM_UNIT_TEXT_SUBTYPE" val="a"/>
  <p:tag name="KSO_WM_UNIT_SUBTYPE" val="a"/>
  <p:tag name="KSO_WM_UNIT_TYPE" val="f"/>
  <p:tag name="KSO_WM_BEAUTIFY_FLAG" val="#wm#"/>
</p:tagLst>
</file>

<file path=ppt/tags/tag1028.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029.xml><?xml version="1.0" encoding="utf-8"?>
<p:tagLst xmlns:p="http://schemas.openxmlformats.org/presentationml/2006/main">
  <p:tag name="KSO_WM_UNIT_INDEX" val="1"/>
  <p:tag name="KSO_WM_UNIT_TYPE" val="d"/>
  <p:tag name="KSO_WM_BEAUTIFY_FLAG" val="#wm#"/>
</p:tagLst>
</file>

<file path=ppt/tags/tag103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031.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032.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033.xml><?xml version="1.0" encoding="utf-8"?>
<p:tagLst xmlns:p="http://schemas.openxmlformats.org/presentationml/2006/main">
  <p:tag name="KSO_WM_UNIT_INDEX" val="5"/>
  <p:tag name="KSO_WM_UNIT_TYPE" val="d"/>
  <p:tag name="KSO_WM_BEAUTIFY_FLAG" val="#wm#"/>
</p:tagLst>
</file>

<file path=ppt/tags/tag1034.xml><?xml version="1.0" encoding="utf-8"?>
<p:tagLst xmlns:p="http://schemas.openxmlformats.org/presentationml/2006/main">
  <p:tag name="KSO_WM_UNIT_INDEX" val="6"/>
  <p:tag name="KSO_WM_UNIT_TYPE" val="d"/>
  <p:tag name="KSO_WM_BEAUTIFY_FLAG" val="#wm#"/>
</p:tagLst>
</file>

<file path=ppt/tags/tag1035.xml><?xml version="1.0" encoding="utf-8"?>
<p:tagLst xmlns:p="http://schemas.openxmlformats.org/presentationml/2006/main">
  <p:tag name="KSO_WM_UNIT_INDEX" val="7"/>
  <p:tag name="KSO_WM_UNIT_TYPE" val="d"/>
  <p:tag name="KSO_WM_BEAUTIFY_FLAG" val="#wm#"/>
</p:tagLst>
</file>

<file path=ppt/tags/tag1036.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037.xml><?xml version="1.0" encoding="utf-8"?>
<p:tagLst xmlns:p="http://schemas.openxmlformats.org/presentationml/2006/main">
  <p:tag name="KSO_WM_UNIT_INDEX" val="9"/>
  <p:tag name="KSO_WM_UNIT_TYPE" val="d"/>
  <p:tag name="KSO_WM_BEAUTIFY_FLAG" val="#wm#"/>
</p:tagLst>
</file>

<file path=ppt/tags/tag1038.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039.xml><?xml version="1.0" encoding="utf-8"?>
<p:tagLst xmlns:p="http://schemas.openxmlformats.org/presentationml/2006/main">
  <p:tag name="KSO_WM_UNIT_INDEX" val="12"/>
  <p:tag name="KSO_WM_UNIT_TYPE" val="d"/>
  <p:tag name="KSO_WM_BEAUTIFY_FLAG" val="#wm#"/>
</p:tagLst>
</file>

<file path=ppt/tags/tag1040.xml><?xml version="1.0" encoding="utf-8"?>
<p:tagLst xmlns:p="http://schemas.openxmlformats.org/presentationml/2006/main">
  <p:tag name="KSO_WM_UNIT_INDEX" val="13"/>
  <p:tag name="KSO_WM_UNIT_TYPE" val="k"/>
  <p:tag name="KSO_WM_BEAUTIFY_FLAG" val="#wm#"/>
</p:tagLst>
</file>

<file path=ppt/tags/tag1041.xml><?xml version="1.0" encoding="utf-8"?>
<p:tagLst xmlns:p="http://schemas.openxmlformats.org/presentationml/2006/main">
  <p:tag name="KSO_WM_UNIT_INDEX" val="14"/>
  <p:tag name="KSO_WM_UNIT_TYPE" val="d"/>
  <p:tag name="KSO_WM_BEAUTIFY_FLAG" val="#wm#"/>
</p:tagLst>
</file>

<file path=ppt/tags/tag1042.xml><?xml version="1.0" encoding="utf-8"?>
<p:tagLst xmlns:p="http://schemas.openxmlformats.org/presentationml/2006/main">
  <p:tag name="KSO_WM_UNIT_INDEX" val="15"/>
  <p:tag name="KSO_WM_UNIT_TYPE" val="k"/>
  <p:tag name="KSO_WM_BEAUTIFY_FLAG" val="#wm#"/>
</p:tagLst>
</file>

<file path=ppt/tags/tag1043.xml><?xml version="1.0" encoding="utf-8"?>
<p:tagLst xmlns:p="http://schemas.openxmlformats.org/presentationml/2006/main">
  <p:tag name="KSO_WM_UNIT_INDEX" val="16"/>
  <p:tag name="KSO_WM_UNIT_TYPE" val="d"/>
  <p:tag name="KSO_WM_BEAUTIFY_FLAG" val="#wm#"/>
</p:tagLst>
</file>

<file path=ppt/tags/tag1044.xml><?xml version="1.0" encoding="utf-8"?>
<p:tagLst xmlns:p="http://schemas.openxmlformats.org/presentationml/2006/main">
  <p:tag name="KSO_WM_UNIT_INDEX" val="17"/>
  <p:tag name="KSO_WM_UNIT_TYPE" val="k"/>
  <p:tag name="KSO_WM_BEAUTIFY_FLAG" val="#wm#"/>
</p:tagLst>
</file>

<file path=ppt/tags/tag1045.xml><?xml version="1.0" encoding="utf-8"?>
<p:tagLst xmlns:p="http://schemas.openxmlformats.org/presentationml/2006/main">
  <p:tag name="KSO_WM_UNIT_INDEX" val="18"/>
  <p:tag name="KSO_WM_UNIT_TYPE" val="d"/>
  <p:tag name="KSO_WM_BEAUTIFY_FLAG" val="#wm#"/>
</p:tagLst>
</file>

<file path=ppt/tags/tag1046.xml><?xml version="1.0" encoding="utf-8"?>
<p:tagLst xmlns:p="http://schemas.openxmlformats.org/presentationml/2006/main">
  <p:tag name="KSO_WM_UNIT_INDEX" val="19"/>
  <p:tag name="KSO_WM_UNIT_TYPE" val="k"/>
  <p:tag name="KSO_WM_BEAUTIFY_FLAG" val="#wm#"/>
</p:tagLst>
</file>

<file path=ppt/tags/tag1047.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048.xml><?xml version="1.0" encoding="utf-8"?>
<p:tagLst xmlns:p="http://schemas.openxmlformats.org/presentationml/2006/main">
  <p:tag name="KSO_WM_UNIT_INDEX" val="21"/>
  <p:tag name="KSO_WM_UNIT_TYPE" val="d"/>
  <p:tag name="KSO_WM_BEAUTIFY_FLAG" val="#wm#"/>
</p:tagLst>
</file>

<file path=ppt/tags/tag1049.xml><?xml version="1.0" encoding="utf-8"?>
<p:tagLst xmlns:p="http://schemas.openxmlformats.org/presentationml/2006/main">
  <p:tag name="KSO_WM_UNIT_INDEX" val="22"/>
  <p:tag name="KSO_WM_UNIT_TYPE" val="k"/>
  <p:tag name="KSO_WM_BEAUTIFY_FLAG" val="#wm#"/>
</p:tagLst>
</file>

<file path=ppt/tags/tag1050.xml><?xml version="1.0" encoding="utf-8"?>
<p:tagLst xmlns:p="http://schemas.openxmlformats.org/presentationml/2006/main">
  <p:tag name="KSO_WM_UNIT_INDEX" val="23"/>
  <p:tag name="KSO_WM_UNIT_TYPE" val="k"/>
  <p:tag name="KSO_WM_BEAUTIFY_FLAG" val="#wm#"/>
</p:tagLst>
</file>

<file path=ppt/tags/tag1051.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1052.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053.xml><?xml version="1.0" encoding="utf-8"?>
<p:tagLst xmlns:p="http://schemas.openxmlformats.org/presentationml/2006/main">
  <p:tag name="KSO_WM_UNIT_INDEX" val="1"/>
  <p:tag name="KSO_WM_UNIT_TYPE" val="β"/>
  <p:tag name="KSO_WM_BEAUTIFY_FLAG" val="#wm#"/>
</p:tagLst>
</file>

<file path=ppt/tags/tag1054.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055.xml><?xml version="1.0" encoding="utf-8"?>
<p:tagLst xmlns:p="http://schemas.openxmlformats.org/presentationml/2006/main">
  <p:tag name="KSO_WM_UNIT_INDEX" val="3"/>
  <p:tag name="KSO_WM_UNIT_TYPE" val="d"/>
  <p:tag name="KSO_WM_BEAUTIFY_FLAG" val="#wm#"/>
</p:tagLst>
</file>

<file path=ppt/tags/tag1056.xml><?xml version="1.0" encoding="utf-8"?>
<p:tagLst xmlns:p="http://schemas.openxmlformats.org/presentationml/2006/main">
  <p:tag name="KSO_WM_UNIT_INDEX" val="4"/>
  <p:tag name="KSO_WM_UNIT_TYPE" val="β"/>
  <p:tag name="KSO_WM_BEAUTIFY_FLAG" val="#wm#"/>
</p:tagLst>
</file>

<file path=ppt/tags/tag1057.xml><?xml version="1.0" encoding="utf-8"?>
<p:tagLst xmlns:p="http://schemas.openxmlformats.org/presentationml/2006/main">
  <p:tag name="KSO_WM_UNIT_INDEX" val="5"/>
  <p:tag name="KSO_WM_UNIT_TYPE" val="d"/>
  <p:tag name="KSO_WM_BEAUTIFY_FLAG" val="#wm#"/>
</p:tagLst>
</file>

<file path=ppt/tags/tag1058.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059.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060.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06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062.xml><?xml version="1.0" encoding="utf-8"?>
<p:tagLst xmlns:p="http://schemas.openxmlformats.org/presentationml/2006/main">
  <p:tag name="KSO_WM_UNIT_INDEX" val="11"/>
  <p:tag name="KSO_WM_UNIT_TYPE" val="d"/>
  <p:tag name="KSO_WM_BEAUTIFY_FLAG" val="#wm#"/>
</p:tagLst>
</file>

<file path=ppt/tags/tag1063.xml><?xml version="1.0" encoding="utf-8"?>
<p:tagLst xmlns:p="http://schemas.openxmlformats.org/presentationml/2006/main">
  <p:tag name="KSO_WM_UNIT_INDEX" val="12"/>
  <p:tag name="KSO_WM_UNIT_TYPE" val="d"/>
  <p:tag name="KSO_WM_BEAUTIFY_FLAG" val="#wm#"/>
</p:tagLst>
</file>

<file path=ppt/tags/tag1064.xml><?xml version="1.0" encoding="utf-8"?>
<p:tagLst xmlns:p="http://schemas.openxmlformats.org/presentationml/2006/main">
  <p:tag name="KSO_WM_UNIT_INDEX" val="13"/>
  <p:tag name="KSO_WM_UNIT_TYPE" val="d"/>
  <p:tag name="KSO_WM_BEAUTIFY_FLAG" val="#wm#"/>
</p:tagLst>
</file>

<file path=ppt/tags/tag1065.xml><?xml version="1.0" encoding="utf-8"?>
<p:tagLst xmlns:p="http://schemas.openxmlformats.org/presentationml/2006/main">
  <p:tag name="KSO_WM_UNIT_INDEX" val="14"/>
  <p:tag name="KSO_WM_UNIT_TYPE" val="d"/>
  <p:tag name="KSO_WM_BEAUTIFY_FLAG" val="#wm#"/>
</p:tagLst>
</file>

<file path=ppt/tags/tag1066.xml><?xml version="1.0" encoding="utf-8"?>
<p:tagLst xmlns:p="http://schemas.openxmlformats.org/presentationml/2006/main">
  <p:tag name="KSO_WM_UNIT_INDEX" val="15"/>
  <p:tag name="KSO_WM_UNIT_TYPE" val="d"/>
  <p:tag name="KSO_WM_BEAUTIFY_FLAG" val="#wm#"/>
</p:tagLst>
</file>

<file path=ppt/tags/tag1067.xml><?xml version="1.0" encoding="utf-8"?>
<p:tagLst xmlns:p="http://schemas.openxmlformats.org/presentationml/2006/main">
  <p:tag name="KSO_WM_UNIT_INDEX" val="16"/>
  <p:tag name="KSO_WM_UNIT_TYPE" val="k"/>
  <p:tag name="KSO_WM_BEAUTIFY_FLAG" val="#wm#"/>
</p:tagLst>
</file>

<file path=ppt/tags/tag1068.xml><?xml version="1.0" encoding="utf-8"?>
<p:tagLst xmlns:p="http://schemas.openxmlformats.org/presentationml/2006/main">
  <p:tag name="KSO_WM_UNIT_INDEX" val="17"/>
  <p:tag name="KSO_WM_UNIT_TYPE" val="d"/>
  <p:tag name="KSO_WM_BEAUTIFY_FLAG" val="#wm#"/>
</p:tagLst>
</file>

<file path=ppt/tags/tag1069.xml><?xml version="1.0" encoding="utf-8"?>
<p:tagLst xmlns:p="http://schemas.openxmlformats.org/presentationml/2006/main">
  <p:tag name="KSO_WM_UNIT_INDEX" val="18"/>
  <p:tag name="KSO_WM_UNIT_TYPE" val="k"/>
  <p:tag name="KSO_WM_BEAUTIFY_FLAG" val="#wm#"/>
</p:tagLst>
</file>

<file path=ppt/tags/tag1070.xml><?xml version="1.0" encoding="utf-8"?>
<p:tagLst xmlns:p="http://schemas.openxmlformats.org/presentationml/2006/main">
  <p:tag name="KSO_WM_UNIT_INDEX" val="19"/>
  <p:tag name="KSO_WM_UNIT_TYPE" val="d"/>
  <p:tag name="KSO_WM_BEAUTIFY_FLAG" val="#wm#"/>
</p:tagLst>
</file>

<file path=ppt/tags/tag1071.xml><?xml version="1.0" encoding="utf-8"?>
<p:tagLst xmlns:p="http://schemas.openxmlformats.org/presentationml/2006/main">
  <p:tag name="KSO_WM_UNIT_INDEX" val="20"/>
  <p:tag name="KSO_WM_UNIT_TYPE" val="k"/>
  <p:tag name="KSO_WM_BEAUTIFY_FLAG" val="#wm#"/>
</p:tagLst>
</file>

<file path=ppt/tags/tag1072.xml><?xml version="1.0" encoding="utf-8"?>
<p:tagLst xmlns:p="http://schemas.openxmlformats.org/presentationml/2006/main">
  <p:tag name="KSO_WM_UNIT_INDEX" val="21"/>
  <p:tag name="KSO_WM_UNIT_TYPE" val="d"/>
  <p:tag name="KSO_WM_BEAUTIFY_FLAG" val="#wm#"/>
</p:tagLst>
</file>

<file path=ppt/tags/tag1073.xml><?xml version="1.0" encoding="utf-8"?>
<p:tagLst xmlns:p="http://schemas.openxmlformats.org/presentationml/2006/main">
  <p:tag name="KSO_WM_UNIT_INDEX" val="22"/>
  <p:tag name="KSO_WM_UNIT_TYPE" val="k"/>
  <p:tag name="KSO_WM_BEAUTIFY_FLAG" val="#wm#"/>
</p:tagLst>
</file>

<file path=ppt/tags/tag1074.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1075.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1076.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077.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1078.xml><?xml version="1.0" encoding="utf-8"?>
<p:tagLst xmlns:p="http://schemas.openxmlformats.org/presentationml/2006/main">
  <p:tag name="KSO_WM_UNIT_INDEX" val="27"/>
  <p:tag name="KSO_WM_UNIT_TEXT_SUBTYPE" val="a"/>
  <p:tag name="KSO_WM_UNIT_SUBTYPE" val="a"/>
  <p:tag name="KSO_WM_UNIT_TYPE" val="f"/>
  <p:tag name="KSO_WM_BEAUTIFY_FLAG" val="#wm#"/>
</p:tagLst>
</file>

<file path=ppt/tags/tag1079.xml><?xml version="1.0" encoding="utf-8"?>
<p:tagLst xmlns:p="http://schemas.openxmlformats.org/presentationml/2006/main">
  <p:tag name="KSO_WM_UNIT_INDEX" val="28"/>
  <p:tag name="KSO_WM_UNIT_TEXT_SUBTYPE" val="a"/>
  <p:tag name="KSO_WM_UNIT_SUBTYPE" val="a"/>
  <p:tag name="KSO_WM_UNIT_TYPE" val="f"/>
  <p:tag name="KSO_WM_BEAUTIFY_FLAG" val="#wm#"/>
</p:tagLst>
</file>

<file path=ppt/tags/tag1080.xml><?xml version="1.0" encoding="utf-8"?>
<p:tagLst xmlns:p="http://schemas.openxmlformats.org/presentationml/2006/main">
  <p:tag name="KSO_WM_UNIT_INDEX" val="29"/>
  <p:tag name="KSO_WM_UNIT_TYPE" val="d"/>
  <p:tag name="KSO_WM_BEAUTIFY_FLAG" val="#wm#"/>
</p:tagLst>
</file>

<file path=ppt/tags/tag1081.xml><?xml version="1.0" encoding="utf-8"?>
<p:tagLst xmlns:p="http://schemas.openxmlformats.org/presentationml/2006/main">
  <p:tag name="KSO_WM_UNIT_INDEX" val="30"/>
  <p:tag name="KSO_WM_UNIT_TYPE" val="k"/>
  <p:tag name="KSO_WM_BEAUTIFY_FLAG" val="#wm#"/>
</p:tagLst>
</file>

<file path=ppt/tags/tag1082.xml><?xml version="1.0" encoding="utf-8"?>
<p:tagLst xmlns:p="http://schemas.openxmlformats.org/presentationml/2006/main">
  <p:tag name="KSO_WM_UNIT_INDEX" val="31"/>
  <p:tag name="KSO_WM_UNIT_TYPE" val="k"/>
  <p:tag name="KSO_WM_BEAUTIFY_FLAG" val="#wm#"/>
</p:tagLst>
</file>

<file path=ppt/tags/tag1083.xml><?xml version="1.0" encoding="utf-8"?>
<p:tagLst xmlns:p="http://schemas.openxmlformats.org/presentationml/2006/main">
  <p:tag name="KSO_WM_UNIT_INDEX" val="32"/>
  <p:tag name="KSO_WM_UNIT_TEXT_SUBTYPE" val="a"/>
  <p:tag name="KSO_WM_UNIT_SUBTYPE" val="a"/>
  <p:tag name="KSO_WM_UNIT_TYPE" val="f"/>
  <p:tag name="KSO_WM_BEAUTIFY_FLAG" val="#wm#"/>
</p:tagLst>
</file>

<file path=ppt/tags/tag1084.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085.xml><?xml version="1.0" encoding="utf-8"?>
<p:tagLst xmlns:p="http://schemas.openxmlformats.org/presentationml/2006/main">
  <p:tag name="KSO_WM_UNIT_INDEX" val="1"/>
  <p:tag name="KSO_WM_UNIT_TYPE" val="β"/>
  <p:tag name="KSO_WM_BEAUTIFY_FLAG" val="#wm#"/>
</p:tagLst>
</file>

<file path=ppt/tags/tag1086.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087.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088.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089.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090.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091.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092.xml><?xml version="1.0" encoding="utf-8"?>
<p:tagLst xmlns:p="http://schemas.openxmlformats.org/presentationml/2006/main">
  <p:tag name="KSO_WM_UNIT_INDEX" val="9"/>
  <p:tag name="KSO_WM_UNIT_TYPE" val="d"/>
  <p:tag name="KSO_WM_BEAUTIFY_FLAG" val="#wm#"/>
</p:tagLst>
</file>

<file path=ppt/tags/tag1093.xml><?xml version="1.0" encoding="utf-8"?>
<p:tagLst xmlns:p="http://schemas.openxmlformats.org/presentationml/2006/main">
  <p:tag name="KSO_WM_UNIT_INDEX" val="10"/>
  <p:tag name="KSO_WM_UNIT_TYPE" val="k"/>
  <p:tag name="KSO_WM_BEAUTIFY_FLAG" val="#wm#"/>
</p:tagLst>
</file>

<file path=ppt/tags/tag1094.xml><?xml version="1.0" encoding="utf-8"?>
<p:tagLst xmlns:p="http://schemas.openxmlformats.org/presentationml/2006/main">
  <p:tag name="KSO_WM_UNIT_INDEX" val="11"/>
  <p:tag name="KSO_WM_UNIT_TYPE" val="k"/>
  <p:tag name="KSO_WM_BEAUTIFY_FLAG" val="#wm#"/>
</p:tagLst>
</file>

<file path=ppt/tags/tag1095.xml><?xml version="1.0" encoding="utf-8"?>
<p:tagLst xmlns:p="http://schemas.openxmlformats.org/presentationml/2006/main">
  <p:tag name="KSO_WM_UNIT_INDEX" val="12"/>
  <p:tag name="KSO_WM_UNIT_TYPE" val="d"/>
  <p:tag name="KSO_WM_BEAUTIFY_FLAG" val="#wm#"/>
</p:tagLst>
</file>

<file path=ppt/tags/tag1096.xml><?xml version="1.0" encoding="utf-8"?>
<p:tagLst xmlns:p="http://schemas.openxmlformats.org/presentationml/2006/main">
  <p:tag name="KSO_WM_UNIT_INDEX" val="13"/>
  <p:tag name="KSO_WM_UNIT_TYPE" val="k"/>
  <p:tag name="KSO_WM_BEAUTIFY_FLAG" val="#wm#"/>
</p:tagLst>
</file>

<file path=ppt/tags/tag1097.xml><?xml version="1.0" encoding="utf-8"?>
<p:tagLst xmlns:p="http://schemas.openxmlformats.org/presentationml/2006/main">
  <p:tag name="KSO_WM_UNIT_INDEX" val="14"/>
  <p:tag name="KSO_WM_UNIT_TYPE" val="d"/>
  <p:tag name="KSO_WM_BEAUTIFY_FLAG" val="#wm#"/>
</p:tagLst>
</file>

<file path=ppt/tags/tag1098.xml><?xml version="1.0" encoding="utf-8"?>
<p:tagLst xmlns:p="http://schemas.openxmlformats.org/presentationml/2006/main">
  <p:tag name="KSO_WM_UNIT_INDEX" val="15"/>
  <p:tag name="KSO_WM_UNIT_TYPE" val="k"/>
  <p:tag name="KSO_WM_BEAUTIFY_FLAG" val="#wm#"/>
</p:tagLst>
</file>

<file path=ppt/tags/tag1099.xml><?xml version="1.0" encoding="utf-8"?>
<p:tagLst xmlns:p="http://schemas.openxmlformats.org/presentationml/2006/main">
  <p:tag name="KSO_WM_UNIT_INDEX" val="16"/>
  <p:tag name="KSO_WM_UNIT_TYPE" val="d"/>
  <p:tag name="KSO_WM_BEAUTIFY_FLAG" val="#wm#"/>
</p:tagLst>
</file>

<file path=ppt/tags/tag1100.xml><?xml version="1.0" encoding="utf-8"?>
<p:tagLst xmlns:p="http://schemas.openxmlformats.org/presentationml/2006/main">
  <p:tag name="KSO_WM_UNIT_INDEX" val="17"/>
  <p:tag name="KSO_WM_UNIT_TYPE" val="k"/>
  <p:tag name="KSO_WM_BEAUTIFY_FLAG" val="#wm#"/>
</p:tagLst>
</file>

<file path=ppt/tags/tag1101.xml><?xml version="1.0" encoding="utf-8"?>
<p:tagLst xmlns:p="http://schemas.openxmlformats.org/presentationml/2006/main">
  <p:tag name="KSO_WM_UNIT_INDEX" val="18"/>
  <p:tag name="KSO_WM_UNIT_TYPE" val="d"/>
  <p:tag name="KSO_WM_BEAUTIFY_FLAG" val="#wm#"/>
</p:tagLst>
</file>

<file path=ppt/tags/tag1102.xml><?xml version="1.0" encoding="utf-8"?>
<p:tagLst xmlns:p="http://schemas.openxmlformats.org/presentationml/2006/main">
  <p:tag name="KSO_WM_UNIT_INDEX" val="19"/>
  <p:tag name="KSO_WM_UNIT_TYPE" val="k"/>
  <p:tag name="KSO_WM_BEAUTIFY_FLAG" val="#wm#"/>
</p:tagLst>
</file>

<file path=ppt/tags/tag1103.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104.xml><?xml version="1.0" encoding="utf-8"?>
<p:tagLst xmlns:p="http://schemas.openxmlformats.org/presentationml/2006/main">
  <p:tag name="KSO_WM_UNIT_INDEX" val="1"/>
  <p:tag name="KSO_WM_UNIT_TYPE" val="β"/>
  <p:tag name="KSO_WM_BEAUTIFY_FLAG" val="#wm#"/>
</p:tagLst>
</file>

<file path=ppt/tags/tag1105.xml><?xml version="1.0" encoding="utf-8"?>
<p:tagLst xmlns:p="http://schemas.openxmlformats.org/presentationml/2006/main">
  <p:tag name="KSO_WM_UNIT_INDEX" val="2"/>
  <p:tag name="KSO_WM_UNIT_TYPE" val="d"/>
  <p:tag name="KSO_WM_BEAUTIFY_FLAG" val="#wm#"/>
</p:tagLst>
</file>

<file path=ppt/tags/tag1106.xml><?xml version="1.0" encoding="utf-8"?>
<p:tagLst xmlns:p="http://schemas.openxmlformats.org/presentationml/2006/main">
  <p:tag name="KSO_WM_UNIT_INDEX" val="3"/>
  <p:tag name="KSO_WM_UNIT_TYPE" val="d"/>
  <p:tag name="KSO_WM_BEAUTIFY_FLAG" val="#wm#"/>
</p:tagLst>
</file>

<file path=ppt/tags/tag1107.xml><?xml version="1.0" encoding="utf-8"?>
<p:tagLst xmlns:p="http://schemas.openxmlformats.org/presentationml/2006/main">
  <p:tag name="KSO_WM_UNIT_INDEX" val="4"/>
  <p:tag name="KSO_WM_UNIT_TYPE" val="d"/>
  <p:tag name="KSO_WM_BEAUTIFY_FLAG" val="#wm#"/>
</p:tagLst>
</file>

<file path=ppt/tags/tag1108.xml><?xml version="1.0" encoding="utf-8"?>
<p:tagLst xmlns:p="http://schemas.openxmlformats.org/presentationml/2006/main">
  <p:tag name="KSO_WM_UNIT_INDEX" val="5"/>
  <p:tag name="KSO_WM_UNIT_TYPE" val="d"/>
  <p:tag name="KSO_WM_BEAUTIFY_FLAG" val="#wm#"/>
</p:tagLst>
</file>

<file path=ppt/tags/tag1109.xml><?xml version="1.0" encoding="utf-8"?>
<p:tagLst xmlns:p="http://schemas.openxmlformats.org/presentationml/2006/main">
  <p:tag name="KSO_WM_UNIT_INDEX" val="6"/>
  <p:tag name="KSO_WM_UNIT_TYPE" val="d"/>
  <p:tag name="KSO_WM_BEAUTIFY_FLAG" val="#wm#"/>
</p:tagLst>
</file>

<file path=ppt/tags/tag1110.xml><?xml version="1.0" encoding="utf-8"?>
<p:tagLst xmlns:p="http://schemas.openxmlformats.org/presentationml/2006/main">
  <p:tag name="KSO_WM_UNIT_INDEX" val="7"/>
  <p:tag name="KSO_WM_UNIT_TYPE" val="d"/>
  <p:tag name="KSO_WM_BEAUTIFY_FLAG" val="#wm#"/>
</p:tagLst>
</file>

<file path=ppt/tags/tag1111.xml><?xml version="1.0" encoding="utf-8"?>
<p:tagLst xmlns:p="http://schemas.openxmlformats.org/presentationml/2006/main">
  <p:tag name="KSO_WM_UNIT_INDEX" val="8"/>
  <p:tag name="KSO_WM_UNIT_TYPE" val="d"/>
  <p:tag name="KSO_WM_BEAUTIFY_FLAG" val="#wm#"/>
</p:tagLst>
</file>

<file path=ppt/tags/tag1112.xml><?xml version="1.0" encoding="utf-8"?>
<p:tagLst xmlns:p="http://schemas.openxmlformats.org/presentationml/2006/main">
  <p:tag name="KSO_WM_UNIT_INDEX" val="9"/>
  <p:tag name="KSO_WM_UNIT_TYPE" val="d"/>
  <p:tag name="KSO_WM_BEAUTIFY_FLAG" val="#wm#"/>
</p:tagLst>
</file>

<file path=ppt/tags/tag1113.xml><?xml version="1.0" encoding="utf-8"?>
<p:tagLst xmlns:p="http://schemas.openxmlformats.org/presentationml/2006/main">
  <p:tag name="KSO_WM_UNIT_INDEX" val="10"/>
  <p:tag name="KSO_WM_UNIT_TYPE" val="d"/>
  <p:tag name="KSO_WM_BEAUTIFY_FLAG" val="#wm#"/>
</p:tagLst>
</file>

<file path=ppt/tags/tag1114.xml><?xml version="1.0" encoding="utf-8"?>
<p:tagLst xmlns:p="http://schemas.openxmlformats.org/presentationml/2006/main">
  <p:tag name="KSO_WM_UNIT_INDEX" val="11"/>
  <p:tag name="KSO_WM_UNIT_TYPE" val="d"/>
  <p:tag name="KSO_WM_BEAUTIFY_FLAG" val="#wm#"/>
</p:tagLst>
</file>

<file path=ppt/tags/tag1115.xml><?xml version="1.0" encoding="utf-8"?>
<p:tagLst xmlns:p="http://schemas.openxmlformats.org/presentationml/2006/main">
  <p:tag name="KSO_WM_UNIT_INDEX" val="12"/>
  <p:tag name="KSO_WM_UNIT_TYPE" val="d"/>
  <p:tag name="KSO_WM_BEAUTIFY_FLAG" val="#wm#"/>
</p:tagLst>
</file>

<file path=ppt/tags/tag1116.xml><?xml version="1.0" encoding="utf-8"?>
<p:tagLst xmlns:p="http://schemas.openxmlformats.org/presentationml/2006/main">
  <p:tag name="KSO_WM_UNIT_INDEX" val="13"/>
  <p:tag name="KSO_WM_UNIT_TYPE" val="d"/>
  <p:tag name="KSO_WM_BEAUTIFY_FLAG" val="#wm#"/>
</p:tagLst>
</file>

<file path=ppt/tags/tag1117.xml><?xml version="1.0" encoding="utf-8"?>
<p:tagLst xmlns:p="http://schemas.openxmlformats.org/presentationml/2006/main">
  <p:tag name="KSO_WM_UNIT_INDEX" val="14"/>
  <p:tag name="KSO_WM_UNIT_TYPE" val="d"/>
  <p:tag name="KSO_WM_BEAUTIFY_FLAG" val="#wm#"/>
</p:tagLst>
</file>

<file path=ppt/tags/tag1118.xml><?xml version="1.0" encoding="utf-8"?>
<p:tagLst xmlns:p="http://schemas.openxmlformats.org/presentationml/2006/main">
  <p:tag name="KSO_WM_UNIT_INDEX" val="15"/>
  <p:tag name="KSO_WM_UNIT_TYPE" val="d"/>
  <p:tag name="KSO_WM_BEAUTIFY_FLAG" val="#wm#"/>
</p:tagLst>
</file>

<file path=ppt/tags/tag1119.xml><?xml version="1.0" encoding="utf-8"?>
<p:tagLst xmlns:p="http://schemas.openxmlformats.org/presentationml/2006/main">
  <p:tag name="KSO_WM_UNIT_INDEX" val="16"/>
  <p:tag name="KSO_WM_UNIT_TYPE" val="d"/>
  <p:tag name="KSO_WM_BEAUTIFY_FLAG" val="#wm#"/>
</p:tagLst>
</file>

<file path=ppt/tags/tag1120.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121.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122.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123.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124.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125.xml><?xml version="1.0" encoding="utf-8"?>
<p:tagLst xmlns:p="http://schemas.openxmlformats.org/presentationml/2006/main">
  <p:tag name="KSO_WM_UNIT_INDEX" val="23"/>
  <p:tag name="KSO_WM_UNIT_TYPE" val="d"/>
  <p:tag name="KSO_WM_BEAUTIFY_FLAG" val="#wm#"/>
</p:tagLst>
</file>

<file path=ppt/tags/tag1126.xml><?xml version="1.0" encoding="utf-8"?>
<p:tagLst xmlns:p="http://schemas.openxmlformats.org/presentationml/2006/main">
  <p:tag name="KSO_WM_UNIT_INDEX" val="24"/>
  <p:tag name="KSO_WM_UNIT_TYPE" val="k"/>
  <p:tag name="KSO_WM_BEAUTIFY_FLAG" val="#wm#"/>
</p:tagLst>
</file>

<file path=ppt/tags/tag1127.xml><?xml version="1.0" encoding="utf-8"?>
<p:tagLst xmlns:p="http://schemas.openxmlformats.org/presentationml/2006/main">
  <p:tag name="KSO_WM_UNIT_INDEX" val="25"/>
  <p:tag name="KSO_WM_UNIT_TYPE" val="k"/>
  <p:tag name="KSO_WM_BEAUTIFY_FLAG" val="#wm#"/>
</p:tagLst>
</file>

<file path=ppt/tags/tag1128.xml><?xml version="1.0" encoding="utf-8"?>
<p:tagLst xmlns:p="http://schemas.openxmlformats.org/presentationml/2006/main">
  <p:tag name="KSO_WM_UNIT_INDEX" val="26"/>
  <p:tag name="KSO_WM_UNIT_TYPE" val="d"/>
  <p:tag name="KSO_WM_BEAUTIFY_FLAG" val="#wm#"/>
</p:tagLst>
</file>

<file path=ppt/tags/tag1129.xml><?xml version="1.0" encoding="utf-8"?>
<p:tagLst xmlns:p="http://schemas.openxmlformats.org/presentationml/2006/main">
  <p:tag name="KSO_WM_UNIT_INDEX" val="27"/>
  <p:tag name="KSO_WM_UNIT_TYPE" val="k"/>
  <p:tag name="KSO_WM_BEAUTIFY_FLAG" val="#wm#"/>
</p:tagLst>
</file>

<file path=ppt/tags/tag1130.xml><?xml version="1.0" encoding="utf-8"?>
<p:tagLst xmlns:p="http://schemas.openxmlformats.org/presentationml/2006/main">
  <p:tag name="KSO_WM_UNIT_INDEX" val="28"/>
  <p:tag name="KSO_WM_UNIT_TYPE" val="d"/>
  <p:tag name="KSO_WM_BEAUTIFY_FLAG" val="#wm#"/>
</p:tagLst>
</file>

<file path=ppt/tags/tag1131.xml><?xml version="1.0" encoding="utf-8"?>
<p:tagLst xmlns:p="http://schemas.openxmlformats.org/presentationml/2006/main">
  <p:tag name="KSO_WM_UNIT_INDEX" val="29"/>
  <p:tag name="KSO_WM_UNIT_TYPE" val="k"/>
  <p:tag name="KSO_WM_BEAUTIFY_FLAG" val="#wm#"/>
</p:tagLst>
</file>

<file path=ppt/tags/tag1132.xml><?xml version="1.0" encoding="utf-8"?>
<p:tagLst xmlns:p="http://schemas.openxmlformats.org/presentationml/2006/main">
  <p:tag name="KSO_WM_UNIT_INDEX" val="30"/>
  <p:tag name="KSO_WM_UNIT_TYPE" val="d"/>
  <p:tag name="KSO_WM_BEAUTIFY_FLAG" val="#wm#"/>
</p:tagLst>
</file>

<file path=ppt/tags/tag1133.xml><?xml version="1.0" encoding="utf-8"?>
<p:tagLst xmlns:p="http://schemas.openxmlformats.org/presentationml/2006/main">
  <p:tag name="KSO_WM_UNIT_INDEX" val="31"/>
  <p:tag name="KSO_WM_UNIT_TYPE" val="k"/>
  <p:tag name="KSO_WM_BEAUTIFY_FLAG" val="#wm#"/>
</p:tagLst>
</file>

<file path=ppt/tags/tag1134.xml><?xml version="1.0" encoding="utf-8"?>
<p:tagLst xmlns:p="http://schemas.openxmlformats.org/presentationml/2006/main">
  <p:tag name="KSO_WM_UNIT_INDEX" val="32"/>
  <p:tag name="KSO_WM_UNIT_TYPE" val="d"/>
  <p:tag name="KSO_WM_BEAUTIFY_FLAG" val="#wm#"/>
</p:tagLst>
</file>

<file path=ppt/tags/tag1135.xml><?xml version="1.0" encoding="utf-8"?>
<p:tagLst xmlns:p="http://schemas.openxmlformats.org/presentationml/2006/main">
  <p:tag name="KSO_WM_UNIT_INDEX" val="33"/>
  <p:tag name="KSO_WM_UNIT_TYPE" val="k"/>
  <p:tag name="KSO_WM_BEAUTIFY_FLAG" val="#wm#"/>
</p:tagLst>
</file>

<file path=ppt/tags/tag1136.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137.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138.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139.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140.xml><?xml version="1.0" encoding="utf-8"?>
<p:tagLst xmlns:p="http://schemas.openxmlformats.org/presentationml/2006/main">
  <p:tag name="KSO_WM_UNIT_INDEX" val="5"/>
  <p:tag name="KSO_WM_UNIT_TYPE" val="d"/>
  <p:tag name="KSO_WM_BEAUTIFY_FLAG" val="#wm#"/>
</p:tagLst>
</file>

<file path=ppt/tags/tag1141.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142.xml><?xml version="1.0" encoding="utf-8"?>
<p:tagLst xmlns:p="http://schemas.openxmlformats.org/presentationml/2006/main">
  <p:tag name="KSO_WM_UNIT_INDEX" val="7"/>
  <p:tag name="KSO_WM_UNIT_TYPE" val="d"/>
  <p:tag name="KSO_WM_BEAUTIFY_FLAG" val="#wm#"/>
</p:tagLst>
</file>

<file path=ppt/tags/tag1143.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144.xml><?xml version="1.0" encoding="utf-8"?>
<p:tagLst xmlns:p="http://schemas.openxmlformats.org/presentationml/2006/main">
  <p:tag name="KSO_WM_UNIT_INDEX" val="9"/>
  <p:tag name="KSO_WM_UNIT_TYPE" val="d"/>
  <p:tag name="KSO_WM_BEAUTIFY_FLAG" val="#wm#"/>
</p:tagLst>
</file>

<file path=ppt/tags/tag1145.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146.xml><?xml version="1.0" encoding="utf-8"?>
<p:tagLst xmlns:p="http://schemas.openxmlformats.org/presentationml/2006/main">
  <p:tag name="KSO_WM_UNIT_INDEX" val="11"/>
  <p:tag name="KSO_WM_UNIT_TYPE" val="d"/>
  <p:tag name="KSO_WM_BEAUTIFY_FLAG" val="#wm#"/>
</p:tagLst>
</file>

<file path=ppt/tags/tag1147.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148.xml><?xml version="1.0" encoding="utf-8"?>
<p:tagLst xmlns:p="http://schemas.openxmlformats.org/presentationml/2006/main">
  <p:tag name="KSO_WM_UNIT_INDEX" val="13"/>
  <p:tag name="KSO_WM_UNIT_TYPE" val="d"/>
  <p:tag name="KSO_WM_BEAUTIFY_FLAG" val="#wm#"/>
</p:tagLst>
</file>

<file path=ppt/tags/tag1149.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150.xml><?xml version="1.0" encoding="utf-8"?>
<p:tagLst xmlns:p="http://schemas.openxmlformats.org/presentationml/2006/main">
  <p:tag name="KSO_WM_UNIT_INDEX" val="15"/>
  <p:tag name="KSO_WM_UNIT_TYPE" val="d"/>
  <p:tag name="KSO_WM_BEAUTIFY_FLAG" val="#wm#"/>
</p:tagLst>
</file>

<file path=ppt/tags/tag1151.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152.xml><?xml version="1.0" encoding="utf-8"?>
<p:tagLst xmlns:p="http://schemas.openxmlformats.org/presentationml/2006/main">
  <p:tag name="KSO_WM_UNIT_INDEX" val="17"/>
  <p:tag name="KSO_WM_UNIT_TYPE" val="d"/>
  <p:tag name="KSO_WM_BEAUTIFY_FLAG" val="#wm#"/>
</p:tagLst>
</file>

<file path=ppt/tags/tag1153.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154.xml><?xml version="1.0" encoding="utf-8"?>
<p:tagLst xmlns:p="http://schemas.openxmlformats.org/presentationml/2006/main">
  <p:tag name="KSO_WM_UNIT_INDEX" val="19"/>
  <p:tag name="KSO_WM_UNIT_TYPE" val="d"/>
  <p:tag name="KSO_WM_BEAUTIFY_FLAG" val="#wm#"/>
</p:tagLst>
</file>

<file path=ppt/tags/tag1155.xml><?xml version="1.0" encoding="utf-8"?>
<p:tagLst xmlns:p="http://schemas.openxmlformats.org/presentationml/2006/main">
  <p:tag name="KSO_WM_UNIT_INDEX" val="20"/>
  <p:tag name="KSO_WM_UNIT_TYPE" val="k"/>
  <p:tag name="KSO_WM_BEAUTIFY_FLAG" val="#wm#"/>
</p:tagLst>
</file>

<file path=ppt/tags/tag1156.xml><?xml version="1.0" encoding="utf-8"?>
<p:tagLst xmlns:p="http://schemas.openxmlformats.org/presentationml/2006/main">
  <p:tag name="KSO_WM_UNIT_INDEX" val="21"/>
  <p:tag name="KSO_WM_UNIT_TYPE" val="d"/>
  <p:tag name="KSO_WM_BEAUTIFY_FLAG" val="#wm#"/>
</p:tagLst>
</file>

<file path=ppt/tags/tag1157.xml><?xml version="1.0" encoding="utf-8"?>
<p:tagLst xmlns:p="http://schemas.openxmlformats.org/presentationml/2006/main">
  <p:tag name="KSO_WM_UNIT_INDEX" val="22"/>
  <p:tag name="KSO_WM_UNIT_TYPE" val="k"/>
  <p:tag name="KSO_WM_BEAUTIFY_FLAG" val="#wm#"/>
</p:tagLst>
</file>

<file path=ppt/tags/tag1158.xml><?xml version="1.0" encoding="utf-8"?>
<p:tagLst xmlns:p="http://schemas.openxmlformats.org/presentationml/2006/main">
  <p:tag name="KSO_WM_UNIT_INDEX" val="23"/>
  <p:tag name="KSO_WM_UNIT_TYPE" val="d"/>
  <p:tag name="KSO_WM_BEAUTIFY_FLAG" val="#wm#"/>
</p:tagLst>
</file>

<file path=ppt/tags/tag1159.xml><?xml version="1.0" encoding="utf-8"?>
<p:tagLst xmlns:p="http://schemas.openxmlformats.org/presentationml/2006/main">
  <p:tag name="KSO_WM_UNIT_INDEX" val="24"/>
  <p:tag name="KSO_WM_UNIT_TYPE" val="k"/>
  <p:tag name="KSO_WM_BEAUTIFY_FLAG" val="#wm#"/>
</p:tagLst>
</file>

<file path=ppt/tags/tag1160.xml><?xml version="1.0" encoding="utf-8"?>
<p:tagLst xmlns:p="http://schemas.openxmlformats.org/presentationml/2006/main">
  <p:tag name="KSO_WM_UNIT_INDEX" val="25"/>
  <p:tag name="KSO_WM_UNIT_TYPE" val="k"/>
  <p:tag name="KSO_WM_BEAUTIFY_FLAG" val="#wm#"/>
</p:tagLst>
</file>

<file path=ppt/tags/tag1161.xml><?xml version="1.0" encoding="utf-8"?>
<p:tagLst xmlns:p="http://schemas.openxmlformats.org/presentationml/2006/main">
  <p:tag name="KSO_WM_UNIT_INDEX" val="26"/>
  <p:tag name="KSO_WM_UNIT_TYPE" val="d"/>
  <p:tag name="KSO_WM_BEAUTIFY_FLAG" val="#wm#"/>
</p:tagLst>
</file>

<file path=ppt/tags/tag1162.xml><?xml version="1.0" encoding="utf-8"?>
<p:tagLst xmlns:p="http://schemas.openxmlformats.org/presentationml/2006/main">
  <p:tag name="KSO_WM_UNIT_INDEX" val="27"/>
  <p:tag name="KSO_WM_UNIT_TYPE" val="k"/>
  <p:tag name="KSO_WM_BEAUTIFY_FLAG" val="#wm#"/>
</p:tagLst>
</file>

<file path=ppt/tags/tag1163.xml><?xml version="1.0" encoding="utf-8"?>
<p:tagLst xmlns:p="http://schemas.openxmlformats.org/presentationml/2006/main">
  <p:tag name="KSO_WM_UNIT_INDEX" val="28"/>
  <p:tag name="KSO_WM_UNIT_TYPE" val="d"/>
  <p:tag name="KSO_WM_BEAUTIFY_FLAG" val="#wm#"/>
</p:tagLst>
</file>

<file path=ppt/tags/tag1164.xml><?xml version="1.0" encoding="utf-8"?>
<p:tagLst xmlns:p="http://schemas.openxmlformats.org/presentationml/2006/main">
  <p:tag name="KSO_WM_UNIT_INDEX" val="29"/>
  <p:tag name="KSO_WM_UNIT_TYPE" val="k"/>
  <p:tag name="KSO_WM_BEAUTIFY_FLAG" val="#wm#"/>
</p:tagLst>
</file>

<file path=ppt/tags/tag116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166.xml><?xml version="1.0" encoding="utf-8"?>
<p:tagLst xmlns:p="http://schemas.openxmlformats.org/presentationml/2006/main">
  <p:tag name="KSO_WM_UNIT_INDEX" val="1"/>
  <p:tag name="KSO_WM_UNIT_TYPE" val="β"/>
  <p:tag name="KSO_WM_BEAUTIFY_FLAG" val="#wm#"/>
</p:tagLst>
</file>

<file path=ppt/tags/tag116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168.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169.xml><?xml version="1.0" encoding="utf-8"?>
<p:tagLst xmlns:p="http://schemas.openxmlformats.org/presentationml/2006/main">
  <p:tag name="KSO_WM_UNIT_INDEX" val="4"/>
  <p:tag name="KSO_WM_UNIT_TYPE" val="β"/>
  <p:tag name="KSO_WM_BEAUTIFY_FLAG" val="#wm#"/>
</p:tagLst>
</file>

<file path=ppt/tags/tag1170.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171.xml><?xml version="1.0" encoding="utf-8"?>
<p:tagLst xmlns:p="http://schemas.openxmlformats.org/presentationml/2006/main">
  <p:tag name="KSO_WM_UNIT_INDEX" val="6"/>
  <p:tag name="KSO_WM_UNIT_TYPE" val="β"/>
  <p:tag name="KSO_WM_BEAUTIFY_FLAG" val="#wm#"/>
</p:tagLst>
</file>

<file path=ppt/tags/tag1172.xml><?xml version="1.0" encoding="utf-8"?>
<p:tagLst xmlns:p="http://schemas.openxmlformats.org/presentationml/2006/main">
  <p:tag name="KSO_WM_UNIT_INDEX" val="7"/>
  <p:tag name="KSO_WM_UNIT_TYPE" val="k"/>
  <p:tag name="KSO_WM_BEAUTIFY_FLAG" val="#wm#"/>
</p:tagLst>
</file>

<file path=ppt/tags/tag1173.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174.xml><?xml version="1.0" encoding="utf-8"?>
<p:tagLst xmlns:p="http://schemas.openxmlformats.org/presentationml/2006/main">
  <p:tag name="KSO_WM_UNIT_INDEX" val="9"/>
  <p:tag name="KSO_WM_UNIT_TYPE" val="β"/>
  <p:tag name="KSO_WM_BEAUTIFY_FLAG" val="#wm#"/>
</p:tagLst>
</file>

<file path=ppt/tags/tag1175.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176.xml><?xml version="1.0" encoding="utf-8"?>
<p:tagLst xmlns:p="http://schemas.openxmlformats.org/presentationml/2006/main">
  <p:tag name="KSO_WM_UNIT_INDEX" val="11"/>
  <p:tag name="KSO_WM_UNIT_TYPE" val="d"/>
  <p:tag name="KSO_WM_BEAUTIFY_FLAG" val="#wm#"/>
</p:tagLst>
</file>

<file path=ppt/tags/tag1177.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178.xml><?xml version="1.0" encoding="utf-8"?>
<p:tagLst xmlns:p="http://schemas.openxmlformats.org/presentationml/2006/main">
  <p:tag name="KSO_WM_UNIT_INDEX" val="14"/>
  <p:tag name="KSO_WM_UNIT_TYPE" val="d"/>
  <p:tag name="KSO_WM_BEAUTIFY_FLAG" val="#wm#"/>
</p:tagLst>
</file>

<file path=ppt/tags/tag1179.xml><?xml version="1.0" encoding="utf-8"?>
<p:tagLst xmlns:p="http://schemas.openxmlformats.org/presentationml/2006/main">
  <p:tag name="KSO_WM_UNIT_INDEX" val="15"/>
  <p:tag name="KSO_WM_UNIT_TYPE" val="k"/>
  <p:tag name="KSO_WM_BEAUTIFY_FLAG" val="#wm#"/>
</p:tagLst>
</file>

<file path=ppt/tags/tag1180.xml><?xml version="1.0" encoding="utf-8"?>
<p:tagLst xmlns:p="http://schemas.openxmlformats.org/presentationml/2006/main">
  <p:tag name="KSO_WM_UNIT_INDEX" val="16"/>
  <p:tag name="KSO_WM_UNIT_TYPE" val="d"/>
  <p:tag name="KSO_WM_BEAUTIFY_FLAG" val="#wm#"/>
</p:tagLst>
</file>

<file path=ppt/tags/tag1181.xml><?xml version="1.0" encoding="utf-8"?>
<p:tagLst xmlns:p="http://schemas.openxmlformats.org/presentationml/2006/main">
  <p:tag name="KSO_WM_UNIT_INDEX" val="17"/>
  <p:tag name="KSO_WM_UNIT_TYPE" val="k"/>
  <p:tag name="KSO_WM_BEAUTIFY_FLAG" val="#wm#"/>
</p:tagLst>
</file>

<file path=ppt/tags/tag1182.xml><?xml version="1.0" encoding="utf-8"?>
<p:tagLst xmlns:p="http://schemas.openxmlformats.org/presentationml/2006/main">
  <p:tag name="KSO_WM_UNIT_INDEX" val="18"/>
  <p:tag name="KSO_WM_UNIT_TYPE" val="d"/>
  <p:tag name="KSO_WM_BEAUTIFY_FLAG" val="#wm#"/>
</p:tagLst>
</file>

<file path=ppt/tags/tag1183.xml><?xml version="1.0" encoding="utf-8"?>
<p:tagLst xmlns:p="http://schemas.openxmlformats.org/presentationml/2006/main">
  <p:tag name="KSO_WM_UNIT_INDEX" val="19"/>
  <p:tag name="KSO_WM_UNIT_TYPE" val="k"/>
  <p:tag name="KSO_WM_BEAUTIFY_FLAG" val="#wm#"/>
</p:tagLst>
</file>

<file path=ppt/tags/tag1184.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185.xml><?xml version="1.0" encoding="utf-8"?>
<p:tagLst xmlns:p="http://schemas.openxmlformats.org/presentationml/2006/main">
  <p:tag name="KSO_WM_UNIT_INDEX" val="21"/>
  <p:tag name="KSO_WM_UNIT_TYPE" val="d"/>
  <p:tag name="KSO_WM_BEAUTIFY_FLAG" val="#wm#"/>
</p:tagLst>
</file>

<file path=ppt/tags/tag1186.xml><?xml version="1.0" encoding="utf-8"?>
<p:tagLst xmlns:p="http://schemas.openxmlformats.org/presentationml/2006/main">
  <p:tag name="KSO_WM_UNIT_INDEX" val="22"/>
  <p:tag name="KSO_WM_UNIT_TYPE" val="k"/>
  <p:tag name="KSO_WM_BEAUTIFY_FLAG" val="#wm#"/>
</p:tagLst>
</file>

<file path=ppt/tags/tag1187.xml><?xml version="1.0" encoding="utf-8"?>
<p:tagLst xmlns:p="http://schemas.openxmlformats.org/presentationml/2006/main">
  <p:tag name="KSO_WM_UNIT_INDEX" val="23"/>
  <p:tag name="KSO_WM_UNIT_TYPE" val="d"/>
  <p:tag name="KSO_WM_BEAUTIFY_FLAG" val="#wm#"/>
</p:tagLst>
</file>

<file path=ppt/tags/tag1188.xml><?xml version="1.0" encoding="utf-8"?>
<p:tagLst xmlns:p="http://schemas.openxmlformats.org/presentationml/2006/main">
  <p:tag name="KSO_WM_UNIT_INDEX" val="24"/>
  <p:tag name="KSO_WM_UNIT_TYPE" val="k"/>
  <p:tag name="KSO_WM_BEAUTIFY_FLAG" val="#wm#"/>
</p:tagLst>
</file>

<file path=ppt/tags/tag1189.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190.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119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192.xml><?xml version="1.0" encoding="utf-8"?>
<p:tagLst xmlns:p="http://schemas.openxmlformats.org/presentationml/2006/main">
  <p:tag name="KSO_WM_UNIT_INDEX" val="1"/>
  <p:tag name="KSO_WM_UNIT_TYPE" val="β"/>
  <p:tag name="KSO_WM_BEAUTIFY_FLAG" val="#wm#"/>
</p:tagLst>
</file>

<file path=ppt/tags/tag1193.xml><?xml version="1.0" encoding="utf-8"?>
<p:tagLst xmlns:p="http://schemas.openxmlformats.org/presentationml/2006/main">
  <p:tag name="KSO_WM_UNIT_INDEX" val="2"/>
  <p:tag name="KSO_WM_UNIT_TYPE" val="β"/>
  <p:tag name="KSO_WM_BEAUTIFY_FLAG" val="#wm#"/>
</p:tagLst>
</file>

<file path=ppt/tags/tag1194.xml><?xml version="1.0" encoding="utf-8"?>
<p:tagLst xmlns:p="http://schemas.openxmlformats.org/presentationml/2006/main">
  <p:tag name="KSO_WM_UNIT_INDEX" val="3"/>
  <p:tag name="KSO_WM_UNIT_TYPE" val="β"/>
  <p:tag name="KSO_WM_BEAUTIFY_FLAG" val="#wm#"/>
</p:tagLst>
</file>

<file path=ppt/tags/tag1195.xml><?xml version="1.0" encoding="utf-8"?>
<p:tagLst xmlns:p="http://schemas.openxmlformats.org/presentationml/2006/main">
  <p:tag name="KSO_WM_UNIT_INDEX" val="4"/>
  <p:tag name="KSO_WM_UNIT_TYPE" val="β"/>
  <p:tag name="KSO_WM_BEAUTIFY_FLAG" val="#wm#"/>
</p:tagLst>
</file>

<file path=ppt/tags/tag1196.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197.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198.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199.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200.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20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02.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203.xml><?xml version="1.0" encoding="utf-8"?>
<p:tagLst xmlns:p="http://schemas.openxmlformats.org/presentationml/2006/main">
  <p:tag name="KSO_WM_UNIT_INDEX" val="2"/>
  <p:tag name="KSO_WM_UNIT_TYPE" val="d"/>
  <p:tag name="KSO_WM_BEAUTIFY_FLAG" val="#wm#"/>
</p:tagLst>
</file>

<file path=ppt/tags/tag1204.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205.xml><?xml version="1.0" encoding="utf-8"?>
<p:tagLst xmlns:p="http://schemas.openxmlformats.org/presentationml/2006/main">
  <p:tag name="KSO_WM_UNIT_INDEX" val="4"/>
  <p:tag name="KSO_WM_UNIT_TYPE" val="d"/>
  <p:tag name="KSO_WM_BEAUTIFY_FLAG" val="#wm#"/>
</p:tagLst>
</file>

<file path=ppt/tags/tag1206.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207.xml><?xml version="1.0" encoding="utf-8"?>
<p:tagLst xmlns:p="http://schemas.openxmlformats.org/presentationml/2006/main">
  <p:tag name="KSO_WM_UNIT_INDEX" val="6"/>
  <p:tag name="KSO_WM_UNIT_TYPE" val="d"/>
  <p:tag name="KSO_WM_BEAUTIFY_FLAG" val="#wm#"/>
</p:tagLst>
</file>

<file path=ppt/tags/tag1208.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209.xml><?xml version="1.0" encoding="utf-8"?>
<p:tagLst xmlns:p="http://schemas.openxmlformats.org/presentationml/2006/main">
  <p:tag name="KSO_WM_UNIT_INDEX" val="8"/>
  <p:tag name="KSO_WM_UNIT_TYPE" val="d"/>
  <p:tag name="KSO_WM_BEAUTIFY_FLAG" val="#wm#"/>
</p:tagLst>
</file>

<file path=ppt/tags/tag1210.xml><?xml version="1.0" encoding="utf-8"?>
<p:tagLst xmlns:p="http://schemas.openxmlformats.org/presentationml/2006/main">
  <p:tag name="KSO_WM_UNIT_INDEX" val="9"/>
  <p:tag name="KSO_WM_UNIT_TYPE" val="d"/>
  <p:tag name="KSO_WM_BEAUTIFY_FLAG" val="#wm#"/>
</p:tagLst>
</file>

<file path=ppt/tags/tag121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212.xml><?xml version="1.0" encoding="utf-8"?>
<p:tagLst xmlns:p="http://schemas.openxmlformats.org/presentationml/2006/main">
  <p:tag name="KSO_WM_UNIT_INDEX" val="11"/>
  <p:tag name="KSO_WM_UNIT_TYPE" val="d"/>
  <p:tag name="KSO_WM_BEAUTIFY_FLAG" val="#wm#"/>
</p:tagLst>
</file>

<file path=ppt/tags/tag1213.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214.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215.xml><?xml version="1.0" encoding="utf-8"?>
<p:tagLst xmlns:p="http://schemas.openxmlformats.org/presentationml/2006/main">
  <p:tag name="KSO_WM_UNIT_INDEX" val="14"/>
  <p:tag name="KSO_WM_UNIT_TYPE" val="d"/>
  <p:tag name="KSO_WM_BEAUTIFY_FLAG" val="#wm#"/>
</p:tagLst>
</file>

<file path=ppt/tags/tag1216.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217.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218.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219.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220.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221.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222.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223.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1224.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25.xml><?xml version="1.0" encoding="utf-8"?>
<p:tagLst xmlns:p="http://schemas.openxmlformats.org/presentationml/2006/main">
  <p:tag name="KSO_WM_UNIT_INDEX" val="1"/>
  <p:tag name="KSO_WM_UNIT_TYPE" val="β"/>
  <p:tag name="KSO_WM_BEAUTIFY_FLAG" val="#wm#"/>
</p:tagLst>
</file>

<file path=ppt/tags/tag1226.xml><?xml version="1.0" encoding="utf-8"?>
<p:tagLst xmlns:p="http://schemas.openxmlformats.org/presentationml/2006/main">
  <p:tag name="KSO_WM_UNIT_INDEX" val="2"/>
  <p:tag name="KSO_WM_UNIT_TYPE" val="β"/>
  <p:tag name="KSO_WM_BEAUTIFY_FLAG" val="#wm#"/>
</p:tagLst>
</file>

<file path=ppt/tags/tag1227.xml><?xml version="1.0" encoding="utf-8"?>
<p:tagLst xmlns:p="http://schemas.openxmlformats.org/presentationml/2006/main">
  <p:tag name="KSO_WM_UNIT_INDEX" val="3"/>
  <p:tag name="KSO_WM_UNIT_TYPE" val="β"/>
  <p:tag name="KSO_WM_BEAUTIFY_FLAG" val="#wm#"/>
</p:tagLst>
</file>

<file path=ppt/tags/tag1228.xml><?xml version="1.0" encoding="utf-8"?>
<p:tagLst xmlns:p="http://schemas.openxmlformats.org/presentationml/2006/main">
  <p:tag name="KSO_WM_UNIT_INDEX" val="4"/>
  <p:tag name="KSO_WM_UNIT_TYPE" val="β"/>
  <p:tag name="KSO_WM_BEAUTIFY_FLAG" val="#wm#"/>
</p:tagLst>
</file>

<file path=ppt/tags/tag1229.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230.xml><?xml version="1.0" encoding="utf-8"?>
<p:tagLst xmlns:p="http://schemas.openxmlformats.org/presentationml/2006/main">
  <p:tag name="KSO_WM_UNIT_INDEX" val="6"/>
  <p:tag name="KSO_WM_UNIT_TYPE" val="d"/>
  <p:tag name="KSO_WM_BEAUTIFY_FLAG" val="#wm#"/>
</p:tagLst>
</file>

<file path=ppt/tags/tag1231.xml><?xml version="1.0" encoding="utf-8"?>
<p:tagLst xmlns:p="http://schemas.openxmlformats.org/presentationml/2006/main">
  <p:tag name="KSO_WM_UNIT_INDEX" val="7"/>
  <p:tag name="KSO_WM_UNIT_TYPE" val="d"/>
  <p:tag name="KSO_WM_BEAUTIFY_FLAG" val="#wm#"/>
</p:tagLst>
</file>

<file path=ppt/tags/tag1232.xml><?xml version="1.0" encoding="utf-8"?>
<p:tagLst xmlns:p="http://schemas.openxmlformats.org/presentationml/2006/main">
  <p:tag name="KSO_WM_UNIT_INDEX" val="8"/>
  <p:tag name="KSO_WM_UNIT_TYPE" val="d"/>
  <p:tag name="KSO_WM_BEAUTIFY_FLAG" val="#wm#"/>
</p:tagLst>
</file>

<file path=ppt/tags/tag1233.xml><?xml version="1.0" encoding="utf-8"?>
<p:tagLst xmlns:p="http://schemas.openxmlformats.org/presentationml/2006/main">
  <p:tag name="KSO_WM_UNIT_INDEX" val="10"/>
  <p:tag name="KSO_WM_UNIT_TYPE" val="d"/>
  <p:tag name="KSO_WM_BEAUTIFY_FLAG" val="#wm#"/>
</p:tagLst>
</file>

<file path=ppt/tags/tag1234.xml><?xml version="1.0" encoding="utf-8"?>
<p:tagLst xmlns:p="http://schemas.openxmlformats.org/presentationml/2006/main">
  <p:tag name="KSO_WM_UNIT_INDEX" val="11"/>
  <p:tag name="KSO_WM_UNIT_TYPE" val="d"/>
  <p:tag name="KSO_WM_BEAUTIFY_FLAG" val="#wm#"/>
</p:tagLst>
</file>

<file path=ppt/tags/tag1235.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236.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237.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238.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239.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40.xml><?xml version="1.0" encoding="utf-8"?>
<p:tagLst xmlns:p="http://schemas.openxmlformats.org/presentationml/2006/main">
  <p:tag name="KSO_WM_UNIT_INDEX" val="1"/>
  <p:tag name="KSO_WM_UNIT_TYPE" val="β"/>
  <p:tag name="KSO_WM_BEAUTIFY_FLAG" val="#wm#"/>
</p:tagLst>
</file>

<file path=ppt/tags/tag1241.xml><?xml version="1.0" encoding="utf-8"?>
<p:tagLst xmlns:p="http://schemas.openxmlformats.org/presentationml/2006/main">
  <p:tag name="KSO_WM_UNIT_INDEX" val="3"/>
  <p:tag name="KSO_WM_UNIT_TYPE" val="β"/>
  <p:tag name="KSO_WM_BEAUTIFY_FLAG" val="#wm#"/>
</p:tagLst>
</file>

<file path=ppt/tags/tag1242.xml><?xml version="1.0" encoding="utf-8"?>
<p:tagLst xmlns:p="http://schemas.openxmlformats.org/presentationml/2006/main">
  <p:tag name="KSO_WM_UNIT_INDEX" val="4"/>
  <p:tag name="KSO_WM_UNIT_TYPE" val="β"/>
  <p:tag name="KSO_WM_BEAUTIFY_FLAG" val="#wm#"/>
</p:tagLst>
</file>

<file path=ppt/tags/tag1243.xml><?xml version="1.0" encoding="utf-8"?>
<p:tagLst xmlns:p="http://schemas.openxmlformats.org/presentationml/2006/main">
  <p:tag name="KSO_WM_UNIT_INDEX" val="5"/>
  <p:tag name="KSO_WM_UNIT_TYPE" val="β"/>
  <p:tag name="KSO_WM_BEAUTIFY_FLAG" val="#wm#"/>
</p:tagLst>
</file>

<file path=ppt/tags/tag1244.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24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46.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24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248.xml><?xml version="1.0" encoding="utf-8"?>
<p:tagLst xmlns:p="http://schemas.openxmlformats.org/presentationml/2006/main">
  <p:tag name="KSO_WM_UNIT_INDEX" val="3"/>
  <p:tag name="KSO_WM_UNIT_TYPE" val="d"/>
  <p:tag name="KSO_WM_BEAUTIFY_FLAG" val="#wm#"/>
</p:tagLst>
</file>

<file path=ppt/tags/tag1249.xml><?xml version="1.0" encoding="utf-8"?>
<p:tagLst xmlns:p="http://schemas.openxmlformats.org/presentationml/2006/main">
  <p:tag name="KSO_WM_UNIT_INDEX" val="4"/>
  <p:tag name="KSO_WM_UNIT_TYPE" val="d"/>
  <p:tag name="KSO_WM_BEAUTIFY_FLAG" val="#wm#"/>
</p:tagLst>
</file>

<file path=ppt/tags/tag1250.xml><?xml version="1.0" encoding="utf-8"?>
<p:tagLst xmlns:p="http://schemas.openxmlformats.org/presentationml/2006/main">
  <p:tag name="KSO_WM_UNIT_INDEX" val="5"/>
  <p:tag name="KSO_WM_UNIT_TYPE" val="a"/>
  <p:tag name="KSO_WM_BEAUTIFY_FLAG" val="#wm#"/>
</p:tagLst>
</file>

<file path=ppt/tags/tag125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52.xml><?xml version="1.0" encoding="utf-8"?>
<p:tagLst xmlns:p="http://schemas.openxmlformats.org/presentationml/2006/main">
  <p:tag name="KSO_WM_UNIT_INDEX" val="1"/>
  <p:tag name="KSO_WM_UNIT_TYPE" val="d"/>
  <p:tag name="KSO_WM_BEAUTIFY_FLAG" val="#wm#"/>
</p:tagLst>
</file>

<file path=ppt/tags/tag1253.xml><?xml version="1.0" encoding="utf-8"?>
<p:tagLst xmlns:p="http://schemas.openxmlformats.org/presentationml/2006/main">
  <p:tag name="KSO_WM_UNIT_INDEX" val="2"/>
  <p:tag name="KSO_WM_UNIT_TYPE" val="d"/>
  <p:tag name="KSO_WM_BEAUTIFY_FLAG" val="#wm#"/>
</p:tagLst>
</file>

<file path=ppt/tags/tag1254.xml><?xml version="1.0" encoding="utf-8"?>
<p:tagLst xmlns:p="http://schemas.openxmlformats.org/presentationml/2006/main">
  <p:tag name="KSO_WM_UNIT_INDEX" val="3"/>
  <p:tag name="KSO_WM_UNIT_TYPE" val="d"/>
  <p:tag name="KSO_WM_BEAUTIFY_FLAG" val="#wm#"/>
</p:tagLst>
</file>

<file path=ppt/tags/tag1255.xml><?xml version="1.0" encoding="utf-8"?>
<p:tagLst xmlns:p="http://schemas.openxmlformats.org/presentationml/2006/main">
  <p:tag name="KSO_WM_UNIT_INDEX" val="4"/>
  <p:tag name="KSO_WM_UNIT_TYPE" val="d"/>
  <p:tag name="KSO_WM_BEAUTIFY_FLAG" val="#wm#"/>
</p:tagLst>
</file>

<file path=ppt/tags/tag1256.xml><?xml version="1.0" encoding="utf-8"?>
<p:tagLst xmlns:p="http://schemas.openxmlformats.org/presentationml/2006/main">
  <p:tag name="KSO_WM_UNIT_INDEX" val="5"/>
  <p:tag name="KSO_WM_UNIT_TYPE" val="β"/>
  <p:tag name="KSO_WM_BEAUTIFY_FLAG" val="#wm#"/>
</p:tagLst>
</file>

<file path=ppt/tags/tag1257.xml><?xml version="1.0" encoding="utf-8"?>
<p:tagLst xmlns:p="http://schemas.openxmlformats.org/presentationml/2006/main">
  <p:tag name="KSO_WM_UNIT_INDEX" val="7"/>
  <p:tag name="KSO_WM_UNIT_TYPE" val="d"/>
  <p:tag name="KSO_WM_BEAUTIFY_FLAG" val="#wm#"/>
</p:tagLst>
</file>

<file path=ppt/tags/tag1258.xml><?xml version="1.0" encoding="utf-8"?>
<p:tagLst xmlns:p="http://schemas.openxmlformats.org/presentationml/2006/main">
  <p:tag name="KSO_WM_UNIT_INDEX" val="8"/>
  <p:tag name="KSO_WM_UNIT_TYPE" val="d"/>
  <p:tag name="KSO_WM_BEAUTIFY_FLAG" val="#wm#"/>
</p:tagLst>
</file>

<file path=ppt/tags/tag1259.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260.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261.xml><?xml version="1.0" encoding="utf-8"?>
<p:tagLst xmlns:p="http://schemas.openxmlformats.org/presentationml/2006/main">
  <p:tag name="KSO_WM_UNIT_INDEX" val="6"/>
  <p:tag name="KSO_WM_UNIT_TYPE" val="a"/>
  <p:tag name="KSO_WM_BEAUTIFY_FLAG" val="#wm#"/>
</p:tagLst>
</file>

<file path=ppt/tags/tag1262.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63.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264.xml><?xml version="1.0" encoding="utf-8"?>
<p:tagLst xmlns:p="http://schemas.openxmlformats.org/presentationml/2006/main">
  <p:tag name="KSO_WM_UNIT_INDEX" val="2"/>
  <p:tag name="KSO_WM_UNIT_TYPE" val="β"/>
  <p:tag name="KSO_WM_BEAUTIFY_FLAG" val="#wm#"/>
</p:tagLst>
</file>

<file path=ppt/tags/tag1265.xml><?xml version="1.0" encoding="utf-8"?>
<p:tagLst xmlns:p="http://schemas.openxmlformats.org/presentationml/2006/main">
  <p:tag name="KSO_WM_UNIT_INDEX" val="3"/>
  <p:tag name="KSO_WM_UNIT_TYPE" val="β"/>
  <p:tag name="KSO_WM_BEAUTIFY_FLAG" val="#wm#"/>
</p:tagLst>
</file>

<file path=ppt/tags/tag1266.xml><?xml version="1.0" encoding="utf-8"?>
<p:tagLst xmlns:p="http://schemas.openxmlformats.org/presentationml/2006/main">
  <p:tag name="KSO_WM_UNIT_INDEX" val="4"/>
  <p:tag name="KSO_WM_UNIT_TYPE" val="β"/>
  <p:tag name="KSO_WM_BEAUTIFY_FLAG" val="#wm#"/>
</p:tagLst>
</file>

<file path=ppt/tags/tag1267.xml><?xml version="1.0" encoding="utf-8"?>
<p:tagLst xmlns:p="http://schemas.openxmlformats.org/presentationml/2006/main">
  <p:tag name="KSO_WM_UNIT_INDEX" val="5"/>
  <p:tag name="KSO_WM_UNIT_TYPE" val="β"/>
  <p:tag name="KSO_WM_BEAUTIFY_FLAG" val="#wm#"/>
</p:tagLst>
</file>

<file path=ppt/tags/tag1268.xml><?xml version="1.0" encoding="utf-8"?>
<p:tagLst xmlns:p="http://schemas.openxmlformats.org/presentationml/2006/main">
  <p:tag name="KSO_WM_UNIT_INDEX" val="6"/>
  <p:tag name="KSO_WM_UNIT_TYPE" val="β"/>
  <p:tag name="KSO_WM_BEAUTIFY_FLAG" val="#wm#"/>
</p:tagLst>
</file>

<file path=ppt/tags/tag1269.xml><?xml version="1.0" encoding="utf-8"?>
<p:tagLst xmlns:p="http://schemas.openxmlformats.org/presentationml/2006/main">
  <p:tag name="KSO_WM_UNIT_INDEX" val="7"/>
  <p:tag name="KSO_WM_UNIT_TYPE" val="β"/>
  <p:tag name="KSO_WM_BEAUTIFY_FLAG" val="#wm#"/>
</p:tagLst>
</file>

<file path=ppt/tags/tag1270.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27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272.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273.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274.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275.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276.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277.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278.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279.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280.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81.xml><?xml version="1.0" encoding="utf-8"?>
<p:tagLst xmlns:p="http://schemas.openxmlformats.org/presentationml/2006/main">
  <p:tag name="KSO_WM_UNIT_INDEX" val="1"/>
  <p:tag name="KSO_WM_UNIT_TYPE" val="β"/>
  <p:tag name="KSO_WM_BEAUTIFY_FLAG" val="#wm#"/>
</p:tagLst>
</file>

<file path=ppt/tags/tag1282.xml><?xml version="1.0" encoding="utf-8"?>
<p:tagLst xmlns:p="http://schemas.openxmlformats.org/presentationml/2006/main">
  <p:tag name="KSO_WM_UNIT_INDEX" val="2"/>
  <p:tag name="KSO_WM_UNIT_TYPE" val="β"/>
  <p:tag name="KSO_WM_BEAUTIFY_FLAG" val="#wm#"/>
</p:tagLst>
</file>

<file path=ppt/tags/tag1283.xml><?xml version="1.0" encoding="utf-8"?>
<p:tagLst xmlns:p="http://schemas.openxmlformats.org/presentationml/2006/main">
  <p:tag name="KSO_WM_UNIT_INDEX" val="3"/>
  <p:tag name="KSO_WM_UNIT_TYPE" val="β"/>
  <p:tag name="KSO_WM_BEAUTIFY_FLAG" val="#wm#"/>
</p:tagLst>
</file>

<file path=ppt/tags/tag1284.xml><?xml version="1.0" encoding="utf-8"?>
<p:tagLst xmlns:p="http://schemas.openxmlformats.org/presentationml/2006/main">
  <p:tag name="KSO_WM_UNIT_INDEX" val="4"/>
  <p:tag name="KSO_WM_UNIT_TYPE" val="β"/>
  <p:tag name="KSO_WM_BEAUTIFY_FLAG" val="#wm#"/>
</p:tagLst>
</file>

<file path=ppt/tags/tag1285.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286.xml><?xml version="1.0" encoding="utf-8"?>
<p:tagLst xmlns:p="http://schemas.openxmlformats.org/presentationml/2006/main">
  <p:tag name="KSO_WM_UNIT_INDEX" val="6"/>
  <p:tag name="KSO_WM_UNIT_TYPE" val="d"/>
  <p:tag name="KSO_WM_BEAUTIFY_FLAG" val="#wm#"/>
</p:tagLst>
</file>

<file path=ppt/tags/tag1287.xml><?xml version="1.0" encoding="utf-8"?>
<p:tagLst xmlns:p="http://schemas.openxmlformats.org/presentationml/2006/main">
  <p:tag name="KSO_WM_UNIT_INDEX" val="7"/>
  <p:tag name="KSO_WM_UNIT_TYPE" val="d"/>
  <p:tag name="KSO_WM_BEAUTIFY_FLAG" val="#wm#"/>
</p:tagLst>
</file>

<file path=ppt/tags/tag1288.xml><?xml version="1.0" encoding="utf-8"?>
<p:tagLst xmlns:p="http://schemas.openxmlformats.org/presentationml/2006/main">
  <p:tag name="KSO_WM_UNIT_INDEX" val="8"/>
  <p:tag name="KSO_WM_UNIT_TYPE" val="d"/>
  <p:tag name="KSO_WM_BEAUTIFY_FLAG" val="#wm#"/>
</p:tagLst>
</file>

<file path=ppt/tags/tag1289.xml><?xml version="1.0" encoding="utf-8"?>
<p:tagLst xmlns:p="http://schemas.openxmlformats.org/presentationml/2006/main">
  <p:tag name="KSO_WM_UNIT_INDEX" val="10"/>
  <p:tag name="KSO_WM_UNIT_TYPE" val="d"/>
  <p:tag name="KSO_WM_BEAUTIFY_FLAG" val="#wm#"/>
</p:tagLst>
</file>

<file path=ppt/tags/tag1290.xml><?xml version="1.0" encoding="utf-8"?>
<p:tagLst xmlns:p="http://schemas.openxmlformats.org/presentationml/2006/main">
  <p:tag name="KSO_WM_UNIT_INDEX" val="11"/>
  <p:tag name="KSO_WM_UNIT_TYPE" val="d"/>
  <p:tag name="KSO_WM_BEAUTIFY_FLAG" val="#wm#"/>
</p:tagLst>
</file>

<file path=ppt/tags/tag1291.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292.xml><?xml version="1.0" encoding="utf-8"?>
<p:tagLst xmlns:p="http://schemas.openxmlformats.org/presentationml/2006/main">
  <p:tag name="KSO_WM_UNIT_INDEX" val="13"/>
  <p:tag name="KSO_WM_UNIT_TYPE" val="d"/>
  <p:tag name="KSO_WM_BEAUTIFY_FLAG" val="#wm#"/>
</p:tagLst>
</file>

<file path=ppt/tags/tag1293.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294.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295.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296.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297.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298.xml><?xml version="1.0" encoding="utf-8"?>
<p:tagLst xmlns:p="http://schemas.openxmlformats.org/presentationml/2006/main">
  <p:tag name="KSO_WM_UNIT_INDEX" val="1"/>
  <p:tag name="KSO_WM_UNIT_TYPE" val="d"/>
  <p:tag name="KSO_WM_BEAUTIFY_FLAG" val="#wm#"/>
</p:tagLst>
</file>

<file path=ppt/tags/tag129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00.xml><?xml version="1.0" encoding="utf-8"?>
<p:tagLst xmlns:p="http://schemas.openxmlformats.org/presentationml/2006/main">
  <p:tag name="KSO_WM_UNIT_INDEX" val="3"/>
  <p:tag name="KSO_WM_UNIT_TYPE" val="d"/>
  <p:tag name="KSO_WM_BEAUTIFY_FLAG" val="#wm#"/>
</p:tagLst>
</file>

<file path=ppt/tags/tag1301.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302.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03.xml><?xml version="1.0" encoding="utf-8"?>
<p:tagLst xmlns:p="http://schemas.openxmlformats.org/presentationml/2006/main">
  <p:tag name="KSO_WM_UNIT_INDEX" val="1"/>
  <p:tag name="KSO_WM_UNIT_TYPE" val="d"/>
  <p:tag name="KSO_WM_BEAUTIFY_FLAG" val="#wm#"/>
</p:tagLst>
</file>

<file path=ppt/tags/tag1304.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05.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306.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07.xml><?xml version="1.0" encoding="utf-8"?>
<p:tagLst xmlns:p="http://schemas.openxmlformats.org/presentationml/2006/main">
  <p:tag name="KSO_WM_UNIT_INDEX" val="1"/>
  <p:tag name="KSO_WM_UNIT_TYPE" val="d"/>
  <p:tag name="KSO_WM_BEAUTIFY_FLAG" val="#wm#"/>
</p:tagLst>
</file>

<file path=ppt/tags/tag1308.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09.xml><?xml version="1.0" encoding="utf-8"?>
<p:tagLst xmlns:p="http://schemas.openxmlformats.org/presentationml/2006/main">
  <p:tag name="KSO_WM_UNIT_INDEX" val="4"/>
  <p:tag name="KSO_WM_UNIT_TYPE" val="β"/>
  <p:tag name="KSO_WM_BEAUTIFY_FLAG" val="#wm#"/>
</p:tagLst>
</file>

<file path=ppt/tags/tag1310.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11.xml><?xml version="1.0" encoding="utf-8"?>
<p:tagLst xmlns:p="http://schemas.openxmlformats.org/presentationml/2006/main">
  <p:tag name="KSO_WM_UNIT_INDEX" val="1"/>
  <p:tag name="KSO_WM_UNIT_TYPE" val="β"/>
  <p:tag name="KSO_WM_BEAUTIFY_FLAG" val="#wm#"/>
</p:tagLst>
</file>

<file path=ppt/tags/tag1312.xml><?xml version="1.0" encoding="utf-8"?>
<p:tagLst xmlns:p="http://schemas.openxmlformats.org/presentationml/2006/main">
  <p:tag name="KSO_WM_UNIT_INDEX" val="2"/>
  <p:tag name="KSO_WM_UNIT_TYPE" val="β"/>
  <p:tag name="KSO_WM_BEAUTIFY_FLAG" val="#wm#"/>
</p:tagLst>
</file>

<file path=ppt/tags/tag1313.xml><?xml version="1.0" encoding="utf-8"?>
<p:tagLst xmlns:p="http://schemas.openxmlformats.org/presentationml/2006/main">
  <p:tag name="KSO_WM_UNIT_INDEX" val="3"/>
  <p:tag name="KSO_WM_UNIT_TYPE" val="β"/>
  <p:tag name="KSO_WM_BEAUTIFY_FLAG" val="#wm#"/>
</p:tagLst>
</file>

<file path=ppt/tags/tag1314.xml><?xml version="1.0" encoding="utf-8"?>
<p:tagLst xmlns:p="http://schemas.openxmlformats.org/presentationml/2006/main">
  <p:tag name="KSO_WM_UNIT_INDEX" val="4"/>
  <p:tag name="KSO_WM_UNIT_TYPE" val="β"/>
  <p:tag name="KSO_WM_BEAUTIFY_FLAG" val="#wm#"/>
</p:tagLst>
</file>

<file path=ppt/tags/tag1315.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316.xml><?xml version="1.0" encoding="utf-8"?>
<p:tagLst xmlns:p="http://schemas.openxmlformats.org/presentationml/2006/main">
  <p:tag name="KSO_WM_UNIT_INDEX" val="6"/>
  <p:tag name="KSO_WM_UNIT_TYPE" val="d"/>
  <p:tag name="KSO_WM_BEAUTIFY_FLAG" val="#wm#"/>
</p:tagLst>
</file>

<file path=ppt/tags/tag1317.xml><?xml version="1.0" encoding="utf-8"?>
<p:tagLst xmlns:p="http://schemas.openxmlformats.org/presentationml/2006/main">
  <p:tag name="KSO_WM_UNIT_INDEX" val="7"/>
  <p:tag name="KSO_WM_UNIT_TYPE" val="d"/>
  <p:tag name="KSO_WM_BEAUTIFY_FLAG" val="#wm#"/>
</p:tagLst>
</file>

<file path=ppt/tags/tag1318.xml><?xml version="1.0" encoding="utf-8"?>
<p:tagLst xmlns:p="http://schemas.openxmlformats.org/presentationml/2006/main">
  <p:tag name="KSO_WM_UNIT_INDEX" val="8"/>
  <p:tag name="KSO_WM_UNIT_TYPE" val="d"/>
  <p:tag name="KSO_WM_BEAUTIFY_FLAG" val="#wm#"/>
</p:tagLst>
</file>

<file path=ppt/tags/tag1319.xml><?xml version="1.0" encoding="utf-8"?>
<p:tagLst xmlns:p="http://schemas.openxmlformats.org/presentationml/2006/main">
  <p:tag name="KSO_WM_UNIT_INDEX" val="10"/>
  <p:tag name="KSO_WM_UNIT_TYPE" val="d"/>
  <p:tag name="KSO_WM_BEAUTIFY_FLAG" val="#wm#"/>
</p:tagLst>
</file>

<file path=ppt/tags/tag1320.xml><?xml version="1.0" encoding="utf-8"?>
<p:tagLst xmlns:p="http://schemas.openxmlformats.org/presentationml/2006/main">
  <p:tag name="KSO_WM_UNIT_INDEX" val="11"/>
  <p:tag name="KSO_WM_UNIT_TYPE" val="d"/>
  <p:tag name="KSO_WM_BEAUTIFY_FLAG" val="#wm#"/>
</p:tagLst>
</file>

<file path=ppt/tags/tag1321.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322.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323.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324.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32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26.xml><?xml version="1.0" encoding="utf-8"?>
<p:tagLst xmlns:p="http://schemas.openxmlformats.org/presentationml/2006/main">
  <p:tag name="KSO_WM_UNIT_INDEX" val="1"/>
  <p:tag name="KSO_WM_UNIT_TYPE" val="d"/>
  <p:tag name="KSO_WM_BEAUTIFY_FLAG" val="#wm#"/>
</p:tagLst>
</file>

<file path=ppt/tags/tag132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28.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329.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330.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331.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332.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333.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334.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335.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336.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337.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338.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39.xml><?xml version="1.0" encoding="utf-8"?>
<p:tagLst xmlns:p="http://schemas.openxmlformats.org/presentationml/2006/main">
  <p:tag name="KSO_WM_UNIT_INDEX" val="1"/>
  <p:tag name="KSO_WM_UNIT_TYPE" val="β"/>
  <p:tag name="KSO_WM_BEAUTIFY_FLAG" val="#wm#"/>
</p:tagLst>
</file>

<file path=ppt/tags/tag1340.xml><?xml version="1.0" encoding="utf-8"?>
<p:tagLst xmlns:p="http://schemas.openxmlformats.org/presentationml/2006/main">
  <p:tag name="KSO_WM_UNIT_INDEX" val="2"/>
  <p:tag name="KSO_WM_UNIT_TYPE" val="β"/>
  <p:tag name="KSO_WM_BEAUTIFY_FLAG" val="#wm#"/>
</p:tagLst>
</file>

<file path=ppt/tags/tag1341.xml><?xml version="1.0" encoding="utf-8"?>
<p:tagLst xmlns:p="http://schemas.openxmlformats.org/presentationml/2006/main">
  <p:tag name="KSO_WM_UNIT_INDEX" val="3"/>
  <p:tag name="KSO_WM_UNIT_TYPE" val="β"/>
  <p:tag name="KSO_WM_BEAUTIFY_FLAG" val="#wm#"/>
</p:tagLst>
</file>

<file path=ppt/tags/tag1342.xml><?xml version="1.0" encoding="utf-8"?>
<p:tagLst xmlns:p="http://schemas.openxmlformats.org/presentationml/2006/main">
  <p:tag name="KSO_WM_UNIT_INDEX" val="4"/>
  <p:tag name="KSO_WM_UNIT_TYPE" val="β"/>
  <p:tag name="KSO_WM_BEAUTIFY_FLAG" val="#wm#"/>
</p:tagLst>
</file>

<file path=ppt/tags/tag1343.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344.xml><?xml version="1.0" encoding="utf-8"?>
<p:tagLst xmlns:p="http://schemas.openxmlformats.org/presentationml/2006/main">
  <p:tag name="KSO_WM_UNIT_INDEX" val="6"/>
  <p:tag name="KSO_WM_UNIT_TYPE" val="d"/>
  <p:tag name="KSO_WM_BEAUTIFY_FLAG" val="#wm#"/>
</p:tagLst>
</file>

<file path=ppt/tags/tag1345.xml><?xml version="1.0" encoding="utf-8"?>
<p:tagLst xmlns:p="http://schemas.openxmlformats.org/presentationml/2006/main">
  <p:tag name="KSO_WM_UNIT_INDEX" val="7"/>
  <p:tag name="KSO_WM_UNIT_TYPE" val="d"/>
  <p:tag name="KSO_WM_BEAUTIFY_FLAG" val="#wm#"/>
</p:tagLst>
</file>

<file path=ppt/tags/tag1346.xml><?xml version="1.0" encoding="utf-8"?>
<p:tagLst xmlns:p="http://schemas.openxmlformats.org/presentationml/2006/main">
  <p:tag name="KSO_WM_UNIT_INDEX" val="8"/>
  <p:tag name="KSO_WM_UNIT_TYPE" val="d"/>
  <p:tag name="KSO_WM_BEAUTIFY_FLAG" val="#wm#"/>
</p:tagLst>
</file>

<file path=ppt/tags/tag1347.xml><?xml version="1.0" encoding="utf-8"?>
<p:tagLst xmlns:p="http://schemas.openxmlformats.org/presentationml/2006/main">
  <p:tag name="KSO_WM_UNIT_INDEX" val="10"/>
  <p:tag name="KSO_WM_UNIT_TYPE" val="d"/>
  <p:tag name="KSO_WM_BEAUTIFY_FLAG" val="#wm#"/>
</p:tagLst>
</file>

<file path=ppt/tags/tag1348.xml><?xml version="1.0" encoding="utf-8"?>
<p:tagLst xmlns:p="http://schemas.openxmlformats.org/presentationml/2006/main">
  <p:tag name="KSO_WM_UNIT_INDEX" val="11"/>
  <p:tag name="KSO_WM_UNIT_TYPE" val="d"/>
  <p:tag name="KSO_WM_BEAUTIFY_FLAG" val="#wm#"/>
</p:tagLst>
</file>

<file path=ppt/tags/tag1349.xml><?xml version="1.0" encoding="utf-8"?>
<p:tagLst xmlns:p="http://schemas.openxmlformats.org/presentationml/2006/main">
  <p:tag name="KSO_WM_UNIT_INDEX" val="12"/>
  <p:tag name="KSO_WM_UNIT_TYPE" val="d"/>
  <p:tag name="KSO_WM_BEAUTIFY_FLAG" val="#wm#"/>
</p:tagLst>
</file>

<file path=ppt/tags/tag1350.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351.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352.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353.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354.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55.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356.xml><?xml version="1.0" encoding="utf-8"?>
<p:tagLst xmlns:p="http://schemas.openxmlformats.org/presentationml/2006/main">
  <p:tag name="KSO_WM_UNIT_INDEX" val="2"/>
  <p:tag name="KSO_WM_UNIT_TYPE" val="d"/>
  <p:tag name="KSO_WM_BEAUTIFY_FLAG" val="#wm#"/>
</p:tagLst>
</file>

<file path=ppt/tags/tag1357.xml><?xml version="1.0" encoding="utf-8"?>
<p:tagLst xmlns:p="http://schemas.openxmlformats.org/presentationml/2006/main">
  <p:tag name="KSO_WM_UNIT_INDEX" val="3"/>
  <p:tag name="KSO_WM_UNIT_TYPE" val="β"/>
  <p:tag name="KSO_WM_BEAUTIFY_FLAG" val="#wm#"/>
</p:tagLst>
</file>

<file path=ppt/tags/tag1358.xml><?xml version="1.0" encoding="utf-8"?>
<p:tagLst xmlns:p="http://schemas.openxmlformats.org/presentationml/2006/main">
  <p:tag name="KSO_WM_UNIT_INDEX" val="5"/>
  <p:tag name="KSO_WM_UNIT_TYPE" val="β"/>
  <p:tag name="KSO_WM_BEAUTIFY_FLAG" val="#wm#"/>
</p:tagLst>
</file>

<file path=ppt/tags/tag1359.xml><?xml version="1.0" encoding="utf-8"?>
<p:tagLst xmlns:p="http://schemas.openxmlformats.org/presentationml/2006/main">
  <p:tag name="KSO_WM_UNIT_INDEX" val="6"/>
  <p:tag name="KSO_WM_UNIT_TYPE" val="β"/>
  <p:tag name="KSO_WM_BEAUTIFY_FLAG" val="#wm#"/>
</p:tagLst>
</file>

<file path=ppt/tags/tag1360.xml><?xml version="1.0" encoding="utf-8"?>
<p:tagLst xmlns:p="http://schemas.openxmlformats.org/presentationml/2006/main">
  <p:tag name="KSO_WM_UNIT_INDEX" val="7"/>
  <p:tag name="KSO_WM_UNIT_TYPE" val="β"/>
  <p:tag name="KSO_WM_BEAUTIFY_FLAG" val="#wm#"/>
</p:tagLst>
</file>

<file path=ppt/tags/tag1361.xml><?xml version="1.0" encoding="utf-8"?>
<p:tagLst xmlns:p="http://schemas.openxmlformats.org/presentationml/2006/main">
  <p:tag name="KSO_WM_UNIT_INDEX" val="8"/>
  <p:tag name="KSO_WM_UNIT_TYPE" val="β"/>
  <p:tag name="KSO_WM_BEAUTIFY_FLAG" val="#wm#"/>
</p:tagLst>
</file>

<file path=ppt/tags/tag1362.xml><?xml version="1.0" encoding="utf-8"?>
<p:tagLst xmlns:p="http://schemas.openxmlformats.org/presentationml/2006/main">
  <p:tag name="KSO_WM_UNIT_INDEX" val="9"/>
  <p:tag name="KSO_WM_UNIT_TYPE" val="β"/>
  <p:tag name="KSO_WM_BEAUTIFY_FLAG" val="#wm#"/>
</p:tagLst>
</file>

<file path=ppt/tags/tag1363.xml><?xml version="1.0" encoding="utf-8"?>
<p:tagLst xmlns:p="http://schemas.openxmlformats.org/presentationml/2006/main">
  <p:tag name="KSO_WM_UNIT_INDEX" val="10"/>
  <p:tag name="KSO_WM_UNIT_TYPE" val="β"/>
  <p:tag name="KSO_WM_BEAUTIFY_FLAG" val="#wm#"/>
</p:tagLst>
</file>

<file path=ppt/tags/tag1364.xml><?xml version="1.0" encoding="utf-8"?>
<p:tagLst xmlns:p="http://schemas.openxmlformats.org/presentationml/2006/main">
  <p:tag name="KSO_WM_UNIT_INDEX" val="11"/>
  <p:tag name="KSO_WM_UNIT_TYPE" val="β"/>
  <p:tag name="KSO_WM_BEAUTIFY_FLAG" val="#wm#"/>
</p:tagLst>
</file>

<file path=ppt/tags/tag1365.xml><?xml version="1.0" encoding="utf-8"?>
<p:tagLst xmlns:p="http://schemas.openxmlformats.org/presentationml/2006/main">
  <p:tag name="KSO_WM_UNIT_INDEX" val="12"/>
  <p:tag name="KSO_WM_UNIT_TYPE" val="β"/>
  <p:tag name="KSO_WM_BEAUTIFY_FLAG" val="#wm#"/>
</p:tagLst>
</file>

<file path=ppt/tags/tag1366.xml><?xml version="1.0" encoding="utf-8"?>
<p:tagLst xmlns:p="http://schemas.openxmlformats.org/presentationml/2006/main">
  <p:tag name="KSO_WM_UNIT_INDEX" val="13"/>
  <p:tag name="KSO_WM_UNIT_TYPE" val="β"/>
  <p:tag name="KSO_WM_BEAUTIFY_FLAG" val="#wm#"/>
</p:tagLst>
</file>

<file path=ppt/tags/tag1367.xml><?xml version="1.0" encoding="utf-8"?>
<p:tagLst xmlns:p="http://schemas.openxmlformats.org/presentationml/2006/main">
  <p:tag name="KSO_WM_UNIT_INDEX" val="14"/>
  <p:tag name="KSO_WM_UNIT_TYPE" val="β"/>
  <p:tag name="KSO_WM_BEAUTIFY_FLAG" val="#wm#"/>
</p:tagLst>
</file>

<file path=ppt/tags/tag1368.xml><?xml version="1.0" encoding="utf-8"?>
<p:tagLst xmlns:p="http://schemas.openxmlformats.org/presentationml/2006/main">
  <p:tag name="KSO_WM_UNIT_INDEX" val="15"/>
  <p:tag name="KSO_WM_UNIT_TYPE" val="β"/>
  <p:tag name="KSO_WM_BEAUTIFY_FLAG" val="#wm#"/>
</p:tagLst>
</file>

<file path=ppt/tags/tag1369.xml><?xml version="1.0" encoding="utf-8"?>
<p:tagLst xmlns:p="http://schemas.openxmlformats.org/presentationml/2006/main">
  <p:tag name="KSO_WM_UNIT_INDEX" val="16"/>
  <p:tag name="KSO_WM_UNIT_TYPE" val="β"/>
  <p:tag name="KSO_WM_BEAUTIFY_FLAG" val="#wm#"/>
</p:tagLst>
</file>

<file path=ppt/tags/tag1370.xml><?xml version="1.0" encoding="utf-8"?>
<p:tagLst xmlns:p="http://schemas.openxmlformats.org/presentationml/2006/main">
  <p:tag name="KSO_WM_UNIT_INDEX" val="17"/>
  <p:tag name="KSO_WM_UNIT_TYPE" val="β"/>
  <p:tag name="KSO_WM_BEAUTIFY_FLAG" val="#wm#"/>
</p:tagLst>
</file>

<file path=ppt/tags/tag1371.xml><?xml version="1.0" encoding="utf-8"?>
<p:tagLst xmlns:p="http://schemas.openxmlformats.org/presentationml/2006/main">
  <p:tag name="KSO_WM_UNIT_INDEX" val="18"/>
  <p:tag name="KSO_WM_UNIT_TYPE" val="β"/>
  <p:tag name="KSO_WM_BEAUTIFY_FLAG" val="#wm#"/>
</p:tagLst>
</file>

<file path=ppt/tags/tag1372.xml><?xml version="1.0" encoding="utf-8"?>
<p:tagLst xmlns:p="http://schemas.openxmlformats.org/presentationml/2006/main">
  <p:tag name="KSO_WM_UNIT_INDEX" val="19"/>
  <p:tag name="KSO_WM_UNIT_TYPE" val="β"/>
  <p:tag name="KSO_WM_BEAUTIFY_FLAG" val="#wm#"/>
</p:tagLst>
</file>

<file path=ppt/tags/tag1373.xml><?xml version="1.0" encoding="utf-8"?>
<p:tagLst xmlns:p="http://schemas.openxmlformats.org/presentationml/2006/main">
  <p:tag name="KSO_WM_UNIT_INDEX" val="20"/>
  <p:tag name="KSO_WM_UNIT_TYPE" val="β"/>
  <p:tag name="KSO_WM_BEAUTIFY_FLAG" val="#wm#"/>
</p:tagLst>
</file>

<file path=ppt/tags/tag1374.xml><?xml version="1.0" encoding="utf-8"?>
<p:tagLst xmlns:p="http://schemas.openxmlformats.org/presentationml/2006/main">
  <p:tag name="KSO_WM_UNIT_INDEX" val="21"/>
  <p:tag name="KSO_WM_UNIT_TYPE" val="k"/>
  <p:tag name="KSO_WM_BEAUTIFY_FLAG" val="#wm#"/>
</p:tagLst>
</file>

<file path=ppt/tags/tag137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76.xml><?xml version="1.0" encoding="utf-8"?>
<p:tagLst xmlns:p="http://schemas.openxmlformats.org/presentationml/2006/main">
  <p:tag name="KSO_WM_UNIT_INDEX" val="1"/>
  <p:tag name="KSO_WM_UNIT_TYPE" val="β"/>
  <p:tag name="KSO_WM_BEAUTIFY_FLAG" val="#wm#"/>
</p:tagLst>
</file>

<file path=ppt/tags/tag137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78.xml><?xml version="1.0" encoding="utf-8"?>
<p:tagLst xmlns:p="http://schemas.openxmlformats.org/presentationml/2006/main">
  <p:tag name="KSO_WM_UNIT_INDEX" val="4"/>
  <p:tag name="KSO_WM_UNIT_TYPE" val="k"/>
  <p:tag name="KSO_WM_BEAUTIFY_FLAG" val="#wm#"/>
</p:tagLst>
</file>

<file path=ppt/tags/tag1379.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380.xml><?xml version="1.0" encoding="utf-8"?>
<p:tagLst xmlns:p="http://schemas.openxmlformats.org/presentationml/2006/main">
  <p:tag name="KSO_WM_UNIT_INDEX" val="1"/>
  <p:tag name="KSO_WM_UNIT_TYPE" val="d"/>
  <p:tag name="KSO_WM_BEAUTIFY_FLAG" val="#wm#"/>
</p:tagLst>
</file>

<file path=ppt/tags/tag1381.xml><?xml version="1.0" encoding="utf-8"?>
<p:tagLst xmlns:p="http://schemas.openxmlformats.org/presentationml/2006/main">
  <p:tag name="KSO_WM_UNIT_INDEX" val="2"/>
  <p:tag name="KSO_WM_UNIT_TYPE" val="β"/>
  <p:tag name="KSO_WM_BEAUTIFY_FLAG" val="#wm#"/>
</p:tagLst>
</file>

<file path=ppt/tags/tag1382.xml><?xml version="1.0" encoding="utf-8"?>
<p:tagLst xmlns:p="http://schemas.openxmlformats.org/presentationml/2006/main">
  <p:tag name="KSO_WM_UNIT_INDEX" val="3"/>
  <p:tag name="KSO_WM_UNIT_TYPE" val="d"/>
  <p:tag name="KSO_WM_BEAUTIFY_FLAG" val="#wm#"/>
</p:tagLst>
</file>

<file path=ppt/tags/tag1383.xml><?xml version="1.0" encoding="utf-8"?>
<p:tagLst xmlns:p="http://schemas.openxmlformats.org/presentationml/2006/main">
  <p:tag name="KSO_WM_UNIT_INDEX" val="4"/>
  <p:tag name="KSO_WM_UNIT_TYPE" val="β"/>
  <p:tag name="KSO_WM_BEAUTIFY_FLAG" val="#wm#"/>
</p:tagLst>
</file>

<file path=ppt/tags/tag1384.xml><?xml version="1.0" encoding="utf-8"?>
<p:tagLst xmlns:p="http://schemas.openxmlformats.org/presentationml/2006/main">
  <p:tag name="KSO_WM_UNIT_INDEX" val="5"/>
  <p:tag name="KSO_WM_UNIT_TYPE" val="d"/>
  <p:tag name="KSO_WM_BEAUTIFY_FLAG" val="#wm#"/>
</p:tagLst>
</file>

<file path=ppt/tags/tag1385.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386.xml><?xml version="1.0" encoding="utf-8"?>
<p:tagLst xmlns:p="http://schemas.openxmlformats.org/presentationml/2006/main">
  <p:tag name="KSO_WM_UNIT_INDEX" val="7"/>
  <p:tag name="KSO_WM_UNIT_TYPE" val="d"/>
  <p:tag name="KSO_WM_BEAUTIFY_FLAG" val="#wm#"/>
</p:tagLst>
</file>

<file path=ppt/tags/tag1387.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388.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389.xml><?xml version="1.0" encoding="utf-8"?>
<p:tagLst xmlns:p="http://schemas.openxmlformats.org/presentationml/2006/main">
  <p:tag name="KSO_WM_UNIT_INDEX" val="10"/>
  <p:tag name="KSO_WM_UNIT_TYPE" val="d"/>
  <p:tag name="KSO_WM_BEAUTIFY_FLAG" val="#wm#"/>
</p:tagLst>
</file>

<file path=ppt/tags/tag1390.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391.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392.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393.xml><?xml version="1.0" encoding="utf-8"?>
<p:tagLst xmlns:p="http://schemas.openxmlformats.org/presentationml/2006/main">
  <p:tag name="KSO_WM_UNIT_INDEX" val="15"/>
  <p:tag name="KSO_WM_UNIT_TYPE" val="d"/>
  <p:tag name="KSO_WM_BEAUTIFY_FLAG" val="#wm#"/>
</p:tagLst>
</file>

<file path=ppt/tags/tag1394.xml><?xml version="1.0" encoding="utf-8"?>
<p:tagLst xmlns:p="http://schemas.openxmlformats.org/presentationml/2006/main">
  <p:tag name="KSO_WM_UNIT_INDEX" val="16"/>
  <p:tag name="KSO_WM_UNIT_TYPE" val="d"/>
  <p:tag name="KSO_WM_BEAUTIFY_FLAG" val="#wm#"/>
</p:tagLst>
</file>

<file path=ppt/tags/tag1395.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396.xml><?xml version="1.0" encoding="utf-8"?>
<p:tagLst xmlns:p="http://schemas.openxmlformats.org/presentationml/2006/main">
  <p:tag name="KSO_WM_UNIT_INDEX" val="18"/>
  <p:tag name="KSO_WM_UNIT_TYPE" val="d"/>
  <p:tag name="KSO_WM_BEAUTIFY_FLAG" val="#wm#"/>
</p:tagLst>
</file>

<file path=ppt/tags/tag1397.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398.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399.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400.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1401.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1402.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1403.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404.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1405.xml><?xml version="1.0" encoding="utf-8"?>
<p:tagLst xmlns:p="http://schemas.openxmlformats.org/presentationml/2006/main">
  <p:tag name="KSO_WM_UNIT_INDEX" val="27"/>
  <p:tag name="KSO_WM_UNIT_TYPE" val="β"/>
  <p:tag name="KSO_WM_BEAUTIFY_FLAG" val="#wm#"/>
</p:tagLst>
</file>

<file path=ppt/tags/tag1406.xml><?xml version="1.0" encoding="utf-8"?>
<p:tagLst xmlns:p="http://schemas.openxmlformats.org/presentationml/2006/main">
  <p:tag name="KSO_WM_UNIT_INDEX" val="28"/>
  <p:tag name="KSO_WM_UNIT_TYPE" val="β"/>
  <p:tag name="KSO_WM_BEAUTIFY_FLAG" val="#wm#"/>
</p:tagLst>
</file>

<file path=ppt/tags/tag1407.xml><?xml version="1.0" encoding="utf-8"?>
<p:tagLst xmlns:p="http://schemas.openxmlformats.org/presentationml/2006/main">
  <p:tag name="KSO_WM_UNIT_INDEX" val="29"/>
  <p:tag name="KSO_WM_UNIT_TYPE" val="β"/>
  <p:tag name="KSO_WM_BEAUTIFY_FLAG" val="#wm#"/>
</p:tagLst>
</file>

<file path=ppt/tags/tag1408.xml><?xml version="1.0" encoding="utf-8"?>
<p:tagLst xmlns:p="http://schemas.openxmlformats.org/presentationml/2006/main">
  <p:tag name="KSO_WM_UNIT_INDEX" val="30"/>
  <p:tag name="KSO_WM_UNIT_TYPE" val="β"/>
  <p:tag name="KSO_WM_BEAUTIFY_FLAG" val="#wm#"/>
</p:tagLst>
</file>

<file path=ppt/tags/tag1409.xml><?xml version="1.0" encoding="utf-8"?>
<p:tagLst xmlns:p="http://schemas.openxmlformats.org/presentationml/2006/main">
  <p:tag name="KSO_WM_UNIT_INDEX" val="31"/>
  <p:tag name="KSO_WM_UNIT_TEXT_SUBTYPE" val="a"/>
  <p:tag name="KSO_WM_UNIT_SUBTYPE" val="a"/>
  <p:tag name="KSO_WM_UNIT_TYPE" val="f"/>
  <p:tag name="KSO_WM_BEAUTIFY_FLAG" val="#wm#"/>
</p:tagLst>
</file>

<file path=ppt/tags/tag1410.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411.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41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413.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414.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415.xml><?xml version="1.0" encoding="utf-8"?>
<p:tagLst xmlns:p="http://schemas.openxmlformats.org/presentationml/2006/main">
  <p:tag name="KSO_WM_UNIT_INDEX" val="5"/>
  <p:tag name="KSO_WM_UNIT_TYPE" val="d"/>
  <p:tag name="KSO_WM_BEAUTIFY_FLAG" val="#wm#"/>
</p:tagLst>
</file>

<file path=ppt/tags/tag1416.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417.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418.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419.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420.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421.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422.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423.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424.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425.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426.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427.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428.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429.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430.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431.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1432.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1433.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434.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1435.xml><?xml version="1.0" encoding="utf-8"?>
<p:tagLst xmlns:p="http://schemas.openxmlformats.org/presentationml/2006/main">
  <p:tag name="KSO_WM_UNIT_INDEX" val="27"/>
  <p:tag name="KSO_WM_UNIT_TEXT_SUBTYPE" val="a"/>
  <p:tag name="KSO_WM_UNIT_SUBTYPE" val="a"/>
  <p:tag name="KSO_WM_UNIT_TYPE" val="f"/>
  <p:tag name="KSO_WM_BEAUTIFY_FLAG" val="#wm#"/>
</p:tagLst>
</file>

<file path=ppt/tags/tag1436.xml><?xml version="1.0" encoding="utf-8"?>
<p:tagLst xmlns:p="http://schemas.openxmlformats.org/presentationml/2006/main">
  <p:tag name="KSO_WM_UNIT_INDEX" val="28"/>
  <p:tag name="KSO_WM_UNIT_TEXT_SUBTYPE" val="a"/>
  <p:tag name="KSO_WM_UNIT_SUBTYPE" val="a"/>
  <p:tag name="KSO_WM_UNIT_TYPE" val="f"/>
  <p:tag name="KSO_WM_BEAUTIFY_FLAG" val="#wm#"/>
</p:tagLst>
</file>

<file path=ppt/tags/tag1437.xml><?xml version="1.0" encoding="utf-8"?>
<p:tagLst xmlns:p="http://schemas.openxmlformats.org/presentationml/2006/main">
  <p:tag name="KSO_WM_UNIT_INDEX" val="29"/>
  <p:tag name="KSO_WM_UNIT_TEXT_SUBTYPE" val="a"/>
  <p:tag name="KSO_WM_UNIT_SUBTYPE" val="a"/>
  <p:tag name="KSO_WM_UNIT_TYPE" val="f"/>
  <p:tag name="KSO_WM_BEAUTIFY_FLAG" val="#wm#"/>
</p:tagLst>
</file>

<file path=ppt/tags/tag1438.xml><?xml version="1.0" encoding="utf-8"?>
<p:tagLst xmlns:p="http://schemas.openxmlformats.org/presentationml/2006/main">
  <p:tag name="KSO_WM_UNIT_INDEX" val="30"/>
  <p:tag name="KSO_WM_UNIT_TEXT_SUBTYPE" val="a"/>
  <p:tag name="KSO_WM_UNIT_SUBTYPE" val="a"/>
  <p:tag name="KSO_WM_UNIT_TYPE" val="f"/>
  <p:tag name="KSO_WM_BEAUTIFY_FLAG" val="#wm#"/>
</p:tagLst>
</file>

<file path=ppt/tags/tag1439.xml><?xml version="1.0" encoding="utf-8"?>
<p:tagLst xmlns:p="http://schemas.openxmlformats.org/presentationml/2006/main">
  <p:tag name="KSO_WM_UNIT_INDEX" val="31"/>
  <p:tag name="KSO_WM_UNIT_TEXT_SUBTYPE" val="a"/>
  <p:tag name="KSO_WM_UNIT_SUBTYPE" val="a"/>
  <p:tag name="KSO_WM_UNIT_TYPE" val="f"/>
  <p:tag name="KSO_WM_BEAUTIFY_FLAG" val="#wm#"/>
</p:tagLst>
</file>

<file path=ppt/tags/tag1440.xml><?xml version="1.0" encoding="utf-8"?>
<p:tagLst xmlns:p="http://schemas.openxmlformats.org/presentationml/2006/main">
  <p:tag name="KSO_WM_UNIT_INDEX" val="32"/>
  <p:tag name="KSO_WM_UNIT_TEXT_SUBTYPE" val="a"/>
  <p:tag name="KSO_WM_UNIT_SUBTYPE" val="a"/>
  <p:tag name="KSO_WM_UNIT_TYPE" val="f"/>
  <p:tag name="KSO_WM_BEAUTIFY_FLAG" val="#wm#"/>
</p:tagLst>
</file>

<file path=ppt/tags/tag1441.xml><?xml version="1.0" encoding="utf-8"?>
<p:tagLst xmlns:p="http://schemas.openxmlformats.org/presentationml/2006/main">
  <p:tag name="KSO_WM_UNIT_INDEX" val="33"/>
  <p:tag name="KSO_WM_UNIT_TEXT_SUBTYPE" val="a"/>
  <p:tag name="KSO_WM_UNIT_SUBTYPE" val="a"/>
  <p:tag name="KSO_WM_UNIT_TYPE" val="f"/>
  <p:tag name="KSO_WM_BEAUTIFY_FLAG" val="#wm#"/>
</p:tagLst>
</file>

<file path=ppt/tags/tag1442.xml><?xml version="1.0" encoding="utf-8"?>
<p:tagLst xmlns:p="http://schemas.openxmlformats.org/presentationml/2006/main">
  <p:tag name="KSO_WM_UNIT_INDEX" val="34"/>
  <p:tag name="KSO_WM_UNIT_TEXT_SUBTYPE" val="a"/>
  <p:tag name="KSO_WM_UNIT_SUBTYPE" val="a"/>
  <p:tag name="KSO_WM_UNIT_TYPE" val="f"/>
  <p:tag name="KSO_WM_BEAUTIFY_FLAG" val="#wm#"/>
</p:tagLst>
</file>

<file path=ppt/tags/tag1443.xml><?xml version="1.0" encoding="utf-8"?>
<p:tagLst xmlns:p="http://schemas.openxmlformats.org/presentationml/2006/main">
  <p:tag name="KSO_WM_UNIT_INDEX" val="35"/>
  <p:tag name="KSO_WM_UNIT_TEXT_SUBTYPE" val="a"/>
  <p:tag name="KSO_WM_UNIT_SUBTYPE" val="a"/>
  <p:tag name="KSO_WM_UNIT_TYPE" val="f"/>
  <p:tag name="KSO_WM_BEAUTIFY_FLAG" val="#wm#"/>
</p:tagLst>
</file>

<file path=ppt/tags/tag1444.xml><?xml version="1.0" encoding="utf-8"?>
<p:tagLst xmlns:p="http://schemas.openxmlformats.org/presentationml/2006/main">
  <p:tag name="KSO_WM_UNIT_INDEX" val="36"/>
  <p:tag name="KSO_WM_UNIT_TYPE" val="d"/>
  <p:tag name="KSO_WM_BEAUTIFY_FLAG" val="#wm#"/>
</p:tagLst>
</file>

<file path=ppt/tags/tag1445.xml><?xml version="1.0" encoding="utf-8"?>
<p:tagLst xmlns:p="http://schemas.openxmlformats.org/presentationml/2006/main">
  <p:tag name="KSO_WM_UNIT_INDEX" val="37"/>
  <p:tag name="KSO_WM_UNIT_TYPE" val="d"/>
  <p:tag name="KSO_WM_BEAUTIFY_FLAG" val="#wm#"/>
</p:tagLst>
</file>

<file path=ppt/tags/tag1446.xml><?xml version="1.0" encoding="utf-8"?>
<p:tagLst xmlns:p="http://schemas.openxmlformats.org/presentationml/2006/main">
  <p:tag name="KSO_WM_UNIT_INDEX" val="38"/>
  <p:tag name="KSO_WM_UNIT_TYPE" val="d"/>
  <p:tag name="KSO_WM_BEAUTIFY_FLAG" val="#wm#"/>
</p:tagLst>
</file>

<file path=ppt/tags/tag1447.xml><?xml version="1.0" encoding="utf-8"?>
<p:tagLst xmlns:p="http://schemas.openxmlformats.org/presentationml/2006/main">
  <p:tag name="KSO_WM_UNIT_INDEX" val="39"/>
  <p:tag name="KSO_WM_UNIT_TYPE" val="d"/>
  <p:tag name="KSO_WM_BEAUTIFY_FLAG" val="#wm#"/>
</p:tagLst>
</file>

<file path=ppt/tags/tag1448.xml><?xml version="1.0" encoding="utf-8"?>
<p:tagLst xmlns:p="http://schemas.openxmlformats.org/presentationml/2006/main">
  <p:tag name="KSO_WM_UNIT_INDEX" val="40"/>
  <p:tag name="KSO_WM_UNIT_TYPE" val="d"/>
  <p:tag name="KSO_WM_BEAUTIFY_FLAG" val="#wm#"/>
</p:tagLst>
</file>

<file path=ppt/tags/tag1449.xml><?xml version="1.0" encoding="utf-8"?>
<p:tagLst xmlns:p="http://schemas.openxmlformats.org/presentationml/2006/main">
  <p:tag name="KSO_WM_UNIT_INDEX" val="41"/>
  <p:tag name="KSO_WM_UNIT_TYPE" val="d"/>
  <p:tag name="KSO_WM_BEAUTIFY_FLAG" val="#wm#"/>
</p:tagLst>
</file>

<file path=ppt/tags/tag1450.xml><?xml version="1.0" encoding="utf-8"?>
<p:tagLst xmlns:p="http://schemas.openxmlformats.org/presentationml/2006/main">
  <p:tag name="KSO_WM_UNIT_INDEX" val="42"/>
  <p:tag name="KSO_WM_UNIT_TYPE" val="d"/>
  <p:tag name="KSO_WM_BEAUTIFY_FLAG" val="#wm#"/>
</p:tagLst>
</file>

<file path=ppt/tags/tag1451.xml><?xml version="1.0" encoding="utf-8"?>
<p:tagLst xmlns:p="http://schemas.openxmlformats.org/presentationml/2006/main">
  <p:tag name="KSO_WM_UNIT_INDEX" val="43"/>
  <p:tag name="KSO_WM_UNIT_TYPE" val="d"/>
  <p:tag name="KSO_WM_BEAUTIFY_FLAG" val="#wm#"/>
</p:tagLst>
</file>

<file path=ppt/tags/tag1452.xml><?xml version="1.0" encoding="utf-8"?>
<p:tagLst xmlns:p="http://schemas.openxmlformats.org/presentationml/2006/main">
  <p:tag name="KSO_WM_UNIT_INDEX" val="44"/>
  <p:tag name="KSO_WM_UNIT_TYPE" val="d"/>
  <p:tag name="KSO_WM_BEAUTIFY_FLAG" val="#wm#"/>
</p:tagLst>
</file>

<file path=ppt/tags/tag1453.xml><?xml version="1.0" encoding="utf-8"?>
<p:tagLst xmlns:p="http://schemas.openxmlformats.org/presentationml/2006/main">
  <p:tag name="KSO_WM_UNIT_INDEX" val="6"/>
  <p:tag name="KSO_WM_UNIT_TYPE" val="a"/>
  <p:tag name="KSO_WM_BEAUTIFY_FLAG" val="#wm#"/>
</p:tagLst>
</file>

<file path=ppt/tags/tag1454.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455.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456.xml><?xml version="1.0" encoding="utf-8"?>
<p:tagLst xmlns:p="http://schemas.openxmlformats.org/presentationml/2006/main">
  <p:tag name="KSO_WM_UNIT_INDEX" val="2"/>
  <p:tag name="KSO_WM_UNIT_TYPE" val="d"/>
  <p:tag name="KSO_WM_BEAUTIFY_FLAG" val="#wm#"/>
</p:tagLst>
</file>

<file path=ppt/tags/tag1457.xml><?xml version="1.0" encoding="utf-8"?>
<p:tagLst xmlns:p="http://schemas.openxmlformats.org/presentationml/2006/main">
  <p:tag name="KSO_WM_UNIT_INDEX" val="3"/>
  <p:tag name="KSO_WM_UNIT_TYPE" val="d"/>
  <p:tag name="KSO_WM_BEAUTIFY_FLAG" val="#wm#"/>
</p:tagLst>
</file>

<file path=ppt/tags/tag1458.xml><?xml version="1.0" encoding="utf-8"?>
<p:tagLst xmlns:p="http://schemas.openxmlformats.org/presentationml/2006/main">
  <p:tag name="KSO_WM_UNIT_INDEX" val="4"/>
  <p:tag name="KSO_WM_UNIT_TYPE" val="d"/>
  <p:tag name="KSO_WM_BEAUTIFY_FLAG" val="#wm#"/>
</p:tagLst>
</file>

<file path=ppt/tags/tag1459.xml><?xml version="1.0" encoding="utf-8"?>
<p:tagLst xmlns:p="http://schemas.openxmlformats.org/presentationml/2006/main">
  <p:tag name="KSO_WM_UNIT_INDEX" val="5"/>
  <p:tag name="KSO_WM_UNIT_TYPE" val="d"/>
  <p:tag name="KSO_WM_BEAUTIFY_FLAG" val="#wm#"/>
</p:tagLst>
</file>

<file path=ppt/tags/tag1460.xml><?xml version="1.0" encoding="utf-8"?>
<p:tagLst xmlns:p="http://schemas.openxmlformats.org/presentationml/2006/main">
  <p:tag name="KSO_WM_UNIT_INDEX" val="6"/>
  <p:tag name="KSO_WM_UNIT_TYPE" val="d"/>
  <p:tag name="KSO_WM_BEAUTIFY_FLAG" val="#wm#"/>
</p:tagLst>
</file>

<file path=ppt/tags/tag1461.xml><?xml version="1.0" encoding="utf-8"?>
<p:tagLst xmlns:p="http://schemas.openxmlformats.org/presentationml/2006/main">
  <p:tag name="KSO_WM_UNIT_INDEX" val="7"/>
  <p:tag name="KSO_WM_UNIT_TYPE" val="d"/>
  <p:tag name="KSO_WM_BEAUTIFY_FLAG" val="#wm#"/>
</p:tagLst>
</file>

<file path=ppt/tags/tag1462.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463.xml><?xml version="1.0" encoding="utf-8"?>
<p:tagLst xmlns:p="http://schemas.openxmlformats.org/presentationml/2006/main">
  <p:tag name="KSO_WM_UNIT_INDEX" val="9"/>
  <p:tag name="KSO_WM_UNIT_TYPE" val="d"/>
  <p:tag name="KSO_WM_BEAUTIFY_FLAG" val="#wm#"/>
</p:tagLst>
</file>

<file path=ppt/tags/tag1464.xml><?xml version="1.0" encoding="utf-8"?>
<p:tagLst xmlns:p="http://schemas.openxmlformats.org/presentationml/2006/main">
  <p:tag name="KSO_WM_UNIT_INDEX" val="10"/>
  <p:tag name="KSO_WM_UNIT_TYPE" val="d"/>
  <p:tag name="KSO_WM_BEAUTIFY_FLAG" val="#wm#"/>
</p:tagLst>
</file>

<file path=ppt/tags/tag1465.xml><?xml version="1.0" encoding="utf-8"?>
<p:tagLst xmlns:p="http://schemas.openxmlformats.org/presentationml/2006/main">
  <p:tag name="KSO_WM_UNIT_INDEX" val="11"/>
  <p:tag name="KSO_WM_UNIT_TYPE" val="d"/>
  <p:tag name="KSO_WM_BEAUTIFY_FLAG" val="#wm#"/>
</p:tagLst>
</file>

<file path=ppt/tags/tag1466.xml><?xml version="1.0" encoding="utf-8"?>
<p:tagLst xmlns:p="http://schemas.openxmlformats.org/presentationml/2006/main">
  <p:tag name="KSO_WM_UNIT_INDEX" val="12"/>
  <p:tag name="KSO_WM_UNIT_TYPE" val="d"/>
  <p:tag name="KSO_WM_BEAUTIFY_FLAG" val="#wm#"/>
</p:tagLst>
</file>

<file path=ppt/tags/tag1467.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468.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469.xml><?xml version="1.0" encoding="utf-8"?>
<p:tagLst xmlns:p="http://schemas.openxmlformats.org/presentationml/2006/main">
  <p:tag name="KSO_WM_UNIT_INDEX" val="17"/>
  <p:tag name="KSO_WM_UNIT_TYPE" val="β"/>
  <p:tag name="KSO_WM_BEAUTIFY_FLAG" val="#wm#"/>
</p:tagLst>
</file>

<file path=ppt/tags/tag1470.xml><?xml version="1.0" encoding="utf-8"?>
<p:tagLst xmlns:p="http://schemas.openxmlformats.org/presentationml/2006/main">
  <p:tag name="KSO_WM_UNIT_INDEX" val="18"/>
  <p:tag name="KSO_WM_UNIT_TYPE" val="β"/>
  <p:tag name="KSO_WM_BEAUTIFY_FLAG" val="#wm#"/>
</p:tagLst>
</file>

<file path=ppt/tags/tag1471.xml><?xml version="1.0" encoding="utf-8"?>
<p:tagLst xmlns:p="http://schemas.openxmlformats.org/presentationml/2006/main">
  <p:tag name="KSO_WM_UNIT_INDEX" val="19"/>
  <p:tag name="KSO_WM_UNIT_TYPE" val="β"/>
  <p:tag name="KSO_WM_BEAUTIFY_FLAG" val="#wm#"/>
</p:tagLst>
</file>

<file path=ppt/tags/tag1472.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473.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474.xml><?xml version="1.0" encoding="utf-8"?>
<p:tagLst xmlns:p="http://schemas.openxmlformats.org/presentationml/2006/main">
  <p:tag name="KSO_WM_UNIT_INDEX" val="13"/>
  <p:tag name="KSO_WM_UNIT_TYPE" val="a"/>
  <p:tag name="KSO_WM_BEAUTIFY_FLAG" val="#wm#"/>
</p:tagLst>
</file>

<file path=ppt/tags/tag147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476.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477.xml><?xml version="1.0" encoding="utf-8"?>
<p:tagLst xmlns:p="http://schemas.openxmlformats.org/presentationml/2006/main">
  <p:tag name="KSO_WM_UNIT_INDEX" val="2"/>
  <p:tag name="KSO_WM_UNIT_TYPE" val="d"/>
  <p:tag name="KSO_WM_BEAUTIFY_FLAG" val="#wm#"/>
</p:tagLst>
</file>

<file path=ppt/tags/tag1478.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479.xml><?xml version="1.0" encoding="utf-8"?>
<p:tagLst xmlns:p="http://schemas.openxmlformats.org/presentationml/2006/main">
  <p:tag name="KSO_WM_UNIT_INDEX" val="4"/>
  <p:tag name="KSO_WM_UNIT_TYPE" val="d"/>
  <p:tag name="KSO_WM_BEAUTIFY_FLAG" val="#wm#"/>
</p:tagLst>
</file>

<file path=ppt/tags/tag1480.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481.xml><?xml version="1.0" encoding="utf-8"?>
<p:tagLst xmlns:p="http://schemas.openxmlformats.org/presentationml/2006/main">
  <p:tag name="KSO_WM_UNIT_INDEX" val="6"/>
  <p:tag name="KSO_WM_UNIT_TYPE" val="d"/>
  <p:tag name="KSO_WM_BEAUTIFY_FLAG" val="#wm#"/>
</p:tagLst>
</file>

<file path=ppt/tags/tag1482.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483.xml><?xml version="1.0" encoding="utf-8"?>
<p:tagLst xmlns:p="http://schemas.openxmlformats.org/presentationml/2006/main">
  <p:tag name="KSO_WM_UNIT_INDEX" val="8"/>
  <p:tag name="KSO_WM_UNIT_TYPE" val="d"/>
  <p:tag name="KSO_WM_BEAUTIFY_FLAG" val="#wm#"/>
</p:tagLst>
</file>

<file path=ppt/tags/tag1484.xml><?xml version="1.0" encoding="utf-8"?>
<p:tagLst xmlns:p="http://schemas.openxmlformats.org/presentationml/2006/main">
  <p:tag name="KSO_WM_UNIT_INDEX" val="9"/>
  <p:tag name="KSO_WM_UNIT_TYPE" val="d"/>
  <p:tag name="KSO_WM_BEAUTIFY_FLAG" val="#wm#"/>
</p:tagLst>
</file>

<file path=ppt/tags/tag1485.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486.xml><?xml version="1.0" encoding="utf-8"?>
<p:tagLst xmlns:p="http://schemas.openxmlformats.org/presentationml/2006/main">
  <p:tag name="KSO_WM_UNIT_INDEX" val="11"/>
  <p:tag name="KSO_WM_UNIT_TYPE" val="d"/>
  <p:tag name="KSO_WM_BEAUTIFY_FLAG" val="#wm#"/>
</p:tagLst>
</file>

<file path=ppt/tags/tag1487.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488.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489.xml><?xml version="1.0" encoding="utf-8"?>
<p:tagLst xmlns:p="http://schemas.openxmlformats.org/presentationml/2006/main">
  <p:tag name="KSO_WM_UNIT_INDEX" val="14"/>
  <p:tag name="KSO_WM_UNIT_TYPE" val="d"/>
  <p:tag name="KSO_WM_BEAUTIFY_FLAG" val="#wm#"/>
</p:tagLst>
</file>

<file path=ppt/tags/tag1490.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491.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492.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493.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494.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495.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496.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497.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1498.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499.xml><?xml version="1.0" encoding="utf-8"?>
<p:tagLst xmlns:p="http://schemas.openxmlformats.org/presentationml/2006/main">
  <p:tag name="KSO_WM_UNIT_INDEX" val="1"/>
  <p:tag name="KSO_WM_UNIT_TYPE" val="β"/>
  <p:tag name="KSO_WM_BEAUTIFY_FLAG" val="#wm#"/>
</p:tagLst>
</file>

<file path=ppt/tags/tag150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501.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502.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503.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504.xml><?xml version="1.0" encoding="utf-8"?>
<p:tagLst xmlns:p="http://schemas.openxmlformats.org/presentationml/2006/main">
  <p:tag name="KSO_WM_UNIT_INDEX" val="2"/>
  <p:tag name="KSO_WM_UNIT_TYPE" val="d"/>
  <p:tag name="KSO_WM_BEAUTIFY_FLAG" val="#wm#"/>
</p:tagLst>
</file>

<file path=ppt/tags/tag1505.xml><?xml version="1.0" encoding="utf-8"?>
<p:tagLst xmlns:p="http://schemas.openxmlformats.org/presentationml/2006/main">
  <p:tag name="KSO_WM_UNIT_INDEX" val="3"/>
  <p:tag name="KSO_WM_UNIT_TYPE" val="d"/>
  <p:tag name="KSO_WM_BEAUTIFY_FLAG" val="#wm#"/>
</p:tagLst>
</file>

<file path=ppt/tags/tag1506.xml><?xml version="1.0" encoding="utf-8"?>
<p:tagLst xmlns:p="http://schemas.openxmlformats.org/presentationml/2006/main">
  <p:tag name="KSO_WM_UNIT_INDEX" val="4"/>
  <p:tag name="KSO_WM_UNIT_TYPE" val="d"/>
  <p:tag name="KSO_WM_BEAUTIFY_FLAG" val="#wm#"/>
</p:tagLst>
</file>

<file path=ppt/tags/tag1507.xml><?xml version="1.0" encoding="utf-8"?>
<p:tagLst xmlns:p="http://schemas.openxmlformats.org/presentationml/2006/main">
  <p:tag name="KSO_WM_UNIT_INDEX" val="5"/>
  <p:tag name="KSO_WM_UNIT_TYPE" val="d"/>
  <p:tag name="KSO_WM_BEAUTIFY_FLAG" val="#wm#"/>
</p:tagLst>
</file>

<file path=ppt/tags/tag1508.xml><?xml version="1.0" encoding="utf-8"?>
<p:tagLst xmlns:p="http://schemas.openxmlformats.org/presentationml/2006/main">
  <p:tag name="KSO_WM_UNIT_INDEX" val="6"/>
  <p:tag name="KSO_WM_UNIT_TYPE" val="d"/>
  <p:tag name="KSO_WM_BEAUTIFY_FLAG" val="#wm#"/>
</p:tagLst>
</file>

<file path=ppt/tags/tag1509.xml><?xml version="1.0" encoding="utf-8"?>
<p:tagLst xmlns:p="http://schemas.openxmlformats.org/presentationml/2006/main">
  <p:tag name="KSO_WM_UNIT_INDEX" val="7"/>
  <p:tag name="KSO_WM_UNIT_TYPE" val="d"/>
  <p:tag name="KSO_WM_BEAUTIFY_FLAG" val="#wm#"/>
</p:tagLst>
</file>

<file path=ppt/tags/tag1510.xml><?xml version="1.0" encoding="utf-8"?>
<p:tagLst xmlns:p="http://schemas.openxmlformats.org/presentationml/2006/main">
  <p:tag name="KSO_WM_UNIT_INDEX" val="8"/>
  <p:tag name="KSO_WM_UNIT_TYPE" val="d"/>
  <p:tag name="KSO_WM_BEAUTIFY_FLAG" val="#wm#"/>
</p:tagLst>
</file>

<file path=ppt/tags/tag1511.xml><?xml version="1.0" encoding="utf-8"?>
<p:tagLst xmlns:p="http://schemas.openxmlformats.org/presentationml/2006/main">
  <p:tag name="KSO_WM_UNIT_INDEX" val="9"/>
  <p:tag name="KSO_WM_UNIT_TYPE" val="d"/>
  <p:tag name="KSO_WM_BEAUTIFY_FLAG" val="#wm#"/>
</p:tagLst>
</file>

<file path=ppt/tags/tag1512.xml><?xml version="1.0" encoding="utf-8"?>
<p:tagLst xmlns:p="http://schemas.openxmlformats.org/presentationml/2006/main">
  <p:tag name="KSO_WM_UNIT_INDEX" val="10"/>
  <p:tag name="KSO_WM_UNIT_TYPE" val="β"/>
  <p:tag name="KSO_WM_BEAUTIFY_FLAG" val="#wm#"/>
</p:tagLst>
</file>

<file path=ppt/tags/tag1513.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514.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515.xml><?xml version="1.0" encoding="utf-8"?>
<p:tagLst xmlns:p="http://schemas.openxmlformats.org/presentationml/2006/main">
  <p:tag name="KSO_WM_UNIT_INDEX" val="14"/>
  <p:tag name="KSO_WM_UNIT_TYPE" val="d"/>
  <p:tag name="KSO_WM_BEAUTIFY_FLAG" val="#wm#"/>
</p:tagLst>
</file>

<file path=ppt/tags/tag1516.xml><?xml version="1.0" encoding="utf-8"?>
<p:tagLst xmlns:p="http://schemas.openxmlformats.org/presentationml/2006/main">
  <p:tag name="KSO_WM_UNIT_INDEX" val="15"/>
  <p:tag name="KSO_WM_UNIT_TYPE" val="d"/>
  <p:tag name="KSO_WM_BEAUTIFY_FLAG" val="#wm#"/>
</p:tagLst>
</file>

<file path=ppt/tags/tag1517.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518.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519.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520.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521.xml><?xml version="1.0" encoding="utf-8"?>
<p:tagLst xmlns:p="http://schemas.openxmlformats.org/presentationml/2006/main">
  <p:tag name="KSO_WM_UNIT_INDEX" val="20"/>
  <p:tag name="KSO_WM_UNIT_TYPE" val="d"/>
  <p:tag name="KSO_WM_BEAUTIFY_FLAG" val="#wm#"/>
</p:tagLst>
</file>

<file path=ppt/tags/tag1522.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523.xml><?xml version="1.0" encoding="utf-8"?>
<p:tagLst xmlns:p="http://schemas.openxmlformats.org/presentationml/2006/main">
  <p:tag name="KSO_WM_UNIT_INDEX" val="22"/>
  <p:tag name="KSO_WM_UNIT_TYPE" val="d"/>
  <p:tag name="KSO_WM_BEAUTIFY_FLAG" val="#wm#"/>
</p:tagLst>
</file>

<file path=ppt/tags/tag1524.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525.xml><?xml version="1.0" encoding="utf-8"?>
<p:tagLst xmlns:p="http://schemas.openxmlformats.org/presentationml/2006/main">
  <p:tag name="KSO_WM_UNIT_INDEX" val="1"/>
  <p:tag name="KSO_WM_UNIT_TYPE" val="β"/>
  <p:tag name="KSO_WM_BEAUTIFY_FLAG" val="#wm#"/>
</p:tagLst>
</file>

<file path=ppt/tags/tag1526.xml><?xml version="1.0" encoding="utf-8"?>
<p:tagLst xmlns:p="http://schemas.openxmlformats.org/presentationml/2006/main">
  <p:tag name="KSO_WM_UNIT_INDEX" val="2"/>
  <p:tag name="KSO_WM_UNIT_TYPE" val="d"/>
  <p:tag name="KSO_WM_BEAUTIFY_FLAG" val="#wm#"/>
</p:tagLst>
</file>

<file path=ppt/tags/tag1527.xml><?xml version="1.0" encoding="utf-8"?>
<p:tagLst xmlns:p="http://schemas.openxmlformats.org/presentationml/2006/main">
  <p:tag name="KSO_WM_UNIT_INDEX" val="3"/>
  <p:tag name="KSO_WM_UNIT_TYPE" val="d"/>
  <p:tag name="KSO_WM_BEAUTIFY_FLAG" val="#wm#"/>
</p:tagLst>
</file>

<file path=ppt/tags/tag1528.xml><?xml version="1.0" encoding="utf-8"?>
<p:tagLst xmlns:p="http://schemas.openxmlformats.org/presentationml/2006/main">
  <p:tag name="KSO_WM_UNIT_INDEX" val="4"/>
  <p:tag name="KSO_WM_UNIT_TYPE" val="d"/>
  <p:tag name="KSO_WM_BEAUTIFY_FLAG" val="#wm#"/>
</p:tagLst>
</file>

<file path=ppt/tags/tag1529.xml><?xml version="1.0" encoding="utf-8"?>
<p:tagLst xmlns:p="http://schemas.openxmlformats.org/presentationml/2006/main">
  <p:tag name="KSO_WM_UNIT_INDEX" val="5"/>
  <p:tag name="KSO_WM_UNIT_TYPE" val="d"/>
  <p:tag name="KSO_WM_BEAUTIFY_FLAG" val="#wm#"/>
</p:tagLst>
</file>

<file path=ppt/tags/tag1530.xml><?xml version="1.0" encoding="utf-8"?>
<p:tagLst xmlns:p="http://schemas.openxmlformats.org/presentationml/2006/main">
  <p:tag name="KSO_WM_UNIT_INDEX" val="6"/>
  <p:tag name="KSO_WM_UNIT_TYPE" val="d"/>
  <p:tag name="KSO_WM_BEAUTIFY_FLAG" val="#wm#"/>
</p:tagLst>
</file>

<file path=ppt/tags/tag1531.xml><?xml version="1.0" encoding="utf-8"?>
<p:tagLst xmlns:p="http://schemas.openxmlformats.org/presentationml/2006/main">
  <p:tag name="KSO_WM_UNIT_INDEX" val="7"/>
  <p:tag name="KSO_WM_UNIT_TYPE" val="d"/>
  <p:tag name="KSO_WM_BEAUTIFY_FLAG" val="#wm#"/>
</p:tagLst>
</file>

<file path=ppt/tags/tag1532.xml><?xml version="1.0" encoding="utf-8"?>
<p:tagLst xmlns:p="http://schemas.openxmlformats.org/presentationml/2006/main">
  <p:tag name="KSO_WM_UNIT_INDEX" val="8"/>
  <p:tag name="KSO_WM_UNIT_TYPE" val="d"/>
  <p:tag name="KSO_WM_BEAUTIFY_FLAG" val="#wm#"/>
</p:tagLst>
</file>

<file path=ppt/tags/tag1533.xml><?xml version="1.0" encoding="utf-8"?>
<p:tagLst xmlns:p="http://schemas.openxmlformats.org/presentationml/2006/main">
  <p:tag name="KSO_WM_UNIT_INDEX" val="9"/>
  <p:tag name="KSO_WM_UNIT_TYPE" val="β"/>
  <p:tag name="KSO_WM_BEAUTIFY_FLAG" val="#wm#"/>
</p:tagLst>
</file>

<file path=ppt/tags/tag1534.xml><?xml version="1.0" encoding="utf-8"?>
<p:tagLst xmlns:p="http://schemas.openxmlformats.org/presentationml/2006/main">
  <p:tag name="KSO_WM_UNIT_INDEX" val="10"/>
  <p:tag name="KSO_WM_UNIT_TYPE" val="d"/>
  <p:tag name="KSO_WM_BEAUTIFY_FLAG" val="#wm#"/>
</p:tagLst>
</file>

<file path=ppt/tags/tag1535.xml><?xml version="1.0" encoding="utf-8"?>
<p:tagLst xmlns:p="http://schemas.openxmlformats.org/presentationml/2006/main">
  <p:tag name="KSO_WM_UNIT_INDEX" val="11"/>
  <p:tag name="KSO_WM_UNIT_TYPE" val="d"/>
  <p:tag name="KSO_WM_BEAUTIFY_FLAG" val="#wm#"/>
</p:tagLst>
</file>

<file path=ppt/tags/tag1536.xml><?xml version="1.0" encoding="utf-8"?>
<p:tagLst xmlns:p="http://schemas.openxmlformats.org/presentationml/2006/main">
  <p:tag name="KSO_WM_UNIT_INDEX" val="12"/>
  <p:tag name="KSO_WM_UNIT_TYPE" val="d"/>
  <p:tag name="KSO_WM_BEAUTIFY_FLAG" val="#wm#"/>
</p:tagLst>
</file>

<file path=ppt/tags/tag1537.xml><?xml version="1.0" encoding="utf-8"?>
<p:tagLst xmlns:p="http://schemas.openxmlformats.org/presentationml/2006/main">
  <p:tag name="KSO_WM_UNIT_INDEX" val="13"/>
  <p:tag name="KSO_WM_UNIT_TYPE" val="d"/>
  <p:tag name="KSO_WM_BEAUTIFY_FLAG" val="#wm#"/>
</p:tagLst>
</file>

<file path=ppt/tags/tag1538.xml><?xml version="1.0" encoding="utf-8"?>
<p:tagLst xmlns:p="http://schemas.openxmlformats.org/presentationml/2006/main">
  <p:tag name="KSO_WM_UNIT_INDEX" val="14"/>
  <p:tag name="KSO_WM_UNIT_TYPE" val="β"/>
  <p:tag name="KSO_WM_BEAUTIFY_FLAG" val="#wm#"/>
</p:tagLst>
</file>

<file path=ppt/tags/tag1539.xml><?xml version="1.0" encoding="utf-8"?>
<p:tagLst xmlns:p="http://schemas.openxmlformats.org/presentationml/2006/main">
  <p:tag name="KSO_WM_UNIT_INDEX" val="15"/>
  <p:tag name="KSO_WM_UNIT_TYPE" val="d"/>
  <p:tag name="KSO_WM_BEAUTIFY_FLAG" val="#wm#"/>
</p:tagLst>
</file>

<file path=ppt/tags/tag1540.xml><?xml version="1.0" encoding="utf-8"?>
<p:tagLst xmlns:p="http://schemas.openxmlformats.org/presentationml/2006/main">
  <p:tag name="KSO_WM_UNIT_INDEX" val="16"/>
  <p:tag name="KSO_WM_UNIT_TYPE" val="d"/>
  <p:tag name="KSO_WM_BEAUTIFY_FLAG" val="#wm#"/>
</p:tagLst>
</file>

<file path=ppt/tags/tag1541.xml><?xml version="1.0" encoding="utf-8"?>
<p:tagLst xmlns:p="http://schemas.openxmlformats.org/presentationml/2006/main">
  <p:tag name="KSO_WM_UNIT_INDEX" val="17"/>
  <p:tag name="KSO_WM_UNIT_TYPE" val="d"/>
  <p:tag name="KSO_WM_BEAUTIFY_FLAG" val="#wm#"/>
</p:tagLst>
</file>

<file path=ppt/tags/tag1542.xml><?xml version="1.0" encoding="utf-8"?>
<p:tagLst xmlns:p="http://schemas.openxmlformats.org/presentationml/2006/main">
  <p:tag name="KSO_WM_UNIT_INDEX" val="18"/>
  <p:tag name="KSO_WM_UNIT_TYPE" val="β"/>
  <p:tag name="KSO_WM_BEAUTIFY_FLAG" val="#wm#"/>
</p:tagLst>
</file>

<file path=ppt/tags/tag1543.xml><?xml version="1.0" encoding="utf-8"?>
<p:tagLst xmlns:p="http://schemas.openxmlformats.org/presentationml/2006/main">
  <p:tag name="KSO_WM_UNIT_INDEX" val="19"/>
  <p:tag name="KSO_WM_UNIT_TYPE" val="d"/>
  <p:tag name="KSO_WM_BEAUTIFY_FLAG" val="#wm#"/>
</p:tagLst>
</file>

<file path=ppt/tags/tag1544.xml><?xml version="1.0" encoding="utf-8"?>
<p:tagLst xmlns:p="http://schemas.openxmlformats.org/presentationml/2006/main">
  <p:tag name="KSO_WM_UNIT_INDEX" val="20"/>
  <p:tag name="KSO_WM_UNIT_TYPE" val="d"/>
  <p:tag name="KSO_WM_BEAUTIFY_FLAG" val="#wm#"/>
</p:tagLst>
</file>

<file path=ppt/tags/tag1545.xml><?xml version="1.0" encoding="utf-8"?>
<p:tagLst xmlns:p="http://schemas.openxmlformats.org/presentationml/2006/main">
  <p:tag name="KSO_WM_UNIT_INDEX" val="21"/>
  <p:tag name="KSO_WM_UNIT_TYPE" val="d"/>
  <p:tag name="KSO_WM_BEAUTIFY_FLAG" val="#wm#"/>
</p:tagLst>
</file>

<file path=ppt/tags/tag1546.xml><?xml version="1.0" encoding="utf-8"?>
<p:tagLst xmlns:p="http://schemas.openxmlformats.org/presentationml/2006/main">
  <p:tag name="KSO_WM_UNIT_INDEX" val="23"/>
  <p:tag name="KSO_WM_UNIT_TYPE" val="β"/>
  <p:tag name="KSO_WM_BEAUTIFY_FLAG" val="#wm#"/>
</p:tagLst>
</file>

<file path=ppt/tags/tag1547.xml><?xml version="1.0" encoding="utf-8"?>
<p:tagLst xmlns:p="http://schemas.openxmlformats.org/presentationml/2006/main">
  <p:tag name="KSO_WM_UNIT_INDEX" val="24"/>
  <p:tag name="KSO_WM_UNIT_TYPE" val="β"/>
  <p:tag name="KSO_WM_BEAUTIFY_FLAG" val="#wm#"/>
</p:tagLst>
</file>

<file path=ppt/tags/tag1548.xml><?xml version="1.0" encoding="utf-8"?>
<p:tagLst xmlns:p="http://schemas.openxmlformats.org/presentationml/2006/main">
  <p:tag name="KSO_WM_UNIT_INDEX" val="25"/>
  <p:tag name="KSO_WM_UNIT_TYPE" val="β"/>
  <p:tag name="KSO_WM_BEAUTIFY_FLAG" val="#wm#"/>
</p:tagLst>
</file>

<file path=ppt/tags/tag1549.xml><?xml version="1.0" encoding="utf-8"?>
<p:tagLst xmlns:p="http://schemas.openxmlformats.org/presentationml/2006/main">
  <p:tag name="KSO_WM_UNIT_INDEX" val="27"/>
  <p:tag name="KSO_WM_UNIT_TYPE" val="β"/>
  <p:tag name="KSO_WM_BEAUTIFY_FLAG" val="#wm#"/>
</p:tagLst>
</file>

<file path=ppt/tags/tag1550.xml><?xml version="1.0" encoding="utf-8"?>
<p:tagLst xmlns:p="http://schemas.openxmlformats.org/presentationml/2006/main">
  <p:tag name="KSO_WM_UNIT_INDEX" val="22"/>
  <p:tag name="KSO_WM_UNIT_TYPE" val="a"/>
  <p:tag name="KSO_WM_BEAUTIFY_FLAG" val="#wm#"/>
</p:tagLst>
</file>

<file path=ppt/tags/tag155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552.xml><?xml version="1.0" encoding="utf-8"?>
<p:tagLst xmlns:p="http://schemas.openxmlformats.org/presentationml/2006/main">
  <p:tag name="KSO_WM_UNIT_INDEX" val="1"/>
  <p:tag name="KSO_WM_UNIT_TYPE" val="β"/>
  <p:tag name="KSO_WM_BEAUTIFY_FLAG" val="#wm#"/>
</p:tagLst>
</file>

<file path=ppt/tags/tag1553.xml><?xml version="1.0" encoding="utf-8"?>
<p:tagLst xmlns:p="http://schemas.openxmlformats.org/presentationml/2006/main">
  <p:tag name="KSO_WM_UNIT_INDEX" val="2"/>
  <p:tag name="KSO_WM_UNIT_TYPE" val="d"/>
  <p:tag name="KSO_WM_BEAUTIFY_FLAG" val="#wm#"/>
</p:tagLst>
</file>

<file path=ppt/tags/tag1554.xml><?xml version="1.0" encoding="utf-8"?>
<p:tagLst xmlns:p="http://schemas.openxmlformats.org/presentationml/2006/main">
  <p:tag name="KSO_WM_UNIT_INDEX" val="3"/>
  <p:tag name="KSO_WM_UNIT_TYPE" val="d"/>
  <p:tag name="KSO_WM_BEAUTIFY_FLAG" val="#wm#"/>
</p:tagLst>
</file>

<file path=ppt/tags/tag1555.xml><?xml version="1.0" encoding="utf-8"?>
<p:tagLst xmlns:p="http://schemas.openxmlformats.org/presentationml/2006/main">
  <p:tag name="KSO_WM_UNIT_INDEX" val="4"/>
  <p:tag name="KSO_WM_UNIT_TYPE" val="d"/>
  <p:tag name="KSO_WM_BEAUTIFY_FLAG" val="#wm#"/>
</p:tagLst>
</file>

<file path=ppt/tags/tag1556.xml><?xml version="1.0" encoding="utf-8"?>
<p:tagLst xmlns:p="http://schemas.openxmlformats.org/presentationml/2006/main">
  <p:tag name="KSO_WM_UNIT_INDEX" val="5"/>
  <p:tag name="KSO_WM_UNIT_TYPE" val="d"/>
  <p:tag name="KSO_WM_BEAUTIFY_FLAG" val="#wm#"/>
</p:tagLst>
</file>

<file path=ppt/tags/tag1557.xml><?xml version="1.0" encoding="utf-8"?>
<p:tagLst xmlns:p="http://schemas.openxmlformats.org/presentationml/2006/main">
  <p:tag name="KSO_WM_UNIT_INDEX" val="6"/>
  <p:tag name="KSO_WM_UNIT_TYPE" val="d"/>
  <p:tag name="KSO_WM_BEAUTIFY_FLAG" val="#wm#"/>
</p:tagLst>
</file>

<file path=ppt/tags/tag1558.xml><?xml version="1.0" encoding="utf-8"?>
<p:tagLst xmlns:p="http://schemas.openxmlformats.org/presentationml/2006/main">
  <p:tag name="KSO_WM_UNIT_INDEX" val="7"/>
  <p:tag name="KSO_WM_UNIT_TYPE" val="d"/>
  <p:tag name="KSO_WM_BEAUTIFY_FLAG" val="#wm#"/>
</p:tagLst>
</file>

<file path=ppt/tags/tag1559.xml><?xml version="1.0" encoding="utf-8"?>
<p:tagLst xmlns:p="http://schemas.openxmlformats.org/presentationml/2006/main">
  <p:tag name="KSO_WM_UNIT_INDEX" val="8"/>
  <p:tag name="KSO_WM_UNIT_TYPE" val="d"/>
  <p:tag name="KSO_WM_BEAUTIFY_FLAG" val="#wm#"/>
</p:tagLst>
</file>

<file path=ppt/tags/tag1560.xml><?xml version="1.0" encoding="utf-8"?>
<p:tagLst xmlns:p="http://schemas.openxmlformats.org/presentationml/2006/main">
  <p:tag name="KSO_WM_UNIT_INDEX" val="9"/>
  <p:tag name="KSO_WM_UNIT_TYPE" val="d"/>
  <p:tag name="KSO_WM_BEAUTIFY_FLAG" val="#wm#"/>
</p:tagLst>
</file>

<file path=ppt/tags/tag1561.xml><?xml version="1.0" encoding="utf-8"?>
<p:tagLst xmlns:p="http://schemas.openxmlformats.org/presentationml/2006/main">
  <p:tag name="KSO_WM_UNIT_INDEX" val="10"/>
  <p:tag name="KSO_WM_UNIT_TYPE" val="d"/>
  <p:tag name="KSO_WM_BEAUTIFY_FLAG" val="#wm#"/>
</p:tagLst>
</file>

<file path=ppt/tags/tag1562.xml><?xml version="1.0" encoding="utf-8"?>
<p:tagLst xmlns:p="http://schemas.openxmlformats.org/presentationml/2006/main">
  <p:tag name="KSO_WM_UNIT_INDEX" val="11"/>
  <p:tag name="KSO_WM_UNIT_TYPE" val="d"/>
  <p:tag name="KSO_WM_BEAUTIFY_FLAG" val="#wm#"/>
</p:tagLst>
</file>

<file path=ppt/tags/tag1563.xml><?xml version="1.0" encoding="utf-8"?>
<p:tagLst xmlns:p="http://schemas.openxmlformats.org/presentationml/2006/main">
  <p:tag name="KSO_WM_UNIT_INDEX" val="12"/>
  <p:tag name="KSO_WM_UNIT_TYPE" val="d"/>
  <p:tag name="KSO_WM_BEAUTIFY_FLAG" val="#wm#"/>
</p:tagLst>
</file>

<file path=ppt/tags/tag1564.xml><?xml version="1.0" encoding="utf-8"?>
<p:tagLst xmlns:p="http://schemas.openxmlformats.org/presentationml/2006/main">
  <p:tag name="KSO_WM_UNIT_INDEX" val="13"/>
  <p:tag name="KSO_WM_UNIT_TYPE" val="d"/>
  <p:tag name="KSO_WM_BEAUTIFY_FLAG" val="#wm#"/>
</p:tagLst>
</file>

<file path=ppt/tags/tag1565.xml><?xml version="1.0" encoding="utf-8"?>
<p:tagLst xmlns:p="http://schemas.openxmlformats.org/presentationml/2006/main">
  <p:tag name="KSO_WM_UNIT_INDEX" val="14"/>
  <p:tag name="KSO_WM_UNIT_TYPE" val="β"/>
  <p:tag name="KSO_WM_BEAUTIFY_FLAG" val="#wm#"/>
</p:tagLst>
</file>

<file path=ppt/tags/tag1566.xml><?xml version="1.0" encoding="utf-8"?>
<p:tagLst xmlns:p="http://schemas.openxmlformats.org/presentationml/2006/main">
  <p:tag name="KSO_WM_UNIT_INDEX" val="15"/>
  <p:tag name="KSO_WM_UNIT_TYPE" val="d"/>
  <p:tag name="KSO_WM_BEAUTIFY_FLAG" val="#wm#"/>
</p:tagLst>
</file>

<file path=ppt/tags/tag1567.xml><?xml version="1.0" encoding="utf-8"?>
<p:tagLst xmlns:p="http://schemas.openxmlformats.org/presentationml/2006/main">
  <p:tag name="KSO_WM_UNIT_INDEX" val="16"/>
  <p:tag name="KSO_WM_UNIT_TYPE" val="d"/>
  <p:tag name="KSO_WM_BEAUTIFY_FLAG" val="#wm#"/>
</p:tagLst>
</file>

<file path=ppt/tags/tag1568.xml><?xml version="1.0" encoding="utf-8"?>
<p:tagLst xmlns:p="http://schemas.openxmlformats.org/presentationml/2006/main">
  <p:tag name="KSO_WM_UNIT_INDEX" val="17"/>
  <p:tag name="KSO_WM_UNIT_TYPE" val="d"/>
  <p:tag name="KSO_WM_BEAUTIFY_FLAG" val="#wm#"/>
</p:tagLst>
</file>

<file path=ppt/tags/tag1569.xml><?xml version="1.0" encoding="utf-8"?>
<p:tagLst xmlns:p="http://schemas.openxmlformats.org/presentationml/2006/main">
  <p:tag name="KSO_WM_UNIT_INDEX" val="18"/>
  <p:tag name="KSO_WM_UNIT_TYPE" val="d"/>
  <p:tag name="KSO_WM_BEAUTIFY_FLAG" val="#wm#"/>
</p:tagLst>
</file>

<file path=ppt/tags/tag1570.xml><?xml version="1.0" encoding="utf-8"?>
<p:tagLst xmlns:p="http://schemas.openxmlformats.org/presentationml/2006/main">
  <p:tag name="KSO_WM_UNIT_INDEX" val="20"/>
  <p:tag name="KSO_WM_UNIT_TYPE" val="β"/>
  <p:tag name="KSO_WM_BEAUTIFY_FLAG" val="#wm#"/>
</p:tagLst>
</file>

<file path=ppt/tags/tag1571.xml><?xml version="1.0" encoding="utf-8"?>
<p:tagLst xmlns:p="http://schemas.openxmlformats.org/presentationml/2006/main">
  <p:tag name="KSO_WM_UNIT_INDEX" val="21"/>
  <p:tag name="KSO_WM_UNIT_TYPE" val="β"/>
  <p:tag name="KSO_WM_BEAUTIFY_FLAG" val="#wm#"/>
</p:tagLst>
</file>

<file path=ppt/tags/tag1572.xml><?xml version="1.0" encoding="utf-8"?>
<p:tagLst xmlns:p="http://schemas.openxmlformats.org/presentationml/2006/main">
  <p:tag name="KSO_WM_UNIT_INDEX" val="19"/>
  <p:tag name="KSO_WM_UNIT_TYPE" val="a"/>
  <p:tag name="KSO_WM_BEAUTIFY_FLAG" val="#wm#"/>
</p:tagLst>
</file>

<file path=ppt/tags/tag1573.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574.xml><?xml version="1.0" encoding="utf-8"?>
<p:tagLst xmlns:p="http://schemas.openxmlformats.org/presentationml/2006/main">
  <p:tag name="KSO_WM_UNIT_INDEX" val="1"/>
  <p:tag name="KSO_WM_UNIT_TYPE" val="β"/>
  <p:tag name="KSO_WM_BEAUTIFY_FLAG" val="#wm#"/>
</p:tagLst>
</file>

<file path=ppt/tags/tag1575.xml><?xml version="1.0" encoding="utf-8"?>
<p:tagLst xmlns:p="http://schemas.openxmlformats.org/presentationml/2006/main">
  <p:tag name="KSO_WM_UNIT_INDEX" val="2"/>
  <p:tag name="KSO_WM_UNIT_TYPE" val="d"/>
  <p:tag name="KSO_WM_BEAUTIFY_FLAG" val="#wm#"/>
</p:tagLst>
</file>

<file path=ppt/tags/tag1576.xml><?xml version="1.0" encoding="utf-8"?>
<p:tagLst xmlns:p="http://schemas.openxmlformats.org/presentationml/2006/main">
  <p:tag name="KSO_WM_UNIT_INDEX" val="3"/>
  <p:tag name="KSO_WM_UNIT_TYPE" val="β"/>
  <p:tag name="KSO_WM_BEAUTIFY_FLAG" val="#wm#"/>
</p:tagLst>
</file>

<file path=ppt/tags/tag1577.xml><?xml version="1.0" encoding="utf-8"?>
<p:tagLst xmlns:p="http://schemas.openxmlformats.org/presentationml/2006/main">
  <p:tag name="KSO_WM_UNIT_INDEX" val="4"/>
  <p:tag name="KSO_WM_UNIT_TYPE" val="β"/>
  <p:tag name="KSO_WM_BEAUTIFY_FLAG" val="#wm#"/>
</p:tagLst>
</file>

<file path=ppt/tags/tag1578.xml><?xml version="1.0" encoding="utf-8"?>
<p:tagLst xmlns:p="http://schemas.openxmlformats.org/presentationml/2006/main">
  <p:tag name="KSO_WM_UNIT_INDEX" val="5"/>
  <p:tag name="KSO_WM_UNIT_TYPE" val="β"/>
  <p:tag name="KSO_WM_BEAUTIFY_FLAG" val="#wm#"/>
</p:tagLst>
</file>

<file path=ppt/tags/tag1579.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580.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581.xml><?xml version="1.0" encoding="utf-8"?>
<p:tagLst xmlns:p="http://schemas.openxmlformats.org/presentationml/2006/main">
  <p:tag name="KSO_WM_UNIT_INDEX" val="8"/>
  <p:tag name="KSO_WM_UNIT_TYPE" val="d"/>
  <p:tag name="KSO_WM_BEAUTIFY_FLAG" val="#wm#"/>
</p:tagLst>
</file>

<file path=ppt/tags/tag1582.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583.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584.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585.xml><?xml version="1.0" encoding="utf-8"?>
<p:tagLst xmlns:p="http://schemas.openxmlformats.org/presentationml/2006/main">
  <p:tag name="KSO_WM_UNIT_INDEX" val="12"/>
  <p:tag name="KSO_WM_UNIT_TYPE" val="d"/>
  <p:tag name="KSO_WM_BEAUTIFY_FLAG" val="#wm#"/>
</p:tagLst>
</file>

<file path=ppt/tags/tag1586.xml><?xml version="1.0" encoding="utf-8"?>
<p:tagLst xmlns:p="http://schemas.openxmlformats.org/presentationml/2006/main">
  <p:tag name="KSO_WM_UNIT_INDEX" val="13"/>
  <p:tag name="KSO_WM_UNIT_TYPE" val="d"/>
  <p:tag name="KSO_WM_BEAUTIFY_FLAG" val="#wm#"/>
</p:tagLst>
</file>

<file path=ppt/tags/tag1587.xml><?xml version="1.0" encoding="utf-8"?>
<p:tagLst xmlns:p="http://schemas.openxmlformats.org/presentationml/2006/main">
  <p:tag name="KSO_WM_UNIT_INDEX" val="14"/>
  <p:tag name="KSO_WM_UNIT_TYPE" val="d"/>
  <p:tag name="KSO_WM_BEAUTIFY_FLAG" val="#wm#"/>
</p:tagLst>
</file>

<file path=ppt/tags/tag1588.xml><?xml version="1.0" encoding="utf-8"?>
<p:tagLst xmlns:p="http://schemas.openxmlformats.org/presentationml/2006/main">
  <p:tag name="KSO_WM_UNIT_INDEX" val="15"/>
  <p:tag name="KSO_WM_UNIT_TYPE" val="d"/>
  <p:tag name="KSO_WM_BEAUTIFY_FLAG" val="#wm#"/>
</p:tagLst>
</file>

<file path=ppt/tags/tag1589.xml><?xml version="1.0" encoding="utf-8"?>
<p:tagLst xmlns:p="http://schemas.openxmlformats.org/presentationml/2006/main">
  <p:tag name="KSO_WM_UNIT_INDEX" val="17"/>
  <p:tag name="KSO_WM_UNIT_TYPE" val="d"/>
  <p:tag name="KSO_WM_BEAUTIFY_FLAG" val="#wm#"/>
</p:tagLst>
</file>

<file path=ppt/tags/tag1590.xml><?xml version="1.0" encoding="utf-8"?>
<p:tagLst xmlns:p="http://schemas.openxmlformats.org/presentationml/2006/main">
  <p:tag name="KSO_WM_UNIT_INDEX" val="18"/>
  <p:tag name="KSO_WM_UNIT_TYPE" val="d"/>
  <p:tag name="KSO_WM_BEAUTIFY_FLAG" val="#wm#"/>
</p:tagLst>
</file>

<file path=ppt/tags/tag1591.xml><?xml version="1.0" encoding="utf-8"?>
<p:tagLst xmlns:p="http://schemas.openxmlformats.org/presentationml/2006/main">
  <p:tag name="KSO_WM_UNIT_INDEX" val="19"/>
  <p:tag name="KSO_WM_UNIT_TYPE" val="d"/>
  <p:tag name="KSO_WM_BEAUTIFY_FLAG" val="#wm#"/>
</p:tagLst>
</file>

<file path=ppt/tags/tag1592.xml><?xml version="1.0" encoding="utf-8"?>
<p:tagLst xmlns:p="http://schemas.openxmlformats.org/presentationml/2006/main">
  <p:tag name="KSO_WM_UNIT_INDEX" val="20"/>
  <p:tag name="KSO_WM_UNIT_TYPE" val="d"/>
  <p:tag name="KSO_WM_BEAUTIFY_FLAG" val="#wm#"/>
</p:tagLst>
</file>

<file path=ppt/tags/tag1593.xml><?xml version="1.0" encoding="utf-8"?>
<p:tagLst xmlns:p="http://schemas.openxmlformats.org/presentationml/2006/main">
  <p:tag name="KSO_WM_UNIT_INDEX" val="21"/>
  <p:tag name="KSO_WM_UNIT_TYPE" val="β"/>
  <p:tag name="KSO_WM_BEAUTIFY_FLAG" val="#wm#"/>
</p:tagLst>
</file>

<file path=ppt/tags/tag1594.xml><?xml version="1.0" encoding="utf-8"?>
<p:tagLst xmlns:p="http://schemas.openxmlformats.org/presentationml/2006/main">
  <p:tag name="KSO_WM_UNIT_INDEX" val="22"/>
  <p:tag name="KSO_WM_UNIT_TYPE" val="d"/>
  <p:tag name="KSO_WM_BEAUTIFY_FLAG" val="#wm#"/>
</p:tagLst>
</file>

<file path=ppt/tags/tag1595.xml><?xml version="1.0" encoding="utf-8"?>
<p:tagLst xmlns:p="http://schemas.openxmlformats.org/presentationml/2006/main">
  <p:tag name="KSO_WM_UNIT_INDEX" val="23"/>
  <p:tag name="KSO_WM_UNIT_TYPE" val="d"/>
  <p:tag name="KSO_WM_BEAUTIFY_FLAG" val="#wm#"/>
</p:tagLst>
</file>

<file path=ppt/tags/tag1596.xml><?xml version="1.0" encoding="utf-8"?>
<p:tagLst xmlns:p="http://schemas.openxmlformats.org/presentationml/2006/main">
  <p:tag name="KSO_WM_UNIT_INDEX" val="24"/>
  <p:tag name="KSO_WM_UNIT_TYPE" val="d"/>
  <p:tag name="KSO_WM_BEAUTIFY_FLAG" val="#wm#"/>
</p:tagLst>
</file>

<file path=ppt/tags/tag1597.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598.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599.xml><?xml version="1.0" encoding="utf-8"?>
<p:tagLst xmlns:p="http://schemas.openxmlformats.org/presentationml/2006/main">
  <p:tag name="KSO_WM_UNIT_INDEX" val="2"/>
  <p:tag name="KSO_WM_UNIT_TYPE" val="d"/>
  <p:tag name="KSO_WM_BEAUTIFY_FLAG" val="#wm#"/>
</p:tagLst>
</file>

<file path=ppt/tags/tag1600.xml><?xml version="1.0" encoding="utf-8"?>
<p:tagLst xmlns:p="http://schemas.openxmlformats.org/presentationml/2006/main">
  <p:tag name="KSO_WM_UNIT_INDEX" val="3"/>
  <p:tag name="KSO_WM_UNIT_TYPE" val="d"/>
  <p:tag name="KSO_WM_BEAUTIFY_FLAG" val="#wm#"/>
</p:tagLst>
</file>

<file path=ppt/tags/tag1601.xml><?xml version="1.0" encoding="utf-8"?>
<p:tagLst xmlns:p="http://schemas.openxmlformats.org/presentationml/2006/main">
  <p:tag name="KSO_WM_UNIT_INDEX" val="4"/>
  <p:tag name="KSO_WM_UNIT_TYPE" val="d"/>
  <p:tag name="KSO_WM_BEAUTIFY_FLAG" val="#wm#"/>
</p:tagLst>
</file>

<file path=ppt/tags/tag1602.xml><?xml version="1.0" encoding="utf-8"?>
<p:tagLst xmlns:p="http://schemas.openxmlformats.org/presentationml/2006/main">
  <p:tag name="KSO_WM_UNIT_INDEX" val="5"/>
  <p:tag name="KSO_WM_UNIT_TYPE" val="d"/>
  <p:tag name="KSO_WM_BEAUTIFY_FLAG" val="#wm#"/>
</p:tagLst>
</file>

<file path=ppt/tags/tag1603.xml><?xml version="1.0" encoding="utf-8"?>
<p:tagLst xmlns:p="http://schemas.openxmlformats.org/presentationml/2006/main">
  <p:tag name="KSO_WM_UNIT_INDEX" val="6"/>
  <p:tag name="KSO_WM_UNIT_TYPE" val="d"/>
  <p:tag name="KSO_WM_BEAUTIFY_FLAG" val="#wm#"/>
</p:tagLst>
</file>

<file path=ppt/tags/tag1604.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605.xml><?xml version="1.0" encoding="utf-8"?>
<p:tagLst xmlns:p="http://schemas.openxmlformats.org/presentationml/2006/main">
  <p:tag name="KSO_WM_UNIT_INDEX" val="8"/>
  <p:tag name="KSO_WM_UNIT_TYPE" val="d"/>
  <p:tag name="KSO_WM_BEAUTIFY_FLAG" val="#wm#"/>
</p:tagLst>
</file>

<file path=ppt/tags/tag1606.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607.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608.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609.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610.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61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612.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613.xml><?xml version="1.0" encoding="utf-8"?>
<p:tagLst xmlns:p="http://schemas.openxmlformats.org/presentationml/2006/main">
  <p:tag name="KSO_WM_UNIT_INDEX" val="2"/>
  <p:tag name="KSO_WM_UNIT_TYPE" val="d"/>
  <p:tag name="KSO_WM_BEAUTIFY_FLAG" val="#wm#"/>
</p:tagLst>
</file>

<file path=ppt/tags/tag1614.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615.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616.xml><?xml version="1.0" encoding="utf-8"?>
<p:tagLst xmlns:p="http://schemas.openxmlformats.org/presentationml/2006/main">
  <p:tag name="KSO_WM_UNIT_INDEX" val="5"/>
  <p:tag name="KSO_WM_UNIT_TYPE" val="d"/>
  <p:tag name="KSO_WM_BEAUTIFY_FLAG" val="#wm#"/>
</p:tagLst>
</file>

<file path=ppt/tags/tag1617.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618.xml><?xml version="1.0" encoding="utf-8"?>
<p:tagLst xmlns:p="http://schemas.openxmlformats.org/presentationml/2006/main">
  <p:tag name="KSO_WM_UNIT_INDEX" val="7"/>
  <p:tag name="KSO_WM_UNIT_TYPE" val="d"/>
  <p:tag name="KSO_WM_BEAUTIFY_FLAG" val="#wm#"/>
</p:tagLst>
</file>

<file path=ppt/tags/tag1619.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620.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62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622.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623.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624.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625.xml><?xml version="1.0" encoding="utf-8"?>
<p:tagLst xmlns:p="http://schemas.openxmlformats.org/presentationml/2006/main">
  <p:tag name="KSO_WM_UNIT_INDEX" val="15"/>
  <p:tag name="KSO_WM_UNIT_TYPE" val="d"/>
  <p:tag name="KSO_WM_BEAUTIFY_FLAG" val="#wm#"/>
</p:tagLst>
</file>

<file path=ppt/tags/tag1626.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627.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628.xml><?xml version="1.0" encoding="utf-8"?>
<p:tagLst xmlns:p="http://schemas.openxmlformats.org/presentationml/2006/main">
  <p:tag name="KSO_WM_UNIT_INDEX" val="2"/>
  <p:tag name="KSO_WM_UNIT_TYPE" val="d"/>
  <p:tag name="KSO_WM_BEAUTIFY_FLAG" val="#wm#"/>
</p:tagLst>
</file>

<file path=ppt/tags/tag1629.xml><?xml version="1.0" encoding="utf-8"?>
<p:tagLst xmlns:p="http://schemas.openxmlformats.org/presentationml/2006/main">
  <p:tag name="KSO_WM_UNIT_INDEX" val="3"/>
  <p:tag name="KSO_WM_UNIT_TYPE" val="d"/>
  <p:tag name="KSO_WM_BEAUTIFY_FLAG" val="#wm#"/>
</p:tagLst>
</file>

<file path=ppt/tags/tag1630.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631.xml><?xml version="1.0" encoding="utf-8"?>
<p:tagLst xmlns:p="http://schemas.openxmlformats.org/presentationml/2006/main">
  <p:tag name="KSO_WM_UNIT_INDEX" val="5"/>
  <p:tag name="KSO_WM_UNIT_TYPE" val="d"/>
  <p:tag name="KSO_WM_BEAUTIFY_FLAG" val="#wm#"/>
</p:tagLst>
</file>

<file path=ppt/tags/tag1632.xml><?xml version="1.0" encoding="utf-8"?>
<p:tagLst xmlns:p="http://schemas.openxmlformats.org/presentationml/2006/main">
  <p:tag name="KSO_WM_UNIT_INDEX" val="6"/>
  <p:tag name="KSO_WM_UNIT_TYPE" val="d"/>
  <p:tag name="KSO_WM_BEAUTIFY_FLAG" val="#wm#"/>
</p:tagLst>
</file>

<file path=ppt/tags/tag1633.xml><?xml version="1.0" encoding="utf-8"?>
<p:tagLst xmlns:p="http://schemas.openxmlformats.org/presentationml/2006/main">
  <p:tag name="KSO_WM_UNIT_INDEX" val="7"/>
  <p:tag name="KSO_WM_UNIT_TYPE" val="d"/>
  <p:tag name="KSO_WM_BEAUTIFY_FLAG" val="#wm#"/>
</p:tagLst>
</file>

<file path=ppt/tags/tag1634.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635.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636.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637.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638.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639.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640.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641.xml><?xml version="1.0" encoding="utf-8"?>
<p:tagLst xmlns:p="http://schemas.openxmlformats.org/presentationml/2006/main">
  <p:tag name="KSO_WM_UNIT_INDEX" val="1"/>
  <p:tag name="KSO_WM_UNIT_TYPE" val="β"/>
  <p:tag name="KSO_WM_BEAUTIFY_FLAG" val="#wm#"/>
</p:tagLst>
</file>

<file path=ppt/tags/tag164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643.xml><?xml version="1.0" encoding="utf-8"?>
<p:tagLst xmlns:p="http://schemas.openxmlformats.org/presentationml/2006/main">
  <p:tag name="KSO_WM_UNIT_INDEX" val="3"/>
  <p:tag name="KSO_WM_UNIT_TYPE" val="d"/>
  <p:tag name="KSO_WM_BEAUTIFY_FLAG" val="#wm#"/>
</p:tagLst>
</file>

<file path=ppt/tags/tag1644.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645.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646.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647.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648.xml><?xml version="1.0" encoding="utf-8"?>
<p:tagLst xmlns:p="http://schemas.openxmlformats.org/presentationml/2006/main">
  <p:tag name="KSO_WM_UNIT_INDEX" val="8"/>
  <p:tag name="KSO_WM_UNIT_TYPE" val="d"/>
  <p:tag name="KSO_WM_BEAUTIFY_FLAG" val="#wm#"/>
</p:tagLst>
</file>

<file path=ppt/tags/tag1649.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650.xml><?xml version="1.0" encoding="utf-8"?>
<p:tagLst xmlns:p="http://schemas.openxmlformats.org/presentationml/2006/main">
  <p:tag name="KSO_WM_UNIT_INDEX" val="10"/>
  <p:tag name="KSO_WM_UNIT_TYPE" val="d"/>
  <p:tag name="KSO_WM_BEAUTIFY_FLAG" val="#wm#"/>
</p:tagLst>
</file>

<file path=ppt/tags/tag1651.xml><?xml version="1.0" encoding="utf-8"?>
<p:tagLst xmlns:p="http://schemas.openxmlformats.org/presentationml/2006/main">
  <p:tag name="KSO_WM_UNIT_INDEX" val="11"/>
  <p:tag name="KSO_WM_UNIT_TYPE" val="d"/>
  <p:tag name="KSO_WM_BEAUTIFY_FLAG" val="#wm#"/>
</p:tagLst>
</file>

<file path=ppt/tags/tag1652.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653.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654.xml><?xml version="1.0" encoding="utf-8"?>
<p:tagLst xmlns:p="http://schemas.openxmlformats.org/presentationml/2006/main">
  <p:tag name="KSO_WM_UNIT_INDEX" val="15"/>
  <p:tag name="KSO_WM_UNIT_TYPE" val="k"/>
  <p:tag name="KSO_WM_BEAUTIFY_FLAG" val="#wm#"/>
</p:tagLst>
</file>

<file path=ppt/tags/tag1655.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656.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657.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658.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659.xml><?xml version="1.0" encoding="utf-8"?>
<p:tagLst xmlns:p="http://schemas.openxmlformats.org/presentationml/2006/main">
  <p:tag name="KSO_WM_UNIT_INDEX" val="20"/>
  <p:tag name="KSO_WM_UNIT_TYPE" val="d"/>
  <p:tag name="KSO_WM_BEAUTIFY_FLAG" val="#wm#"/>
</p:tagLst>
</file>

<file path=ppt/tags/tag1660.xml><?xml version="1.0" encoding="utf-8"?>
<p:tagLst xmlns:p="http://schemas.openxmlformats.org/presentationml/2006/main">
  <p:tag name="KSO_WM_UNIT_INDEX" val="21"/>
  <p:tag name="KSO_WM_UNIT_TYPE" val="d"/>
  <p:tag name="KSO_WM_BEAUTIFY_FLAG" val="#wm#"/>
</p:tagLst>
</file>

<file path=ppt/tags/tag1661.xml><?xml version="1.0" encoding="utf-8"?>
<p:tagLst xmlns:p="http://schemas.openxmlformats.org/presentationml/2006/main">
  <p:tag name="KSO_WM_UNIT_INDEX" val="22"/>
  <p:tag name="KSO_WM_UNIT_TYPE" val="d"/>
  <p:tag name="KSO_WM_BEAUTIFY_FLAG" val="#wm#"/>
</p:tagLst>
</file>

<file path=ppt/tags/tag1662.xml><?xml version="1.0" encoding="utf-8"?>
<p:tagLst xmlns:p="http://schemas.openxmlformats.org/presentationml/2006/main">
  <p:tag name="KSO_WM_UNIT_INDEX" val="23"/>
  <p:tag name="KSO_WM_UNIT_TYPE" val="d"/>
  <p:tag name="KSO_WM_BEAUTIFY_FLAG" val="#wm#"/>
</p:tagLst>
</file>

<file path=ppt/tags/tag1663.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664.xml><?xml version="1.0" encoding="utf-8"?>
<p:tagLst xmlns:p="http://schemas.openxmlformats.org/presentationml/2006/main">
  <p:tag name="KSO_WM_UNIT_INDEX" val="1"/>
  <p:tag name="KSO_WM_UNIT_TYPE" val="β"/>
  <p:tag name="KSO_WM_BEAUTIFY_FLAG" val="#wm#"/>
</p:tagLst>
</file>

<file path=ppt/tags/tag1665.xml><?xml version="1.0" encoding="utf-8"?>
<p:tagLst xmlns:p="http://schemas.openxmlformats.org/presentationml/2006/main">
  <p:tag name="KSO_WM_UNIT_INDEX" val="2"/>
  <p:tag name="KSO_WM_UNIT_TYPE" val="d"/>
  <p:tag name="KSO_WM_BEAUTIFY_FLAG" val="#wm#"/>
</p:tagLst>
</file>

<file path=ppt/tags/tag1666.xml><?xml version="1.0" encoding="utf-8"?>
<p:tagLst xmlns:p="http://schemas.openxmlformats.org/presentationml/2006/main">
  <p:tag name="KSO_WM_UNIT_INDEX" val="3"/>
  <p:tag name="KSO_WM_UNIT_TYPE" val="d"/>
  <p:tag name="KSO_WM_BEAUTIFY_FLAG" val="#wm#"/>
</p:tagLst>
</file>

<file path=ppt/tags/tag1667.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668.xml><?xml version="1.0" encoding="utf-8"?>
<p:tagLst xmlns:p="http://schemas.openxmlformats.org/presentationml/2006/main">
  <p:tag name="KSO_WM_UNIT_INDEX" val="5"/>
  <p:tag name="KSO_WM_UNIT_TYPE" val="β"/>
  <p:tag name="KSO_WM_BEAUTIFY_FLAG" val="#wm#"/>
</p:tagLst>
</file>

<file path=ppt/tags/tag1669.xml><?xml version="1.0" encoding="utf-8"?>
<p:tagLst xmlns:p="http://schemas.openxmlformats.org/presentationml/2006/main">
  <p:tag name="KSO_WM_UNIT_INDEX" val="6"/>
  <p:tag name="KSO_WM_UNIT_TYPE" val="d"/>
  <p:tag name="KSO_WM_BEAUTIFY_FLAG" val="#wm#"/>
</p:tagLst>
</file>

<file path=ppt/tags/tag1670.xml><?xml version="1.0" encoding="utf-8"?>
<p:tagLst xmlns:p="http://schemas.openxmlformats.org/presentationml/2006/main">
  <p:tag name="KSO_WM_UNIT_INDEX" val="7"/>
  <p:tag name="KSO_WM_UNIT_TYPE" val="d"/>
  <p:tag name="KSO_WM_BEAUTIFY_FLAG" val="#wm#"/>
</p:tagLst>
</file>

<file path=ppt/tags/tag1671.xml><?xml version="1.0" encoding="utf-8"?>
<p:tagLst xmlns:p="http://schemas.openxmlformats.org/presentationml/2006/main">
  <p:tag name="KSO_WM_UNIT_INDEX" val="8"/>
  <p:tag name="KSO_WM_UNIT_TYPE" val="d"/>
  <p:tag name="KSO_WM_BEAUTIFY_FLAG" val="#wm#"/>
</p:tagLst>
</file>

<file path=ppt/tags/tag1672.xml><?xml version="1.0" encoding="utf-8"?>
<p:tagLst xmlns:p="http://schemas.openxmlformats.org/presentationml/2006/main">
  <p:tag name="KSO_WM_UNIT_INDEX" val="9"/>
  <p:tag name="KSO_WM_UNIT_TYPE" val="d"/>
  <p:tag name="KSO_WM_BEAUTIFY_FLAG" val="#wm#"/>
</p:tagLst>
</file>

<file path=ppt/tags/tag1673.xml><?xml version="1.0" encoding="utf-8"?>
<p:tagLst xmlns:p="http://schemas.openxmlformats.org/presentationml/2006/main">
  <p:tag name="KSO_WM_UNIT_INDEX" val="10"/>
  <p:tag name="KSO_WM_UNIT_TYPE" val="d"/>
  <p:tag name="KSO_WM_BEAUTIFY_FLAG" val="#wm#"/>
</p:tagLst>
</file>

<file path=ppt/tags/tag1674.xml><?xml version="1.0" encoding="utf-8"?>
<p:tagLst xmlns:p="http://schemas.openxmlformats.org/presentationml/2006/main">
  <p:tag name="KSO_WM_UNIT_INDEX" val="11"/>
  <p:tag name="KSO_WM_UNIT_TYPE" val="d"/>
  <p:tag name="KSO_WM_BEAUTIFY_FLAG" val="#wm#"/>
</p:tagLst>
</file>

<file path=ppt/tags/tag1675.xml><?xml version="1.0" encoding="utf-8"?>
<p:tagLst xmlns:p="http://schemas.openxmlformats.org/presentationml/2006/main">
  <p:tag name="KSO_WM_UNIT_INDEX" val="12"/>
  <p:tag name="KSO_WM_UNIT_TYPE" val="d"/>
  <p:tag name="KSO_WM_BEAUTIFY_FLAG" val="#wm#"/>
</p:tagLst>
</file>

<file path=ppt/tags/tag1676.xml><?xml version="1.0" encoding="utf-8"?>
<p:tagLst xmlns:p="http://schemas.openxmlformats.org/presentationml/2006/main">
  <p:tag name="KSO_WM_UNIT_INDEX" val="13"/>
  <p:tag name="KSO_WM_UNIT_TYPE" val="d"/>
  <p:tag name="KSO_WM_BEAUTIFY_FLAG" val="#wm#"/>
</p:tagLst>
</file>

<file path=ppt/tags/tag1677.xml><?xml version="1.0" encoding="utf-8"?>
<p:tagLst xmlns:p="http://schemas.openxmlformats.org/presentationml/2006/main">
  <p:tag name="KSO_WM_UNIT_INDEX" val="14"/>
  <p:tag name="KSO_WM_UNIT_TYPE" val="d"/>
  <p:tag name="KSO_WM_BEAUTIFY_FLAG" val="#wm#"/>
</p:tagLst>
</file>

<file path=ppt/tags/tag1678.xml><?xml version="1.0" encoding="utf-8"?>
<p:tagLst xmlns:p="http://schemas.openxmlformats.org/presentationml/2006/main">
  <p:tag name="KSO_WM_UNIT_INDEX" val="15"/>
  <p:tag name="KSO_WM_UNIT_TYPE" val="d"/>
  <p:tag name="KSO_WM_BEAUTIFY_FLAG" val="#wm#"/>
</p:tagLst>
</file>

<file path=ppt/tags/tag1679.xml><?xml version="1.0" encoding="utf-8"?>
<p:tagLst xmlns:p="http://schemas.openxmlformats.org/presentationml/2006/main">
  <p:tag name="KSO_WM_UNIT_INDEX" val="16"/>
  <p:tag name="KSO_WM_UNIT_TYPE" val="d"/>
  <p:tag name="KSO_WM_BEAUTIFY_FLAG" val="#wm#"/>
</p:tagLst>
</file>

<file path=ppt/tags/tag1680.xml><?xml version="1.0" encoding="utf-8"?>
<p:tagLst xmlns:p="http://schemas.openxmlformats.org/presentationml/2006/main">
  <p:tag name="KSO_WM_UNIT_INDEX" val="17"/>
  <p:tag name="KSO_WM_UNIT_TYPE" val="d"/>
  <p:tag name="KSO_WM_BEAUTIFY_FLAG" val="#wm#"/>
</p:tagLst>
</file>

<file path=ppt/tags/tag1681.xml><?xml version="1.0" encoding="utf-8"?>
<p:tagLst xmlns:p="http://schemas.openxmlformats.org/presentationml/2006/main">
  <p:tag name="KSO_WM_UNIT_INDEX" val="18"/>
  <p:tag name="KSO_WM_UNIT_TYPE" val="d"/>
  <p:tag name="KSO_WM_BEAUTIFY_FLAG" val="#wm#"/>
</p:tagLst>
</file>

<file path=ppt/tags/tag1682.xml><?xml version="1.0" encoding="utf-8"?>
<p:tagLst xmlns:p="http://schemas.openxmlformats.org/presentationml/2006/main">
  <p:tag name="KSO_WM_UNIT_INDEX" val="19"/>
  <p:tag name="KSO_WM_UNIT_TYPE" val="d"/>
  <p:tag name="KSO_WM_BEAUTIFY_FLAG" val="#wm#"/>
</p:tagLst>
</file>

<file path=ppt/tags/tag1683.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684.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1685.xml><?xml version="1.0" encoding="utf-8"?>
<p:tagLst xmlns:p="http://schemas.openxmlformats.org/presentationml/2006/main">
  <p:tag name="KSO_WM_UNIT_INDEX" val="24"/>
  <p:tag name="KSO_WM_UNIT_TYPE" val="d"/>
  <p:tag name="KSO_WM_BEAUTIFY_FLAG" val="#wm#"/>
</p:tagLst>
</file>

<file path=ppt/tags/tag1686.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687.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1688.xml><?xml version="1.0" encoding="utf-8"?>
<p:tagLst xmlns:p="http://schemas.openxmlformats.org/presentationml/2006/main">
  <p:tag name="KSO_WM_UNIT_INDEX" val="27"/>
  <p:tag name="KSO_WM_UNIT_TYPE" val="d"/>
  <p:tag name="KSO_WM_BEAUTIFY_FLAG" val="#wm#"/>
</p:tagLst>
</file>

<file path=ppt/tags/tag1689.xml><?xml version="1.0" encoding="utf-8"?>
<p:tagLst xmlns:p="http://schemas.openxmlformats.org/presentationml/2006/main">
  <p:tag name="KSO_WM_UNIT_INDEX" val="28"/>
  <p:tag name="KSO_WM_UNIT_TEXT_SUBTYPE" val="a"/>
  <p:tag name="KSO_WM_UNIT_SUBTYPE" val="a"/>
  <p:tag name="KSO_WM_UNIT_TYPE" val="f"/>
  <p:tag name="KSO_WM_BEAUTIFY_FLAG" val="#wm#"/>
</p:tagLst>
</file>

<file path=ppt/tags/tag1690.xml><?xml version="1.0" encoding="utf-8"?>
<p:tagLst xmlns:p="http://schemas.openxmlformats.org/presentationml/2006/main">
  <p:tag name="KSO_WM_UNIT_INDEX" val="29"/>
  <p:tag name="KSO_WM_UNIT_TYPE" val="d"/>
  <p:tag name="KSO_WM_BEAUTIFY_FLAG" val="#wm#"/>
</p:tagLst>
</file>

<file path=ppt/tags/tag1691.xml><?xml version="1.0" encoding="utf-8"?>
<p:tagLst xmlns:p="http://schemas.openxmlformats.org/presentationml/2006/main">
  <p:tag name="KSO_WM_UNIT_INDEX" val="30"/>
  <p:tag name="KSO_WM_UNIT_TYPE" val="d"/>
  <p:tag name="KSO_WM_BEAUTIFY_FLAG" val="#wm#"/>
</p:tagLst>
</file>

<file path=ppt/tags/tag1692.xml><?xml version="1.0" encoding="utf-8"?>
<p:tagLst xmlns:p="http://schemas.openxmlformats.org/presentationml/2006/main">
  <p:tag name="KSO_WM_UNIT_INDEX" val="31"/>
  <p:tag name="KSO_WM_UNIT_TYPE" val="d"/>
  <p:tag name="KSO_WM_BEAUTIFY_FLAG" val="#wm#"/>
</p:tagLst>
</file>

<file path=ppt/tags/tag1693.xml><?xml version="1.0" encoding="utf-8"?>
<p:tagLst xmlns:p="http://schemas.openxmlformats.org/presentationml/2006/main">
  <p:tag name="KSO_WM_UNIT_INDEX" val="32"/>
  <p:tag name="KSO_WM_UNIT_TYPE" val="d"/>
  <p:tag name="KSO_WM_BEAUTIFY_FLAG" val="#wm#"/>
</p:tagLst>
</file>

<file path=ppt/tags/tag1694.xml><?xml version="1.0" encoding="utf-8"?>
<p:tagLst xmlns:p="http://schemas.openxmlformats.org/presentationml/2006/main">
  <p:tag name="KSO_WM_UNIT_INDEX" val="33"/>
  <p:tag name="KSO_WM_UNIT_TYPE" val="d"/>
  <p:tag name="KSO_WM_BEAUTIFY_FLAG" val="#wm#"/>
</p:tagLst>
</file>

<file path=ppt/tags/tag1695.xml><?xml version="1.0" encoding="utf-8"?>
<p:tagLst xmlns:p="http://schemas.openxmlformats.org/presentationml/2006/main">
  <p:tag name="KSO_WM_UNIT_INDEX" val="34"/>
  <p:tag name="KSO_WM_UNIT_TYPE" val="d"/>
  <p:tag name="KSO_WM_BEAUTIFY_FLAG" val="#wm#"/>
</p:tagLst>
</file>

<file path=ppt/tags/tag1696.xml><?xml version="1.0" encoding="utf-8"?>
<p:tagLst xmlns:p="http://schemas.openxmlformats.org/presentationml/2006/main">
  <p:tag name="KSO_WM_UNIT_INDEX" val="35"/>
  <p:tag name="KSO_WM_UNIT_TYPE" val="d"/>
  <p:tag name="KSO_WM_BEAUTIFY_FLAG" val="#wm#"/>
</p:tagLst>
</file>

<file path=ppt/tags/tag1697.xml><?xml version="1.0" encoding="utf-8"?>
<p:tagLst xmlns:p="http://schemas.openxmlformats.org/presentationml/2006/main">
  <p:tag name="KSO_WM_UNIT_INDEX" val="36"/>
  <p:tag name="KSO_WM_UNIT_TEXT_SUBTYPE" val="a"/>
  <p:tag name="KSO_WM_UNIT_SUBTYPE" val="a"/>
  <p:tag name="KSO_WM_UNIT_TYPE" val="f"/>
  <p:tag name="KSO_WM_BEAUTIFY_FLAG" val="#wm#"/>
</p:tagLst>
</file>

<file path=ppt/tags/tag1698.xml><?xml version="1.0" encoding="utf-8"?>
<p:tagLst xmlns:p="http://schemas.openxmlformats.org/presentationml/2006/main">
  <p:tag name="KSO_WM_UNIT_INDEX" val="21"/>
  <p:tag name="KSO_WM_UNIT_TYPE" val="a"/>
  <p:tag name="KSO_WM_BEAUTIFY_FLAG" val="#wm#"/>
</p:tagLst>
</file>

<file path=ppt/tags/tag1699.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700.xml><?xml version="1.0" encoding="utf-8"?>
<p:tagLst xmlns:p="http://schemas.openxmlformats.org/presentationml/2006/main">
  <p:tag name="KSO_WM_UNIT_INDEX" val="1"/>
  <p:tag name="KSO_WM_UNIT_TYPE" val="d"/>
  <p:tag name="KSO_WM_BEAUTIFY_FLAG" val="#wm#"/>
</p:tagLst>
</file>

<file path=ppt/tags/tag1701.xml><?xml version="1.0" encoding="utf-8"?>
<p:tagLst xmlns:p="http://schemas.openxmlformats.org/presentationml/2006/main">
  <p:tag name="KSO_WM_UNIT_INDEX" val="2"/>
  <p:tag name="KSO_WM_UNIT_TYPE" val="d"/>
  <p:tag name="KSO_WM_BEAUTIFY_FLAG" val="#wm#"/>
</p:tagLst>
</file>

<file path=ppt/tags/tag1702.xml><?xml version="1.0" encoding="utf-8"?>
<p:tagLst xmlns:p="http://schemas.openxmlformats.org/presentationml/2006/main">
  <p:tag name="KSO_WM_UNIT_INDEX" val="3"/>
  <p:tag name="KSO_WM_UNIT_TYPE" val="β"/>
  <p:tag name="KSO_WM_BEAUTIFY_FLAG" val="#wm#"/>
</p:tagLst>
</file>

<file path=ppt/tags/tag1703.xml><?xml version="1.0" encoding="utf-8"?>
<p:tagLst xmlns:p="http://schemas.openxmlformats.org/presentationml/2006/main">
  <p:tag name="KSO_WM_UNIT_INDEX" val="4"/>
  <p:tag name="KSO_WM_UNIT_TYPE" val="d"/>
  <p:tag name="KSO_WM_BEAUTIFY_FLAG" val="#wm#"/>
</p:tagLst>
</file>

<file path=ppt/tags/tag1704.xml><?xml version="1.0" encoding="utf-8"?>
<p:tagLst xmlns:p="http://schemas.openxmlformats.org/presentationml/2006/main">
  <p:tag name="KSO_WM_UNIT_INDEX" val="5"/>
  <p:tag name="KSO_WM_UNIT_TYPE" val="β"/>
  <p:tag name="KSO_WM_BEAUTIFY_FLAG" val="#wm#"/>
</p:tagLst>
</file>

<file path=ppt/tags/tag1705.xml><?xml version="1.0" encoding="utf-8"?>
<p:tagLst xmlns:p="http://schemas.openxmlformats.org/presentationml/2006/main">
  <p:tag name="KSO_WM_UNIT_INDEX" val="6"/>
  <p:tag name="KSO_WM_UNIT_TYPE" val="d"/>
  <p:tag name="KSO_WM_BEAUTIFY_FLAG" val="#wm#"/>
</p:tagLst>
</file>

<file path=ppt/tags/tag1706.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707.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708.xml><?xml version="1.0" encoding="utf-8"?>
<p:tagLst xmlns:p="http://schemas.openxmlformats.org/presentationml/2006/main">
  <p:tag name="KSO_WM_UNIT_INDEX" val="9"/>
  <p:tag name="KSO_WM_UNIT_TYPE" val="d"/>
  <p:tag name="KSO_WM_BEAUTIFY_FLAG" val="#wm#"/>
</p:tagLst>
</file>

<file path=ppt/tags/tag1709.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710.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711.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712.xml><?xml version="1.0" encoding="utf-8"?>
<p:tagLst xmlns:p="http://schemas.openxmlformats.org/presentationml/2006/main">
  <p:tag name="KSO_WM_UNIT_INDEX" val="14"/>
  <p:tag name="KSO_WM_UNIT_TYPE" val="d"/>
  <p:tag name="KSO_WM_BEAUTIFY_FLAG" val="#wm#"/>
</p:tagLst>
</file>

<file path=ppt/tags/tag1713.xml><?xml version="1.0" encoding="utf-8"?>
<p:tagLst xmlns:p="http://schemas.openxmlformats.org/presentationml/2006/main">
  <p:tag name="KSO_WM_UNIT_INDEX" val="15"/>
  <p:tag name="KSO_WM_UNIT_TYPE" val="d"/>
  <p:tag name="KSO_WM_BEAUTIFY_FLAG" val="#wm#"/>
</p:tagLst>
</file>

<file path=ppt/tags/tag1714.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715.xml><?xml version="1.0" encoding="utf-8"?>
<p:tagLst xmlns:p="http://schemas.openxmlformats.org/presentationml/2006/main">
  <p:tag name="KSO_WM_UNIT_INDEX" val="17"/>
  <p:tag name="KSO_WM_UNIT_TYPE" val="d"/>
  <p:tag name="KSO_WM_BEAUTIFY_FLAG" val="#wm#"/>
</p:tagLst>
</file>

<file path=ppt/tags/tag1716.xml><?xml version="1.0" encoding="utf-8"?>
<p:tagLst xmlns:p="http://schemas.openxmlformats.org/presentationml/2006/main">
  <p:tag name="KSO_WM_UNIT_INDEX" val="18"/>
  <p:tag name="KSO_WM_UNIT_TYPE" val="d"/>
  <p:tag name="KSO_WM_BEAUTIFY_FLAG" val="#wm#"/>
</p:tagLst>
</file>

<file path=ppt/tags/tag1717.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718.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719.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720.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1721.xml><?xml version="1.0" encoding="utf-8"?>
<p:tagLst xmlns:p="http://schemas.openxmlformats.org/presentationml/2006/main">
  <p:tag name="KSO_WM_UNIT_INDEX" val="23"/>
  <p:tag name="KSO_WM_UNIT_TYPE" val="β"/>
  <p:tag name="KSO_WM_BEAUTIFY_FLAG" val="#wm#"/>
</p:tagLst>
</file>

<file path=ppt/tags/tag1722.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1723.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724.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1725.xml><?xml version="1.0" encoding="utf-8"?>
<p:tagLst xmlns:p="http://schemas.openxmlformats.org/presentationml/2006/main">
  <p:tag name="KSO_WM_UNIT_INDEX" val="27"/>
  <p:tag name="KSO_WM_UNIT_TEXT_SUBTYPE" val="a"/>
  <p:tag name="KSO_WM_UNIT_SUBTYPE" val="a"/>
  <p:tag name="KSO_WM_UNIT_TYPE" val="f"/>
  <p:tag name="KSO_WM_BEAUTIFY_FLAG" val="#wm#"/>
</p:tagLst>
</file>

<file path=ppt/tags/tag1726.xml><?xml version="1.0" encoding="utf-8"?>
<p:tagLst xmlns:p="http://schemas.openxmlformats.org/presentationml/2006/main">
  <p:tag name="KSO_WM_UNIT_INDEX" val="28"/>
  <p:tag name="KSO_WM_UNIT_TYPE" val="β"/>
  <p:tag name="KSO_WM_BEAUTIFY_FLAG" val="#wm#"/>
</p:tagLst>
</file>

<file path=ppt/tags/tag1727.xml><?xml version="1.0" encoding="utf-8"?>
<p:tagLst xmlns:p="http://schemas.openxmlformats.org/presentationml/2006/main">
  <p:tag name="KSO_WM_UNIT_INDEX" val="29"/>
  <p:tag name="KSO_WM_UNIT_TYPE" val="β"/>
  <p:tag name="KSO_WM_BEAUTIFY_FLAG" val="#wm#"/>
</p:tagLst>
</file>

<file path=ppt/tags/tag1728.xml><?xml version="1.0" encoding="utf-8"?>
<p:tagLst xmlns:p="http://schemas.openxmlformats.org/presentationml/2006/main">
  <p:tag name="KSO_WM_UNIT_INDEX" val="30"/>
  <p:tag name="KSO_WM_UNIT_TYPE" val="β"/>
  <p:tag name="KSO_WM_BEAUTIFY_FLAG" val="#wm#"/>
</p:tagLst>
</file>

<file path=ppt/tags/tag1729.xml><?xml version="1.0" encoding="utf-8"?>
<p:tagLst xmlns:p="http://schemas.openxmlformats.org/presentationml/2006/main">
  <p:tag name="KSO_WM_UNIT_INDEX" val="31"/>
  <p:tag name="KSO_WM_UNIT_TEXT_SUBTYPE" val="a"/>
  <p:tag name="KSO_WM_UNIT_SUBTYPE" val="a"/>
  <p:tag name="KSO_WM_UNIT_TYPE" val="f"/>
  <p:tag name="KSO_WM_BEAUTIFY_FLAG" val="#wm#"/>
</p:tagLst>
</file>

<file path=ppt/tags/tag1730.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731.xml><?xml version="1.0" encoding="utf-8"?>
<p:tagLst xmlns:p="http://schemas.openxmlformats.org/presentationml/2006/main">
  <p:tag name="KSO_WM_UNIT_INDEX" val="1"/>
  <p:tag name="KSO_WM_UNIT_TYPE" val="β"/>
  <p:tag name="KSO_WM_BEAUTIFY_FLAG" val="#wm#"/>
</p:tagLst>
</file>

<file path=ppt/tags/tag1732.xml><?xml version="1.0" encoding="utf-8"?>
<p:tagLst xmlns:p="http://schemas.openxmlformats.org/presentationml/2006/main">
  <p:tag name="KSO_WM_UNIT_INDEX" val="3"/>
  <p:tag name="KSO_WM_UNIT_TYPE" val="d"/>
  <p:tag name="KSO_WM_BEAUTIFY_FLAG" val="#wm#"/>
</p:tagLst>
</file>

<file path=ppt/tags/tag1733.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734.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735.xml><?xml version="1.0" encoding="utf-8"?>
<p:tagLst xmlns:p="http://schemas.openxmlformats.org/presentationml/2006/main">
  <p:tag name="KSO_WM_UNIT_INDEX" val="6"/>
  <p:tag name="KSO_WM_UNIT_TYPE" val="d"/>
  <p:tag name="KSO_WM_BEAUTIFY_FLAG" val="#wm#"/>
</p:tagLst>
</file>

<file path=ppt/tags/tag1736.xml><?xml version="1.0" encoding="utf-8"?>
<p:tagLst xmlns:p="http://schemas.openxmlformats.org/presentationml/2006/main">
  <p:tag name="KSO_WM_UNIT_INDEX" val="7"/>
  <p:tag name="KSO_WM_UNIT_TYPE" val="β"/>
  <p:tag name="KSO_WM_BEAUTIFY_FLAG" val="#wm#"/>
</p:tagLst>
</file>

<file path=ppt/tags/tag1737.xml><?xml version="1.0" encoding="utf-8"?>
<p:tagLst xmlns:p="http://schemas.openxmlformats.org/presentationml/2006/main">
  <p:tag name="KSO_WM_UNIT_INDEX" val="9"/>
  <p:tag name="KSO_WM_UNIT_TYPE" val="β"/>
  <p:tag name="KSO_WM_BEAUTIFY_FLAG" val="#wm#"/>
</p:tagLst>
</file>

<file path=ppt/tags/tag1738.xml><?xml version="1.0" encoding="utf-8"?>
<p:tagLst xmlns:p="http://schemas.openxmlformats.org/presentationml/2006/main">
  <p:tag name="KSO_WM_UNIT_INDEX" val="10"/>
  <p:tag name="KSO_WM_UNIT_TYPE" val="β"/>
  <p:tag name="KSO_WM_BEAUTIFY_FLAG" val="#wm#"/>
</p:tagLst>
</file>

<file path=ppt/tags/tag1739.xml><?xml version="1.0" encoding="utf-8"?>
<p:tagLst xmlns:p="http://schemas.openxmlformats.org/presentationml/2006/main">
  <p:tag name="KSO_WM_UNIT_INDEX" val="11"/>
  <p:tag name="KSO_WM_UNIT_TYPE" val="k"/>
  <p:tag name="KSO_WM_BEAUTIFY_FLAG" val="#wm#"/>
</p:tagLst>
</file>

<file path=ppt/tags/tag1740.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741.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742.xml><?xml version="1.0" encoding="utf-8"?>
<p:tagLst xmlns:p="http://schemas.openxmlformats.org/presentationml/2006/main">
  <p:tag name="KSO_WM_UNIT_INDEX" val="14"/>
  <p:tag name="KSO_WM_UNIT_TYPE" val="β"/>
  <p:tag name="KSO_WM_BEAUTIFY_FLAG" val="#wm#"/>
</p:tagLst>
</file>

<file path=ppt/tags/tag1743.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744.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745.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746.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747.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748.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749.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750.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1751.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1752.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1753.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754.xml><?xml version="1.0" encoding="utf-8"?>
<p:tagLst xmlns:p="http://schemas.openxmlformats.org/presentationml/2006/main">
  <p:tag name="KSO_WM_UNIT_INDEX" val="2"/>
  <p:tag name="KSO_WM_UNIT_TYPE" val="a"/>
  <p:tag name="KSO_WM_BEAUTIFY_FLAG" val="#wm#"/>
</p:tagLst>
</file>

<file path=ppt/tags/tag175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756.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757.xml><?xml version="1.0" encoding="utf-8"?>
<p:tagLst xmlns:p="http://schemas.openxmlformats.org/presentationml/2006/main">
  <p:tag name="KSO_WM_UNIT_INDEX" val="2"/>
  <p:tag name="KSO_WM_UNIT_TYPE" val="d"/>
  <p:tag name="KSO_WM_BEAUTIFY_FLAG" val="#wm#"/>
</p:tagLst>
</file>

<file path=ppt/tags/tag1758.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759.xml><?xml version="1.0" encoding="utf-8"?>
<p:tagLst xmlns:p="http://schemas.openxmlformats.org/presentationml/2006/main">
  <p:tag name="KSO_WM_UNIT_INDEX" val="4"/>
  <p:tag name="KSO_WM_UNIT_TYPE" val="d"/>
  <p:tag name="KSO_WM_BEAUTIFY_FLAG" val="#wm#"/>
</p:tagLst>
</file>

<file path=ppt/tags/tag1760.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761.xml><?xml version="1.0" encoding="utf-8"?>
<p:tagLst xmlns:p="http://schemas.openxmlformats.org/presentationml/2006/main">
  <p:tag name="KSO_WM_UNIT_INDEX" val="6"/>
  <p:tag name="KSO_WM_UNIT_TYPE" val="d"/>
  <p:tag name="KSO_WM_BEAUTIFY_FLAG" val="#wm#"/>
</p:tagLst>
</file>

<file path=ppt/tags/tag1762.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763.xml><?xml version="1.0" encoding="utf-8"?>
<p:tagLst xmlns:p="http://schemas.openxmlformats.org/presentationml/2006/main">
  <p:tag name="KSO_WM_UNIT_INDEX" val="8"/>
  <p:tag name="KSO_WM_UNIT_TYPE" val="d"/>
  <p:tag name="KSO_WM_BEAUTIFY_FLAG" val="#wm#"/>
</p:tagLst>
</file>

<file path=ppt/tags/tag1764.xml><?xml version="1.0" encoding="utf-8"?>
<p:tagLst xmlns:p="http://schemas.openxmlformats.org/presentationml/2006/main">
  <p:tag name="KSO_WM_UNIT_INDEX" val="9"/>
  <p:tag name="KSO_WM_UNIT_TYPE" val="d"/>
  <p:tag name="KSO_WM_BEAUTIFY_FLAG" val="#wm#"/>
</p:tagLst>
</file>

<file path=ppt/tags/tag1765.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766.xml><?xml version="1.0" encoding="utf-8"?>
<p:tagLst xmlns:p="http://schemas.openxmlformats.org/presentationml/2006/main">
  <p:tag name="KSO_WM_UNIT_INDEX" val="11"/>
  <p:tag name="KSO_WM_UNIT_TYPE" val="d"/>
  <p:tag name="KSO_WM_BEAUTIFY_FLAG" val="#wm#"/>
</p:tagLst>
</file>

<file path=ppt/tags/tag1767.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768.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769.xml><?xml version="1.0" encoding="utf-8"?>
<p:tagLst xmlns:p="http://schemas.openxmlformats.org/presentationml/2006/main">
  <p:tag name="KSO_WM_UNIT_INDEX" val="14"/>
  <p:tag name="KSO_WM_UNIT_TYPE" val="d"/>
  <p:tag name="KSO_WM_BEAUTIFY_FLAG" val="#wm#"/>
</p:tagLst>
</file>

<file path=ppt/tags/tag1770.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771.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772.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773.xml><?xml version="1.0" encoding="utf-8"?>
<p:tagLst xmlns:p="http://schemas.openxmlformats.org/presentationml/2006/main">
  <p:tag name="KSO_WM_UNIT_INDEX" val="18"/>
  <p:tag name="KSO_WM_UNIT_TEXT_SUBTYPE" val="a"/>
  <p:tag name="KSO_WM_UNIT_SUBTYPE" val="a"/>
  <p:tag name="KSO_WM_UNIT_TYPE" val="f"/>
  <p:tag name="KSO_WM_BEAUTIFY_FLAG" val="#wm#"/>
</p:tagLst>
</file>

<file path=ppt/tags/tag1774.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775.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1776.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777.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1778.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779.xml><?xml version="1.0" encoding="utf-8"?>
<p:tagLst xmlns:p="http://schemas.openxmlformats.org/presentationml/2006/main">
  <p:tag name="KSO_WM_UNIT_INDEX" val="1"/>
  <p:tag name="KSO_WM_UNIT_TYPE" val="d"/>
  <p:tag name="KSO_WM_BEAUTIFY_FLAG" val="#wm#"/>
</p:tagLst>
</file>

<file path=ppt/tags/tag178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781.xml><?xml version="1.0" encoding="utf-8"?>
<p:tagLst xmlns:p="http://schemas.openxmlformats.org/presentationml/2006/main">
  <p:tag name="KSO_WM_UNIT_INDEX" val="3"/>
  <p:tag name="KSO_WM_UNIT_TYPE" val="d"/>
  <p:tag name="KSO_WM_BEAUTIFY_FLAG" val="#wm#"/>
</p:tagLst>
</file>

<file path=ppt/tags/tag1782.xml><?xml version="1.0" encoding="utf-8"?>
<p:tagLst xmlns:p="http://schemas.openxmlformats.org/presentationml/2006/main">
  <p:tag name="KSO_WM_UNIT_INDEX" val="4"/>
  <p:tag name="KSO_WM_UNIT_TYPE" val="d"/>
  <p:tag name="KSO_WM_BEAUTIFY_FLAG" val="#wm#"/>
</p:tagLst>
</file>

<file path=ppt/tags/tag1783.xml><?xml version="1.0" encoding="utf-8"?>
<p:tagLst xmlns:p="http://schemas.openxmlformats.org/presentationml/2006/main">
  <p:tag name="KSO_WM_UNIT_INDEX" val="5"/>
  <p:tag name="KSO_WM_UNIT_TYPE" val="d"/>
  <p:tag name="KSO_WM_BEAUTIFY_FLAG" val="#wm#"/>
</p:tagLst>
</file>

<file path=ppt/tags/tag1784.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785.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786.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1787.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788.xml><?xml version="1.0" encoding="utf-8"?>
<p:tagLst xmlns:p="http://schemas.openxmlformats.org/presentationml/2006/main">
  <p:tag name="KSO_WM_UNIT_INDEX" val="10"/>
  <p:tag name="KSO_WM_UNIT_TYPE" val="d"/>
  <p:tag name="KSO_WM_BEAUTIFY_FLAG" val="#wm#"/>
</p:tagLst>
</file>

<file path=ppt/tags/tag1789.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790.xml><?xml version="1.0" encoding="utf-8"?>
<p:tagLst xmlns:p="http://schemas.openxmlformats.org/presentationml/2006/main">
  <p:tag name="KSO_WM_UNIT_INDEX" val="12"/>
  <p:tag name="KSO_WM_UNIT_TYPE" val="d"/>
  <p:tag name="KSO_WM_BEAUTIFY_FLAG" val="#wm#"/>
</p:tagLst>
</file>

<file path=ppt/tags/tag1791.xml><?xml version="1.0" encoding="utf-8"?>
<p:tagLst xmlns:p="http://schemas.openxmlformats.org/presentationml/2006/main">
  <p:tag name="KSO_WM_UNIT_INDEX" val="13"/>
  <p:tag name="KSO_WM_UNIT_TYPE" val="d"/>
  <p:tag name="KSO_WM_BEAUTIFY_FLAG" val="#wm#"/>
</p:tagLst>
</file>

<file path=ppt/tags/tag1792.xml><?xml version="1.0" encoding="utf-8"?>
<p:tagLst xmlns:p="http://schemas.openxmlformats.org/presentationml/2006/main">
  <p:tag name="KSO_WM_UNIT_INDEX" val="14"/>
  <p:tag name="KSO_WM_UNIT_TYPE" val="d"/>
  <p:tag name="KSO_WM_BEAUTIFY_FLAG" val="#wm#"/>
</p:tagLst>
</file>

<file path=ppt/tags/tag1793.xml><?xml version="1.0" encoding="utf-8"?>
<p:tagLst xmlns:p="http://schemas.openxmlformats.org/presentationml/2006/main">
  <p:tag name="KSO_WM_UNIT_INDEX" val="15"/>
  <p:tag name="KSO_WM_UNIT_TYPE" val="d"/>
  <p:tag name="KSO_WM_BEAUTIFY_FLAG" val="#wm#"/>
</p:tagLst>
</file>

<file path=ppt/tags/tag1794.xml><?xml version="1.0" encoding="utf-8"?>
<p:tagLst xmlns:p="http://schemas.openxmlformats.org/presentationml/2006/main">
  <p:tag name="KSO_WM_UNIT_INDEX" val="16"/>
  <p:tag name="KSO_WM_UNIT_TYPE" val="d"/>
  <p:tag name="KSO_WM_BEAUTIFY_FLAG" val="#wm#"/>
</p:tagLst>
</file>

<file path=ppt/tags/tag1795.xml><?xml version="1.0" encoding="utf-8"?>
<p:tagLst xmlns:p="http://schemas.openxmlformats.org/presentationml/2006/main">
  <p:tag name="KSO_WM_UNIT_INDEX" val="17"/>
  <p:tag name="KSO_WM_UNIT_TYPE" val="d"/>
  <p:tag name="KSO_WM_BEAUTIFY_FLAG" val="#wm#"/>
</p:tagLst>
</file>

<file path=ppt/tags/tag1796.xml><?xml version="1.0" encoding="utf-8"?>
<p:tagLst xmlns:p="http://schemas.openxmlformats.org/presentationml/2006/main">
  <p:tag name="KSO_WM_UNIT_INDEX" val="18"/>
  <p:tag name="KSO_WM_UNIT_TYPE" val="β"/>
  <p:tag name="KSO_WM_BEAUTIFY_FLAG" val="#wm#"/>
</p:tagLst>
</file>

<file path=ppt/tags/tag1797.xml><?xml version="1.0" encoding="utf-8"?>
<p:tagLst xmlns:p="http://schemas.openxmlformats.org/presentationml/2006/main">
  <p:tag name="KSO_WM_UNIT_INDEX" val="19"/>
  <p:tag name="KSO_WM_UNIT_TYPE" val="k"/>
  <p:tag name="KSO_WM_BEAUTIFY_FLAG" val="#wm#"/>
</p:tagLst>
</file>

<file path=ppt/tags/tag1798.xml><?xml version="1.0" encoding="utf-8"?>
<p:tagLst xmlns:p="http://schemas.openxmlformats.org/presentationml/2006/main">
  <p:tag name="KSO_WM_UNIT_INDEX" val="20"/>
  <p:tag name="KSO_WM_UNIT_TYPE" val="d"/>
  <p:tag name="KSO_WM_BEAUTIFY_FLAG" val="#wm#"/>
</p:tagLst>
</file>

<file path=ppt/tags/tag1799.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800.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1801.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1802.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803.xml><?xml version="1.0" encoding="utf-8"?>
<p:tagLst xmlns:p="http://schemas.openxmlformats.org/presentationml/2006/main">
  <p:tag name="KSO_WM_UNIT_INDEX" val="26"/>
  <p:tag name="KSO_WM_UNIT_TEXT_SUBTYPE" val="a"/>
  <p:tag name="KSO_WM_UNIT_SUBTYPE" val="a"/>
  <p:tag name="KSO_WM_UNIT_TYPE" val="f"/>
  <p:tag name="KSO_WM_BEAUTIFY_FLAG" val="#wm#"/>
</p:tagLst>
</file>

<file path=ppt/tags/tag1804.xml><?xml version="1.0" encoding="utf-8"?>
<p:tagLst xmlns:p="http://schemas.openxmlformats.org/presentationml/2006/main">
  <p:tag name="KSO_WM_UNIT_INDEX" val="27"/>
  <p:tag name="KSO_WM_UNIT_TYPE" val="k"/>
  <p:tag name="KSO_WM_BEAUTIFY_FLAG" val="#wm#"/>
</p:tagLst>
</file>

<file path=ppt/tags/tag1805.xml><?xml version="1.0" encoding="utf-8"?>
<p:tagLst xmlns:p="http://schemas.openxmlformats.org/presentationml/2006/main">
  <p:tag name="KSO_WM_UNIT_INDEX" val="28"/>
  <p:tag name="KSO_WM_UNIT_TEXT_SUBTYPE" val="a"/>
  <p:tag name="KSO_WM_UNIT_SUBTYPE" val="a"/>
  <p:tag name="KSO_WM_UNIT_TYPE" val="f"/>
  <p:tag name="KSO_WM_BEAUTIFY_FLAG" val="#wm#"/>
</p:tagLst>
</file>

<file path=ppt/tags/tag1806.xml><?xml version="1.0" encoding="utf-8"?>
<p:tagLst xmlns:p="http://schemas.openxmlformats.org/presentationml/2006/main">
  <p:tag name="KSO_WM_UNIT_INDEX" val="29"/>
  <p:tag name="KSO_WM_UNIT_TEXT_SUBTYPE" val="a"/>
  <p:tag name="KSO_WM_UNIT_SUBTYPE" val="a"/>
  <p:tag name="KSO_WM_UNIT_TYPE" val="f"/>
  <p:tag name="KSO_WM_BEAUTIFY_FLAG" val="#wm#"/>
</p:tagLst>
</file>

<file path=ppt/tags/tag1807.xml><?xml version="1.0" encoding="utf-8"?>
<p:tagLst xmlns:p="http://schemas.openxmlformats.org/presentationml/2006/main">
  <p:tag name="KSO_WM_UNIT_INDEX" val="30"/>
  <p:tag name="KSO_WM_UNIT_TEXT_SUBTYPE" val="a"/>
  <p:tag name="KSO_WM_UNIT_SUBTYPE" val="a"/>
  <p:tag name="KSO_WM_UNIT_TYPE" val="f"/>
  <p:tag name="KSO_WM_BEAUTIFY_FLAG" val="#wm#"/>
</p:tagLst>
</file>

<file path=ppt/tags/tag1808.xml><?xml version="1.0" encoding="utf-8"?>
<p:tagLst xmlns:p="http://schemas.openxmlformats.org/presentationml/2006/main">
  <p:tag name="KSO_WM_UNIT_INDEX" val="31"/>
  <p:tag name="KSO_WM_UNIT_TEXT_SUBTYPE" val="a"/>
  <p:tag name="KSO_WM_UNIT_SUBTYPE" val="a"/>
  <p:tag name="KSO_WM_UNIT_TYPE" val="f"/>
  <p:tag name="KSO_WM_BEAUTIFY_FLAG" val="#wm#"/>
</p:tagLst>
</file>

<file path=ppt/tags/tag1809.xml><?xml version="1.0" encoding="utf-8"?>
<p:tagLst xmlns:p="http://schemas.openxmlformats.org/presentationml/2006/main">
  <p:tag name="KSO_WM_UNIT_INDEX" val="32"/>
  <p:tag name="KSO_WM_UNIT_TEXT_SUBTYPE" val="a"/>
  <p:tag name="KSO_WM_UNIT_SUBTYPE" val="a"/>
  <p:tag name="KSO_WM_UNIT_TYPE" val="f"/>
  <p:tag name="KSO_WM_BEAUTIFY_FLAG" val="#wm#"/>
</p:tagLst>
</file>

<file path=ppt/tags/tag1810.xml><?xml version="1.0" encoding="utf-8"?>
<p:tagLst xmlns:p="http://schemas.openxmlformats.org/presentationml/2006/main">
  <p:tag name="KSO_WM_UNIT_INDEX" val="33"/>
  <p:tag name="KSO_WM_UNIT_TEXT_SUBTYPE" val="a"/>
  <p:tag name="KSO_WM_UNIT_SUBTYPE" val="a"/>
  <p:tag name="KSO_WM_UNIT_TYPE" val="f"/>
  <p:tag name="KSO_WM_BEAUTIFY_FLAG" val="#wm#"/>
</p:tagLst>
</file>

<file path=ppt/tags/tag1811.xml><?xml version="1.0" encoding="utf-8"?>
<p:tagLst xmlns:p="http://schemas.openxmlformats.org/presentationml/2006/main">
  <p:tag name="KSO_WM_UNIT_INDEX" val="34"/>
  <p:tag name="KSO_WM_UNIT_TYPE" val="d"/>
  <p:tag name="KSO_WM_BEAUTIFY_FLAG" val="#wm#"/>
</p:tagLst>
</file>

<file path=ppt/tags/tag1812.xml><?xml version="1.0" encoding="utf-8"?>
<p:tagLst xmlns:p="http://schemas.openxmlformats.org/presentationml/2006/main">
  <p:tag name="KSO_WM_UNIT_INDEX" val="35"/>
  <p:tag name="KSO_WM_UNIT_TEXT_SUBTYPE" val="a"/>
  <p:tag name="KSO_WM_UNIT_SUBTYPE" val="a"/>
  <p:tag name="KSO_WM_UNIT_TYPE" val="f"/>
  <p:tag name="KSO_WM_BEAUTIFY_FLAG" val="#wm#"/>
</p:tagLst>
</file>

<file path=ppt/tags/tag1813.xml><?xml version="1.0" encoding="utf-8"?>
<p:tagLst xmlns:p="http://schemas.openxmlformats.org/presentationml/2006/main">
  <p:tag name="KSO_WM_UNIT_INDEX" val="36"/>
  <p:tag name="KSO_WM_UNIT_TEXT_SUBTYPE" val="a"/>
  <p:tag name="KSO_WM_UNIT_SUBTYPE" val="a"/>
  <p:tag name="KSO_WM_UNIT_TYPE" val="f"/>
  <p:tag name="KSO_WM_BEAUTIFY_FLAG" val="#wm#"/>
</p:tagLst>
</file>

<file path=ppt/tags/tag1814.xml><?xml version="1.0" encoding="utf-8"?>
<p:tagLst xmlns:p="http://schemas.openxmlformats.org/presentationml/2006/main">
  <p:tag name="KSO_WM_UNIT_INDEX" val="37"/>
  <p:tag name="KSO_WM_UNIT_TEXT_SUBTYPE" val="a"/>
  <p:tag name="KSO_WM_UNIT_SUBTYPE" val="a"/>
  <p:tag name="KSO_WM_UNIT_TYPE" val="f"/>
  <p:tag name="KSO_WM_BEAUTIFY_FLAG" val="#wm#"/>
</p:tagLst>
</file>

<file path=ppt/tags/tag1815.xml><?xml version="1.0" encoding="utf-8"?>
<p:tagLst xmlns:p="http://schemas.openxmlformats.org/presentationml/2006/main">
  <p:tag name="KSO_WM_UNIT_INDEX" val="38"/>
  <p:tag name="KSO_WM_UNIT_TEXT_SUBTYPE" val="a"/>
  <p:tag name="KSO_WM_UNIT_SUBTYPE" val="a"/>
  <p:tag name="KSO_WM_UNIT_TYPE" val="f"/>
  <p:tag name="KSO_WM_BEAUTIFY_FLAG" val="#wm#"/>
</p:tagLst>
</file>

<file path=ppt/tags/tag1816.xml><?xml version="1.0" encoding="utf-8"?>
<p:tagLst xmlns:p="http://schemas.openxmlformats.org/presentationml/2006/main">
  <p:tag name="KSO_WM_UNIT_INDEX" val="39"/>
  <p:tag name="KSO_WM_UNIT_TEXT_SUBTYPE" val="a"/>
  <p:tag name="KSO_WM_UNIT_SUBTYPE" val="a"/>
  <p:tag name="KSO_WM_UNIT_TYPE" val="f"/>
  <p:tag name="KSO_WM_BEAUTIFY_FLAG" val="#wm#"/>
</p:tagLst>
</file>

<file path=ppt/tags/tag1817.xml><?xml version="1.0" encoding="utf-8"?>
<p:tagLst xmlns:p="http://schemas.openxmlformats.org/presentationml/2006/main">
  <p:tag name="KSO_WM_UNIT_INDEX" val="40"/>
  <p:tag name="KSO_WM_UNIT_TEXT_SUBTYPE" val="a"/>
  <p:tag name="KSO_WM_UNIT_SUBTYPE" val="a"/>
  <p:tag name="KSO_WM_UNIT_TYPE" val="f"/>
  <p:tag name="KSO_WM_BEAUTIFY_FLAG" val="#wm#"/>
</p:tagLst>
</file>

<file path=ppt/tags/tag1818.xml><?xml version="1.0" encoding="utf-8"?>
<p:tagLst xmlns:p="http://schemas.openxmlformats.org/presentationml/2006/main">
  <p:tag name="KSO_WM_UNIT_INDEX" val="41"/>
  <p:tag name="KSO_WM_UNIT_TEXT_SUBTYPE" val="a"/>
  <p:tag name="KSO_WM_UNIT_SUBTYPE" val="a"/>
  <p:tag name="KSO_WM_UNIT_TYPE" val="f"/>
  <p:tag name="KSO_WM_BEAUTIFY_FLAG" val="#wm#"/>
</p:tagLst>
</file>

<file path=ppt/tags/tag1819.xml><?xml version="1.0" encoding="utf-8"?>
<p:tagLst xmlns:p="http://schemas.openxmlformats.org/presentationml/2006/main">
  <p:tag name="KSO_WM_UNIT_INDEX" val="42"/>
  <p:tag name="KSO_WM_UNIT_TYPE" val="d"/>
  <p:tag name="KSO_WM_BEAUTIFY_FLAG" val="#wm#"/>
</p:tagLst>
</file>

<file path=ppt/tags/tag1820.xml><?xml version="1.0" encoding="utf-8"?>
<p:tagLst xmlns:p="http://schemas.openxmlformats.org/presentationml/2006/main">
  <p:tag name="KSO_WM_UNIT_INDEX" val="43"/>
  <p:tag name="KSO_WM_UNIT_TYPE" val="d"/>
  <p:tag name="KSO_WM_BEAUTIFY_FLAG" val="#wm#"/>
</p:tagLst>
</file>

<file path=ppt/tags/tag1821.xml><?xml version="1.0" encoding="utf-8"?>
<p:tagLst xmlns:p="http://schemas.openxmlformats.org/presentationml/2006/main">
  <p:tag name="KSO_WM_UNIT_INDEX" val="44"/>
  <p:tag name="KSO_WM_UNIT_TYPE" val="d"/>
  <p:tag name="KSO_WM_BEAUTIFY_FLAG" val="#wm#"/>
</p:tagLst>
</file>

<file path=ppt/tags/tag1822.xml><?xml version="1.0" encoding="utf-8"?>
<p:tagLst xmlns:p="http://schemas.openxmlformats.org/presentationml/2006/main">
  <p:tag name="KSO_WM_UNIT_INDEX" val="45"/>
  <p:tag name="KSO_WM_UNIT_TYPE" val="d"/>
  <p:tag name="KSO_WM_BEAUTIFY_FLAG" val="#wm#"/>
</p:tagLst>
</file>

<file path=ppt/tags/tag1823.xml><?xml version="1.0" encoding="utf-8"?>
<p:tagLst xmlns:p="http://schemas.openxmlformats.org/presentationml/2006/main">
  <p:tag name="KSO_WM_UNIT_INDEX" val="46"/>
  <p:tag name="KSO_WM_UNIT_TYPE" val="d"/>
  <p:tag name="KSO_WM_BEAUTIFY_FLAG" val="#wm#"/>
</p:tagLst>
</file>

<file path=ppt/tags/tag1824.xml><?xml version="1.0" encoding="utf-8"?>
<p:tagLst xmlns:p="http://schemas.openxmlformats.org/presentationml/2006/main">
  <p:tag name="KSO_WM_UNIT_INDEX" val="47"/>
  <p:tag name="KSO_WM_UNIT_TYPE" val="d"/>
  <p:tag name="KSO_WM_BEAUTIFY_FLAG" val="#wm#"/>
</p:tagLst>
</file>

<file path=ppt/tags/tag1825.xml><?xml version="1.0" encoding="utf-8"?>
<p:tagLst xmlns:p="http://schemas.openxmlformats.org/presentationml/2006/main">
  <p:tag name="KSO_WM_UNIT_INDEX" val="48"/>
  <p:tag name="KSO_WM_UNIT_TYPE" val="d"/>
  <p:tag name="KSO_WM_BEAUTIFY_FLAG" val="#wm#"/>
</p:tagLst>
</file>

<file path=ppt/tags/tag1826.xml><?xml version="1.0" encoding="utf-8"?>
<p:tagLst xmlns:p="http://schemas.openxmlformats.org/presentationml/2006/main">
  <p:tag name="KSO_WM_UNIT_INDEX" val="49"/>
  <p:tag name="KSO_WM_UNIT_TYPE" val="d"/>
  <p:tag name="KSO_WM_BEAUTIFY_FLAG" val="#wm#"/>
</p:tagLst>
</file>

<file path=ppt/tags/tag1827.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828.xml><?xml version="1.0" encoding="utf-8"?>
<p:tagLst xmlns:p="http://schemas.openxmlformats.org/presentationml/2006/main">
  <p:tag name="KSO_WM_UNIT_INDEX" val="1"/>
  <p:tag name="KSO_WM_UNIT_TYPE" val="d"/>
  <p:tag name="KSO_WM_BEAUTIFY_FLAG" val="#wm#"/>
</p:tagLst>
</file>

<file path=ppt/tags/tag182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830.xml><?xml version="1.0" encoding="utf-8"?>
<p:tagLst xmlns:p="http://schemas.openxmlformats.org/presentationml/2006/main">
  <p:tag name="KSO_WM_UNIT_INDEX" val="3"/>
  <p:tag name="KSO_WM_UNIT_TYPE" val="β"/>
  <p:tag name="KSO_WM_BEAUTIFY_FLAG" val="#wm#"/>
</p:tagLst>
</file>

<file path=ppt/tags/tag1831.xml><?xml version="1.0" encoding="utf-8"?>
<p:tagLst xmlns:p="http://schemas.openxmlformats.org/presentationml/2006/main">
  <p:tag name="KSO_WM_UNIT_INDEX" val="4"/>
  <p:tag name="KSO_WM_UNIT_TYPE" val="β"/>
  <p:tag name="KSO_WM_BEAUTIFY_FLAG" val="#wm#"/>
</p:tagLst>
</file>

<file path=ppt/tags/tag1832.xml><?xml version="1.0" encoding="utf-8"?>
<p:tagLst xmlns:p="http://schemas.openxmlformats.org/presentationml/2006/main">
  <p:tag name="KSO_WM_UNIT_INDEX" val="5"/>
  <p:tag name="KSO_WM_UNIT_TYPE" val="β"/>
  <p:tag name="KSO_WM_BEAUTIFY_FLAG" val="#wm#"/>
</p:tagLst>
</file>

<file path=ppt/tags/tag1833.xml><?xml version="1.0" encoding="utf-8"?>
<p:tagLst xmlns:p="http://schemas.openxmlformats.org/presentationml/2006/main">
  <p:tag name="KSO_WM_UNIT_INDEX" val="6"/>
  <p:tag name="KSO_WM_UNIT_TYPE" val="β"/>
  <p:tag name="KSO_WM_BEAUTIFY_FLAG" val="#wm#"/>
</p:tagLst>
</file>

<file path=ppt/tags/tag1834.xml><?xml version="1.0" encoding="utf-8"?>
<p:tagLst xmlns:p="http://schemas.openxmlformats.org/presentationml/2006/main">
  <p:tag name="KSO_WM_UNIT_INDEX" val="7"/>
  <p:tag name="KSO_WM_UNIT_TYPE" val="β"/>
  <p:tag name="KSO_WM_BEAUTIFY_FLAG" val="#wm#"/>
</p:tagLst>
</file>

<file path=ppt/tags/tag1835.xml><?xml version="1.0" encoding="utf-8"?>
<p:tagLst xmlns:p="http://schemas.openxmlformats.org/presentationml/2006/main">
  <p:tag name="KSO_WM_UNIT_INDEX" val="8"/>
  <p:tag name="KSO_WM_UNIT_TYPE" val="β"/>
  <p:tag name="KSO_WM_BEAUTIFY_FLAG" val="#wm#"/>
</p:tagLst>
</file>

<file path=ppt/tags/tag1836.xml><?xml version="1.0" encoding="utf-8"?>
<p:tagLst xmlns:p="http://schemas.openxmlformats.org/presentationml/2006/main">
  <p:tag name="KSO_WM_UNIT_INDEX" val="9"/>
  <p:tag name="KSO_WM_UNIT_TYPE" val="β"/>
  <p:tag name="KSO_WM_BEAUTIFY_FLAG" val="#wm#"/>
</p:tagLst>
</file>

<file path=ppt/tags/tag1837.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838.xml><?xml version="1.0" encoding="utf-8"?>
<p:tagLst xmlns:p="http://schemas.openxmlformats.org/presentationml/2006/main">
  <p:tag name="KSO_WM_UNIT_INDEX" val="12"/>
  <p:tag name="KSO_WM_UNIT_TYPE" val="β"/>
  <p:tag name="KSO_WM_BEAUTIFY_FLAG" val="#wm#"/>
</p:tagLst>
</file>

<file path=ppt/tags/tag1839.xml><?xml version="1.0" encoding="utf-8"?>
<p:tagLst xmlns:p="http://schemas.openxmlformats.org/presentationml/2006/main">
  <p:tag name="KSO_WM_UNIT_INDEX" val="13"/>
  <p:tag name="KSO_WM_UNIT_TYPE" val="β"/>
  <p:tag name="KSO_WM_BEAUTIFY_FLAG" val="#wm#"/>
</p:tagLst>
</file>

<file path=ppt/tags/tag1840.xml><?xml version="1.0" encoding="utf-8"?>
<p:tagLst xmlns:p="http://schemas.openxmlformats.org/presentationml/2006/main">
  <p:tag name="KSO_WM_UNIT_INDEX" val="14"/>
  <p:tag name="KSO_WM_UNIT_TYPE" val="β"/>
  <p:tag name="KSO_WM_BEAUTIFY_FLAG" val="#wm#"/>
</p:tagLst>
</file>

<file path=ppt/tags/tag1841.xml><?xml version="1.0" encoding="utf-8"?>
<p:tagLst xmlns:p="http://schemas.openxmlformats.org/presentationml/2006/main">
  <p:tag name="KSO_WM_UNIT_INDEX" val="15"/>
  <p:tag name="KSO_WM_UNIT_TYPE" val="β"/>
  <p:tag name="KSO_WM_BEAUTIFY_FLAG" val="#wm#"/>
</p:tagLst>
</file>

<file path=ppt/tags/tag1842.xml><?xml version="1.0" encoding="utf-8"?>
<p:tagLst xmlns:p="http://schemas.openxmlformats.org/presentationml/2006/main">
  <p:tag name="KSO_WM_UNIT_INDEX" val="16"/>
  <p:tag name="KSO_WM_UNIT_TYPE" val="β"/>
  <p:tag name="KSO_WM_BEAUTIFY_FLAG" val="#wm#"/>
</p:tagLst>
</file>

<file path=ppt/tags/tag1843.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844.xml><?xml version="1.0" encoding="utf-8"?>
<p:tagLst xmlns:p="http://schemas.openxmlformats.org/presentationml/2006/main">
  <p:tag name="KSO_WM_UNIT_INDEX" val="18"/>
  <p:tag name="KSO_WM_UNIT_TYPE" val="β"/>
  <p:tag name="KSO_WM_BEAUTIFY_FLAG" val="#wm#"/>
</p:tagLst>
</file>

<file path=ppt/tags/tag1845.xml><?xml version="1.0" encoding="utf-8"?>
<p:tagLst xmlns:p="http://schemas.openxmlformats.org/presentationml/2006/main">
  <p:tag name="KSO_WM_UNIT_INDEX" val="19"/>
  <p:tag name="KSO_WM_UNIT_TYPE" val="β"/>
  <p:tag name="KSO_WM_BEAUTIFY_FLAG" val="#wm#"/>
</p:tagLst>
</file>

<file path=ppt/tags/tag1846.xml><?xml version="1.0" encoding="utf-8"?>
<p:tagLst xmlns:p="http://schemas.openxmlformats.org/presentationml/2006/main">
  <p:tag name="KSO_WM_UNIT_INDEX" val="20"/>
  <p:tag name="KSO_WM_UNIT_TYPE" val="β"/>
  <p:tag name="KSO_WM_BEAUTIFY_FLAG" val="#wm#"/>
</p:tagLst>
</file>

<file path=ppt/tags/tag1847.xml><?xml version="1.0" encoding="utf-8"?>
<p:tagLst xmlns:p="http://schemas.openxmlformats.org/presentationml/2006/main">
  <p:tag name="KSO_WM_UNIT_INDEX" val="21"/>
  <p:tag name="KSO_WM_UNIT_TYPE" val="β"/>
  <p:tag name="KSO_WM_BEAUTIFY_FLAG" val="#wm#"/>
</p:tagLst>
</file>

<file path=ppt/tags/tag1848.xml><?xml version="1.0" encoding="utf-8"?>
<p:tagLst xmlns:p="http://schemas.openxmlformats.org/presentationml/2006/main">
  <p:tag name="KSO_WM_UNIT_INDEX" val="22"/>
  <p:tag name="KSO_WM_UNIT_TYPE" val="β"/>
  <p:tag name="KSO_WM_BEAUTIFY_FLAG" val="#wm#"/>
</p:tagLst>
</file>

<file path=ppt/tags/tag1849.xml><?xml version="1.0" encoding="utf-8"?>
<p:tagLst xmlns:p="http://schemas.openxmlformats.org/presentationml/2006/main">
  <p:tag name="KSO_WM_UNIT_INDEX" val="23"/>
  <p:tag name="KSO_WM_UNIT_TYPE" val="β"/>
  <p:tag name="KSO_WM_BEAUTIFY_FLAG" val="#wm#"/>
</p:tagLst>
</file>

<file path=ppt/tags/tag1850.xml><?xml version="1.0" encoding="utf-8"?>
<p:tagLst xmlns:p="http://schemas.openxmlformats.org/presentationml/2006/main">
  <p:tag name="KSO_WM_UNIT_INDEX" val="24"/>
  <p:tag name="KSO_WM_UNIT_TYPE" val="β"/>
  <p:tag name="KSO_WM_BEAUTIFY_FLAG" val="#wm#"/>
</p:tagLst>
</file>

<file path=ppt/tags/tag1851.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852.xml><?xml version="1.0" encoding="utf-8"?>
<p:tagLst xmlns:p="http://schemas.openxmlformats.org/presentationml/2006/main">
  <p:tag name="KSO_WM_UNIT_INDEX" val="1"/>
  <p:tag name="KSO_WM_UNIT_TYPE" val="β"/>
  <p:tag name="KSO_WM_BEAUTIFY_FLAG" val="#wm#"/>
</p:tagLst>
</file>

<file path=ppt/tags/tag1853.xml><?xml version="1.0" encoding="utf-8"?>
<p:tagLst xmlns:p="http://schemas.openxmlformats.org/presentationml/2006/main">
  <p:tag name="KSO_WM_UNIT_INDEX" val="2"/>
  <p:tag name="KSO_WM_UNIT_TYPE" val="d"/>
  <p:tag name="KSO_WM_BEAUTIFY_FLAG" val="#wm#"/>
</p:tagLst>
</file>

<file path=ppt/tags/tag1854.xml><?xml version="1.0" encoding="utf-8"?>
<p:tagLst xmlns:p="http://schemas.openxmlformats.org/presentationml/2006/main">
  <p:tag name="KSO_WM_UNIT_INDEX" val="3"/>
  <p:tag name="KSO_WM_UNIT_TYPE" val="d"/>
  <p:tag name="KSO_WM_BEAUTIFY_FLAG" val="#wm#"/>
</p:tagLst>
</file>

<file path=ppt/tags/tag1855.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856.xml><?xml version="1.0" encoding="utf-8"?>
<p:tagLst xmlns:p="http://schemas.openxmlformats.org/presentationml/2006/main">
  <p:tag name="KSO_WM_UNIT_INDEX" val="6"/>
  <p:tag name="KSO_WM_UNIT_TYPE" val="k"/>
  <p:tag name="KSO_WM_BEAUTIFY_FLAG" val="#wm#"/>
</p:tagLst>
</file>

<file path=ppt/tags/tag1857.xml><?xml version="1.0" encoding="utf-8"?>
<p:tagLst xmlns:p="http://schemas.openxmlformats.org/presentationml/2006/main">
  <p:tag name="KSO_WM_UNIT_INDEX" val="8"/>
  <p:tag name="KSO_WM_UNIT_TYPE" val="k"/>
  <p:tag name="KSO_WM_BEAUTIFY_FLAG" val="#wm#"/>
</p:tagLst>
</file>

<file path=ppt/tags/tag1858.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859.xml><?xml version="1.0" encoding="utf-8"?>
<p:tagLst xmlns:p="http://schemas.openxmlformats.org/presentationml/2006/main">
  <p:tag name="KSO_WM_UNIT_INDEX" val="10"/>
  <p:tag name="KSO_WM_UNIT_TYPE" val="k"/>
  <p:tag name="KSO_WM_BEAUTIFY_FLAG" val="#wm#"/>
</p:tagLst>
</file>

<file path=ppt/tags/tag1860.xml><?xml version="1.0" encoding="utf-8"?>
<p:tagLst xmlns:p="http://schemas.openxmlformats.org/presentationml/2006/main">
  <p:tag name="KSO_WM_UNIT_INDEX" val="11"/>
  <p:tag name="KSO_WM_UNIT_TYPE" val="k"/>
  <p:tag name="KSO_WM_BEAUTIFY_FLAG" val="#wm#"/>
</p:tagLst>
</file>

<file path=ppt/tags/tag1861.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862.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863.xml><?xml version="1.0" encoding="utf-8"?>
<p:tagLst xmlns:p="http://schemas.openxmlformats.org/presentationml/2006/main">
  <p:tag name="KSO_WM_UNIT_INDEX" val="14"/>
  <p:tag name="KSO_WM_UNIT_TYPE" val="k"/>
  <p:tag name="KSO_WM_BEAUTIFY_FLAG" val="#wm#"/>
</p:tagLst>
</file>

<file path=ppt/tags/tag1864.xml><?xml version="1.0" encoding="utf-8"?>
<p:tagLst xmlns:p="http://schemas.openxmlformats.org/presentationml/2006/main">
  <p:tag name="KSO_WM_UNIT_INDEX" val="7"/>
  <p:tag name="KSO_WM_UNIT_TYPE" val="a"/>
  <p:tag name="KSO_WM_BEAUTIFY_FLAG" val="#wm#"/>
</p:tagLst>
</file>

<file path=ppt/tags/tag1865.xml><?xml version="1.0" encoding="utf-8"?>
<p:tagLst xmlns:p="http://schemas.openxmlformats.org/presentationml/2006/main">
  <p:tag name="KSO_WM_SLIDE_TYPE" val="text"/>
  <p:tag name="KSO_WM_BEAUTIFY_FLAG" val="#wm#"/>
  <p:tag name="KSO_WM_SLIDE_ID" val="custom20230987_8"/>
  <p:tag name="KSO_WM_TEMPLATE_SUBCATEGORY" val="29"/>
  <p:tag name="KSO_WM_TEMPLATE_MASTER_TYPE" val="0"/>
  <p:tag name="KSO_WM_TEMPLATE_COLOR_TYPE" val="0"/>
  <p:tag name="KSO_WM_SLIDE_ITEM_CNT" val="0"/>
  <p:tag name="KSO_WM_SLIDE_INDEX" val="8"/>
  <p:tag name="KSO_WM_TAG_VERSION" val="3.0"/>
  <p:tag name="KSO_WM_TEMPLATE_CATEGORY" val="custom"/>
  <p:tag name="KSO_WM_TEMPLATE_INDEX" val="20230987"/>
  <p:tag name="KSO_WM_SLIDE_SUBTYPE" val="pureTxt"/>
  <p:tag name="KSO_WM_SLIDE_SIZE" val="850*457"/>
  <p:tag name="KSO_WM_SLIDE_POSITION" val="54*28"/>
  <p:tag name="KSO_WM_SLIDE_LAYOUT" val="a_f"/>
  <p:tag name="KSO_WM_SLIDE_LAYOUT_CNT" val="1_1"/>
</p:tagLst>
</file>

<file path=ppt/tags/tag18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0987_9*a*1"/>
  <p:tag name="KSO_WM_TEMPLATE_CATEGORY" val="custom"/>
  <p:tag name="KSO_WM_TEMPLATE_INDEX" val="20230987"/>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 name="KSO_WM_UNIT_PRESET_TEXT" val="THANK YOU"/>
</p:tagLst>
</file>

<file path=ppt/tags/tag1867.xml><?xml version="1.0" encoding="utf-8"?>
<p:tagLst xmlns:p="http://schemas.openxmlformats.org/presentationml/2006/main">
  <p:tag name="KSO_WM_SLIDE_ID" val="custom20230987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987"/>
  <p:tag name="KSO_WM_SLIDE_TYPE" val="endPage"/>
  <p:tag name="KSO_WM_SLIDE_SUBTYPE" val="pureTxt"/>
  <p:tag name="KSO_WM_SLIDE_LAYOUT" val="a_f"/>
  <p:tag name="KSO_WM_SLIDE_LAYOUT_CNT" val="1_3"/>
  <p:tag name="KSO_WM_SLIDE_THEME_ID" val="3312791"/>
  <p:tag name="KSO_WM_SLIDE_THEME_NAME" val="蓝色创意建筑商务风主题"/>
</p:tagLst>
</file>

<file path=ppt/tags/tag1868.xml><?xml version="1.0" encoding="utf-8"?>
<p:tagLst xmlns:p="http://schemas.openxmlformats.org/presentationml/2006/main">
  <p:tag name="commondata" val="eyJoZGlkIjoiNjhhOTUyY2VlZDA2ZDM4NjYzNDJjYzljMDYzYjI1MjYifQ=="/>
  <p:tag name="resource_record_key" val="{&quot;71&quot;:[76235679891]}"/>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
      <a:dk1>
        <a:srgbClr val="000000"/>
      </a:dk1>
      <a:lt1>
        <a:srgbClr val="FFFFFF"/>
      </a:lt1>
      <a:dk2>
        <a:srgbClr val="5F1A01"/>
      </a:dk2>
      <a:lt2>
        <a:srgbClr val="FEF0EC"/>
      </a:lt2>
      <a:accent1>
        <a:srgbClr val="FD8B64"/>
      </a:accent1>
      <a:accent2>
        <a:srgbClr val="FF97A5"/>
      </a:accent2>
      <a:accent3>
        <a:srgbClr val="5EC1CE"/>
      </a:accent3>
      <a:accent4>
        <a:srgbClr val="FEB78D"/>
      </a:accent4>
      <a:accent5>
        <a:srgbClr val="D6D242"/>
      </a:accent5>
      <a:accent6>
        <a:srgbClr val="FABF04"/>
      </a:accent6>
      <a:hlink>
        <a:srgbClr val="304FFE"/>
      </a:hlink>
      <a:folHlink>
        <a:srgbClr val="492067"/>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41">
      <a:dk1>
        <a:srgbClr val="000000"/>
      </a:dk1>
      <a:lt1>
        <a:srgbClr val="FFFFFF"/>
      </a:lt1>
      <a:dk2>
        <a:srgbClr val="08173E"/>
      </a:dk2>
      <a:lt2>
        <a:srgbClr val="E1F3FF"/>
      </a:lt2>
      <a:accent1>
        <a:srgbClr val="0099FF"/>
      </a:accent1>
      <a:accent2>
        <a:srgbClr val="1088F9"/>
      </a:accent2>
      <a:accent3>
        <a:srgbClr val="2076F3"/>
      </a:accent3>
      <a:accent4>
        <a:srgbClr val="3065EC"/>
      </a:accent4>
      <a:accent5>
        <a:srgbClr val="4053E6"/>
      </a:accent5>
      <a:accent6>
        <a:srgbClr val="5042E0"/>
      </a:accent6>
      <a:hlink>
        <a:srgbClr val="0563C1"/>
      </a:hlink>
      <a:folHlink>
        <a:srgbClr val="954F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accent1">
                <a:alpha val="33000"/>
              </a:schemeClr>
            </a:gs>
            <a:gs pos="95000">
              <a:schemeClr val="accent1"/>
            </a:gs>
          </a:gsLst>
          <a:lin ang="2700000" scaled="1"/>
          <a:tileRect/>
        </a:gradFill>
        <a:ln>
          <a:noFill/>
          <a:prstDash val="solid"/>
        </a:ln>
      </a:spPr>
      <a:bodyPr wrap="square" rtlCol="0" anchor="ctr">
        <a:noAutofit/>
      </a:bodyPr>
      <a:lstStyle>
        <a:defPPr algn="ctr">
          <a:defRPr>
            <a:ea typeface="微软雅黑" panose="020B0503020204020204" charset="-122"/>
            <a:cs typeface="微软雅黑" panose="020B050302020402020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solidFill>
              <a:schemeClr val="accent1"/>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40418</Words>
  <PresentationFormat/>
  <Paragraphs>5227</Paragraphs>
  <Slides>81</Slides>
  <Notes>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81</vt:i4>
      </vt:variant>
    </vt:vector>
  </HeadingPairs>
  <TitlesOfParts>
    <vt:vector size="96" baseType="lpstr">
      <vt:lpstr>Arial</vt:lpstr>
      <vt:lpstr>宋体</vt:lpstr>
      <vt:lpstr>Wingdings</vt:lpstr>
      <vt:lpstr>微软雅黑</vt:lpstr>
      <vt:lpstr>Arial</vt:lpstr>
      <vt:lpstr>MS Gothic</vt:lpstr>
      <vt:lpstr>Calibri</vt:lpstr>
      <vt:lpstr>Wingdings</vt:lpstr>
      <vt:lpstr>Arial Unicode MS</vt:lpstr>
      <vt:lpstr>Trebuchet MS</vt:lpstr>
      <vt:lpstr>黑体</vt:lpstr>
      <vt:lpstr>Microsoft YaHei UI</vt:lpstr>
      <vt:lpstr>Office theme</vt:lpstr>
      <vt:lpstr>1_Office theme</vt:lpstr>
      <vt:lpstr>2_Office 主题​​</vt:lpstr>
      <vt:lpstr>企业数据架构数据治理顶层规划方案</vt:lpstr>
      <vt:lpstr>PowerPoint 演示文稿</vt:lpstr>
      <vt:lpstr>PowerPoint 演示文稿</vt:lpstr>
      <vt:lpstr>PowerPoint 演示文稿</vt:lpstr>
      <vt:lpstr>PowerPoint 演示文稿</vt:lpstr>
      <vt:lpstr>PowerPoint 演示文稿</vt:lpstr>
      <vt:lpstr>_x000d_项目资料清单</vt:lpstr>
      <vt:lpstr>PowerPoint 演示文稿</vt:lpstr>
      <vt:lpstr>PowerPoint 演示文稿</vt:lpstr>
      <vt:lpstr>PowerPoint 演示文稿</vt:lpstr>
      <vt:lpstr>PowerPoint 演示文稿</vt:lpstr>
      <vt:lpstr>PowerPoint 演示文稿</vt:lpstr>
      <vt:lpstr>卓越级项目管理办公室 （PMO）</vt:lpstr>
      <vt:lpstr>PowerPoint 演示文稿</vt:lpstr>
      <vt:lpstr>_x000d_关键发现 4：项目对公司战略的承接力度需要加强；项目资源冲突经常发生，项目资源保障度不 高，从而影响项目的进度和质量</vt:lpstr>
      <vt:lpstr>关键发现 5：随意用项目来推进日常的工作；管理和沟通成本增加， 效率低下</vt:lpstr>
      <vt:lpstr>PowerPoint 演示文稿</vt:lpstr>
      <vt:lpstr>PowerPoint 演示文稿</vt:lpstr>
      <vt:lpstr>PowerPoint 演示文稿</vt:lpstr>
      <vt:lpstr>XX的IT应用已经在一定程度上覆盖了快运业务的核心操作，但在规划和管理层面还有提升的地方</vt:lpstr>
      <vt:lpstr>根据企业应用架构的领域分析， 目前XX在客户关系、管理支持和决策分析领域还存 在功能缺失</vt:lpstr>
      <vt:lpstr>PowerPoint 演示文稿</vt:lpstr>
      <vt:lpstr>PowerPoint 演示文稿</vt:lpstr>
      <vt:lpstr>PowerPoint 演示文稿</vt:lpstr>
      <vt:lpstr>PowerPoint 演示文稿</vt:lpstr>
      <vt:lpstr>IT管理部门内按IT基本职能分工，  管理、业务管理和数据管理能力人员方面存在结构性缺员的问题，需要提升IT架构</vt:lpstr>
      <vt:lpstr>更具IBM PRM-IT （IT流程参考模型）定义的46个IT流程， 对XX目前IT流程的评估结果如下：</vt:lpstr>
      <vt:lpstr>PowerPoint 演示文稿</vt:lpstr>
      <vt:lpstr>PowerPoint 演示文稿</vt:lpstr>
      <vt:lpstr>PowerPoint 演示文稿</vt:lpstr>
      <vt:lpstr>PowerPoint 演示文稿</vt:lpstr>
      <vt:lpstr>PowerPoint 演示文稿</vt:lpstr>
      <vt:lpstr>_x000d_关键发现4：业务实施推广力度不足，影响了解决方案的落地效果</vt:lpstr>
      <vt:lpstr>PowerPoint 演示文稿</vt:lpstr>
      <vt:lpstr>_x000d_基于XX需求全生命周期的管理现状，对主要的环节（4阶段， 29个环节） 进行识别，发现 了一些重要的问题环节，  需要优先加以优化改善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_x000d_同样是全网收入管理报表，口径不一致</vt:lpstr>
      <vt:lpstr>_x000d_壹米问题数据：不同部门提交的口径有差异化，且存在模糊内容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_x000d_对于任何现状问题，不能单一归集为某个方面，壹米需要从运营模式（KOPT）的视角，从对 个维度推进公司问题的解决</vt:lpstr>
      <vt:lpstr>_x000d_基于上述分析，项目组建议可以从以下几个方面实现公司管理和体系建设的提 升，以具体事项推动，着眼于思想改善和方法成熟</vt:lpstr>
      <vt:lpstr>PowerPoint 演示文稿</vt:lpstr>
      <vt:lpstr>PowerPoint 演示文稿</vt:lpstr>
      <vt:lpstr>PowerPoint 演示文稿</vt:lpstr>
      <vt:lpstr>_x000d_项目管理领域成熟度打分细项分析   –   1/2</vt:lpstr>
      <vt:lpstr>_x000d_项目管理领域成熟度打分细项分析   –   2/2</vt:lpstr>
      <vt:lpstr>PowerPoint 演示文稿</vt:lpstr>
      <vt:lpstr>PowerPoint 演示文稿</vt:lpstr>
      <vt:lpstr>PowerPoint 演示文稿</vt:lpstr>
      <vt:lpstr>PowerPoint 演示文稿</vt:lpstr>
      <vt:lpstr>PowerPoint 演示文稿</vt:lpstr>
      <vt:lpstr>_x000d_PMO实施路径及关键交付物</vt:lpstr>
      <vt:lpstr>PowerPoint 演示文稿</vt:lpstr>
      <vt:lpstr>5月                   6月                 7月                    8月                     9月</vt:lpstr>
      <vt:lpstr>PowerPoint 演示文稿</vt:lpstr>
      <vt:lpstr>PowerPoint 演示文稿</vt:lpstr>
      <vt:lpstr>PowerPoint 演示文稿</vt:lpstr>
      <vt:lpstr>_x000d_项目问题和风险</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公众号：售前研究（知识星球同）</dc:title>
  <dcterms:created xsi:type="dcterms:W3CDTF">2023-11-24T01:26:00Z</dcterms:created>
  <dcterms:modified xsi:type="dcterms:W3CDTF">2024-09-10T07:18:06Z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wqlLaW5nc29mdCBQREYgdG8gV1BTIDkw</vt:lpwstr>
  </property>
  <property fmtid="{D5CDD505-2E9C-101B-9397-08002B2CF9AE}" pid="3" name="Created">
    <vt:filetime>2023-11-11T12:01:38Z</vt:filetime>
  </property>
  <property fmtid="{D5CDD505-2E9C-101B-9397-08002B2CF9AE}" pid="4" name="ICV">
    <vt:lpwstr>92B3C950C5534803A0A007B69EE1CECB_13</vt:lpwstr>
  </property>
  <property fmtid="{D5CDD505-2E9C-101B-9397-08002B2CF9AE}" pid="5" name="KSOProductBuildVer">
    <vt:lpwstr>2052-12.1.0.17147</vt:lpwstr>
  </property>
</Properties>
</file>